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0A_6C222D68.xml" ContentType="application/vnd.ms-powerpoint.comments+xml"/>
  <Override PartName="/ppt/comments/modernComment_181_FC17E64D.xml" ContentType="application/vnd.ms-powerpoint.comments+xml"/>
  <Override PartName="/ppt/comments/modernComment_2F5_F27DFEF8.xml" ContentType="application/vnd.ms-powerpoint.comments+xml"/>
  <Override PartName="/ppt/comments/modernComment_119_8A2F5F74.xml" ContentType="application/vnd.ms-powerpoint.comments+xml"/>
  <Override PartName="/ppt/comments/modernComment_1B6_E37E8EAC.xml" ContentType="application/vnd.ms-powerpoint.comments+xml"/>
  <Override PartName="/ppt/comments/modernComment_114_6AE9E170.xml" ContentType="application/vnd.ms-powerpoint.comments+xml"/>
  <Override PartName="/ppt/comments/modernComment_159_1E8FD03B.xml" ContentType="application/vnd.ms-powerpoint.comments+xml"/>
  <Override PartName="/ppt/comments/modernComment_1A2_15270E2C.xml" ContentType="application/vnd.ms-powerpoint.comments+xml"/>
  <Override PartName="/ppt/comments/modernComment_158_414F7ADD.xml" ContentType="application/vnd.ms-powerpoint.comments+xml"/>
  <Override PartName="/ppt/comments/modernComment_11F_6EF7015F.xml" ContentType="application/vnd.ms-powerpoint.comments+xml"/>
  <Override PartName="/ppt/comments/modernComment_13A_F0C7AED7.xml" ContentType="application/vnd.ms-powerpoint.comments+xml"/>
  <Override PartName="/ppt/comments/modernComment_174_148C8569.xml" ContentType="application/vnd.ms-powerpoint.comments+xml"/>
  <Override PartName="/ppt/comments/modernComment_14A_A173F217.xml" ContentType="application/vnd.ms-powerpoint.comments+xml"/>
  <Override PartName="/ppt/comments/modernComment_165_AE978784.xml" ContentType="application/vnd.ms-powerpoint.comments+xml"/>
  <Override PartName="/ppt/comments/modernComment_168_3B0ADBE8.xml" ContentType="application/vnd.ms-powerpoint.comments+xml"/>
  <Override PartName="/ppt/comments/modernComment_184_46F67987.xml" ContentType="application/vnd.ms-powerpoint.comments+xml"/>
  <Override PartName="/ppt/comments/modernComment_1A1_44306BF5.xml" ContentType="application/vnd.ms-powerpoint.comments+xml"/>
  <Override PartName="/ppt/notesSlides/notesSlide1.xml" ContentType="application/vnd.openxmlformats-officedocument.presentationml.notesSlide+xml"/>
  <Override PartName="/ppt/comments/modernComment_2CD_F5A9CF92.xml" ContentType="application/vnd.ms-powerpoint.comments+xml"/>
  <Override PartName="/ppt/notesSlides/notesSlide2.xml" ContentType="application/vnd.openxmlformats-officedocument.presentationml.notesSlide+xml"/>
  <Override PartName="/ppt/comments/modernComment_1AD_A1E91B52.xml" ContentType="application/vnd.ms-powerpoint.comments+xml"/>
  <Override PartName="/ppt/notesSlides/notesSlide3.xml" ContentType="application/vnd.openxmlformats-officedocument.presentationml.notesSlide+xml"/>
  <Override PartName="/ppt/comments/modernComment_2EB_DF6DE44B.xml" ContentType="application/vnd.ms-powerpoint.comments+xml"/>
  <Override PartName="/ppt/notesSlides/notesSlide4.xml" ContentType="application/vnd.openxmlformats-officedocument.presentationml.notesSlide+xml"/>
  <Override PartName="/ppt/comments/modernComment_2EC_B54658E.xml" ContentType="application/vnd.ms-powerpoint.comments+xml"/>
  <Override PartName="/ppt/notesSlides/notesSlide5.xml" ContentType="application/vnd.openxmlformats-officedocument.presentationml.notesSlide+xml"/>
  <Override PartName="/ppt/comments/modernComment_2ED_B7FFAEEC.xml" ContentType="application/vnd.ms-powerpoint.comments+xml"/>
  <Override PartName="/ppt/notesSlides/notesSlide6.xml" ContentType="application/vnd.openxmlformats-officedocument.presentationml.notesSlide+xml"/>
  <Override PartName="/ppt/comments/modernComment_2EE_751496F7.xml" ContentType="application/vnd.ms-powerpoint.comments+xml"/>
  <Override PartName="/ppt/comments/modernComment_1AE_F5F364B2.xml" ContentType="application/vnd.ms-powerpoint.comments+xml"/>
  <Override PartName="/ppt/comments/modernComment_2EF_D67621E1.xml" ContentType="application/vnd.ms-powerpoint.comments+xml"/>
  <Override PartName="/ppt/comments/modernComment_2F0_71A960D3.xml" ContentType="application/vnd.ms-powerpoint.comments+xml"/>
  <Override PartName="/ppt/comments/modernComment_2DA_713689C6.xml" ContentType="application/vnd.ms-powerpoint.comments+xml"/>
  <Override PartName="/ppt/comments/modernComment_2F7_4339B482.xml" ContentType="application/vnd.ms-powerpoint.comments+xml"/>
  <Override PartName="/ppt/comments/modernComment_1AF_ACFECA69.xml" ContentType="application/vnd.ms-powerpoint.comments+xml"/>
  <Override PartName="/ppt/comments/modernComment_2DC_1400BAD1.xml" ContentType="application/vnd.ms-powerpoint.comments+xml"/>
  <Override PartName="/ppt/comments/modernComment_2F6_478EA7BE.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35_CAAE9BF6.xml" ContentType="application/vnd.ms-powerpoint.comments+xml"/>
  <Override PartName="/ppt/comments/modernComment_182_6624252.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05"/>
  </p:notesMasterIdLst>
  <p:handoutMasterIdLst>
    <p:handoutMasterId r:id="rId106"/>
  </p:handoutMasterIdLst>
  <p:sldIdLst>
    <p:sldId id="266" r:id="rId5"/>
    <p:sldId id="385" r:id="rId6"/>
    <p:sldId id="277" r:id="rId7"/>
    <p:sldId id="757" r:id="rId8"/>
    <p:sldId id="279" r:id="rId9"/>
    <p:sldId id="755" r:id="rId10"/>
    <p:sldId id="756" r:id="rId11"/>
    <p:sldId id="281" r:id="rId12"/>
    <p:sldId id="282" r:id="rId13"/>
    <p:sldId id="438" r:id="rId14"/>
    <p:sldId id="276" r:id="rId15"/>
    <p:sldId id="345" r:id="rId16"/>
    <p:sldId id="418" r:id="rId17"/>
    <p:sldId id="344" r:id="rId18"/>
    <p:sldId id="287" r:id="rId19"/>
    <p:sldId id="314" r:id="rId20"/>
    <p:sldId id="372" r:id="rId21"/>
    <p:sldId id="376" r:id="rId22"/>
    <p:sldId id="375" r:id="rId23"/>
    <p:sldId id="378" r:id="rId24"/>
    <p:sldId id="379" r:id="rId25"/>
    <p:sldId id="377" r:id="rId26"/>
    <p:sldId id="380" r:id="rId27"/>
    <p:sldId id="382" r:id="rId28"/>
    <p:sldId id="368" r:id="rId29"/>
    <p:sldId id="383" r:id="rId30"/>
    <p:sldId id="373" r:id="rId31"/>
    <p:sldId id="434" r:id="rId32"/>
    <p:sldId id="435" r:id="rId33"/>
    <p:sldId id="436" r:id="rId34"/>
    <p:sldId id="293" r:id="rId35"/>
    <p:sldId id="330" r:id="rId36"/>
    <p:sldId id="349" r:id="rId37"/>
    <p:sldId id="350" r:id="rId38"/>
    <p:sldId id="712" r:id="rId39"/>
    <p:sldId id="351" r:id="rId40"/>
    <p:sldId id="713" r:id="rId41"/>
    <p:sldId id="353" r:id="rId42"/>
    <p:sldId id="352" r:id="rId43"/>
    <p:sldId id="356" r:id="rId44"/>
    <p:sldId id="357" r:id="rId45"/>
    <p:sldId id="358" r:id="rId46"/>
    <p:sldId id="359" r:id="rId47"/>
    <p:sldId id="360" r:id="rId48"/>
    <p:sldId id="433" r:id="rId49"/>
    <p:sldId id="714" r:id="rId50"/>
    <p:sldId id="753" r:id="rId51"/>
    <p:sldId id="388" r:id="rId52"/>
    <p:sldId id="417" r:id="rId53"/>
    <p:sldId id="716" r:id="rId54"/>
    <p:sldId id="437" r:id="rId55"/>
    <p:sldId id="387" r:id="rId56"/>
    <p:sldId id="362" r:id="rId57"/>
    <p:sldId id="363" r:id="rId58"/>
    <p:sldId id="364" r:id="rId59"/>
    <p:sldId id="717" r:id="rId60"/>
    <p:sldId id="760" r:id="rId61"/>
    <p:sldId id="719" r:id="rId62"/>
    <p:sldId id="744" r:id="rId63"/>
    <p:sldId id="742" r:id="rId64"/>
    <p:sldId id="743" r:id="rId65"/>
    <p:sldId id="720" r:id="rId66"/>
    <p:sldId id="721" r:id="rId67"/>
    <p:sldId id="429" r:id="rId68"/>
    <p:sldId id="754" r:id="rId69"/>
    <p:sldId id="747" r:id="rId70"/>
    <p:sldId id="748" r:id="rId71"/>
    <p:sldId id="749" r:id="rId72"/>
    <p:sldId id="750" r:id="rId73"/>
    <p:sldId id="430" r:id="rId74"/>
    <p:sldId id="426" r:id="rId75"/>
    <p:sldId id="428" r:id="rId76"/>
    <p:sldId id="751" r:id="rId77"/>
    <p:sldId id="723" r:id="rId78"/>
    <p:sldId id="724" r:id="rId79"/>
    <p:sldId id="752" r:id="rId80"/>
    <p:sldId id="727" r:id="rId81"/>
    <p:sldId id="728" r:id="rId82"/>
    <p:sldId id="730" r:id="rId83"/>
    <p:sldId id="759" r:id="rId84"/>
    <p:sldId id="365" r:id="rId85"/>
    <p:sldId id="366" r:id="rId86"/>
    <p:sldId id="367" r:id="rId87"/>
    <p:sldId id="431" r:id="rId88"/>
    <p:sldId id="732" r:id="rId89"/>
    <p:sldId id="758" r:id="rId90"/>
    <p:sldId id="427" r:id="rId91"/>
    <p:sldId id="734" r:id="rId92"/>
    <p:sldId id="735" r:id="rId93"/>
    <p:sldId id="736" r:id="rId94"/>
    <p:sldId id="737" r:id="rId95"/>
    <p:sldId id="738" r:id="rId96"/>
    <p:sldId id="740" r:id="rId97"/>
    <p:sldId id="413" r:id="rId98"/>
    <p:sldId id="708" r:id="rId99"/>
    <p:sldId id="709" r:id="rId100"/>
    <p:sldId id="710" r:id="rId101"/>
    <p:sldId id="309" r:id="rId102"/>
    <p:sldId id="761" r:id="rId103"/>
    <p:sldId id="386" r:id="rId104"/>
  </p:sldIdLst>
  <p:sldSz cx="6858000" cy="9906000" type="A4"/>
  <p:notesSz cx="6791325" cy="99218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 userDrawn="1">
          <p15:clr>
            <a:srgbClr val="A4A3A4"/>
          </p15:clr>
        </p15:guide>
        <p15:guide id="4" orient="horz" pos="5910" userDrawn="1">
          <p15:clr>
            <a:srgbClr val="A4A3A4"/>
          </p15:clr>
        </p15:guide>
        <p15:guide id="5" pos="4042" userDrawn="1">
          <p15:clr>
            <a:srgbClr val="A4A3A4"/>
          </p15:clr>
        </p15:guide>
        <p15:guide id="9" orient="horz" pos="2689" userDrawn="1">
          <p15:clr>
            <a:srgbClr val="A4A3A4"/>
          </p15:clr>
        </p15:guide>
        <p15:guide id="10" pos="255" userDrawn="1">
          <p15:clr>
            <a:srgbClr val="A4A3A4"/>
          </p15:clr>
        </p15:guide>
        <p15:guide id="12" pos="580" userDrawn="1">
          <p15:clr>
            <a:srgbClr val="A4A3A4"/>
          </p15:clr>
        </p15:guide>
        <p15:guide id="13" pos="1988" userDrawn="1">
          <p15:clr>
            <a:srgbClr val="A4A3A4"/>
          </p15:clr>
        </p15:guide>
        <p15:guide id="14" pos="2523" userDrawn="1">
          <p15:clr>
            <a:srgbClr val="A4A3A4"/>
          </p15:clr>
        </p15:guide>
        <p15:guide id="15" pos="3906" userDrawn="1">
          <p15:clr>
            <a:srgbClr val="A4A3A4"/>
          </p15:clr>
        </p15:guide>
        <p15:guide id="16" orient="horz" pos="965" userDrawn="1">
          <p15:clr>
            <a:srgbClr val="A4A3A4"/>
          </p15:clr>
        </p15:guide>
        <p15:guide id="17" orient="horz" pos="2031" userDrawn="1">
          <p15:clr>
            <a:srgbClr val="A4A3A4"/>
          </p15:clr>
        </p15:guide>
        <p15:guide id="18" orient="horz" pos="3800" userDrawn="1">
          <p15:clr>
            <a:srgbClr val="A4A3A4"/>
          </p15:clr>
        </p15:guide>
        <p15:guide id="19" orient="horz" pos="4345" userDrawn="1">
          <p15:clr>
            <a:srgbClr val="A4A3A4"/>
          </p15:clr>
        </p15:guide>
        <p15:guide id="20" orient="horz" pos="5547" userDrawn="1">
          <p15:clr>
            <a:srgbClr val="A4A3A4"/>
          </p15:clr>
        </p15:guide>
        <p15:guide id="21" orient="horz" pos="1442" userDrawn="1">
          <p15:clr>
            <a:srgbClr val="A4A3A4"/>
          </p15:clr>
        </p15:guide>
        <p15:guide id="22" orient="horz" pos="1033"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8036255-5B27-B474-E986-7A84E2BAF5FC}" name="예 창희" initials="창예" userId="S::chye@solutionkorea.onmicrosoft.com::de6a0ec6-2cea-4d0b-a153-59e12e0f21f7" providerId="AD"/>
  <p188:author id="{DD5FA65B-5604-BE03-608B-F6122C8A8655}" name="dongil kim" initials="dk" userId="1a02b3e6538b5a48" providerId="Windows Live"/>
  <p188:author id="{B17A975F-C097-47DD-8178-B83022A2C6EF}" name="kanghyuk lee" initials="kl" userId="6acb3652928a385d" providerId="Windows Live"/>
  <p188:author id="{C8DF6CCE-C23F-CF43-834D-8616D3F5DBC8}" name="Jaeeun Nam" initials="JE" userId="Jaeeun Nam" providerId="None"/>
  <p188:author id="{5E03ACD7-6916-F275-5442-2DA38665A9F9}" name="엄 윤섭" initials="윤엄" userId="S::yseom@solutionkorea.onmicrosoft.com::6f549fa0-d0b0-4839-be30-c990f199deaa"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on dongkook" initials="sd" lastIdx="1" clrIdx="0">
    <p:extLst>
      <p:ext uri="{19B8F6BF-5375-455C-9EA6-DF929625EA0E}">
        <p15:presenceInfo xmlns:p15="http://schemas.microsoft.com/office/powerpoint/2012/main" userId="99770237f39f9863"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00FF"/>
    <a:srgbClr val="FFFFFF"/>
    <a:srgbClr val="000000"/>
    <a:srgbClr val="444444"/>
    <a:srgbClr val="D9D9D9"/>
    <a:srgbClr val="0066FF"/>
    <a:srgbClr val="E8E8E8"/>
    <a:srgbClr val="0033CC"/>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70E0E1-7667-4AB5-A73E-B9D42E96D50B}" v="11" dt="2026-06-30T08:33:40.74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17" autoAdjust="0"/>
    <p:restoredTop sz="96233" autoAdjust="0"/>
  </p:normalViewPr>
  <p:slideViewPr>
    <p:cSldViewPr snapToGrid="0">
      <p:cViewPr>
        <p:scale>
          <a:sx n="100" d="100"/>
          <a:sy n="100" d="100"/>
        </p:scale>
        <p:origin x="2852" y="-48"/>
      </p:cViewPr>
      <p:guideLst>
        <p:guide orient="horz" pos="217"/>
        <p:guide orient="horz" pos="5910"/>
        <p:guide pos="4042"/>
        <p:guide orient="horz" pos="2689"/>
        <p:guide pos="255"/>
        <p:guide pos="580"/>
        <p:guide pos="1988"/>
        <p:guide pos="2523"/>
        <p:guide pos="3906"/>
        <p:guide orient="horz" pos="965"/>
        <p:guide orient="horz" pos="2031"/>
        <p:guide orient="horz" pos="3800"/>
        <p:guide orient="horz" pos="4345"/>
        <p:guide orient="horz" pos="5547"/>
        <p:guide orient="horz" pos="1442"/>
        <p:guide orient="horz" pos="1033"/>
      </p:guideLst>
    </p:cSldViewPr>
  </p:slideViewPr>
  <p:outlineViewPr>
    <p:cViewPr>
      <p:scale>
        <a:sx n="50" d="100"/>
        <a:sy n="50" d="100"/>
      </p:scale>
      <p:origin x="0" y="-6576"/>
    </p:cViewPr>
  </p:outlineViewPr>
  <p:notesTextViewPr>
    <p:cViewPr>
      <p:scale>
        <a:sx n="1" d="1"/>
        <a:sy n="1" d="1"/>
      </p:scale>
      <p:origin x="0" y="0"/>
    </p:cViewPr>
  </p:notesTextViewPr>
  <p:sorterViewPr>
    <p:cViewPr>
      <p:scale>
        <a:sx n="200" d="100"/>
        <a:sy n="200" d="100"/>
      </p:scale>
      <p:origin x="0" y="-23748"/>
    </p:cViewPr>
  </p:sorterViewPr>
  <p:notesViewPr>
    <p:cSldViewPr snapToGrid="0">
      <p:cViewPr varScale="1">
        <p:scale>
          <a:sx n="111" d="100"/>
          <a:sy n="111" d="100"/>
        </p:scale>
        <p:origin x="5268" y="12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microsoft.com/office/2015/10/relationships/revisionInfo" Target="revisionInfo.xml"/><Relationship Id="rId16" Type="http://schemas.openxmlformats.org/officeDocument/2006/relationships/slide" Target="slides/slide12.xml"/><Relationship Id="rId107" Type="http://schemas.openxmlformats.org/officeDocument/2006/relationships/commentAuthors" Target="commentAuthors.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microsoft.com/office/2018/10/relationships/authors" Target="author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presProps" Target="presProp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handoutMaster" Target="handoutMasters/handout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viewProps" Target="viewProp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theme" Target="theme/them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tableStyles" Target="tableStyles.xml"/></Relationships>
</file>

<file path=ppt/comments/modernComment_1A1_44306BF5.xml><?xml version="1.0" encoding="utf-8"?>
<p188:cmLst xmlns:a="http://schemas.openxmlformats.org/drawingml/2006/main" xmlns:r="http://schemas.openxmlformats.org/officeDocument/2006/relationships" xmlns:p188="http://schemas.microsoft.com/office/powerpoint/2018/8/main">
  <p188:cm id="{AC101A1F-4F37-4312-8787-E3B7B0109B82}" authorId="{B17A975F-C097-47DD-8178-B83022A2C6EF}" created="2026-06-30T02:16:03.706">
    <pc:sldMkLst xmlns:pc="http://schemas.microsoft.com/office/powerpoint/2013/main/command">
      <pc:docMk/>
      <pc:sldMk cId="1144024053" sldId="417"/>
    </pc:sldMkLst>
    <p188:txBody>
      <a:bodyPr/>
      <a:lstStyle/>
      <a:p>
        <a:r>
          <a:rPr lang="ko-KR" altLang="en-US"/>
          <a:t>Fields 수정 및 External MCLK 설명 추가</a:t>
        </a:r>
      </a:p>
    </p188:txBody>
  </p188:cm>
  <p188:cm id="{99627B32-7D5C-49B5-956A-C75330C99FF3}" authorId="{B17A975F-C097-47DD-8178-B83022A2C6EF}" created="2026-06-30T10:00:19.083">
    <ac:deMkLst xmlns:ac="http://schemas.microsoft.com/office/drawing/2013/main/command">
      <pc:docMk xmlns:pc="http://schemas.microsoft.com/office/powerpoint/2013/main/command"/>
      <pc:sldMk xmlns:pc="http://schemas.microsoft.com/office/powerpoint/2013/main/command" cId="1144024053" sldId="417"/>
      <ac:graphicFrameMk id="11" creationId="{E4ECEF51-E3F0-1D93-FD92-D7DD0AB62CC6}"/>
    </ac:deMkLst>
    <p188:txBody>
      <a:bodyPr/>
      <a:lstStyle/>
      <a:p>
        <a:r>
          <a:rPr lang="ko-KR" altLang="en-US"/>
          <a:t>1B 번지 3번 bit 설명 수정</a:t>
        </a:r>
      </a:p>
    </p188:txBody>
  </p188:cm>
</p188:cmLst>
</file>

<file path=ppt/comments/modernComment_1A2_15270E2C.xml><?xml version="1.0" encoding="utf-8"?>
<p188:cmLst xmlns:a="http://schemas.openxmlformats.org/drawingml/2006/main" xmlns:r="http://schemas.openxmlformats.org/officeDocument/2006/relationships" xmlns:p188="http://schemas.microsoft.com/office/powerpoint/2018/8/main">
  <p188:cm id="{F975E22C-41EF-4DE5-9FD3-E1309A126FF0}" authorId="{5E03ACD7-6916-F275-5442-2DA38665A9F9}" created="2026-04-20T06:54:04.493">
    <pc:sldMkLst xmlns:pc="http://schemas.microsoft.com/office/powerpoint/2013/main/command">
      <pc:docMk/>
      <pc:sldMk cId="354881068" sldId="418"/>
    </pc:sldMkLst>
    <p188:txBody>
      <a:bodyPr/>
      <a:lstStyle/>
      <a:p>
        <a:r>
          <a:rPr lang="ko-KR" altLang="en-US"/>
          <a:t>[4/20] DAC Vdd  3.3V 변경 (확인필요?)</a:t>
        </a:r>
      </a:p>
    </p188:txBody>
  </p188:cm>
  <p188:cm id="{5543EDB4-C21D-49B4-B863-22CECE7431E7}" authorId="{5E03ACD7-6916-F275-5442-2DA38665A9F9}" created="2026-06-23T05:24:50.987">
    <pc:sldMkLst xmlns:pc="http://schemas.microsoft.com/office/powerpoint/2013/main/command">
      <pc:docMk/>
      <pc:sldMk cId="354881068" sldId="418"/>
    </pc:sldMkLst>
    <p188:txBody>
      <a:bodyPr/>
      <a:lstStyle/>
      <a:p>
        <a:r>
          <a:rPr lang="ko-KR" altLang="en-US"/>
          <a:t>[6/23] Dio Input logic high level 
 min. 3.0V -&gt; 2.0V
    XD12R과 동일한 값으로 변경함</a:t>
        </a:r>
      </a:p>
    </p188:txBody>
  </p188:cm>
  <p188:cm id="{8B3DEE59-38CD-4582-AA34-14DE2FFD8C92}" authorId="{5E03ACD7-6916-F275-5442-2DA38665A9F9}" created="2026-06-23T05:27:46.777">
    <pc:sldMkLst xmlns:pc="http://schemas.microsoft.com/office/powerpoint/2013/main/command">
      <pc:docMk/>
      <pc:sldMk cId="354881068" sldId="418"/>
    </pc:sldMkLst>
    <p188:txBody>
      <a:bodyPr/>
      <a:lstStyle/>
      <a:p>
        <a:r>
          <a:rPr lang="ko-KR" altLang="en-US"/>
          <a:t>[6/23]  Tvdd , Tinit 
Test condition 전압조건 3.3V로 변경함</a:t>
        </a:r>
      </a:p>
    </p188:txBody>
  </p188:cm>
  <p188:cm id="{B03F88A9-27B8-436F-8576-10BD1A132425}" authorId="{B17A975F-C097-47DD-8178-B83022A2C6EF}" created="2026-06-30T09:50:20.712">
    <pc:sldMkLst xmlns:pc="http://schemas.microsoft.com/office/powerpoint/2013/main/command">
      <pc:docMk/>
      <pc:sldMk cId="354881068" sldId="418"/>
    </pc:sldMkLst>
    <p188:txBody>
      <a:bodyPr/>
      <a:lstStyle/>
      <a:p>
        <a:r>
          <a:rPr lang="ko-KR" altLang="en-US"/>
          <a:t>Vled Start time 삭제</a:t>
        </a:r>
      </a:p>
    </p188:txBody>
  </p188:cm>
</p188:cmLst>
</file>

<file path=ppt/comments/modernComment_1AD_A1E91B52.xml><?xml version="1.0" encoding="utf-8"?>
<p188:cmLst xmlns:a="http://schemas.openxmlformats.org/drawingml/2006/main" xmlns:r="http://schemas.openxmlformats.org/officeDocument/2006/relationships" xmlns:p188="http://schemas.microsoft.com/office/powerpoint/2018/8/main">
  <p188:cm id="{FB428AFA-CF20-4A69-8B7A-06415FA0D204}"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1AE_F5F364B2.xml><?xml version="1.0" encoding="utf-8"?>
<p188:cmLst xmlns:a="http://schemas.openxmlformats.org/drawingml/2006/main" xmlns:r="http://schemas.openxmlformats.org/officeDocument/2006/relationships" xmlns:p188="http://schemas.microsoft.com/office/powerpoint/2018/8/main">
  <p188:cm id="{9DBB3199-AD3D-48B9-BA99-32AEB3C1E14F}" authorId="{A8036255-5B27-B474-E986-7A84E2BAF5FC}" created="2025-07-22T01:14:40.685">
    <pc:sldMkLst xmlns:pc="http://schemas.microsoft.com/office/powerpoint/2013/main/command">
      <pc:docMk/>
      <pc:sldMk cId="4126368946" sldId="430"/>
    </pc:sldMkLst>
    <p188:txBody>
      <a:bodyPr/>
      <a:lstStyle/>
      <a:p>
        <a:r>
          <a:rPr lang="ko-KR" altLang="en-US"/>
          <a:t>50,51 번지 RO-&gt; default 기제</a:t>
        </a:r>
      </a:p>
    </p188:txBody>
  </p188:cm>
</p188:cmLst>
</file>

<file path=ppt/comments/modernComment_1AF_ACFECA69.xml><?xml version="1.0" encoding="utf-8"?>
<p188:cmLst xmlns:a="http://schemas.openxmlformats.org/drawingml/2006/main" xmlns:r="http://schemas.openxmlformats.org/officeDocument/2006/relationships" xmlns:p188="http://schemas.microsoft.com/office/powerpoint/2018/8/main">
  <p188:cm id="{A4D18544-DB3A-446F-A3B8-44430D42A9CE}" authorId="{A8036255-5B27-B474-E986-7A84E2BAF5FC}" created="2025-07-21T02:05:13.427">
    <pc:sldMkLst xmlns:pc="http://schemas.microsoft.com/office/powerpoint/2013/main/command">
      <pc:docMk/>
      <pc:sldMk cId="2902379113" sldId="431"/>
    </pc:sldMkLst>
    <p188:txBody>
      <a:bodyPr/>
      <a:lstStyle/>
      <a:p>
        <a:r>
          <a:rPr lang="ko-KR" altLang="en-US"/>
          <a:t>Test register recommend 사용법 추가</a:t>
        </a:r>
      </a:p>
    </p188:txBody>
  </p188:cm>
</p188:cmLst>
</file>

<file path=ppt/comments/modernComment_1B6_E37E8EAC.xml><?xml version="1.0" encoding="utf-8"?>
<p188:cmLst xmlns:a="http://schemas.openxmlformats.org/drawingml/2006/main" xmlns:r="http://schemas.openxmlformats.org/officeDocument/2006/relationships" xmlns:p188="http://schemas.microsoft.com/office/powerpoint/2018/8/main">
  <p188:cm id="{78C95251-3FB9-4E84-ABEF-268221DE5D15}" authorId="{DD5FA65B-5604-BE03-608B-F6122C8A8655}" created="2025-10-17T05:00:37.955">
    <pc:sldMkLst xmlns:pc="http://schemas.microsoft.com/office/powerpoint/2013/main/command">
      <pc:docMk/>
      <pc:sldMk cId="3816722092" sldId="438"/>
    </pc:sldMkLst>
    <p188:txBody>
      <a:bodyPr/>
      <a:lstStyle/>
      <a:p>
        <a:r>
          <a:rPr lang="ko-KR" altLang="en-US"/>
          <a:t>[10/17] 
LDOIN : I/O Type : none -&gt; I
LDOOUT : I/O Type    : I -&gt; O
VDD : I/O Type        : O -&gt; I
VSS : I/O Type     : none -&gt; I</a:t>
        </a:r>
      </a:p>
    </p188:txBody>
  </p188:cm>
</p188:cmLst>
</file>

<file path=ppt/comments/modernComment_2CD_F5A9CF92.xml><?xml version="1.0" encoding="utf-8"?>
<p188:cmLst xmlns:a="http://schemas.openxmlformats.org/drawingml/2006/main" xmlns:r="http://schemas.openxmlformats.org/officeDocument/2006/relationships" xmlns:p188="http://schemas.microsoft.com/office/powerpoint/2018/8/main">
  <p188:cm id="{3C75CAAE-F90E-47DD-BE12-13A80045CCB9}" authorId="{5E03ACD7-6916-F275-5442-2DA38665A9F9}" created="2026-06-29T06:59:51.622">
    <pc:sldMkLst xmlns:pc="http://schemas.microsoft.com/office/powerpoint/2013/main/command">
      <pc:docMk/>
      <pc:sldMk cId="4121546642" sldId="717"/>
    </pc:sldMkLst>
    <p188:txBody>
      <a:bodyPr/>
      <a:lstStyle/>
      <a:p>
        <a:r>
          <a:rPr lang="ko-KR" altLang="en-US"/>
          <a:t>[6/23] 김영훈B FLL1_CNT [15:0] update</a:t>
        </a:r>
      </a:p>
    </p188:txBody>
  </p188:cm>
</p188:cmLst>
</file>

<file path=ppt/comments/modernComment_2DA_713689C6.xml><?xml version="1.0" encoding="utf-8"?>
<p188:cmLst xmlns:a="http://schemas.openxmlformats.org/drawingml/2006/main" xmlns:r="http://schemas.openxmlformats.org/officeDocument/2006/relationships" xmlns:p188="http://schemas.microsoft.com/office/powerpoint/2018/8/main">
  <p188:cm id="{7F125EF3-21EC-492B-BAA1-3CB438CFCF0B}" authorId="{5E03ACD7-6916-F275-5442-2DA38665A9F9}" created="2026-06-29T07:01:43.442">
    <pc:sldMkLst xmlns:pc="http://schemas.microsoft.com/office/powerpoint/2013/main/command">
      <pc:docMk/>
      <pc:sldMk cId="1899399622" sldId="730"/>
    </pc:sldMkLst>
    <p188:txBody>
      <a:bodyPr/>
      <a:lstStyle/>
      <a:p>
        <a:r>
          <a:rPr lang="ko-KR" altLang="en-US"/>
          <a:t>[6/23] 김영훈B OSC FLL MAN_A2 
default 0x8000 변경</a:t>
        </a:r>
      </a:p>
    </p188:txBody>
  </p188:cm>
</p188:cmLst>
</file>

<file path=ppt/comments/modernComment_2DC_1400BAD1.xml><?xml version="1.0" encoding="utf-8"?>
<p188:cmLst xmlns:a="http://schemas.openxmlformats.org/drawingml/2006/main" xmlns:r="http://schemas.openxmlformats.org/officeDocument/2006/relationships" xmlns:p188="http://schemas.microsoft.com/office/powerpoint/2018/8/main">
  <p188:cm id="{5C53C183-D589-412D-BA39-236225F15BFA}" authorId="{A8036255-5B27-B474-E986-7A84E2BAF5FC}" created="2025-07-21T02:05:13.427">
    <pc:sldMkLst xmlns:pc="http://schemas.microsoft.com/office/powerpoint/2013/main/command">
      <pc:docMk/>
      <pc:sldMk cId="2902379113" sldId="431"/>
    </pc:sldMkLst>
    <p188:txBody>
      <a:bodyPr/>
      <a:lstStyle/>
      <a:p>
        <a:r>
          <a:rPr lang="ko-KR" altLang="en-US"/>
          <a:t>Test register recommend 사용법 추가</a:t>
        </a:r>
      </a:p>
    </p188:txBody>
  </p188:cm>
</p188:cmLst>
</file>

<file path=ppt/comments/modernComment_2EB_DF6DE44B.xml><?xml version="1.0" encoding="utf-8"?>
<p188:cmLst xmlns:a="http://schemas.openxmlformats.org/drawingml/2006/main" xmlns:r="http://schemas.openxmlformats.org/officeDocument/2006/relationships" xmlns:p188="http://schemas.microsoft.com/office/powerpoint/2018/8/main">
  <p188:cm id="{98A74D2C-09F1-43C4-B1ED-22F6907A9A90}"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C_B54658E.xml><?xml version="1.0" encoding="utf-8"?>
<p188:cmLst xmlns:a="http://schemas.openxmlformats.org/drawingml/2006/main" xmlns:r="http://schemas.openxmlformats.org/officeDocument/2006/relationships" xmlns:p188="http://schemas.microsoft.com/office/powerpoint/2018/8/main">
  <p188:cm id="{09A46913-28CE-49A0-AE11-503F5944EFB7}"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D_B7FFAEEC.xml><?xml version="1.0" encoding="utf-8"?>
<p188:cmLst xmlns:a="http://schemas.openxmlformats.org/drawingml/2006/main" xmlns:r="http://schemas.openxmlformats.org/officeDocument/2006/relationships" xmlns:p188="http://schemas.microsoft.com/office/powerpoint/2018/8/main">
  <p188:cm id="{F849D981-BE04-497F-8D50-A2A9CE049CD9}"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E_751496F7.xml><?xml version="1.0" encoding="utf-8"?>
<p188:cmLst xmlns:a="http://schemas.openxmlformats.org/drawingml/2006/main" xmlns:r="http://schemas.openxmlformats.org/officeDocument/2006/relationships" xmlns:p188="http://schemas.microsoft.com/office/powerpoint/2018/8/main">
  <p188:cm id="{6D78AC6A-0911-41CC-AEA0-CB0F83492B64}"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F_D67621E1.xml><?xml version="1.0" encoding="utf-8"?>
<p188:cmLst xmlns:a="http://schemas.openxmlformats.org/drawingml/2006/main" xmlns:r="http://schemas.openxmlformats.org/officeDocument/2006/relationships" xmlns:p188="http://schemas.microsoft.com/office/powerpoint/2018/8/main">
  <p188:cm id="{F91014C8-2D2C-4F49-8863-01263A85F96A}" authorId="{A8036255-5B27-B474-E986-7A84E2BAF5FC}" created="2025-07-22T01:14:40.685">
    <pc:sldMkLst xmlns:pc="http://schemas.microsoft.com/office/powerpoint/2013/main/command">
      <pc:docMk/>
      <pc:sldMk cId="4126368946" sldId="430"/>
    </pc:sldMkLst>
    <p188:txBody>
      <a:bodyPr/>
      <a:lstStyle/>
      <a:p>
        <a:r>
          <a:rPr lang="ko-KR" altLang="en-US"/>
          <a:t>50,51 번지 RO-&gt; default 기제</a:t>
        </a:r>
      </a:p>
    </p188:txBody>
  </p188:cm>
</p188:cmLst>
</file>

<file path=ppt/comments/modernComment_2F0_71A960D3.xml><?xml version="1.0" encoding="utf-8"?>
<p188:cmLst xmlns:a="http://schemas.openxmlformats.org/drawingml/2006/main" xmlns:r="http://schemas.openxmlformats.org/officeDocument/2006/relationships" xmlns:p188="http://schemas.microsoft.com/office/powerpoint/2018/8/main">
  <p188:cm id="{7102F638-5B2E-4768-B7D5-2454A8C7D098}" authorId="{A8036255-5B27-B474-E986-7A84E2BAF5FC}" created="2025-07-22T01:14:40.685">
    <pc:sldMkLst xmlns:pc="http://schemas.microsoft.com/office/powerpoint/2013/main/command">
      <pc:docMk/>
      <pc:sldMk cId="4126368946" sldId="430"/>
    </pc:sldMkLst>
    <p188:txBody>
      <a:bodyPr/>
      <a:lstStyle/>
      <a:p>
        <a:r>
          <a:rPr lang="ko-KR" altLang="en-US"/>
          <a:t>50,51 번지 RO-&gt; default 기제</a:t>
        </a:r>
      </a:p>
    </p188:txBody>
  </p188:cm>
</p188:cmLst>
</file>

<file path=ppt/comments/modernComment_2F5_F27DFEF8.xml><?xml version="1.0" encoding="utf-8"?>
<p188:cmLst xmlns:a="http://schemas.openxmlformats.org/drawingml/2006/main" xmlns:r="http://schemas.openxmlformats.org/officeDocument/2006/relationships" xmlns:p188="http://schemas.microsoft.com/office/powerpoint/2018/8/main">
  <p188:cm id="{789B6848-14E7-489D-B6F8-E19A8EBBE24A}" authorId="{5E03ACD7-6916-F275-5442-2DA38665A9F9}" created="2025-07-24T05:02:04.808">
    <pc:sldMkLst xmlns:pc="http://schemas.microsoft.com/office/powerpoint/2013/main/command">
      <pc:docMk/>
      <pc:sldMk cId="1040848762" sldId="278"/>
    </pc:sldMkLst>
    <p188:txBody>
      <a:bodyPr/>
      <a:lstStyle/>
      <a:p>
        <a:r>
          <a:rPr lang="ko-KR" altLang="en-US"/>
          <a:t>[07/24] MCLK not used 조건 변경
(@예창희수석)</a:t>
        </a:r>
      </a:p>
    </p188:txBody>
  </p188:cm>
</p188:cmLst>
</file>

<file path=ppt/comments/modernComment_2F6_478EA7BE.xml><?xml version="1.0" encoding="utf-8"?>
<p188:cmLst xmlns:a="http://schemas.openxmlformats.org/drawingml/2006/main" xmlns:r="http://schemas.openxmlformats.org/officeDocument/2006/relationships" xmlns:p188="http://schemas.microsoft.com/office/powerpoint/2018/8/main">
  <p188:cm id="{70823937-9E1B-4EAC-BF08-F9B0543486F1}" authorId="{A8036255-5B27-B474-E986-7A84E2BAF5FC}" created="2025-07-21T02:05:13.427">
    <pc:sldMkLst xmlns:pc="http://schemas.microsoft.com/office/powerpoint/2013/main/command">
      <pc:docMk/>
      <pc:sldMk cId="2902379113" sldId="431"/>
    </pc:sldMkLst>
    <p188:txBody>
      <a:bodyPr/>
      <a:lstStyle/>
      <a:p>
        <a:r>
          <a:rPr lang="ko-KR" altLang="en-US"/>
          <a:t>Test register recommend 사용법 추가</a:t>
        </a:r>
      </a:p>
    </p188:txBody>
  </p188:cm>
</p188:cmLst>
</file>

<file path=ppt/comments/modernComment_2F7_4339B482.xml><?xml version="1.0" encoding="utf-8"?>
<p188:cmLst xmlns:a="http://schemas.openxmlformats.org/drawingml/2006/main" xmlns:r="http://schemas.openxmlformats.org/officeDocument/2006/relationships" xmlns:p188="http://schemas.microsoft.com/office/powerpoint/2018/8/main">
  <p188:cm id="{A01E15A7-62FB-4CA4-A2B2-8F8ADD7CB9AD}" authorId="{5E03ACD7-6916-F275-5442-2DA38665A9F9}" created="2026-06-29T07:02:21.855">
    <pc:sldMkLst xmlns:pc="http://schemas.microsoft.com/office/powerpoint/2013/main/command">
      <pc:docMk/>
      <pc:sldMk cId="1127855234" sldId="759"/>
    </pc:sldMkLst>
    <p188:txBody>
      <a:bodyPr/>
      <a:lstStyle/>
      <a:p>
        <a:r>
          <a:rPr lang="ko-KR" altLang="en-US"/>
          <a:t>[6/23] 김영훈B OSC FLL MAN_B2 
default 0x8000 변경</a:t>
        </a:r>
      </a:p>
    </p188:txBody>
  </p188:cm>
</p188:cmLst>
</file>

<file path=ppt/comments/modernComment_10A_6C222D68.xml><?xml version="1.0" encoding="utf-8"?>
<p188:cmLst xmlns:a="http://schemas.openxmlformats.org/drawingml/2006/main" xmlns:r="http://schemas.openxmlformats.org/officeDocument/2006/relationships" xmlns:p188="http://schemas.microsoft.com/office/powerpoint/2018/8/main">
  <p188:cm id="{F386F55C-14DA-4896-BF57-CF88F5EF0583}" authorId="{B17A975F-C097-47DD-8178-B83022A2C6EF}" created="2026-06-30T02:53:16.118">
    <ac:deMkLst xmlns:ac="http://schemas.microsoft.com/office/drawing/2013/main/command">
      <pc:docMk xmlns:pc="http://schemas.microsoft.com/office/powerpoint/2013/main/command"/>
      <pc:sldMk xmlns:pc="http://schemas.microsoft.com/office/powerpoint/2013/main/command" cId="1814179176" sldId="266"/>
      <ac:spMk id="25" creationId="{6675BEFE-2745-40D7-8726-3D0F5317B01B}"/>
    </ac:deMkLst>
    <p188:txBody>
      <a:bodyPr/>
      <a:lstStyle/>
      <a:p>
        <a:r>
          <a:rPr lang="ko-KR" altLang="en-US"/>
          <a:t>SPI 통신 수정 (데이지체인-&gt;칩셀렉트)</a:t>
        </a:r>
      </a:p>
    </p188:txBody>
  </p188:cm>
</p188:cmLst>
</file>

<file path=ppt/comments/modernComment_11F_6EF7015F.xml><?xml version="1.0" encoding="utf-8"?>
<p188:cmLst xmlns:a="http://schemas.openxmlformats.org/drawingml/2006/main" xmlns:r="http://schemas.openxmlformats.org/officeDocument/2006/relationships" xmlns:p188="http://schemas.microsoft.com/office/powerpoint/2018/8/main">
  <p188:cm id="{7389D388-D714-4001-8337-E605F3CE8F1D}" authorId="{DD5FA65B-5604-BE03-608B-F6122C8A8655}" created="2025-10-17T05:06:15.191">
    <pc:sldMkLst xmlns:pc="http://schemas.microsoft.com/office/powerpoint/2013/main/command">
      <pc:docMk/>
      <pc:sldMk cId="1861681503" sldId="287"/>
    </pc:sldMkLst>
    <p188:txBody>
      <a:bodyPr/>
      <a:lstStyle/>
      <a:p>
        <a:r>
          <a:rPr lang="ko-KR" altLang="en-US"/>
          <a:t>[10/17] 주석 " 1) “ 에 대한 설명글 없음.</a:t>
        </a:r>
      </a:p>
    </p188:txBody>
  </p188:cm>
  <p188:cm id="{CA0AEE2D-242A-4569-8A76-6E99F061857A}" authorId="{B17A975F-C097-47DD-8178-B83022A2C6EF}" created="2026-06-30T09:50:51.152">
    <pc:sldMkLst xmlns:pc="http://schemas.microsoft.com/office/powerpoint/2013/main/command">
      <pc:docMk/>
      <pc:sldMk cId="1861681503" sldId="287"/>
    </pc:sldMkLst>
    <p188:txBody>
      <a:bodyPr/>
      <a:lstStyle/>
      <a:p>
        <a:r>
          <a:rPr lang="ko-KR" altLang="en-US"/>
          <a:t>SPI daisy 삭제</a:t>
        </a:r>
      </a:p>
    </p188:txBody>
  </p188:cm>
  <p188:cm id="{AD902BF8-992B-4400-B409-896EE159A66A}" authorId="{B17A975F-C097-47DD-8178-B83022A2C6EF}" created="2026-06-30T09:51:04.255">
    <pc:sldMkLst xmlns:pc="http://schemas.microsoft.com/office/powerpoint/2013/main/command">
      <pc:docMk/>
      <pc:sldMk cId="1861681503" sldId="287"/>
    </pc:sldMkLst>
    <p188:txBody>
      <a:bodyPr/>
      <a:lstStyle/>
      <a:p>
        <a:r>
          <a:rPr lang="ko-KR" altLang="en-US"/>
          <a:t>Figure 6. SPI timing sequence 에서 SCLKO, SDO 파형 삭제 필요</a:t>
        </a:r>
      </a:p>
    </p188:txBody>
  </p188:cm>
</p188:cmLst>
</file>

<file path=ppt/comments/modernComment_13A_F0C7AED7.xml><?xml version="1.0" encoding="utf-8"?>
<p188:cmLst xmlns:a="http://schemas.openxmlformats.org/drawingml/2006/main" xmlns:r="http://schemas.openxmlformats.org/officeDocument/2006/relationships" xmlns:p188="http://schemas.microsoft.com/office/powerpoint/2018/8/main">
  <p188:cm id="{1D558E45-8E59-4768-BC49-0C972AF21B4D}" authorId="{B17A975F-C097-47DD-8178-B83022A2C6EF}" created="2026-06-30T01:56:14.294">
    <ac:deMkLst xmlns:ac="http://schemas.microsoft.com/office/drawing/2013/main/command">
      <pc:docMk xmlns:pc="http://schemas.microsoft.com/office/powerpoint/2013/main/command"/>
      <pc:sldMk xmlns:pc="http://schemas.microsoft.com/office/powerpoint/2013/main/command" cId="4039618263" sldId="314"/>
      <ac:picMk id="12" creationId="{737CA705-B144-02CC-515F-8ED9F8138806}"/>
    </ac:deMkLst>
    <p188:txBody>
      <a:bodyPr/>
      <a:lstStyle/>
      <a:p>
        <a:r>
          <a:rPr lang="ko-KR" altLang="en-US"/>
          <a:t>SPI 통신 수정 (데이지체인-&gt;칩셀렉트)</a:t>
        </a:r>
      </a:p>
    </p188:txBody>
  </p188:cm>
</p188:cmLst>
</file>

<file path=ppt/comments/modernComment_14A_A173F217.xml><?xml version="1.0" encoding="utf-8"?>
<p188:cmLst xmlns:a="http://schemas.openxmlformats.org/drawingml/2006/main" xmlns:r="http://schemas.openxmlformats.org/officeDocument/2006/relationships" xmlns:p188="http://schemas.microsoft.com/office/powerpoint/2018/8/main">
  <p188:cm id="{BCBB9148-44A4-4B1E-8CB3-93682011A636}" authorId="{B17A975F-C097-47DD-8178-B83022A2C6EF}" created="2026-06-30T10:31:58.148">
    <ac:deMkLst xmlns:ac="http://schemas.microsoft.com/office/drawing/2013/main/command">
      <pc:docMk xmlns:pc="http://schemas.microsoft.com/office/powerpoint/2013/main/command"/>
      <pc:sldMk xmlns:pc="http://schemas.microsoft.com/office/powerpoint/2013/main/command" cId="2708730391" sldId="330"/>
      <ac:graphicFrameMk id="5" creationId="{A3E5ECC1-69D6-826C-EB40-0589C295A843}"/>
    </ac:deMkLst>
    <p188:replyLst>
      <p188:reply id="{E2B54801-870F-427F-B64A-860C3DB2A3BB}" authorId="{B17A975F-C097-47DD-8178-B83022A2C6EF}" created="2026-06-30T10:32:06.998">
        <p188:txBody>
          <a:bodyPr/>
          <a:lstStyle/>
          <a:p>
            <a:r>
              <a:rPr lang="ko-KR" altLang="en-US"/>
              <a:t>Sm -&gt; fsm</a:t>
            </a:r>
          </a:p>
        </p188:txBody>
      </p188:reply>
    </p188:replyLst>
    <p188:txBody>
      <a:bodyPr/>
      <a:lstStyle/>
      <a:p>
        <a:r>
          <a:rPr lang="ko-KR" altLang="en-US"/>
          <a:t>오타수정</a:t>
        </a:r>
      </a:p>
    </p188:txBody>
  </p188:cm>
</p188:cmLst>
</file>

<file path=ppt/comments/modernComment_114_6AE9E170.xml><?xml version="1.0" encoding="utf-8"?>
<p188:cmLst xmlns:a="http://schemas.openxmlformats.org/drawingml/2006/main" xmlns:r="http://schemas.openxmlformats.org/officeDocument/2006/relationships" xmlns:p188="http://schemas.microsoft.com/office/powerpoint/2018/8/main">
  <p188:cm id="{8BF0A18C-3D12-4E23-A82A-D3579DBF98E8}" authorId="{5E03ACD7-6916-F275-5442-2DA38665A9F9}" created="2025-09-24T06:23:42.112">
    <pc:sldMkLst xmlns:pc="http://schemas.microsoft.com/office/powerpoint/2013/main/command">
      <pc:docMk/>
      <pc:sldMk cId="1793712496" sldId="276"/>
    </pc:sldMkLst>
    <p188:replyLst>
      <p188:reply id="{EC197173-F96E-4FEA-9E92-53447DD12E7D}" authorId="{5E03ACD7-6916-F275-5442-2DA38665A9F9}" created="2025-09-24T07:05:22.586">
        <p188:txBody>
          <a:bodyPr/>
          <a:lstStyle/>
          <a:p>
            <a:r>
              <a:rPr lang="ko-KR" altLang="en-US"/>
              <a:t>Ta = 55도 조건추가</a:t>
            </a:r>
          </a:p>
        </p188:txBody>
      </p188:reply>
    </p188:replyLst>
    <p188:txBody>
      <a:bodyPr/>
      <a:lstStyle/>
      <a:p>
        <a:r>
          <a:rPr lang="ko-KR" altLang="en-US"/>
          <a:t>[09/24] 열저항 정보 3개 항목 추가기입</a:t>
        </a:r>
      </a:p>
    </p188:txBody>
  </p188:cm>
  <p188:cm id="{17C7DE0A-3B1A-42DF-BF1A-D510E1950CCA}" authorId="{DD5FA65B-5604-BE03-608B-F6122C8A8655}" created="2025-10-17T05:01:45.195">
    <pc:sldMkLst xmlns:pc="http://schemas.microsoft.com/office/powerpoint/2013/main/command">
      <pc:docMk/>
      <pc:sldMk cId="1793712496" sldId="276"/>
    </pc:sldMkLst>
    <p188:txBody>
      <a:bodyPr/>
      <a:lstStyle/>
      <a:p>
        <a:r>
          <a:rPr lang="ko-KR" altLang="en-US"/>
          <a:t>[10/15] 점검리뷰 Operating Junction temperature 125도 -&gt; 150도</a:t>
        </a:r>
      </a:p>
    </p188:txBody>
  </p188:cm>
  <p188:cm id="{A907C20A-F532-4CE2-815A-C82A51E0BA94}" authorId="{5E03ACD7-6916-F275-5442-2DA38665A9F9}" created="2025-10-22T05:36:37.907">
    <pc:sldMkLst xmlns:pc="http://schemas.microsoft.com/office/powerpoint/2013/main/command">
      <pc:docMk/>
      <pc:sldMk cId="1793712496" sldId="276"/>
    </pc:sldMkLst>
    <p188:txBody>
      <a:bodyPr/>
      <a:lstStyle/>
      <a:p>
        <a:r>
          <a:rPr lang="ko-KR" altLang="en-US"/>
          <a:t>[10/22] Latch up 항목 삭제</a:t>
        </a:r>
      </a:p>
    </p188:txBody>
  </p188:cm>
  <p188:cm id="{2C006854-46F2-41D8-90CA-3216BCB06BC4}" authorId="{B17A975F-C097-47DD-8178-B83022A2C6EF}" created="2026-06-30T10:16:39.116">
    <ac:txMkLst xmlns:ac="http://schemas.microsoft.com/office/drawing/2013/main/command">
      <pc:docMk xmlns:pc="http://schemas.microsoft.com/office/powerpoint/2013/main/command"/>
      <pc:sldMk xmlns:pc="http://schemas.microsoft.com/office/powerpoint/2013/main/command" cId="1793712496" sldId="276"/>
      <ac:graphicFrameMk id="23" creationId="{4A1FBA28-82AD-43E1-A504-169C043335A3}"/>
      <ac:tblMk/>
      <ac:tcMk rowId="4903802" colId="1199541810"/>
      <ac:txMk cp="0" len="5">
        <ac:context len="21" hash="2332856151"/>
      </ac:txMk>
    </ac:txMkLst>
    <p188:pos x="1035799" y="2046054"/>
    <p188:txBody>
      <a:bodyPr/>
      <a:lstStyle/>
      <a:p>
        <a:r>
          <a:rPr lang="ko-KR" altLang="en-US"/>
          <a:t>Daisy  핀 내용 삭제</a:t>
        </a:r>
      </a:p>
    </p188:txBody>
  </p188:cm>
</p188:cmLst>
</file>

<file path=ppt/comments/modernComment_119_8A2F5F74.xml><?xml version="1.0" encoding="utf-8"?>
<p188:cmLst xmlns:a="http://schemas.openxmlformats.org/drawingml/2006/main" xmlns:r="http://schemas.openxmlformats.org/officeDocument/2006/relationships" xmlns:p188="http://schemas.microsoft.com/office/powerpoint/2018/8/main">
  <p188:cm id="{0E1DD0E8-C10A-4969-8C65-A1E58D8ED7E1}" authorId="{DD5FA65B-5604-BE03-608B-F6122C8A8655}" created="2025-10-17T05:01:04.807">
    <pc:sldMkLst xmlns:pc="http://schemas.microsoft.com/office/powerpoint/2013/main/command">
      <pc:docMk/>
      <pc:sldMk cId="2318360436" sldId="281"/>
    </pc:sldMkLst>
    <p188:txBody>
      <a:bodyPr/>
      <a:lstStyle/>
      <a:p>
        <a:r>
          <a:rPr lang="ko-KR" altLang="en-US"/>
          <a:t>[10/17]  MISO 등가회로 I/O -&gt; Outpu</a:t>
        </a:r>
      </a:p>
    </p188:txBody>
  </p188:cm>
  <p188:cm id="{C31CF541-59E2-42C8-BD0C-FD8E536CADA5}" authorId="{B17A975F-C097-47DD-8178-B83022A2C6EF}" created="2026-06-30T09:47:25.036">
    <ac:deMkLst xmlns:ac="http://schemas.microsoft.com/office/drawing/2013/main/command">
      <pc:docMk xmlns:pc="http://schemas.microsoft.com/office/powerpoint/2013/main/command"/>
      <pc:sldMk xmlns:pc="http://schemas.microsoft.com/office/powerpoint/2013/main/command" cId="2318360436" sldId="281"/>
      <ac:graphicFrameMk id="7" creationId="{B2FBB100-72D4-433C-8D71-7F5C84604473}"/>
    </ac:deMkLst>
    <p188:txBody>
      <a:bodyPr/>
      <a:lstStyle/>
      <a:p>
        <a:r>
          <a:rPr lang="ko-KR" altLang="en-US"/>
          <a:t>SPI Daisy 핀 삭제</a:t>
        </a:r>
      </a:p>
    </p188:txBody>
  </p188:cm>
</p188:cmLst>
</file>

<file path=ppt/comments/modernComment_135_CAAE9BF6.xml><?xml version="1.0" encoding="utf-8"?>
<p188:cmLst xmlns:a="http://schemas.openxmlformats.org/drawingml/2006/main" xmlns:r="http://schemas.openxmlformats.org/officeDocument/2006/relationships" xmlns:p188="http://schemas.microsoft.com/office/powerpoint/2018/8/main">
  <p188:cm id="{DEBDF760-EDB2-4574-9927-F1A1391234D3}" authorId="{5E03ACD7-6916-F275-5442-2DA38665A9F9}" created="2025-10-22T05:42:14.874">
    <pc:sldMkLst xmlns:pc="http://schemas.microsoft.com/office/powerpoint/2013/main/command">
      <pc:docMk/>
      <pc:sldMk cId="3400440822" sldId="309"/>
    </pc:sldMkLst>
    <p188:txBody>
      <a:bodyPr/>
      <a:lstStyle/>
      <a:p>
        <a:r>
          <a:rPr lang="ko-KR" altLang="en-US"/>
          <a:t>[10/16]                        min   typ    max
     기존  D1, E1       4.3   4.4   4.5
     변경  D1, E1       4.5   4.6   4.7 </a:t>
        </a:r>
      </a:p>
    </p188:txBody>
  </p188:cm>
</p188:cmLst>
</file>

<file path=ppt/comments/modernComment_158_414F7ADD.xml><?xml version="1.0" encoding="utf-8"?>
<p188:cmLst xmlns:a="http://schemas.openxmlformats.org/drawingml/2006/main" xmlns:r="http://schemas.openxmlformats.org/officeDocument/2006/relationships" xmlns:p188="http://schemas.microsoft.com/office/powerpoint/2018/8/main">
  <p188:cm id="{6E215BD3-FA36-4FAD-BAB9-811B22633327}" authorId="{5E03ACD7-6916-F275-5442-2DA38665A9F9}" created="2026-06-23T05:29:21.929">
    <pc:sldMkLst xmlns:pc="http://schemas.microsoft.com/office/powerpoint/2013/main/command">
      <pc:docMk/>
      <pc:sldMk cId="1095727837" sldId="344"/>
    </pc:sldMkLst>
    <p188:txBody>
      <a:bodyPr/>
      <a:lstStyle/>
      <a:p>
        <a:r>
          <a:rPr lang="ko-KR" altLang="en-US"/>
          <a:t>[6/23] Vdd Power sequence 3.3V stable 변경</a:t>
        </a:r>
      </a:p>
    </p188:txBody>
  </p188:cm>
</p188:cmLst>
</file>

<file path=ppt/comments/modernComment_159_1E8FD03B.xml><?xml version="1.0" encoding="utf-8"?>
<p188:cmLst xmlns:a="http://schemas.openxmlformats.org/drawingml/2006/main" xmlns:r="http://schemas.openxmlformats.org/officeDocument/2006/relationships" xmlns:p188="http://schemas.microsoft.com/office/powerpoint/2018/8/main">
  <p188:cm id="{E80F8A99-60DC-4B8B-9922-F467B79F3792}" authorId="{5E03ACD7-6916-F275-5442-2DA38665A9F9}" created="2026-04-20T06:51:47.333">
    <pc:sldMkLst xmlns:pc="http://schemas.microsoft.com/office/powerpoint/2013/main/command">
      <pc:docMk/>
      <pc:sldMk cId="512741435" sldId="345"/>
    </pc:sldMkLst>
    <p188:txBody>
      <a:bodyPr/>
      <a:lstStyle/>
      <a:p>
        <a:r>
          <a:rPr lang="ko-KR" altLang="en-US"/>
          <a:t>[4/20] VDD =3.3V, Ta=25.0℃ 변경</a:t>
        </a:r>
      </a:p>
    </p188:txBody>
  </p188:cm>
  <p188:cm id="{22D22E83-4BA9-4C8E-8688-A37529DBDA02}" authorId="{B17A975F-C097-47DD-8178-B83022A2C6EF}" created="2026-06-30T09:49:16.720">
    <ac:deMkLst xmlns:ac="http://schemas.microsoft.com/office/drawing/2013/main/command">
      <pc:docMk xmlns:pc="http://schemas.microsoft.com/office/powerpoint/2013/main/command"/>
      <pc:sldMk xmlns:pc="http://schemas.microsoft.com/office/powerpoint/2013/main/command" cId="512741435" sldId="345"/>
      <ac:graphicFrameMk id="23" creationId="{4A1FBA28-82AD-43E1-A504-169C043335A3}"/>
    </ac:deMkLst>
    <p188:txBody>
      <a:bodyPr/>
      <a:lstStyle/>
      <a:p>
        <a:r>
          <a:rPr lang="ko-KR" altLang="en-US"/>
          <a:t>MCLK(Serial data OSC) 삽입</a:t>
        </a:r>
      </a:p>
    </p188:txBody>
  </p188:cm>
</p188:cmLst>
</file>

<file path=ppt/comments/modernComment_165_AE978784.xml><?xml version="1.0" encoding="utf-8"?>
<p188:cmLst xmlns:a="http://schemas.openxmlformats.org/drawingml/2006/main" xmlns:r="http://schemas.openxmlformats.org/officeDocument/2006/relationships" xmlns:p188="http://schemas.microsoft.com/office/powerpoint/2018/8/main">
  <p188:cm id="{181B1806-6A8E-4B94-9AF5-4ABF17287E9C}" authorId="{5E03ACD7-6916-F275-5442-2DA38665A9F9}" created="2025-07-22T03:47:54.923">
    <ac:deMkLst xmlns:ac="http://schemas.microsoft.com/office/drawing/2013/main/command">
      <pc:docMk xmlns:pc="http://schemas.microsoft.com/office/powerpoint/2013/main/command"/>
      <pc:sldMk xmlns:pc="http://schemas.microsoft.com/office/powerpoint/2013/main/command" cId="2929166212" sldId="357"/>
      <ac:graphicFrameMk id="2" creationId="{759B6A5B-31E9-B386-8466-953CDEBC74B5}"/>
    </ac:deMkLst>
    <p188:txBody>
      <a:bodyPr/>
      <a:lstStyle/>
      <a:p>
        <a:r>
          <a:rPr lang="ko-KR" altLang="en-US"/>
          <a:t>[07/22] 예창희수석 15h B9~10 기능삭제
</a:t>
        </a:r>
      </a:p>
    </p188:txBody>
  </p188:cm>
</p188:cmLst>
</file>

<file path=ppt/comments/modernComment_168_3B0ADBE8.xml><?xml version="1.0" encoding="utf-8"?>
<p188:cmLst xmlns:a="http://schemas.openxmlformats.org/drawingml/2006/main" xmlns:r="http://schemas.openxmlformats.org/officeDocument/2006/relationships" xmlns:p188="http://schemas.microsoft.com/office/powerpoint/2018/8/main">
  <p188:cm id="{830AFE74-23F7-47B1-90DE-A35FAB854E67}" authorId="{5E03ACD7-6916-F275-5442-2DA38665A9F9}" created="2025-07-18T05:17:03.161">
    <ac:deMkLst xmlns:ac="http://schemas.microsoft.com/office/drawing/2013/main/command">
      <pc:docMk xmlns:pc="http://schemas.microsoft.com/office/powerpoint/2013/main/command"/>
      <pc:sldMk xmlns:pc="http://schemas.microsoft.com/office/powerpoint/2013/main/command" cId="990567400" sldId="360"/>
      <ac:graphicFrameMk id="12" creationId="{942CBF90-F319-207F-DF79-CA75DF4A015C}"/>
    </ac:deMkLst>
    <p188:txBody>
      <a:bodyPr/>
      <a:lstStyle/>
      <a:p>
        <a:r>
          <a:rPr lang="ko-KR" altLang="en-US"/>
          <a:t>[07/17] 예창희수석 : cyan text color update</a:t>
        </a:r>
      </a:p>
    </p188:txBody>
  </p188:cm>
</p188:cmLst>
</file>

<file path=ppt/comments/modernComment_174_148C8569.xml><?xml version="1.0" encoding="utf-8"?>
<p188:cmLst xmlns:a="http://schemas.openxmlformats.org/drawingml/2006/main" xmlns:r="http://schemas.openxmlformats.org/officeDocument/2006/relationships" xmlns:p188="http://schemas.microsoft.com/office/powerpoint/2018/8/main">
  <p188:cm id="{B1667EA4-016E-4ADE-8EF7-73EDA729449C}" authorId="{B17A975F-C097-47DD-8178-B83022A2C6EF}" created="2026-06-30T05:03:19.933">
    <pc:sldMkLst xmlns:pc="http://schemas.microsoft.com/office/powerpoint/2013/main/command">
      <pc:docMk/>
      <pc:sldMk cId="344753513" sldId="372"/>
    </pc:sldMkLst>
    <p188:txBody>
      <a:bodyPr/>
      <a:lstStyle/>
      <a:p>
        <a:r>
          <a:rPr lang="ko-KR" altLang="en-US"/>
          <a:t>데이지체인삭제</a:t>
        </a:r>
      </a:p>
    </p188:txBody>
  </p188:cm>
</p188:cmLst>
</file>

<file path=ppt/comments/modernComment_181_FC17E64D.xml><?xml version="1.0" encoding="utf-8"?>
<p188:cmLst xmlns:a="http://schemas.openxmlformats.org/drawingml/2006/main" xmlns:r="http://schemas.openxmlformats.org/officeDocument/2006/relationships" xmlns:p188="http://schemas.microsoft.com/office/powerpoint/2018/8/main">
  <p188:cm id="{8A5E9EFC-B926-4D83-B111-5F2560EBF252}" authorId="{5E03ACD7-6916-F275-5442-2DA38665A9F9}" created="2026-04-20T06:00:26.304">
    <pc:sldMkLst xmlns:pc="http://schemas.microsoft.com/office/powerpoint/2013/main/command">
      <pc:docMk/>
      <pc:sldMk cId="4229424717" sldId="385"/>
    </pc:sldMkLst>
    <p188:txBody>
      <a:bodyPr/>
      <a:lstStyle/>
      <a:p>
        <a:r>
          <a:rPr lang="ko-KR" altLang="en-US"/>
          <a:t>[4/20] 엄윤섭 Latch up 삭제</a:t>
        </a:r>
      </a:p>
    </p188:txBody>
  </p188:cm>
  <p188:cm id="{851B0417-3311-42A9-9065-8EBEE397FCBE}" authorId="{5E03ACD7-6916-F275-5442-2DA38665A9F9}" created="2026-06-23T05:09:54.622">
    <ac:deMkLst xmlns:ac="http://schemas.microsoft.com/office/drawing/2013/main/command">
      <pc:docMk xmlns:pc="http://schemas.microsoft.com/office/powerpoint/2013/main/command"/>
      <pc:sldMk xmlns:pc="http://schemas.microsoft.com/office/powerpoint/2013/main/command" cId="4229424717" sldId="385"/>
      <ac:spMk id="33" creationId="{67B32650-222D-4C35-A872-078653E302CE}"/>
    </ac:deMkLst>
    <p188:txBody>
      <a:bodyPr/>
      <a:lstStyle/>
      <a:p>
        <a:r>
          <a:rPr lang="ko-KR" altLang="en-US"/>
          <a:t>[6/23] Supply voltage 3.0V ~ 3.6V 변경</a:t>
        </a:r>
      </a:p>
    </p188:txBody>
  </p188:cm>
  <p188:cm id="{539A1884-9D7D-4A7B-BFE0-D3F0817C7345}" authorId="{B17A975F-C097-47DD-8178-B83022A2C6EF}" created="2026-06-30T02:56:08.572">
    <pc:sldMkLst xmlns:pc="http://schemas.microsoft.com/office/powerpoint/2013/main/command">
      <pc:docMk/>
      <pc:sldMk cId="4229424717" sldId="385"/>
    </pc:sldMkLst>
    <p188:txBody>
      <a:bodyPr/>
      <a:lstStyle/>
      <a:p>
        <a:r>
          <a:rPr lang="ko-KR" altLang="en-US"/>
          <a:t>SPI 통신 수정 (데이지체인-&gt;칩셀렉트)</a:t>
        </a:r>
      </a:p>
    </p188:txBody>
  </p188:cm>
</p188:cmLst>
</file>

<file path=ppt/comments/modernComment_182_6624252.xml><?xml version="1.0" encoding="utf-8"?>
<p188:cmLst xmlns:a="http://schemas.openxmlformats.org/drawingml/2006/main" xmlns:r="http://schemas.openxmlformats.org/officeDocument/2006/relationships" xmlns:p188="http://schemas.microsoft.com/office/powerpoint/2018/8/main">
  <p188:cm id="{8CFB8D45-FAED-4CDF-AED7-60DD2C34B45D}" authorId="{5E03ACD7-6916-F275-5442-2DA38665A9F9}" created="2025-10-22T05:42:33.807">
    <pc:sldMkLst xmlns:pc="http://schemas.microsoft.com/office/powerpoint/2013/main/command">
      <pc:docMk/>
      <pc:sldMk cId="107102802" sldId="386"/>
    </pc:sldMkLst>
    <p188:txBody>
      <a:bodyPr/>
      <a:lstStyle/>
      <a:p>
        <a:r>
          <a:rPr lang="ko-KR" altLang="en-US"/>
          <a:t>[10/16]                        min   typ    max
     기존  D1, E1       4.3   4.4   4.5
     변경  D1, E1       4.5   4.6   4.7 </a:t>
        </a:r>
      </a:p>
    </p188:txBody>
  </p188:cm>
  <p188:cm id="{9EA28322-7D85-4CB2-8919-628B5FE39395}" authorId="{5E03ACD7-6916-F275-5442-2DA38665A9F9}" created="2025-10-22T05:44:29.292">
    <pc:sldMkLst xmlns:pc="http://schemas.microsoft.com/office/powerpoint/2013/main/command">
      <pc:docMk/>
      <pc:sldMk cId="107102802" sldId="386"/>
    </pc:sldMkLst>
    <p188:txBody>
      <a:bodyPr/>
      <a:lstStyle/>
      <a:p>
        <a:r>
          <a:rPr lang="ko-KR" altLang="en-US"/>
          <a:t>[10/22] PIN #1 0.40x45 -&gt; 0.35x45</a:t>
        </a:r>
      </a:p>
    </p188:txBody>
  </p188:cm>
  <p188:cm id="{FCE7CA92-399D-49CA-90E5-A0C3334FEE35}" authorId="{5E03ACD7-6916-F275-5442-2DA38665A9F9}" created="2026-06-23T06:01:36.096">
    <pc:sldMkLst xmlns:pc="http://schemas.microsoft.com/office/powerpoint/2013/main/command">
      <pc:docMk/>
      <pc:sldMk cId="107102802" sldId="386"/>
    </pc:sldMkLst>
    <p188:replyLst>
      <p188:reply id="{3B2BB10A-82DA-43AB-B977-B450375BF9D1}" authorId="{5E03ACD7-6916-F275-5442-2DA38665A9F9}" created="2026-06-30T08:37:59.291">
        <p188:txBody>
          <a:bodyPr/>
          <a:lstStyle/>
          <a:p>
            <a:r>
              <a:rPr lang="ko-KR" altLang="en-US"/>
              <a:t>[6/30] Foot print 치수 update
 Typ. 값만 기재, D, E 중심치수로 변경</a:t>
            </a:r>
          </a:p>
        </p188:txBody>
      </p188:reply>
    </p188:replyLst>
    <p188:txBody>
      <a:bodyPr/>
      <a:lstStyle/>
      <a:p>
        <a:r>
          <a:rPr lang="ko-KR" altLang="en-US"/>
          <a:t>[6/23] Foot print 치수 수정
 D, E, B, L 항목 update</a:t>
        </a:r>
      </a:p>
    </p188:txBody>
  </p188:cm>
</p188:cmLst>
</file>

<file path=ppt/comments/modernComment_184_46F67987.xml><?xml version="1.0" encoding="utf-8"?>
<p188:cmLst xmlns:a="http://schemas.openxmlformats.org/drawingml/2006/main" xmlns:r="http://schemas.openxmlformats.org/officeDocument/2006/relationships" xmlns:p188="http://schemas.microsoft.com/office/powerpoint/2018/8/main">
  <p188:cm id="{6B14DB28-C5F1-404B-9DC1-1ACFF2AE66D5}" authorId="{5E03ACD7-6916-F275-5442-2DA38665A9F9}" created="2025-07-18T05:22:52.888">
    <pc:sldMkLst xmlns:pc="http://schemas.microsoft.com/office/powerpoint/2013/main/command">
      <pc:docMk/>
      <pc:sldMk cId="1190558087" sldId="388"/>
    </pc:sldMkLst>
    <p188:txBody>
      <a:bodyPr/>
      <a:lstStyle/>
      <a:p>
        <a:r>
          <a:rPr lang="ko-KR" altLang="en-US"/>
          <a:t>[07/17] 예창희수석 : Cyan text color update</a:t>
        </a:r>
      </a:p>
    </p188:txBody>
  </p188:cm>
  <p188:cm id="{F1C9D578-9B8E-4386-8954-297FB1C74057}" authorId="{A8036255-5B27-B474-E986-7A84E2BAF5FC}" created="2025-07-21T01:53:13.906">
    <pc:sldMkLst xmlns:pc="http://schemas.microsoft.com/office/powerpoint/2013/main/command">
      <pc:docMk/>
      <pc:sldMk cId="1190558087" sldId="388"/>
    </pc:sldMkLst>
    <p188:replyLst/>
    <p188:txBody>
      <a:bodyPr/>
      <a:lstStyle/>
      <a:p>
        <a:r>
          <a:rPr lang="ko-KR" altLang="en-US"/>
          <a:t>[07/21] 1B 번지 default 값과 3번 bit 설명 수정
[07/22] 1A 번지 default 값 기제</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6BD34A0D-62E5-4126-B420-4B8945E29C66}"/>
              </a:ext>
            </a:extLst>
          </p:cNvPr>
          <p:cNvSpPr>
            <a:spLocks noGrp="1"/>
          </p:cNvSpPr>
          <p:nvPr>
            <p:ph type="hdr" sz="quarter"/>
          </p:nvPr>
        </p:nvSpPr>
        <p:spPr>
          <a:xfrm>
            <a:off x="0" y="0"/>
            <a:ext cx="2943648" cy="496650"/>
          </a:xfrm>
          <a:prstGeom prst="rect">
            <a:avLst/>
          </a:prstGeom>
        </p:spPr>
        <p:txBody>
          <a:bodyPr vert="horz" lIns="91376" tIns="45688" rIns="91376" bIns="45688" rtlCol="0"/>
          <a:lstStyle>
            <a:lvl1pPr algn="l">
              <a:defRPr sz="1200"/>
            </a:lvl1pPr>
          </a:lstStyle>
          <a:p>
            <a:endParaRPr lang="ko-KR" altLang="en-US" dirty="0"/>
          </a:p>
        </p:txBody>
      </p:sp>
      <p:sp>
        <p:nvSpPr>
          <p:cNvPr id="3" name="날짜 개체 틀 2">
            <a:extLst>
              <a:ext uri="{FF2B5EF4-FFF2-40B4-BE49-F238E27FC236}">
                <a16:creationId xmlns:a16="http://schemas.microsoft.com/office/drawing/2014/main" id="{6CD09051-50E8-45CF-8F91-5640B4F504F1}"/>
              </a:ext>
            </a:extLst>
          </p:cNvPr>
          <p:cNvSpPr>
            <a:spLocks noGrp="1"/>
          </p:cNvSpPr>
          <p:nvPr>
            <p:ph type="dt" sz="quarter" idx="1"/>
          </p:nvPr>
        </p:nvSpPr>
        <p:spPr>
          <a:xfrm>
            <a:off x="3846092" y="0"/>
            <a:ext cx="2943648" cy="496650"/>
          </a:xfrm>
          <a:prstGeom prst="rect">
            <a:avLst/>
          </a:prstGeom>
        </p:spPr>
        <p:txBody>
          <a:bodyPr vert="horz" lIns="91376" tIns="45688" rIns="91376" bIns="45688" rtlCol="0"/>
          <a:lstStyle>
            <a:lvl1pPr algn="r">
              <a:defRPr sz="1200"/>
            </a:lvl1pPr>
          </a:lstStyle>
          <a:p>
            <a:fld id="{2281637F-B6E0-4E7F-AD60-C289DCB0986F}" type="datetimeFigureOut">
              <a:rPr lang="ko-KR" altLang="en-US" smtClean="0"/>
              <a:t>2026-07-06</a:t>
            </a:fld>
            <a:endParaRPr lang="ko-KR" altLang="en-US" dirty="0"/>
          </a:p>
        </p:txBody>
      </p:sp>
      <p:sp>
        <p:nvSpPr>
          <p:cNvPr id="4" name="바닥글 개체 틀 3">
            <a:extLst>
              <a:ext uri="{FF2B5EF4-FFF2-40B4-BE49-F238E27FC236}">
                <a16:creationId xmlns:a16="http://schemas.microsoft.com/office/drawing/2014/main" id="{DDF8D031-E1F4-4D34-8C66-5F846CCEFA41}"/>
              </a:ext>
            </a:extLst>
          </p:cNvPr>
          <p:cNvSpPr>
            <a:spLocks noGrp="1"/>
          </p:cNvSpPr>
          <p:nvPr>
            <p:ph type="ftr" sz="quarter" idx="2"/>
          </p:nvPr>
        </p:nvSpPr>
        <p:spPr>
          <a:xfrm>
            <a:off x="0" y="9425225"/>
            <a:ext cx="2943648" cy="496650"/>
          </a:xfrm>
          <a:prstGeom prst="rect">
            <a:avLst/>
          </a:prstGeom>
        </p:spPr>
        <p:txBody>
          <a:bodyPr vert="horz" lIns="91376" tIns="45688" rIns="91376" bIns="45688" rtlCol="0" anchor="b"/>
          <a:lstStyle>
            <a:lvl1pPr algn="l">
              <a:defRPr sz="1200"/>
            </a:lvl1pPr>
          </a:lstStyle>
          <a:p>
            <a:endParaRPr lang="ko-KR" altLang="en-US" dirty="0"/>
          </a:p>
        </p:txBody>
      </p:sp>
      <p:sp>
        <p:nvSpPr>
          <p:cNvPr id="5" name="슬라이드 번호 개체 틀 4">
            <a:extLst>
              <a:ext uri="{FF2B5EF4-FFF2-40B4-BE49-F238E27FC236}">
                <a16:creationId xmlns:a16="http://schemas.microsoft.com/office/drawing/2014/main" id="{4D21CD1D-D96D-4EBE-978F-F2636A42F1C9}"/>
              </a:ext>
            </a:extLst>
          </p:cNvPr>
          <p:cNvSpPr>
            <a:spLocks noGrp="1"/>
          </p:cNvSpPr>
          <p:nvPr>
            <p:ph type="sldNum" sz="quarter" idx="3"/>
          </p:nvPr>
        </p:nvSpPr>
        <p:spPr>
          <a:xfrm>
            <a:off x="3846092" y="9425225"/>
            <a:ext cx="2943648" cy="496650"/>
          </a:xfrm>
          <a:prstGeom prst="rect">
            <a:avLst/>
          </a:prstGeom>
        </p:spPr>
        <p:txBody>
          <a:bodyPr vert="horz" lIns="91376" tIns="45688" rIns="91376" bIns="45688" rtlCol="0" anchor="b"/>
          <a:lstStyle>
            <a:lvl1pPr algn="r">
              <a:defRPr sz="1200"/>
            </a:lvl1pPr>
          </a:lstStyle>
          <a:p>
            <a:fld id="{BB9A4DEB-4C72-49D7-9C33-58C15789186D}" type="slidenum">
              <a:rPr lang="ko-KR" altLang="en-US" smtClean="0"/>
              <a:t>‹#›</a:t>
            </a:fld>
            <a:endParaRPr lang="ko-KR" altLang="en-US" dirty="0"/>
          </a:p>
        </p:txBody>
      </p:sp>
    </p:spTree>
    <p:extLst>
      <p:ext uri="{BB962C8B-B14F-4D97-AF65-F5344CB8AC3E}">
        <p14:creationId xmlns:p14="http://schemas.microsoft.com/office/powerpoint/2010/main" val="3703748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1" y="0"/>
            <a:ext cx="2942907" cy="497817"/>
          </a:xfrm>
          <a:prstGeom prst="rect">
            <a:avLst/>
          </a:prstGeom>
        </p:spPr>
        <p:txBody>
          <a:bodyPr vert="horz" lIns="91376" tIns="45688" rIns="91376" bIns="45688" rtlCol="0"/>
          <a:lstStyle>
            <a:lvl1pPr algn="l">
              <a:defRPr sz="1200"/>
            </a:lvl1pPr>
          </a:lstStyle>
          <a:p>
            <a:endParaRPr lang="ko-KR" altLang="en-US" dirty="0"/>
          </a:p>
        </p:txBody>
      </p:sp>
      <p:sp>
        <p:nvSpPr>
          <p:cNvPr id="3" name="날짜 개체 틀 2"/>
          <p:cNvSpPr>
            <a:spLocks noGrp="1"/>
          </p:cNvSpPr>
          <p:nvPr>
            <p:ph type="dt" idx="1"/>
          </p:nvPr>
        </p:nvSpPr>
        <p:spPr>
          <a:xfrm>
            <a:off x="3846847" y="0"/>
            <a:ext cx="2942907" cy="497817"/>
          </a:xfrm>
          <a:prstGeom prst="rect">
            <a:avLst/>
          </a:prstGeom>
        </p:spPr>
        <p:txBody>
          <a:bodyPr vert="horz" lIns="91376" tIns="45688" rIns="91376" bIns="45688" rtlCol="0"/>
          <a:lstStyle>
            <a:lvl1pPr algn="r">
              <a:defRPr sz="1200"/>
            </a:lvl1pPr>
          </a:lstStyle>
          <a:p>
            <a:fld id="{1905B5A4-DDD3-42F4-9B43-01BA73DC80EA}" type="datetimeFigureOut">
              <a:rPr lang="ko-KR" altLang="en-US" smtClean="0"/>
              <a:t>2026-07-06</a:t>
            </a:fld>
            <a:endParaRPr lang="ko-KR" altLang="en-US" dirty="0"/>
          </a:p>
        </p:txBody>
      </p:sp>
      <p:sp>
        <p:nvSpPr>
          <p:cNvPr id="4" name="슬라이드 이미지 개체 틀 3"/>
          <p:cNvSpPr>
            <a:spLocks noGrp="1" noRot="1" noChangeAspect="1"/>
          </p:cNvSpPr>
          <p:nvPr>
            <p:ph type="sldImg" idx="2"/>
          </p:nvPr>
        </p:nvSpPr>
        <p:spPr>
          <a:xfrm>
            <a:off x="2236788" y="1241425"/>
            <a:ext cx="2317750" cy="3348038"/>
          </a:xfrm>
          <a:prstGeom prst="rect">
            <a:avLst/>
          </a:prstGeom>
          <a:noFill/>
          <a:ln w="12700">
            <a:solidFill>
              <a:prstClr val="black"/>
            </a:solidFill>
          </a:ln>
        </p:spPr>
        <p:txBody>
          <a:bodyPr vert="horz" lIns="91376" tIns="45688" rIns="91376" bIns="45688" rtlCol="0" anchor="ctr"/>
          <a:lstStyle/>
          <a:p>
            <a:endParaRPr lang="ko-KR" altLang="en-US" dirty="0"/>
          </a:p>
        </p:txBody>
      </p:sp>
      <p:sp>
        <p:nvSpPr>
          <p:cNvPr id="5" name="슬라이드 노트 개체 틀 4"/>
          <p:cNvSpPr>
            <a:spLocks noGrp="1"/>
          </p:cNvSpPr>
          <p:nvPr>
            <p:ph type="body" sz="quarter" idx="3"/>
          </p:nvPr>
        </p:nvSpPr>
        <p:spPr>
          <a:xfrm>
            <a:off x="679133" y="4774902"/>
            <a:ext cx="5433060" cy="3906739"/>
          </a:xfrm>
          <a:prstGeom prst="rect">
            <a:avLst/>
          </a:prstGeom>
        </p:spPr>
        <p:txBody>
          <a:bodyPr vert="horz" lIns="91376" tIns="45688" rIns="91376" bIns="45688"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1" y="9424060"/>
            <a:ext cx="2942907" cy="497816"/>
          </a:xfrm>
          <a:prstGeom prst="rect">
            <a:avLst/>
          </a:prstGeom>
        </p:spPr>
        <p:txBody>
          <a:bodyPr vert="horz" lIns="91376" tIns="45688" rIns="91376" bIns="45688"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46847" y="9424060"/>
            <a:ext cx="2942907" cy="497816"/>
          </a:xfrm>
          <a:prstGeom prst="rect">
            <a:avLst/>
          </a:prstGeom>
        </p:spPr>
        <p:txBody>
          <a:bodyPr vert="horz" lIns="91376" tIns="45688" rIns="91376" bIns="45688" rtlCol="0" anchor="b"/>
          <a:lstStyle>
            <a:lvl1pPr algn="r">
              <a:defRPr sz="1200"/>
            </a:lvl1pPr>
          </a:lstStyle>
          <a:p>
            <a:fld id="{E0166A3B-8ACD-4EFC-80A7-344EDF6621A2}" type="slidenum">
              <a:rPr lang="ko-KR" altLang="en-US" smtClean="0"/>
              <a:t>‹#›</a:t>
            </a:fld>
            <a:endParaRPr lang="ko-KR" altLang="en-US" dirty="0"/>
          </a:p>
        </p:txBody>
      </p:sp>
    </p:spTree>
    <p:extLst>
      <p:ext uri="{BB962C8B-B14F-4D97-AF65-F5344CB8AC3E}">
        <p14:creationId xmlns:p14="http://schemas.microsoft.com/office/powerpoint/2010/main" val="283462906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0166A3B-8ACD-4EFC-80A7-344EDF6621A2}" type="slidenum">
              <a:rPr lang="ko-KR" altLang="en-US" smtClean="0"/>
              <a:t>55</a:t>
            </a:fld>
            <a:endParaRPr lang="ko-KR" altLang="en-US" dirty="0"/>
          </a:p>
        </p:txBody>
      </p:sp>
    </p:spTree>
    <p:extLst>
      <p:ext uri="{BB962C8B-B14F-4D97-AF65-F5344CB8AC3E}">
        <p14:creationId xmlns:p14="http://schemas.microsoft.com/office/powerpoint/2010/main" val="3037739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0166A3B-8ACD-4EFC-80A7-344EDF6621A2}" type="slidenum">
              <a:rPr lang="ko-KR" altLang="en-US" smtClean="0"/>
              <a:t>64</a:t>
            </a:fld>
            <a:endParaRPr lang="ko-KR" altLang="en-US" dirty="0"/>
          </a:p>
        </p:txBody>
      </p:sp>
    </p:spTree>
    <p:extLst>
      <p:ext uri="{BB962C8B-B14F-4D97-AF65-F5344CB8AC3E}">
        <p14:creationId xmlns:p14="http://schemas.microsoft.com/office/powerpoint/2010/main" val="17239751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B5FD0-79A0-1B6E-FC3C-9625103C06CE}"/>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5B1C01F-80BE-FF8D-128A-2D9A8EDB8A79}"/>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2FF213F0-9BF2-CB39-4352-363AA0208179}"/>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951A89AB-A0E4-4DCC-8CC3-FCF1B42CA34D}"/>
              </a:ext>
            </a:extLst>
          </p:cNvPr>
          <p:cNvSpPr>
            <a:spLocks noGrp="1"/>
          </p:cNvSpPr>
          <p:nvPr>
            <p:ph type="sldNum" sz="quarter" idx="5"/>
          </p:nvPr>
        </p:nvSpPr>
        <p:spPr/>
        <p:txBody>
          <a:bodyPr/>
          <a:lstStyle/>
          <a:p>
            <a:fld id="{E0166A3B-8ACD-4EFC-80A7-344EDF6621A2}" type="slidenum">
              <a:rPr lang="ko-KR" altLang="en-US" smtClean="0"/>
              <a:t>66</a:t>
            </a:fld>
            <a:endParaRPr lang="ko-KR" altLang="en-US" dirty="0"/>
          </a:p>
        </p:txBody>
      </p:sp>
    </p:spTree>
    <p:extLst>
      <p:ext uri="{BB962C8B-B14F-4D97-AF65-F5344CB8AC3E}">
        <p14:creationId xmlns:p14="http://schemas.microsoft.com/office/powerpoint/2010/main" val="31270086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6BD58-EFE2-DBAB-7FB7-FA5EB70C30A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F92ECA81-D1B2-287B-F74B-FA1628463A6C}"/>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454131BA-A868-3E85-E301-5A66113BDD54}"/>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6ADACC5-A855-CDFB-5DF1-555C30372245}"/>
              </a:ext>
            </a:extLst>
          </p:cNvPr>
          <p:cNvSpPr>
            <a:spLocks noGrp="1"/>
          </p:cNvSpPr>
          <p:nvPr>
            <p:ph type="sldNum" sz="quarter" idx="5"/>
          </p:nvPr>
        </p:nvSpPr>
        <p:spPr/>
        <p:txBody>
          <a:bodyPr/>
          <a:lstStyle/>
          <a:p>
            <a:fld id="{E0166A3B-8ACD-4EFC-80A7-344EDF6621A2}" type="slidenum">
              <a:rPr lang="ko-KR" altLang="en-US" smtClean="0"/>
              <a:t>67</a:t>
            </a:fld>
            <a:endParaRPr lang="ko-KR" altLang="en-US" dirty="0"/>
          </a:p>
        </p:txBody>
      </p:sp>
    </p:spTree>
    <p:extLst>
      <p:ext uri="{BB962C8B-B14F-4D97-AF65-F5344CB8AC3E}">
        <p14:creationId xmlns:p14="http://schemas.microsoft.com/office/powerpoint/2010/main" val="31562723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A2196-4032-083A-EE44-4FE0FEE78E8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FFFAEDF-3AC6-5593-2BFC-637D2BDAE813}"/>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39C790B4-B31D-6E16-A122-DB15F424B0C7}"/>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6593CAC7-F6A6-9EEA-56E6-3192C72AB055}"/>
              </a:ext>
            </a:extLst>
          </p:cNvPr>
          <p:cNvSpPr>
            <a:spLocks noGrp="1"/>
          </p:cNvSpPr>
          <p:nvPr>
            <p:ph type="sldNum" sz="quarter" idx="5"/>
          </p:nvPr>
        </p:nvSpPr>
        <p:spPr/>
        <p:txBody>
          <a:bodyPr/>
          <a:lstStyle/>
          <a:p>
            <a:fld id="{E0166A3B-8ACD-4EFC-80A7-344EDF6621A2}" type="slidenum">
              <a:rPr lang="ko-KR" altLang="en-US" smtClean="0"/>
              <a:t>68</a:t>
            </a:fld>
            <a:endParaRPr lang="ko-KR" altLang="en-US" dirty="0"/>
          </a:p>
        </p:txBody>
      </p:sp>
    </p:spTree>
    <p:extLst>
      <p:ext uri="{BB962C8B-B14F-4D97-AF65-F5344CB8AC3E}">
        <p14:creationId xmlns:p14="http://schemas.microsoft.com/office/powerpoint/2010/main" val="1569822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6B9E4-4CC2-F25C-FD9B-E17507FDC1C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68C7A3B-A6AC-08FF-93B7-CA1ADD1B992A}"/>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C6E6FEB3-292E-7469-5D19-2259D7EC29B9}"/>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92795507-93E8-CDB2-7431-6B87F38E683C}"/>
              </a:ext>
            </a:extLst>
          </p:cNvPr>
          <p:cNvSpPr>
            <a:spLocks noGrp="1"/>
          </p:cNvSpPr>
          <p:nvPr>
            <p:ph type="sldNum" sz="quarter" idx="5"/>
          </p:nvPr>
        </p:nvSpPr>
        <p:spPr/>
        <p:txBody>
          <a:bodyPr/>
          <a:lstStyle/>
          <a:p>
            <a:fld id="{E0166A3B-8ACD-4EFC-80A7-344EDF6621A2}" type="slidenum">
              <a:rPr lang="ko-KR" altLang="en-US" smtClean="0"/>
              <a:t>69</a:t>
            </a:fld>
            <a:endParaRPr lang="ko-KR" altLang="en-US" dirty="0"/>
          </a:p>
        </p:txBody>
      </p:sp>
    </p:spTree>
    <p:extLst>
      <p:ext uri="{BB962C8B-B14F-4D97-AF65-F5344CB8AC3E}">
        <p14:creationId xmlns:p14="http://schemas.microsoft.com/office/powerpoint/2010/main" val="15467073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B2CBB-F4B3-D6CE-DE4D-044D57795C41}"/>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3D196D3-B0BE-7A2C-F4E8-248288D959EF}"/>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FFC4805C-DEE1-CA3B-FCF8-B822A0C0F029}"/>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D36EA22-5F6D-6E11-50A4-DF5265B70A82}"/>
              </a:ext>
            </a:extLst>
          </p:cNvPr>
          <p:cNvSpPr>
            <a:spLocks noGrp="1"/>
          </p:cNvSpPr>
          <p:nvPr>
            <p:ph type="sldNum" sz="quarter" idx="5"/>
          </p:nvPr>
        </p:nvSpPr>
        <p:spPr/>
        <p:txBody>
          <a:bodyPr/>
          <a:lstStyle/>
          <a:p>
            <a:pPr>
              <a:defRPr/>
            </a:pPr>
            <a:fld id="{27059158-E109-4140-9926-DB4714258AF8}" type="slidenum">
              <a:rPr lang="ko-KR" altLang="en-US" smtClean="0"/>
              <a:pPr>
                <a:defRPr/>
              </a:pPr>
              <a:t>96</a:t>
            </a:fld>
            <a:endParaRPr lang="ko-KR" altLang="en-US"/>
          </a:p>
        </p:txBody>
      </p:sp>
    </p:spTree>
    <p:extLst>
      <p:ext uri="{BB962C8B-B14F-4D97-AF65-F5344CB8AC3E}">
        <p14:creationId xmlns:p14="http://schemas.microsoft.com/office/powerpoint/2010/main" val="28556326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D23E6-89DC-2DEB-0708-112A88B16242}"/>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34FE2B1A-50B6-46AE-107D-F54002321DF1}"/>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C7C21440-E289-6D9F-A203-D0070697202A}"/>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CF49F18-B1BC-60B6-E083-4778C4E26C2A}"/>
              </a:ext>
            </a:extLst>
          </p:cNvPr>
          <p:cNvSpPr>
            <a:spLocks noGrp="1"/>
          </p:cNvSpPr>
          <p:nvPr>
            <p:ph type="sldNum" sz="quarter" idx="5"/>
          </p:nvPr>
        </p:nvSpPr>
        <p:spPr/>
        <p:txBody>
          <a:bodyPr/>
          <a:lstStyle/>
          <a:p>
            <a:pPr>
              <a:defRPr/>
            </a:pPr>
            <a:fld id="{27059158-E109-4140-9926-DB4714258AF8}" type="slidenum">
              <a:rPr lang="ko-KR" altLang="en-US" smtClean="0"/>
              <a:pPr>
                <a:defRPr/>
              </a:pPr>
              <a:t>97</a:t>
            </a:fld>
            <a:endParaRPr lang="ko-KR" altLang="en-US"/>
          </a:p>
        </p:txBody>
      </p:sp>
    </p:spTree>
    <p:extLst>
      <p:ext uri="{BB962C8B-B14F-4D97-AF65-F5344CB8AC3E}">
        <p14:creationId xmlns:p14="http://schemas.microsoft.com/office/powerpoint/2010/main" val="16949978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10357" y="1599438"/>
            <a:ext cx="1637284" cy="492488"/>
          </a:xfrm>
          <a:prstGeom prst="rect">
            <a:avLst/>
          </a:prstGeom>
        </p:spPr>
        <p:txBody>
          <a:bodyPr lIns="0" tIns="0" rIns="0" bIns="0"/>
          <a:lstStyle>
            <a:lvl1pPr>
              <a:defRPr sz="3133" b="1" i="0">
                <a:solidFill>
                  <a:srgbClr val="7E7E7E"/>
                </a:solidFill>
                <a:latin typeface="Arial"/>
                <a:cs typeface="Arial"/>
              </a:defRPr>
            </a:lvl1pPr>
          </a:lstStyle>
          <a:p>
            <a:endParaRPr dirty="0"/>
          </a:p>
        </p:txBody>
      </p:sp>
      <p:sp>
        <p:nvSpPr>
          <p:cNvPr id="3" name="Holder 3"/>
          <p:cNvSpPr>
            <a:spLocks noGrp="1"/>
          </p:cNvSpPr>
          <p:nvPr>
            <p:ph type="body" idx="1"/>
          </p:nvPr>
        </p:nvSpPr>
        <p:spPr>
          <a:xfrm>
            <a:off x="471488" y="2637014"/>
            <a:ext cx="5915025" cy="6285266"/>
          </a:xfrm>
          <a:prstGeom prst="rect">
            <a:avLst/>
          </a:prstGeom>
        </p:spPr>
        <p:txBody>
          <a:bodyPr lIns="0" tIns="0" rIns="0" bIns="0"/>
          <a:lstStyle>
            <a:lvl1pPr>
              <a:defRPr/>
            </a:lvl1pPr>
          </a:lstStyle>
          <a:p>
            <a:endParaRPr dirty="0"/>
          </a:p>
        </p:txBody>
      </p:sp>
      <p:grpSp>
        <p:nvGrpSpPr>
          <p:cNvPr id="8" name="그룹 7">
            <a:extLst>
              <a:ext uri="{FF2B5EF4-FFF2-40B4-BE49-F238E27FC236}">
                <a16:creationId xmlns:a16="http://schemas.microsoft.com/office/drawing/2014/main" id="{2FCD22CD-A9EE-E210-7AD8-AFD633C45516}"/>
              </a:ext>
            </a:extLst>
          </p:cNvPr>
          <p:cNvGrpSpPr/>
          <p:nvPr userDrawn="1"/>
        </p:nvGrpSpPr>
        <p:grpSpPr>
          <a:xfrm>
            <a:off x="4366818" y="433977"/>
            <a:ext cx="2088304" cy="752967"/>
            <a:chOff x="4136310" y="299116"/>
            <a:chExt cx="2597866" cy="873507"/>
          </a:xfrm>
        </p:grpSpPr>
        <p:pic>
          <p:nvPicPr>
            <p:cNvPr id="9" name="그림 8">
              <a:extLst>
                <a:ext uri="{FF2B5EF4-FFF2-40B4-BE49-F238E27FC236}">
                  <a16:creationId xmlns:a16="http://schemas.microsoft.com/office/drawing/2014/main" id="{7038390E-AB2E-9D84-6BA0-EE882BF9F9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36310" y="299116"/>
              <a:ext cx="639895" cy="873507"/>
            </a:xfrm>
            <a:prstGeom prst="rect">
              <a:avLst/>
            </a:prstGeom>
          </p:spPr>
        </p:pic>
        <p:sp>
          <p:nvSpPr>
            <p:cNvPr id="10" name="TextBox 9">
              <a:extLst>
                <a:ext uri="{FF2B5EF4-FFF2-40B4-BE49-F238E27FC236}">
                  <a16:creationId xmlns:a16="http://schemas.microsoft.com/office/drawing/2014/main" id="{678F61E0-9BDD-6BD9-EB3D-41608A839E0B}"/>
                </a:ext>
              </a:extLst>
            </p:cNvPr>
            <p:cNvSpPr txBox="1"/>
            <p:nvPr/>
          </p:nvSpPr>
          <p:spPr>
            <a:xfrm>
              <a:off x="4604472" y="550651"/>
              <a:ext cx="2129704" cy="351840"/>
            </a:xfrm>
            <a:prstGeom prst="rect">
              <a:avLst/>
            </a:prstGeom>
            <a:noFill/>
          </p:spPr>
          <p:txBody>
            <a:bodyPr wrap="square" rtlCol="0">
              <a:spAutoFit/>
            </a:bodyPr>
            <a:lstStyle/>
            <a:p>
              <a:pPr defTabSz="841696" fontAlgn="auto" latinLnBrk="0">
                <a:spcBef>
                  <a:spcPts val="0"/>
                </a:spcBef>
                <a:spcAft>
                  <a:spcPts val="0"/>
                </a:spcAft>
                <a:defRPr/>
              </a:pPr>
              <a:r>
                <a:rPr kumimoji="0" lang="en-US" altLang="ko-KR" sz="1371" kern="0" dirty="0">
                  <a:solidFill>
                    <a:prstClr val="black"/>
                  </a:solidFill>
                  <a:latin typeface="Calibri"/>
                  <a:ea typeface="맑은 고딕" panose="020B0503020000020004" pitchFamily="50" charset="-127"/>
                </a:rPr>
                <a:t>Global Technologies</a:t>
              </a:r>
              <a:endParaRPr kumimoji="0" lang="ko-KR" altLang="en-US" sz="1371" kern="0" dirty="0">
                <a:solidFill>
                  <a:prstClr val="black"/>
                </a:solidFill>
                <a:latin typeface="Calibri"/>
                <a:ea typeface="맑은 고딕" panose="020B0503020000020004" pitchFamily="50" charset="-127"/>
              </a:endParaRPr>
            </a:p>
          </p:txBody>
        </p:sp>
      </p:grpSp>
    </p:spTree>
    <p:extLst>
      <p:ext uri="{BB962C8B-B14F-4D97-AF65-F5344CB8AC3E}">
        <p14:creationId xmlns:p14="http://schemas.microsoft.com/office/powerpoint/2010/main" val="2268809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FC6C40EC-0F6C-C824-EF25-F07C52217003}"/>
              </a:ext>
            </a:extLst>
          </p:cNvPr>
          <p:cNvCxnSpPr/>
          <p:nvPr userDrawn="1"/>
        </p:nvCxnSpPr>
        <p:spPr>
          <a:xfrm>
            <a:off x="404813" y="723000"/>
            <a:ext cx="6048375" cy="0"/>
          </a:xfrm>
          <a:prstGeom prst="line">
            <a:avLst/>
          </a:prstGeom>
          <a:ln w="254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8" name="Holder 2">
            <a:extLst>
              <a:ext uri="{FF2B5EF4-FFF2-40B4-BE49-F238E27FC236}">
                <a16:creationId xmlns:a16="http://schemas.microsoft.com/office/drawing/2014/main" id="{56F15421-7FDC-AF5F-7050-18B6BB28B9AB}"/>
              </a:ext>
            </a:extLst>
          </p:cNvPr>
          <p:cNvSpPr>
            <a:spLocks noGrp="1"/>
          </p:cNvSpPr>
          <p:nvPr>
            <p:ph type="title"/>
          </p:nvPr>
        </p:nvSpPr>
        <p:spPr>
          <a:xfrm>
            <a:off x="2610357" y="1599438"/>
            <a:ext cx="1637284" cy="492488"/>
          </a:xfrm>
          <a:prstGeom prst="rect">
            <a:avLst/>
          </a:prstGeom>
        </p:spPr>
        <p:txBody>
          <a:bodyPr lIns="0" tIns="0" rIns="0" bIns="0"/>
          <a:lstStyle>
            <a:lvl1pPr>
              <a:defRPr sz="3133" b="1" i="0">
                <a:solidFill>
                  <a:srgbClr val="7E7E7E"/>
                </a:solidFill>
                <a:latin typeface="Arial"/>
                <a:cs typeface="Arial"/>
              </a:defRPr>
            </a:lvl1pPr>
          </a:lstStyle>
          <a:p>
            <a:endParaRPr dirty="0"/>
          </a:p>
        </p:txBody>
      </p:sp>
      <p:sp>
        <p:nvSpPr>
          <p:cNvPr id="9" name="Holder 3">
            <a:extLst>
              <a:ext uri="{FF2B5EF4-FFF2-40B4-BE49-F238E27FC236}">
                <a16:creationId xmlns:a16="http://schemas.microsoft.com/office/drawing/2014/main" id="{F7D19935-977E-EB05-03F2-58E9B62E7215}"/>
              </a:ext>
            </a:extLst>
          </p:cNvPr>
          <p:cNvSpPr>
            <a:spLocks noGrp="1"/>
          </p:cNvSpPr>
          <p:nvPr>
            <p:ph type="body" idx="1"/>
          </p:nvPr>
        </p:nvSpPr>
        <p:spPr>
          <a:xfrm>
            <a:off x="342900" y="2278383"/>
            <a:ext cx="6172200" cy="276999"/>
          </a:xfrm>
          <a:prstGeom prst="rect">
            <a:avLst/>
          </a:prstGeom>
        </p:spPr>
        <p:txBody>
          <a:bodyPr lIns="0" tIns="0" rIns="0" bIns="0"/>
          <a:lstStyle>
            <a:lvl1pPr>
              <a:defRPr/>
            </a:lvl1pPr>
          </a:lstStyle>
          <a:p>
            <a:endParaRPr dirty="0"/>
          </a:p>
        </p:txBody>
      </p:sp>
      <p:sp>
        <p:nvSpPr>
          <p:cNvPr id="10" name="object 4">
            <a:extLst>
              <a:ext uri="{FF2B5EF4-FFF2-40B4-BE49-F238E27FC236}">
                <a16:creationId xmlns:a16="http://schemas.microsoft.com/office/drawing/2014/main" id="{2978683C-BA9C-6C5C-A746-031BC95F64E6}"/>
              </a:ext>
            </a:extLst>
          </p:cNvPr>
          <p:cNvSpPr txBox="1"/>
          <p:nvPr userDrawn="1"/>
        </p:nvSpPr>
        <p:spPr>
          <a:xfrm>
            <a:off x="464061" y="398874"/>
            <a:ext cx="1606039" cy="283400"/>
          </a:xfrm>
          <a:prstGeom prst="rect">
            <a:avLst/>
          </a:prstGeom>
        </p:spPr>
        <p:txBody>
          <a:bodyPr vert="horz" wrap="square" lIns="0" tIns="12435" rIns="0" bIns="0" rtlCol="0">
            <a:spAutoFit/>
          </a:bodyPr>
          <a:lstStyle/>
          <a:p>
            <a:pPr marL="12435" defTabSz="895327" fontAlgn="auto">
              <a:spcBef>
                <a:spcPts val="98"/>
              </a:spcBef>
              <a:spcAft>
                <a:spcPts val="0"/>
              </a:spcAft>
            </a:pPr>
            <a:r>
              <a:rPr lang="en-US" sz="1760" b="1" dirty="0">
                <a:solidFill>
                  <a:srgbClr val="7E7E7E"/>
                </a:solidFill>
                <a:latin typeface="Arial"/>
                <a:ea typeface="+mj-ea"/>
                <a:cs typeface="Arial"/>
              </a:rPr>
              <a:t>XC24R</a:t>
            </a:r>
            <a:endParaRPr sz="1760" b="1" dirty="0">
              <a:solidFill>
                <a:srgbClr val="0000FF"/>
              </a:solidFill>
              <a:latin typeface="Arial"/>
              <a:ea typeface="+mj-ea"/>
              <a:cs typeface="Arial"/>
            </a:endParaRPr>
          </a:p>
        </p:txBody>
      </p:sp>
    </p:spTree>
    <p:extLst>
      <p:ext uri="{BB962C8B-B14F-4D97-AF65-F5344CB8AC3E}">
        <p14:creationId xmlns:p14="http://schemas.microsoft.com/office/powerpoint/2010/main" val="3604568481"/>
      </p:ext>
    </p:extLst>
  </p:cSld>
  <p:clrMapOvr>
    <a:masterClrMapping/>
  </p:clrMapOvr>
  <p:extLst>
    <p:ext uri="{DCECCB84-F9BA-43D5-87BE-67443E8EF086}">
      <p15:sldGuideLst xmlns:p15="http://schemas.microsoft.com/office/powerpoint/2012/main">
        <p15:guide id="1" orient="horz" pos="3120">
          <p15:clr>
            <a:srgbClr val="FBAE40"/>
          </p15:clr>
        </p15:guide>
        <p15:guide id="2" pos="261">
          <p15:clr>
            <a:srgbClr val="FBAE40"/>
          </p15:clr>
        </p15:guide>
        <p15:guide id="3" pos="4059">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1_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a:prstGeom prst="rect">
            <a:avLst/>
          </a:prstGeom>
        </p:spPr>
        <p:txBody>
          <a:bodyPr anchor="b"/>
          <a:lstStyle>
            <a:lvl1pPr algn="ctr">
              <a:defRPr sz="4500"/>
            </a:lvl1pPr>
          </a:lstStyle>
          <a:p>
            <a:r>
              <a:rPr lang="ko-KR" altLang="en-US"/>
              <a:t>마스터 제목 스타일 편집</a:t>
            </a:r>
            <a:endParaRPr lang="en-US" dirty="0"/>
          </a:p>
        </p:txBody>
      </p:sp>
      <p:sp>
        <p:nvSpPr>
          <p:cNvPr id="3" name="Subtitle 2"/>
          <p:cNvSpPr>
            <a:spLocks noGrp="1"/>
          </p:cNvSpPr>
          <p:nvPr>
            <p:ph type="subTitle" idx="1"/>
          </p:nvPr>
        </p:nvSpPr>
        <p:spPr>
          <a:xfrm>
            <a:off x="857250" y="5202944"/>
            <a:ext cx="5143500" cy="2391656"/>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ko-KR" altLang="en-US"/>
              <a:t>클릭하여 마스터 부제목 스타일 편집</a:t>
            </a:r>
            <a:endParaRPr lang="en-US" dirty="0"/>
          </a:p>
        </p:txBody>
      </p:sp>
    </p:spTree>
    <p:extLst>
      <p:ext uri="{BB962C8B-B14F-4D97-AF65-F5344CB8AC3E}">
        <p14:creationId xmlns:p14="http://schemas.microsoft.com/office/powerpoint/2010/main" val="3464141231"/>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ko-KR" altLang="en-US"/>
              <a:t>마스터 제목 스타일 편집</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ko-KR" altLang="en-US"/>
              <a:t>클릭하여 마스터 부제목 스타일 편집</a:t>
            </a:r>
            <a:endParaRPr 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371163162"/>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355961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ko-KR" altLang="en-US"/>
              <a:t>마스터 제목 스타일 편집</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3583204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6" name="Footer Placeholder 5"/>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7" name="Slide Number Placeholder 6"/>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507668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472381" y="3618442"/>
            <a:ext cx="2901255" cy="532218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3471863" y="3618442"/>
            <a:ext cx="2915543" cy="532218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8" name="Footer Placeholder 7"/>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9" name="Slide Number Placeholder 8"/>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1702557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4" name="Footer Placeholder 3"/>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5" name="Slide Number Placeholder 4"/>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31914159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3" name="Footer Placeholder 2"/>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4" name="Slide Number Placeholder 3"/>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3340858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ko-KR" altLang="en-US"/>
              <a:t>마스터 제목 스타일 편집</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6" name="Footer Placeholder 5"/>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7" name="Slide Number Placeholder 6"/>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0693524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ko-KR" altLang="en-US" dirty="0"/>
              <a:t>그림을 추가하려면 아이콘을 클릭하십시오</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6" name="Footer Placeholder 5"/>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7" name="Slide Number Placeholder 6"/>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1805499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515454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2026-07-06</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955134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사용자 지정 레이아웃">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3696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hyperlink" Target="http://glbltech.com/" TargetMode="Externa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endParaRPr lang="en-US" dirty="0"/>
          </a:p>
        </p:txBody>
      </p:sp>
      <p:sp>
        <p:nvSpPr>
          <p:cNvPr id="7" name="object 9">
            <a:extLst>
              <a:ext uri="{FF2B5EF4-FFF2-40B4-BE49-F238E27FC236}">
                <a16:creationId xmlns:a16="http://schemas.microsoft.com/office/drawing/2014/main" id="{3D603D3C-DFED-9E7A-1893-A3F439A7B444}"/>
              </a:ext>
            </a:extLst>
          </p:cNvPr>
          <p:cNvSpPr txBox="1"/>
          <p:nvPr userDrawn="1"/>
        </p:nvSpPr>
        <p:spPr>
          <a:xfrm>
            <a:off x="414000" y="8981992"/>
            <a:ext cx="1990968" cy="283849"/>
          </a:xfrm>
          <a:prstGeom prst="rect">
            <a:avLst/>
          </a:prstGeom>
        </p:spPr>
        <p:txBody>
          <a:bodyPr vert="horz" wrap="square" lIns="0" tIns="12435" rIns="0" bIns="0" rtlCol="0">
            <a:spAutoFit/>
          </a:bodyPr>
          <a:lstStyle/>
          <a:p>
            <a:pPr marL="12435" defTabSz="895327" fontAlgn="auto">
              <a:spcBef>
                <a:spcPts val="98"/>
              </a:spcBef>
              <a:spcAft>
                <a:spcPts val="0"/>
              </a:spcAft>
            </a:pPr>
            <a:r>
              <a:rPr kumimoji="0" sz="1763" b="1" spc="-5" dirty="0">
                <a:solidFill>
                  <a:srgbClr val="FF0000"/>
                </a:solidFill>
                <a:latin typeface="Calibri"/>
                <a:ea typeface="+mn-ea"/>
                <a:cs typeface="Perpetua Titling MT"/>
              </a:rPr>
              <a:t>CONFIDENTIAL</a:t>
            </a:r>
            <a:endParaRPr kumimoji="0" sz="1763" dirty="0">
              <a:solidFill>
                <a:prstClr val="black"/>
              </a:solidFill>
              <a:latin typeface="Calibri"/>
              <a:ea typeface="+mn-ea"/>
              <a:cs typeface="Perpetua Titling MT"/>
            </a:endParaRPr>
          </a:p>
        </p:txBody>
      </p:sp>
      <p:sp>
        <p:nvSpPr>
          <p:cNvPr id="9" name="슬라이드 번호 개체 틀 3">
            <a:hlinkClick r:id="rId17"/>
            <a:extLst>
              <a:ext uri="{FF2B5EF4-FFF2-40B4-BE49-F238E27FC236}">
                <a16:creationId xmlns:a16="http://schemas.microsoft.com/office/drawing/2014/main" id="{4F593E6B-C664-7F5D-22A5-C55C15BEC3B0}"/>
              </a:ext>
            </a:extLst>
          </p:cNvPr>
          <p:cNvSpPr txBox="1">
            <a:spLocks/>
          </p:cNvSpPr>
          <p:nvPr userDrawn="1"/>
        </p:nvSpPr>
        <p:spPr>
          <a:xfrm>
            <a:off x="5115682" y="9408000"/>
            <a:ext cx="1327982" cy="180500"/>
          </a:xfrm>
          <a:prstGeom prst="rect">
            <a:avLst/>
          </a:prstGeom>
        </p:spPr>
        <p:txBody>
          <a:bodyPr vert="horz" lIns="0" tIns="0" rIns="0" bIns="0" rtlCol="0" anchor="ctr"/>
          <a:lstStyle>
            <a:defPPr>
              <a:defRPr lang="en-US"/>
            </a:defPPr>
            <a:lvl1pPr marL="0" algn="r"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447663" fontAlgn="auto">
              <a:spcBef>
                <a:spcPts val="0"/>
              </a:spcBef>
              <a:spcAft>
                <a:spcPts val="0"/>
              </a:spcAft>
            </a:pPr>
            <a:r>
              <a:rPr kumimoji="0" lang="en-US" altLang="ko-KR" sz="881" dirty="0">
                <a:solidFill>
                  <a:prstClr val="black"/>
                </a:solidFill>
                <a:latin typeface="Arial" panose="020B0604020202020204" pitchFamily="34" charset="0"/>
                <a:ea typeface="맑은 고딕" panose="020B0503020000020004" pitchFamily="50" charset="-127"/>
                <a:cs typeface="Arial" panose="020B0604020202020204" pitchFamily="34" charset="0"/>
              </a:rPr>
              <a:t>http://www.glbltech.com/</a:t>
            </a:r>
            <a:endParaRPr kumimoji="0" lang="ko-KR" altLang="en-US" sz="881"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10" name="object 38">
            <a:extLst>
              <a:ext uri="{FF2B5EF4-FFF2-40B4-BE49-F238E27FC236}">
                <a16:creationId xmlns:a16="http://schemas.microsoft.com/office/drawing/2014/main" id="{16B7D848-EB2E-0D94-9BAC-2B1FFBEB7C17}"/>
              </a:ext>
            </a:extLst>
          </p:cNvPr>
          <p:cNvSpPr txBox="1">
            <a:spLocks/>
          </p:cNvSpPr>
          <p:nvPr userDrawn="1"/>
        </p:nvSpPr>
        <p:spPr>
          <a:xfrm>
            <a:off x="3311568" y="9452164"/>
            <a:ext cx="476888" cy="135550"/>
          </a:xfrm>
          <a:prstGeom prst="rect">
            <a:avLst/>
          </a:prstGeom>
        </p:spPr>
        <p:txBody>
          <a:bodyPr vert="horz" wrap="square" lIns="0" tIns="0" rIns="0" bIns="0" rtlCol="0">
            <a:noAutofit/>
          </a:bodyPr>
          <a:lstStyle>
            <a:defPPr>
              <a:defRPr lang="ko-KR"/>
            </a:defPPr>
            <a:lvl1pPr marL="0" algn="l" defTabSz="914400" rtl="0" eaLnBrk="1" latinLnBrk="1" hangingPunct="1">
              <a:defRPr sz="1050" b="0" i="0" kern="1200">
                <a:solidFill>
                  <a:schemeClr val="tx1"/>
                </a:solidFill>
                <a:latin typeface="Arial"/>
                <a:ea typeface="+mn-ea"/>
                <a:cs typeface="Arial"/>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defTabSz="447663" fontAlgn="auto" latinLnBrk="0">
              <a:spcBef>
                <a:spcPts val="0"/>
              </a:spcBef>
              <a:spcAft>
                <a:spcPts val="0"/>
              </a:spcAft>
              <a:defRPr/>
            </a:pPr>
            <a:r>
              <a:rPr kumimoji="0" lang="en-US" sz="881" dirty="0">
                <a:solidFill>
                  <a:prstClr val="black"/>
                </a:solidFill>
                <a:latin typeface="Arial" panose="020B0604020202020204" pitchFamily="34" charset="0"/>
                <a:ea typeface="맑은 고딕" panose="020B0503020000020004" pitchFamily="50" charset="-127"/>
                <a:cs typeface="Arial" panose="020B0604020202020204" pitchFamily="34" charset="0"/>
              </a:rPr>
              <a:t>Page </a:t>
            </a:r>
            <a:fld id="{81D60167-4931-47E6-BA6A-407CBD079E47}" type="slidenum">
              <a:rPr kumimoji="0" sz="881">
                <a:solidFill>
                  <a:prstClr val="black"/>
                </a:solidFill>
                <a:latin typeface="Arial" panose="020B0604020202020204" pitchFamily="34" charset="0"/>
                <a:ea typeface="맑은 고딕" panose="020B0503020000020004" pitchFamily="50" charset="-127"/>
                <a:cs typeface="Arial" panose="020B0604020202020204" pitchFamily="34" charset="0"/>
              </a:rPr>
              <a:pPr algn="ctr" defTabSz="447663" fontAlgn="auto" latinLnBrk="0">
                <a:spcBef>
                  <a:spcPts val="0"/>
                </a:spcBef>
                <a:spcAft>
                  <a:spcPts val="0"/>
                </a:spcAft>
                <a:defRPr/>
              </a:pPr>
              <a:t>‹#›</a:t>
            </a:fld>
            <a:endParaRPr kumimoji="0" sz="881"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11" name="슬라이드 번호 개체 틀 3">
            <a:extLst>
              <a:ext uri="{FF2B5EF4-FFF2-40B4-BE49-F238E27FC236}">
                <a16:creationId xmlns:a16="http://schemas.microsoft.com/office/drawing/2014/main" id="{CBC1709B-8146-3C1F-B0D3-9148418341E5}"/>
              </a:ext>
            </a:extLst>
          </p:cNvPr>
          <p:cNvSpPr txBox="1">
            <a:spLocks/>
          </p:cNvSpPr>
          <p:nvPr userDrawn="1"/>
        </p:nvSpPr>
        <p:spPr>
          <a:xfrm>
            <a:off x="404813" y="9425597"/>
            <a:ext cx="1977867" cy="162903"/>
          </a:xfrm>
          <a:prstGeom prst="rect">
            <a:avLst/>
          </a:prstGeom>
        </p:spPr>
        <p:txBody>
          <a:bodyPr vert="horz" lIns="0" tIns="0" rIns="89533" bIns="0" rtlCol="0" anchor="ctr"/>
          <a:lstStyle>
            <a:defPPr>
              <a:defRPr lang="en-US"/>
            </a:defPPr>
            <a:lvl1pPr marL="0" algn="r"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defTabSz="447663" fontAlgn="auto">
              <a:spcBef>
                <a:spcPts val="0"/>
              </a:spcBef>
              <a:spcAft>
                <a:spcPts val="0"/>
              </a:spcAft>
            </a:pPr>
            <a:r>
              <a:rPr kumimoji="0" lang="en-US" altLang="ko-KR" sz="881" dirty="0">
                <a:solidFill>
                  <a:prstClr val="black"/>
                </a:solidFill>
                <a:latin typeface="Arial" panose="020B0604020202020204" pitchFamily="34" charset="0"/>
                <a:ea typeface="맑은 고딕" panose="020B0503020000020004" pitchFamily="50" charset="-127"/>
                <a:cs typeface="Arial" panose="020B0604020202020204" pitchFamily="34" charset="0"/>
              </a:rPr>
              <a:t>Dated 1. June 2026  Rev 0.1</a:t>
            </a:r>
            <a:endParaRPr kumimoji="0" lang="ko-KR" altLang="en-US" sz="881"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12" name="직선 연결선 11">
            <a:extLst>
              <a:ext uri="{FF2B5EF4-FFF2-40B4-BE49-F238E27FC236}">
                <a16:creationId xmlns:a16="http://schemas.microsoft.com/office/drawing/2014/main" id="{308C0C39-67C3-E951-8ACF-951492F6E715}"/>
              </a:ext>
            </a:extLst>
          </p:cNvPr>
          <p:cNvCxnSpPr/>
          <p:nvPr userDrawn="1"/>
        </p:nvCxnSpPr>
        <p:spPr>
          <a:xfrm>
            <a:off x="404813" y="9363000"/>
            <a:ext cx="6048375" cy="0"/>
          </a:xfrm>
          <a:prstGeom prst="line">
            <a:avLst/>
          </a:prstGeom>
          <a:ln w="254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CC8E2FA4-0AA8-65A2-7719-790ABDCFC8B5}"/>
              </a:ext>
            </a:extLst>
          </p:cNvPr>
          <p:cNvSpPr txBox="1"/>
          <p:nvPr userDrawn="1"/>
        </p:nvSpPr>
        <p:spPr>
          <a:xfrm rot="19666373">
            <a:off x="1285372" y="4537502"/>
            <a:ext cx="4052391" cy="830997"/>
          </a:xfrm>
          <a:prstGeom prst="rect">
            <a:avLst/>
          </a:prstGeom>
          <a:noFill/>
        </p:spPr>
        <p:txBody>
          <a:bodyPr wrap="none" lIns="0" tIns="0" rIns="0" bIns="0" rtlCol="0" anchor="ctr" anchorCtr="0">
            <a:spAutoFit/>
          </a:bodyPr>
          <a:lstStyle/>
          <a:p>
            <a:r>
              <a:rPr lang="en-US" altLang="ko-KR" sz="5400" b="1" spc="200" baseline="0" dirty="0">
                <a:solidFill>
                  <a:schemeClr val="tx1">
                    <a:alpha val="7000"/>
                  </a:schemeClr>
                </a:solidFill>
                <a:latin typeface="Arial" panose="020B0604020202020204" pitchFamily="34" charset="0"/>
                <a:cs typeface="Arial" panose="020B0604020202020204" pitchFamily="34" charset="0"/>
              </a:rPr>
              <a:t>Preliminary</a:t>
            </a:r>
            <a:endParaRPr lang="ko-KR" altLang="en-US" sz="5400" b="1" spc="200" baseline="0" dirty="0">
              <a:solidFill>
                <a:schemeClr val="tx1">
                  <a:alpha val="7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79806652"/>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6"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7" r:id="rId15"/>
  </p:sldLayoutIdLst>
  <p:txStyles>
    <p:titleStyle>
      <a:lvl1pPr algn="l" defTabSz="685800" rtl="0" eaLnBrk="1" latinLnBrk="1"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1"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1"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1"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A_6C222D68.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81_FC17E64D.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microsoft.com/office/2018/10/relationships/comments" Target="../comments/modernComment_2F5_F27DFEF8.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8/10/relationships/comments" Target="../comments/modernComment_119_8A2F5F74.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microsoft.com/office/2018/10/relationships/comments" Target="../comments/modernComment_1B6_E37E8EAC.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microsoft.com/office/2018/10/relationships/comments" Target="../comments/modernComment_114_6AE9E17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microsoft.com/office/2018/10/relationships/comments" Target="../comments/modernComment_159_1E8FD03B.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microsoft.com/office/2018/10/relationships/comments" Target="../comments/modernComment_1A2_15270E2C.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microsoft.com/office/2018/10/relationships/comments" Target="../comments/modernComment_158_414F7ADD.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11F_6EF7015F.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3A_F0C7AED7.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microsoft.com/office/2018/10/relationships/comments" Target="../comments/modernComment_174_148C8569.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microsoft.com/office/2018/10/relationships/comments" Target="../comments/modernComment_14A_A173F217.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microsoft.com/office/2018/10/relationships/comments" Target="../comments/modernComment_165_AE978784.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microsoft.com/office/2018/10/relationships/comments" Target="../comments/modernComment_168_3B0ADBE8.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microsoft.com/office/2018/10/relationships/comments" Target="../comments/modernComment_184_46F67987.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microsoft.com/office/2018/10/relationships/comments" Target="../comments/modernComment_1A1_44306BF5.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microsoft.com/office/2018/10/relationships/comments" Target="../comments/modernComment_2CD_F5A9CF92.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microsoft.com/office/2018/10/relationships/comments" Target="../comments/modernComment_1AD_A1E91B52.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microsoft.com/office/2018/10/relationships/comments" Target="../comments/modernComment_2EB_DF6DE44B.xm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microsoft.com/office/2018/10/relationships/comments" Target="../comments/modernComment_2EC_B54658E.xml"/><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microsoft.com/office/2018/10/relationships/comments" Target="../comments/modernComment_2ED_B7FFAEEC.xml"/><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microsoft.com/office/2018/10/relationships/comments" Target="../comments/modernComment_2EE_751496F7.xml"/><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microsoft.com/office/2018/10/relationships/comments" Target="../comments/modernComment_1AE_F5F364B2.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microsoft.com/office/2018/10/relationships/comments" Target="../comments/modernComment_2EF_D67621E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microsoft.com/office/2018/10/relationships/comments" Target="../comments/modernComment_2F0_71A960D3.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microsoft.com/office/2018/10/relationships/comments" Target="../comments/modernComment_2DA_713689C6.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microsoft.com/office/2018/10/relationships/comments" Target="../comments/modernComment_2F7_4339B482.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microsoft.com/office/2018/10/relationships/comments" Target="../comments/modernComment_1AF_ACFECA69.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microsoft.com/office/2018/10/relationships/comments" Target="../comments/modernComment_2DC_1400BAD1.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microsoft.com/office/2018/10/relationships/comments" Target="../comments/modernComment_2F6_478EA7BE.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5.xml"/></Relationships>
</file>

<file path=ppt/slides/_rels/slide96.xml.rels><?xml version="1.0" encoding="UTF-8" standalone="yes"?>
<Relationships xmlns="http://schemas.openxmlformats.org/package/2006/relationships"><Relationship Id="rId3" Type="http://schemas.openxmlformats.org/officeDocument/2006/relationships/image" Target="../media/image25.png"/><Relationship Id="rId7" Type="http://schemas.microsoft.com/office/2007/relationships/hdphoto" Target="../media/hdphoto2.wdp"/><Relationship Id="rId2" Type="http://schemas.openxmlformats.org/officeDocument/2006/relationships/notesSlide" Target="../notesSlides/notesSlide7.xml"/><Relationship Id="rId1" Type="http://schemas.openxmlformats.org/officeDocument/2006/relationships/slideLayout" Target="../slideLayouts/slideLayout15.xml"/><Relationship Id="rId6" Type="http://schemas.openxmlformats.org/officeDocument/2006/relationships/image" Target="../media/image27.png"/><Relationship Id="rId5" Type="http://schemas.openxmlformats.org/officeDocument/2006/relationships/image" Target="../media/image26.png"/><Relationship Id="rId4" Type="http://schemas.microsoft.com/office/2007/relationships/hdphoto" Target="../media/hdphoto1.wdp"/></Relationships>
</file>

<file path=ppt/slides/_rels/slide9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1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98.xml.rels><?xml version="1.0" encoding="UTF-8" standalone="yes"?>
<Relationships xmlns="http://schemas.openxmlformats.org/package/2006/relationships"><Relationship Id="rId3" Type="http://schemas.openxmlformats.org/officeDocument/2006/relationships/image" Target="../media/image34.png"/><Relationship Id="rId2" Type="http://schemas.microsoft.com/office/2018/10/relationships/comments" Target="../comments/modernComment_135_CAAE9BF6.xml"/><Relationship Id="rId1" Type="http://schemas.openxmlformats.org/officeDocument/2006/relationships/slideLayout" Target="../slideLayouts/slideLayout4.xml"/><Relationship Id="rId4" Type="http://schemas.openxmlformats.org/officeDocument/2006/relationships/image" Target="../media/image35.png"/></Relationships>
</file>

<file path=ppt/slides/_rels/slide9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37.png"/><Relationship Id="rId2" Type="http://schemas.microsoft.com/office/2018/10/relationships/comments" Target="../comments/modernComment_182_662425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9A06CC78-9F83-436A-9A0F-12F273C5E8B4}"/>
              </a:ext>
            </a:extLst>
          </p:cNvPr>
          <p:cNvSpPr txBox="1"/>
          <p:nvPr/>
        </p:nvSpPr>
        <p:spPr>
          <a:xfrm>
            <a:off x="2581515" y="1624048"/>
            <a:ext cx="3905012" cy="492443"/>
          </a:xfrm>
          <a:prstGeom prst="rect">
            <a:avLst/>
          </a:prstGeom>
          <a:noFill/>
        </p:spPr>
        <p:txBody>
          <a:bodyPr wrap="square" lIns="0" tIns="0" rIns="0" bIns="0" rtlCol="0">
            <a:spAutoFit/>
          </a:bodyPr>
          <a:lstStyle/>
          <a:p>
            <a:r>
              <a:rPr lang="en-US" altLang="ko-KR" sz="3200" b="1" dirty="0">
                <a:solidFill>
                  <a:schemeClr val="bg1">
                    <a:lumMod val="50000"/>
                  </a:schemeClr>
                </a:solidFill>
                <a:latin typeface="Arial" panose="020B0604020202020204" pitchFamily="34" charset="0"/>
                <a:cs typeface="Arial" panose="020B0604020202020204" pitchFamily="34" charset="0"/>
              </a:rPr>
              <a:t>XC24R</a:t>
            </a:r>
            <a:endParaRPr lang="ko-KR" altLang="en-US" sz="3200" b="1" dirty="0">
              <a:solidFill>
                <a:schemeClr val="bg1">
                  <a:lumMod val="50000"/>
                </a:schemeClr>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3351C546-D4C1-4FC4-9AD8-956625090B6D}"/>
              </a:ext>
            </a:extLst>
          </p:cNvPr>
          <p:cNvSpPr txBox="1"/>
          <p:nvPr/>
        </p:nvSpPr>
        <p:spPr>
          <a:xfrm>
            <a:off x="2581516" y="2211029"/>
            <a:ext cx="3905012" cy="307777"/>
          </a:xfrm>
          <a:prstGeom prst="rect">
            <a:avLst/>
          </a:prstGeom>
          <a:noFill/>
        </p:spPr>
        <p:txBody>
          <a:bodyPr wrap="square" lIns="0" rtlCol="0">
            <a:spAutoFit/>
          </a:bodyPr>
          <a:lstStyle/>
          <a:p>
            <a:pPr algn="just"/>
            <a:r>
              <a:rPr lang="en-US" altLang="ko-KR" sz="1400" b="1" dirty="0">
                <a:solidFill>
                  <a:schemeClr val="bg1">
                    <a:lumMod val="50000"/>
                  </a:schemeClr>
                </a:solidFill>
                <a:latin typeface="Arial" panose="020B0604020202020204" pitchFamily="34" charset="0"/>
                <a:cs typeface="Arial" panose="020B0604020202020204" pitchFamily="34" charset="0"/>
              </a:rPr>
              <a:t>The controller for constant current drivers</a:t>
            </a:r>
            <a:endParaRPr lang="ko-KR" altLang="en-US" sz="1400" b="1" dirty="0">
              <a:solidFill>
                <a:schemeClr val="bg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105BB2A0-CA1A-4992-AAF9-F7F876D0920C}"/>
              </a:ext>
            </a:extLst>
          </p:cNvPr>
          <p:cNvSpPr txBox="1"/>
          <p:nvPr/>
        </p:nvSpPr>
        <p:spPr>
          <a:xfrm>
            <a:off x="393455" y="3516872"/>
            <a:ext cx="2188059" cy="215444"/>
          </a:xfrm>
          <a:prstGeom prst="rect">
            <a:avLst/>
          </a:prstGeom>
          <a:noFill/>
        </p:spPr>
        <p:txBody>
          <a:bodyPr wrap="square" lIns="0" tIns="0" rIns="0" bIns="0" rtlCol="0">
            <a:spAutoFit/>
          </a:bodyPr>
          <a:lstStyle/>
          <a:p>
            <a:r>
              <a:rPr lang="en-US" altLang="ko-KR" sz="1400" b="1" dirty="0">
                <a:latin typeface="Arial" panose="020B0604020202020204" pitchFamily="34" charset="0"/>
                <a:cs typeface="Arial" panose="020B0604020202020204" pitchFamily="34" charset="0"/>
              </a:rPr>
              <a:t>General Description</a:t>
            </a:r>
            <a:endParaRPr lang="ko-KR" altLang="en-US" sz="1400" b="1" dirty="0">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6675BEFE-2745-40D7-8726-3D0F5317B01B}"/>
              </a:ext>
            </a:extLst>
          </p:cNvPr>
          <p:cNvSpPr txBox="1"/>
          <p:nvPr/>
        </p:nvSpPr>
        <p:spPr>
          <a:xfrm>
            <a:off x="2581515" y="3516872"/>
            <a:ext cx="3905012" cy="3895618"/>
          </a:xfrm>
          <a:prstGeom prst="rect">
            <a:avLst/>
          </a:prstGeom>
          <a:noFill/>
        </p:spPr>
        <p:txBody>
          <a:bodyPr wrap="square" lIns="0" tIns="0" rIns="0" bIns="0" rtlCol="0">
            <a:spAutoFit/>
          </a:bodyPr>
          <a:lstStyle/>
          <a:p>
            <a:pPr algn="just">
              <a:lnSpc>
                <a:spcPct val="150000"/>
              </a:lnSpc>
            </a:pPr>
            <a:r>
              <a:rPr lang="en-US" altLang="ko-KR" sz="1000" dirty="0">
                <a:latin typeface="Arial" panose="020B0604020202020204" pitchFamily="34" charset="0"/>
                <a:cs typeface="Arial" panose="020B0604020202020204" pitchFamily="34" charset="0"/>
              </a:rPr>
              <a:t>The XC24R is a local dimming controller featuring 24 channels to drive its companion chips, XDR series LED drivers that act as the constant current sink for Color LEDs back-lighting solution. This controller interfaces with XDR series drivers through one serial line to send and receive the data to be needed for local dimming.</a:t>
            </a:r>
          </a:p>
          <a:p>
            <a:pPr algn="just">
              <a:lnSpc>
                <a:spcPct val="150000"/>
              </a:lnSpc>
            </a:pPr>
            <a:r>
              <a:rPr lang="en-US" altLang="ko-KR" sz="1000" dirty="0">
                <a:latin typeface="Arial" panose="020B0604020202020204" pitchFamily="34" charset="0"/>
                <a:cs typeface="Arial" panose="020B0604020202020204" pitchFamily="34" charset="0"/>
              </a:rPr>
              <a:t> </a:t>
            </a:r>
          </a:p>
          <a:p>
            <a:pPr algn="just">
              <a:lnSpc>
                <a:spcPct val="150000"/>
              </a:lnSpc>
            </a:pPr>
            <a:r>
              <a:rPr lang="en-US" altLang="ko-KR" sz="1000" dirty="0">
                <a:latin typeface="Arial" panose="020B0604020202020204" pitchFamily="34" charset="0"/>
                <a:cs typeface="Arial" panose="020B0604020202020204" pitchFamily="34" charset="0"/>
              </a:rPr>
              <a:t>The XC24R supports an SPI interface for communication with the host. Multiple XC24R devices can share the SPI bus, with each device selected by an individual Chip Select (CS) signal, allowing flexible expansion for large-scale local dimming applications.</a:t>
            </a:r>
          </a:p>
          <a:p>
            <a:pPr algn="just">
              <a:lnSpc>
                <a:spcPct val="150000"/>
              </a:lnSpc>
            </a:pPr>
            <a:endParaRPr lang="en-US" altLang="ko-KR" sz="1000" dirty="0">
              <a:latin typeface="Arial" panose="020B0604020202020204" pitchFamily="34" charset="0"/>
              <a:cs typeface="Arial" panose="020B0604020202020204" pitchFamily="34" charset="0"/>
            </a:endParaRPr>
          </a:p>
          <a:p>
            <a:pPr algn="just">
              <a:lnSpc>
                <a:spcPct val="150000"/>
              </a:lnSpc>
            </a:pPr>
            <a:r>
              <a:rPr lang="en-US" altLang="ko-KR" sz="1000" dirty="0">
                <a:latin typeface="Arial" panose="020B0604020202020204" pitchFamily="34" charset="0"/>
                <a:cs typeface="Arial" panose="020B0604020202020204" pitchFamily="34" charset="0"/>
              </a:rPr>
              <a:t>For raising up dimming controllability, XC24R supports the FB signal to efficiently control the LED power supply voltage and two interrupt pins, nINT_FAULT to indicate the fault events like as the thermal status, the open detection, the short detection and the feedback status, and nINT_LD to indicate the room of internal buffers for dimming data.</a:t>
            </a:r>
          </a:p>
        </p:txBody>
      </p:sp>
      <p:sp>
        <p:nvSpPr>
          <p:cNvPr id="33" name="TextBox 32">
            <a:extLst>
              <a:ext uri="{FF2B5EF4-FFF2-40B4-BE49-F238E27FC236}">
                <a16:creationId xmlns:a16="http://schemas.microsoft.com/office/drawing/2014/main" id="{014AD39C-3B16-4EC8-B3D3-D8F1117370B5}"/>
              </a:ext>
            </a:extLst>
          </p:cNvPr>
          <p:cNvSpPr txBox="1"/>
          <p:nvPr/>
        </p:nvSpPr>
        <p:spPr>
          <a:xfrm>
            <a:off x="2581515" y="2593025"/>
            <a:ext cx="3905012" cy="261610"/>
          </a:xfrm>
          <a:prstGeom prst="rect">
            <a:avLst/>
          </a:prstGeom>
          <a:noFill/>
        </p:spPr>
        <p:txBody>
          <a:bodyPr wrap="square" lIns="0" rtlCol="0">
            <a:spAutoFit/>
          </a:bodyPr>
          <a:lstStyle/>
          <a:p>
            <a:r>
              <a:rPr lang="en-US" altLang="ko-KR" sz="1100" b="1" dirty="0">
                <a:solidFill>
                  <a:schemeClr val="bg1">
                    <a:lumMod val="50000"/>
                  </a:schemeClr>
                </a:solidFill>
                <a:latin typeface="Arial" panose="020B0604020202020204" pitchFamily="34" charset="0"/>
                <a:cs typeface="Arial" panose="020B0604020202020204" pitchFamily="34" charset="0"/>
              </a:rPr>
              <a:t>24 Channels </a:t>
            </a:r>
            <a:endParaRPr lang="ko-KR" altLang="en-US" sz="1100" b="1" dirty="0">
              <a:solidFill>
                <a:schemeClr val="bg1">
                  <a:lumMod val="50000"/>
                </a:schemeClr>
              </a:solidFill>
              <a:latin typeface="Arial" panose="020B0604020202020204" pitchFamily="34" charset="0"/>
              <a:cs typeface="Arial" panose="020B0604020202020204" pitchFamily="34" charset="0"/>
            </a:endParaRPr>
          </a:p>
        </p:txBody>
      </p:sp>
      <p:sp>
        <p:nvSpPr>
          <p:cNvPr id="37" name="TextBox 36">
            <a:extLst>
              <a:ext uri="{FF2B5EF4-FFF2-40B4-BE49-F238E27FC236}">
                <a16:creationId xmlns:a16="http://schemas.microsoft.com/office/drawing/2014/main" id="{0C9D8F7A-0457-48C9-9A23-F46C4BDD3432}"/>
              </a:ext>
            </a:extLst>
          </p:cNvPr>
          <p:cNvSpPr txBox="1"/>
          <p:nvPr/>
        </p:nvSpPr>
        <p:spPr>
          <a:xfrm>
            <a:off x="393455" y="8083534"/>
            <a:ext cx="2188060" cy="215444"/>
          </a:xfrm>
          <a:prstGeom prst="rect">
            <a:avLst/>
          </a:prstGeom>
          <a:noFill/>
        </p:spPr>
        <p:txBody>
          <a:bodyPr wrap="square" lIns="0" tIns="0" rIns="0" bIns="0" rtlCol="0">
            <a:spAutoFit/>
          </a:bodyPr>
          <a:lstStyle/>
          <a:p>
            <a:r>
              <a:rPr lang="en-US" altLang="ko-KR" sz="1400" b="1" dirty="0">
                <a:latin typeface="Arial" panose="020B0604020202020204" pitchFamily="34" charset="0"/>
                <a:cs typeface="Arial" panose="020B0604020202020204" pitchFamily="34" charset="0"/>
              </a:rPr>
              <a:t>Application</a:t>
            </a:r>
            <a:endParaRPr lang="ko-KR" altLang="en-US" sz="1400" b="1"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8D67C485-ABE7-4B33-85EE-599EA97A8C6B}"/>
              </a:ext>
            </a:extLst>
          </p:cNvPr>
          <p:cNvSpPr txBox="1"/>
          <p:nvPr/>
        </p:nvSpPr>
        <p:spPr>
          <a:xfrm>
            <a:off x="2592872" y="8145090"/>
            <a:ext cx="3893655" cy="153888"/>
          </a:xfrm>
          <a:prstGeom prst="rect">
            <a:avLst/>
          </a:prstGeom>
          <a:noFill/>
        </p:spPr>
        <p:txBody>
          <a:bodyPr wrap="square" lIns="0" tIns="0" rIns="0" bIns="0" rtlCol="0">
            <a:spAutoFit/>
          </a:bodyPr>
          <a:lstStyle/>
          <a:p>
            <a:r>
              <a:rPr lang="en-US" altLang="ko-KR" sz="1000" dirty="0">
                <a:latin typeface="Arial" panose="020B0604020202020204" pitchFamily="34" charset="0"/>
                <a:cs typeface="Arial" panose="020B0604020202020204" pitchFamily="34" charset="0"/>
              </a:rPr>
              <a:t>Micro RGB LED back-lighting with local dimming control</a:t>
            </a:r>
          </a:p>
        </p:txBody>
      </p:sp>
      <p:grpSp>
        <p:nvGrpSpPr>
          <p:cNvPr id="2" name="그룹 1">
            <a:extLst>
              <a:ext uri="{FF2B5EF4-FFF2-40B4-BE49-F238E27FC236}">
                <a16:creationId xmlns:a16="http://schemas.microsoft.com/office/drawing/2014/main" id="{9153B2FF-5694-37BA-0B37-7E738B5883EB}"/>
              </a:ext>
            </a:extLst>
          </p:cNvPr>
          <p:cNvGrpSpPr/>
          <p:nvPr/>
        </p:nvGrpSpPr>
        <p:grpSpPr>
          <a:xfrm>
            <a:off x="4366818" y="433977"/>
            <a:ext cx="2088304" cy="752967"/>
            <a:chOff x="4136310" y="299116"/>
            <a:chExt cx="2597866" cy="873507"/>
          </a:xfrm>
        </p:grpSpPr>
        <p:pic>
          <p:nvPicPr>
            <p:cNvPr id="3" name="그림 2">
              <a:extLst>
                <a:ext uri="{FF2B5EF4-FFF2-40B4-BE49-F238E27FC236}">
                  <a16:creationId xmlns:a16="http://schemas.microsoft.com/office/drawing/2014/main" id="{0B5B2668-5086-431A-F3CB-772C61D190E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136310" y="299116"/>
              <a:ext cx="639895" cy="873507"/>
            </a:xfrm>
            <a:prstGeom prst="rect">
              <a:avLst/>
            </a:prstGeom>
          </p:spPr>
        </p:pic>
        <p:sp>
          <p:nvSpPr>
            <p:cNvPr id="7" name="TextBox 6">
              <a:extLst>
                <a:ext uri="{FF2B5EF4-FFF2-40B4-BE49-F238E27FC236}">
                  <a16:creationId xmlns:a16="http://schemas.microsoft.com/office/drawing/2014/main" id="{18A190E9-18EB-7596-AA96-DC20E8D207DA}"/>
                </a:ext>
              </a:extLst>
            </p:cNvPr>
            <p:cNvSpPr txBox="1"/>
            <p:nvPr/>
          </p:nvSpPr>
          <p:spPr>
            <a:xfrm>
              <a:off x="4604472" y="550651"/>
              <a:ext cx="2129704" cy="351840"/>
            </a:xfrm>
            <a:prstGeom prst="rect">
              <a:avLst/>
            </a:prstGeom>
            <a:noFill/>
          </p:spPr>
          <p:txBody>
            <a:bodyPr wrap="square" rtlCol="0">
              <a:spAutoFit/>
            </a:bodyPr>
            <a:lstStyle/>
            <a:p>
              <a:pPr defTabSz="841696" fontAlgn="auto" latinLnBrk="0">
                <a:spcBef>
                  <a:spcPts val="0"/>
                </a:spcBef>
                <a:spcAft>
                  <a:spcPts val="0"/>
                </a:spcAft>
                <a:defRPr/>
              </a:pPr>
              <a:r>
                <a:rPr kumimoji="0" lang="en-US" altLang="ko-KR" sz="1371" kern="0" dirty="0">
                  <a:solidFill>
                    <a:prstClr val="black"/>
                  </a:solidFill>
                  <a:latin typeface="Calibri"/>
                  <a:ea typeface="맑은 고딕" panose="020B0503020000020004" pitchFamily="50" charset="-127"/>
                </a:rPr>
                <a:t>Global Technologies</a:t>
              </a:r>
              <a:endParaRPr kumimoji="0" lang="ko-KR" altLang="en-US" sz="1371" kern="0" dirty="0">
                <a:solidFill>
                  <a:prstClr val="black"/>
                </a:solidFill>
                <a:latin typeface="Calibri"/>
                <a:ea typeface="맑은 고딕" panose="020B0503020000020004" pitchFamily="50" charset="-127"/>
              </a:endParaRPr>
            </a:p>
          </p:txBody>
        </p:sp>
      </p:grpSp>
    </p:spTree>
    <p:extLst>
      <p:ext uri="{BB962C8B-B14F-4D97-AF65-F5344CB8AC3E}">
        <p14:creationId xmlns:p14="http://schemas.microsoft.com/office/powerpoint/2010/main" val="1814179176"/>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5" name="TextBox 84">
            <a:extLst>
              <a:ext uri="{FF2B5EF4-FFF2-40B4-BE49-F238E27FC236}">
                <a16:creationId xmlns:a16="http://schemas.microsoft.com/office/drawing/2014/main" id="{F3D50322-94E0-446F-9F13-DCD22B08D5D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AC3E16D9-A788-49BA-8106-BEE884D02ED2}"/>
              </a:ext>
            </a:extLst>
          </p:cNvPr>
          <p:cNvSpPr txBox="1"/>
          <p:nvPr/>
        </p:nvSpPr>
        <p:spPr>
          <a:xfrm>
            <a:off x="413545" y="902696"/>
            <a:ext cx="603988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Features</a:t>
            </a:r>
            <a:endParaRPr lang="ko-KR" altLang="en-US" sz="12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67B32650-222D-4C35-A872-078653E302CE}"/>
              </a:ext>
            </a:extLst>
          </p:cNvPr>
          <p:cNvSpPr txBox="1"/>
          <p:nvPr/>
        </p:nvSpPr>
        <p:spPr>
          <a:xfrm>
            <a:off x="404814" y="1222934"/>
            <a:ext cx="6048622" cy="6276783"/>
          </a:xfrm>
          <a:prstGeom prst="rect">
            <a:avLst/>
          </a:prstGeom>
          <a:noFill/>
        </p:spPr>
        <p:txBody>
          <a:bodyPr wrap="square" lIns="0">
            <a:spAutoFit/>
          </a:bodyPr>
          <a:lstStyle/>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24 channels local dimming controller for the XD mono and RGB series LED drivers</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Flexible sizing for each channel</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up to 31 daisied LED drivers per channel</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up to 255 blocks dimming zone per channel</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up to 6,120 blocks dimming zone per XC24R</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SPI interface</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Supports SPI clock frequencies up to 30 MHz</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Supports multiple devices using individual Chip Select (CS) signals</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Supports packet error detection using an access counter and parity bit</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Configurable the serial communication baud-rate speed</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Internal OSC 35MHz with spread function for EMI reduction</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Configurable MCLK, using a external MCLK or internal OSC MCLK</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Configurable the serial data out skew between each channel for EMI reduction</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Frame synchronization support</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Fault events support of drivers through the interrupt function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Over-temperature event</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Open detection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Short detection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FB status for VLED power efficiency</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V</a:t>
            </a:r>
            <a:r>
              <a:rPr lang="en-US" altLang="ko-KR" sz="1000" baseline="-25000" dirty="0">
                <a:latin typeface="Arial" panose="020B0604020202020204" pitchFamily="34" charset="0"/>
                <a:cs typeface="Arial" panose="020B0604020202020204" pitchFamily="34" charset="0"/>
              </a:rPr>
              <a:t>DD</a:t>
            </a:r>
            <a:r>
              <a:rPr lang="en-US" altLang="ko-KR" sz="1000" dirty="0">
                <a:latin typeface="Arial" panose="020B0604020202020204" pitchFamily="34" charset="0"/>
                <a:cs typeface="Arial" panose="020B0604020202020204" pitchFamily="34" charset="0"/>
              </a:rPr>
              <a:t>, V</a:t>
            </a:r>
            <a:r>
              <a:rPr lang="en-US" altLang="ko-KR" sz="1000" baseline="-25000" dirty="0">
                <a:latin typeface="Arial" panose="020B0604020202020204" pitchFamily="34" charset="0"/>
                <a:cs typeface="Arial" panose="020B0604020202020204" pitchFamily="34" charset="0"/>
              </a:rPr>
              <a:t>15</a:t>
            </a:r>
            <a:r>
              <a:rPr lang="en-US" altLang="ko-KR" sz="1000" dirty="0">
                <a:latin typeface="Arial" panose="020B0604020202020204" pitchFamily="34" charset="0"/>
                <a:cs typeface="Arial" panose="020B0604020202020204" pitchFamily="34" charset="0"/>
              </a:rPr>
              <a:t> OV/UV detection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VSYNC missing detection</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12-bit DAC 3 channel for VLED control by FB</a:t>
            </a:r>
          </a:p>
          <a:p>
            <a:pPr marL="387450" indent="-108000">
              <a:lnSpc>
                <a:spcPct val="150000"/>
              </a:lnSpc>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Configurable Auto-controllability</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TTL-level input range</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Supply voltage 3.0V ~ 3.6V</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68-PIN QFN 8080 Package</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ESD protection, ESD</a:t>
            </a:r>
            <a:r>
              <a:rPr lang="en-US" altLang="ko-KR" sz="1000" baseline="-25000" dirty="0">
                <a:latin typeface="Arial" panose="020B0604020202020204" pitchFamily="34" charset="0"/>
                <a:cs typeface="Arial" panose="020B0604020202020204" pitchFamily="34" charset="0"/>
              </a:rPr>
              <a:t>HBM</a:t>
            </a:r>
            <a:r>
              <a:rPr lang="en-US" altLang="ko-KR" sz="1000" dirty="0">
                <a:latin typeface="Arial" panose="020B0604020202020204" pitchFamily="34" charset="0"/>
                <a:cs typeface="Arial" panose="020B0604020202020204" pitchFamily="34" charset="0"/>
              </a:rPr>
              <a:t>  (JEDEC JS-001-2017 Human Body Model) : ±2KV</a:t>
            </a:r>
          </a:p>
        </p:txBody>
      </p:sp>
    </p:spTree>
    <p:extLst>
      <p:ext uri="{BB962C8B-B14F-4D97-AF65-F5344CB8AC3E}">
        <p14:creationId xmlns:p14="http://schemas.microsoft.com/office/powerpoint/2010/main" val="4229424717"/>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258D35A-631D-4626-90DE-C1C5A9445CDD}"/>
              </a:ext>
            </a:extLst>
          </p:cNvPr>
          <p:cNvSpPr txBox="1"/>
          <p:nvPr/>
        </p:nvSpPr>
        <p:spPr>
          <a:xfrm>
            <a:off x="404689" y="5469733"/>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Application Circuit</a:t>
            </a:r>
            <a:endParaRPr lang="ko-KR" altLang="en-US" sz="1200" dirty="0">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AC3E16D9-A788-49BA-8106-BEE884D02ED2}"/>
              </a:ext>
            </a:extLst>
          </p:cNvPr>
          <p:cNvSpPr txBox="1"/>
          <p:nvPr/>
        </p:nvSpPr>
        <p:spPr>
          <a:xfrm>
            <a:off x="404814" y="90269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Block Diagram</a:t>
            </a:r>
            <a:endParaRPr lang="ko-KR" altLang="en-US" sz="1200"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AF2B3E30-863C-070C-E41A-5F4439A8AD3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sp>
        <p:nvSpPr>
          <p:cNvPr id="6" name="object 84">
            <a:extLst>
              <a:ext uri="{FF2B5EF4-FFF2-40B4-BE49-F238E27FC236}">
                <a16:creationId xmlns:a16="http://schemas.microsoft.com/office/drawing/2014/main" id="{85D13C26-F459-A64A-6983-FEE5D1F54A01}"/>
              </a:ext>
            </a:extLst>
          </p:cNvPr>
          <p:cNvSpPr txBox="1"/>
          <p:nvPr/>
        </p:nvSpPr>
        <p:spPr>
          <a:xfrm>
            <a:off x="2752853" y="4813422"/>
            <a:ext cx="1352293" cy="135550"/>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sz="881" b="1" spc="15" dirty="0">
                <a:solidFill>
                  <a:prstClr val="black"/>
                </a:solidFill>
                <a:latin typeface="Arial" panose="020B0604020202020204" pitchFamily="34" charset="0"/>
                <a:ea typeface="+mn-ea"/>
                <a:cs typeface="Arial" panose="020B0604020202020204" pitchFamily="34" charset="0"/>
              </a:rPr>
              <a:t>Figure 1. Block Diagram</a:t>
            </a:r>
          </a:p>
        </p:txBody>
      </p:sp>
      <p:sp>
        <p:nvSpPr>
          <p:cNvPr id="7" name="object 84">
            <a:extLst>
              <a:ext uri="{FF2B5EF4-FFF2-40B4-BE49-F238E27FC236}">
                <a16:creationId xmlns:a16="http://schemas.microsoft.com/office/drawing/2014/main" id="{64543194-3275-3C30-1D69-6014F71A7348}"/>
              </a:ext>
            </a:extLst>
          </p:cNvPr>
          <p:cNvSpPr txBox="1"/>
          <p:nvPr/>
        </p:nvSpPr>
        <p:spPr>
          <a:xfrm>
            <a:off x="2625254" y="8344173"/>
            <a:ext cx="1607492"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 </a:t>
            </a:r>
            <a:r>
              <a:rPr lang="en-US" altLang="ko-KR" sz="900" b="1" spc="15" dirty="0">
                <a:solidFill>
                  <a:prstClr val="black"/>
                </a:solidFill>
                <a:latin typeface="Arial" panose="020B0604020202020204" pitchFamily="34" charset="0"/>
                <a:cs typeface="Arial" panose="020B0604020202020204" pitchFamily="34" charset="0"/>
              </a:rPr>
              <a:t>2. </a:t>
            </a:r>
            <a:r>
              <a:rPr kumimoji="0" lang="en-US" sz="900" b="1" spc="15" dirty="0">
                <a:solidFill>
                  <a:prstClr val="black"/>
                </a:solidFill>
                <a:latin typeface="Arial" panose="020B0604020202020204" pitchFamily="34" charset="0"/>
                <a:ea typeface="+mn-ea"/>
                <a:cs typeface="Arial" panose="020B0604020202020204" pitchFamily="34" charset="0"/>
              </a:rPr>
              <a:t>Application Circuit</a:t>
            </a:r>
          </a:p>
        </p:txBody>
      </p:sp>
      <p:pic>
        <p:nvPicPr>
          <p:cNvPr id="5" name="그림 4">
            <a:extLst>
              <a:ext uri="{FF2B5EF4-FFF2-40B4-BE49-F238E27FC236}">
                <a16:creationId xmlns:a16="http://schemas.microsoft.com/office/drawing/2014/main" id="{DDDE70A3-C571-5549-00C1-6D0E94A40DAA}"/>
              </a:ext>
            </a:extLst>
          </p:cNvPr>
          <p:cNvPicPr>
            <a:picLocks noChangeAspect="1"/>
          </p:cNvPicPr>
          <p:nvPr/>
        </p:nvPicPr>
        <p:blipFill>
          <a:blip r:embed="rId2"/>
          <a:stretch>
            <a:fillRect/>
          </a:stretch>
        </p:blipFill>
        <p:spPr>
          <a:xfrm>
            <a:off x="438150" y="5953440"/>
            <a:ext cx="6045200" cy="2210421"/>
          </a:xfrm>
          <a:prstGeom prst="rect">
            <a:avLst/>
          </a:prstGeom>
        </p:spPr>
      </p:pic>
      <p:grpSp>
        <p:nvGrpSpPr>
          <p:cNvPr id="4" name="그룹 3">
            <a:extLst>
              <a:ext uri="{FF2B5EF4-FFF2-40B4-BE49-F238E27FC236}">
                <a16:creationId xmlns:a16="http://schemas.microsoft.com/office/drawing/2014/main" id="{5C8F4FBA-5241-0743-F4FB-BDDF7EDD8D8C}"/>
              </a:ext>
            </a:extLst>
          </p:cNvPr>
          <p:cNvGrpSpPr/>
          <p:nvPr/>
        </p:nvGrpSpPr>
        <p:grpSpPr>
          <a:xfrm>
            <a:off x="1228553" y="1216025"/>
            <a:ext cx="4215903" cy="3543052"/>
            <a:chOff x="1228553" y="1216025"/>
            <a:chExt cx="4215903" cy="3543052"/>
          </a:xfrm>
        </p:grpSpPr>
        <p:grpSp>
          <p:nvGrpSpPr>
            <p:cNvPr id="12" name="그룹 11">
              <a:extLst>
                <a:ext uri="{FF2B5EF4-FFF2-40B4-BE49-F238E27FC236}">
                  <a16:creationId xmlns:a16="http://schemas.microsoft.com/office/drawing/2014/main" id="{22507C01-0778-EFFF-52AB-0AA161564A18}"/>
                </a:ext>
              </a:extLst>
            </p:cNvPr>
            <p:cNvGrpSpPr/>
            <p:nvPr/>
          </p:nvGrpSpPr>
          <p:grpSpPr>
            <a:xfrm>
              <a:off x="1228553" y="1231077"/>
              <a:ext cx="4215903" cy="3528000"/>
              <a:chOff x="1228553" y="1231077"/>
              <a:chExt cx="4215903" cy="3528000"/>
            </a:xfrm>
          </p:grpSpPr>
          <p:grpSp>
            <p:nvGrpSpPr>
              <p:cNvPr id="9" name="그룹 8">
                <a:extLst>
                  <a:ext uri="{FF2B5EF4-FFF2-40B4-BE49-F238E27FC236}">
                    <a16:creationId xmlns:a16="http://schemas.microsoft.com/office/drawing/2014/main" id="{B7E0345B-B029-A12B-A8EB-7436771D0A02}"/>
                  </a:ext>
                </a:extLst>
              </p:cNvPr>
              <p:cNvGrpSpPr/>
              <p:nvPr/>
            </p:nvGrpSpPr>
            <p:grpSpPr>
              <a:xfrm>
                <a:off x="1228553" y="1231077"/>
                <a:ext cx="4215903" cy="3528000"/>
                <a:chOff x="1228553" y="1231077"/>
                <a:chExt cx="4215903" cy="3528000"/>
              </a:xfrm>
            </p:grpSpPr>
            <p:pic>
              <p:nvPicPr>
                <p:cNvPr id="25" name="그림 24">
                  <a:extLst>
                    <a:ext uri="{FF2B5EF4-FFF2-40B4-BE49-F238E27FC236}">
                      <a16:creationId xmlns:a16="http://schemas.microsoft.com/office/drawing/2014/main" id="{5409F15A-9CC5-348B-FBAF-EA050C478E9B}"/>
                    </a:ext>
                  </a:extLst>
                </p:cNvPr>
                <p:cNvPicPr>
                  <a:picLocks noChangeAspect="1"/>
                </p:cNvPicPr>
                <p:nvPr/>
              </p:nvPicPr>
              <p:blipFill>
                <a:blip r:embed="rId3"/>
                <a:stretch>
                  <a:fillRect/>
                </a:stretch>
              </p:blipFill>
              <p:spPr>
                <a:xfrm>
                  <a:off x="1228553" y="1231077"/>
                  <a:ext cx="4215903" cy="3528000"/>
                </a:xfrm>
                <a:prstGeom prst="rect">
                  <a:avLst/>
                </a:prstGeom>
              </p:spPr>
            </p:pic>
            <p:sp>
              <p:nvSpPr>
                <p:cNvPr id="8" name="TextBox 7">
                  <a:extLst>
                    <a:ext uri="{FF2B5EF4-FFF2-40B4-BE49-F238E27FC236}">
                      <a16:creationId xmlns:a16="http://schemas.microsoft.com/office/drawing/2014/main" id="{B5B4594E-3AD6-6BCE-0076-64142EF405D1}"/>
                    </a:ext>
                  </a:extLst>
                </p:cNvPr>
                <p:cNvSpPr txBox="1"/>
                <p:nvPr/>
              </p:nvSpPr>
              <p:spPr>
                <a:xfrm>
                  <a:off x="2245518" y="1982509"/>
                  <a:ext cx="266702" cy="165379"/>
                </a:xfrm>
                <a:prstGeom prst="rect">
                  <a:avLst/>
                </a:prstGeom>
                <a:solidFill>
                  <a:schemeClr val="bg1"/>
                </a:solidFill>
              </p:spPr>
              <p:txBody>
                <a:bodyPr wrap="square" lIns="0" tIns="0" rIns="0" bIns="0" rtlCol="0" anchor="ctr">
                  <a:noAutofit/>
                </a:bodyPr>
                <a:lstStyle/>
                <a:p>
                  <a:pPr algn="ctr">
                    <a:lnSpc>
                      <a:spcPts val="600"/>
                    </a:lnSpc>
                  </a:pPr>
                  <a:r>
                    <a:rPr lang="en-US" altLang="ko-KR" sz="650" dirty="0">
                      <a:solidFill>
                        <a:schemeClr val="tx1">
                          <a:lumMod val="65000"/>
                          <a:lumOff val="35000"/>
                        </a:schemeClr>
                      </a:solidFill>
                    </a:rPr>
                    <a:t>OSC</a:t>
                  </a:r>
                </a:p>
                <a:p>
                  <a:pPr algn="ctr">
                    <a:lnSpc>
                      <a:spcPts val="600"/>
                    </a:lnSpc>
                  </a:pPr>
                  <a:r>
                    <a:rPr lang="en-US" altLang="ko-KR" sz="650" dirty="0">
                      <a:solidFill>
                        <a:schemeClr val="tx1">
                          <a:lumMod val="65000"/>
                          <a:lumOff val="35000"/>
                        </a:schemeClr>
                      </a:solidFill>
                    </a:rPr>
                    <a:t>35MHz</a:t>
                  </a:r>
                  <a:endParaRPr lang="ko-KR" altLang="en-US" sz="650" dirty="0">
                    <a:solidFill>
                      <a:schemeClr val="tx1">
                        <a:lumMod val="65000"/>
                        <a:lumOff val="35000"/>
                      </a:schemeClr>
                    </a:solidFill>
                  </a:endParaRPr>
                </a:p>
              </p:txBody>
            </p:sp>
          </p:grpSp>
          <p:sp>
            <p:nvSpPr>
              <p:cNvPr id="11" name="TextBox 10">
                <a:extLst>
                  <a:ext uri="{FF2B5EF4-FFF2-40B4-BE49-F238E27FC236}">
                    <a16:creationId xmlns:a16="http://schemas.microsoft.com/office/drawing/2014/main" id="{0B347667-6A42-7197-0708-7BA122E0A15F}"/>
                  </a:ext>
                </a:extLst>
              </p:cNvPr>
              <p:cNvSpPr txBox="1"/>
              <p:nvPr/>
            </p:nvSpPr>
            <p:spPr>
              <a:xfrm>
                <a:off x="3219450" y="2697958"/>
                <a:ext cx="414337" cy="143052"/>
              </a:xfrm>
              <a:prstGeom prst="rect">
                <a:avLst/>
              </a:prstGeom>
              <a:solidFill>
                <a:schemeClr val="bg1"/>
              </a:solidFill>
            </p:spPr>
            <p:txBody>
              <a:bodyPr wrap="square" lIns="0" tIns="0" rIns="0" bIns="0" rtlCol="0">
                <a:spAutoFit/>
              </a:bodyPr>
              <a:lstStyle/>
              <a:p>
                <a:pPr algn="ctr">
                  <a:lnSpc>
                    <a:spcPts val="1100"/>
                  </a:lnSpc>
                </a:pPr>
                <a:r>
                  <a:rPr lang="en-US" altLang="ko-KR" sz="1050" b="1" dirty="0"/>
                  <a:t>XC24R</a:t>
                </a:r>
                <a:endParaRPr lang="ko-KR" altLang="en-US" sz="1050" b="1" dirty="0"/>
              </a:p>
            </p:txBody>
          </p:sp>
        </p:grpSp>
        <p:sp>
          <p:nvSpPr>
            <p:cNvPr id="3" name="TextBox 2">
              <a:extLst>
                <a:ext uri="{FF2B5EF4-FFF2-40B4-BE49-F238E27FC236}">
                  <a16:creationId xmlns:a16="http://schemas.microsoft.com/office/drawing/2014/main" id="{D4260D64-9F54-59B2-92D7-3EBE1AAFA3E8}"/>
                </a:ext>
              </a:extLst>
            </p:cNvPr>
            <p:cNvSpPr txBox="1"/>
            <p:nvPr/>
          </p:nvSpPr>
          <p:spPr>
            <a:xfrm>
              <a:off x="1854200" y="1216025"/>
              <a:ext cx="333375" cy="159462"/>
            </a:xfrm>
            <a:prstGeom prst="rect">
              <a:avLst/>
            </a:prstGeom>
            <a:solidFill>
              <a:schemeClr val="bg1"/>
            </a:solidFill>
          </p:spPr>
          <p:txBody>
            <a:bodyPr wrap="square" lIns="36000" tIns="36000" rIns="36000" bIns="0" rtlCol="0">
              <a:spAutoFit/>
            </a:bodyPr>
            <a:lstStyle/>
            <a:p>
              <a:r>
                <a:rPr lang="en-US" altLang="ko-KR" sz="800" dirty="0"/>
                <a:t>+3.3V</a:t>
              </a:r>
              <a:endParaRPr lang="ko-KR" altLang="en-US" sz="800" dirty="0"/>
            </a:p>
          </p:txBody>
        </p:sp>
      </p:grpSp>
    </p:spTree>
    <p:extLst>
      <p:ext uri="{BB962C8B-B14F-4D97-AF65-F5344CB8AC3E}">
        <p14:creationId xmlns:p14="http://schemas.microsoft.com/office/powerpoint/2010/main" val="7455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0" name="그룹 449">
            <a:extLst>
              <a:ext uri="{FF2B5EF4-FFF2-40B4-BE49-F238E27FC236}">
                <a16:creationId xmlns:a16="http://schemas.microsoft.com/office/drawing/2014/main" id="{CCC97D26-CC5D-06CE-6BEA-C971B136F1F6}"/>
              </a:ext>
            </a:extLst>
          </p:cNvPr>
          <p:cNvGrpSpPr/>
          <p:nvPr/>
        </p:nvGrpSpPr>
        <p:grpSpPr>
          <a:xfrm>
            <a:off x="1103219" y="1110318"/>
            <a:ext cx="4756332" cy="4529035"/>
            <a:chOff x="870850" y="412741"/>
            <a:chExt cx="5116300" cy="4871800"/>
          </a:xfrm>
        </p:grpSpPr>
        <p:grpSp>
          <p:nvGrpSpPr>
            <p:cNvPr id="451" name="그룹 450">
              <a:extLst>
                <a:ext uri="{FF2B5EF4-FFF2-40B4-BE49-F238E27FC236}">
                  <a16:creationId xmlns:a16="http://schemas.microsoft.com/office/drawing/2014/main" id="{41F127BA-D238-D5E7-CB96-0463EDF8D6ED}"/>
                </a:ext>
              </a:extLst>
            </p:cNvPr>
            <p:cNvGrpSpPr/>
            <p:nvPr/>
          </p:nvGrpSpPr>
          <p:grpSpPr>
            <a:xfrm>
              <a:off x="1492723" y="1175789"/>
              <a:ext cx="198416" cy="3129168"/>
              <a:chOff x="1411072" y="1125685"/>
              <a:chExt cx="198416" cy="3129168"/>
            </a:xfrm>
          </p:grpSpPr>
          <p:sp>
            <p:nvSpPr>
              <p:cNvPr id="653" name="직사각형 652">
                <a:extLst>
                  <a:ext uri="{FF2B5EF4-FFF2-40B4-BE49-F238E27FC236}">
                    <a16:creationId xmlns:a16="http://schemas.microsoft.com/office/drawing/2014/main" id="{3AF03BCD-9D40-E9DE-13B0-A4B8AAF6FF29}"/>
                  </a:ext>
                </a:extLst>
              </p:cNvPr>
              <p:cNvSpPr>
                <a:spLocks/>
              </p:cNvSpPr>
              <p:nvPr/>
            </p:nvSpPr>
            <p:spPr>
              <a:xfrm>
                <a:off x="1411072" y="1125685"/>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700" b="1" dirty="0">
                  <a:solidFill>
                    <a:schemeClr val="tx1"/>
                  </a:solidFill>
                  <a:latin typeface="+mj-ea"/>
                  <a:ea typeface="+mj-ea"/>
                </a:endParaRPr>
              </a:p>
            </p:txBody>
          </p:sp>
          <p:sp>
            <p:nvSpPr>
              <p:cNvPr id="654" name="직사각형 653">
                <a:extLst>
                  <a:ext uri="{FF2B5EF4-FFF2-40B4-BE49-F238E27FC236}">
                    <a16:creationId xmlns:a16="http://schemas.microsoft.com/office/drawing/2014/main" id="{053CD407-9239-6977-E822-95427700BA46}"/>
                  </a:ext>
                </a:extLst>
              </p:cNvPr>
              <p:cNvSpPr>
                <a:spLocks/>
              </p:cNvSpPr>
              <p:nvPr/>
            </p:nvSpPr>
            <p:spPr>
              <a:xfrm>
                <a:off x="1411072" y="1314189"/>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5" name="직사각형 654">
                <a:extLst>
                  <a:ext uri="{FF2B5EF4-FFF2-40B4-BE49-F238E27FC236}">
                    <a16:creationId xmlns:a16="http://schemas.microsoft.com/office/drawing/2014/main" id="{4A7860C7-69BD-5321-31BF-A358B1CFA5C4}"/>
                  </a:ext>
                </a:extLst>
              </p:cNvPr>
              <p:cNvSpPr>
                <a:spLocks/>
              </p:cNvSpPr>
              <p:nvPr/>
            </p:nvSpPr>
            <p:spPr>
              <a:xfrm>
                <a:off x="1411072" y="1502693"/>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6" name="직사각형 655">
                <a:extLst>
                  <a:ext uri="{FF2B5EF4-FFF2-40B4-BE49-F238E27FC236}">
                    <a16:creationId xmlns:a16="http://schemas.microsoft.com/office/drawing/2014/main" id="{CCC19456-5832-7A86-70F6-31C2968F639D}"/>
                  </a:ext>
                </a:extLst>
              </p:cNvPr>
              <p:cNvSpPr>
                <a:spLocks/>
              </p:cNvSpPr>
              <p:nvPr/>
            </p:nvSpPr>
            <p:spPr>
              <a:xfrm>
                <a:off x="1411072" y="1691197"/>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7" name="직사각형 656">
                <a:extLst>
                  <a:ext uri="{FF2B5EF4-FFF2-40B4-BE49-F238E27FC236}">
                    <a16:creationId xmlns:a16="http://schemas.microsoft.com/office/drawing/2014/main" id="{F5E36CB4-641A-0869-A181-87A697667548}"/>
                  </a:ext>
                </a:extLst>
              </p:cNvPr>
              <p:cNvSpPr>
                <a:spLocks/>
              </p:cNvSpPr>
              <p:nvPr/>
            </p:nvSpPr>
            <p:spPr>
              <a:xfrm>
                <a:off x="1411072" y="1879702"/>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8" name="직사각형 657">
                <a:extLst>
                  <a:ext uri="{FF2B5EF4-FFF2-40B4-BE49-F238E27FC236}">
                    <a16:creationId xmlns:a16="http://schemas.microsoft.com/office/drawing/2014/main" id="{C44F2EA2-F308-BA71-731F-9C52B983593F}"/>
                  </a:ext>
                </a:extLst>
              </p:cNvPr>
              <p:cNvSpPr>
                <a:spLocks/>
              </p:cNvSpPr>
              <p:nvPr/>
            </p:nvSpPr>
            <p:spPr>
              <a:xfrm>
                <a:off x="1411072" y="2068206"/>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9" name="직사각형 658">
                <a:extLst>
                  <a:ext uri="{FF2B5EF4-FFF2-40B4-BE49-F238E27FC236}">
                    <a16:creationId xmlns:a16="http://schemas.microsoft.com/office/drawing/2014/main" id="{EA4C3755-7A57-BB1B-4F1D-260B78547014}"/>
                  </a:ext>
                </a:extLst>
              </p:cNvPr>
              <p:cNvSpPr>
                <a:spLocks/>
              </p:cNvSpPr>
              <p:nvPr/>
            </p:nvSpPr>
            <p:spPr>
              <a:xfrm>
                <a:off x="1411072" y="2256710"/>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0" name="직사각형 659">
                <a:extLst>
                  <a:ext uri="{FF2B5EF4-FFF2-40B4-BE49-F238E27FC236}">
                    <a16:creationId xmlns:a16="http://schemas.microsoft.com/office/drawing/2014/main" id="{226CAF51-6AC5-5439-F1E9-31467D90534F}"/>
                  </a:ext>
                </a:extLst>
              </p:cNvPr>
              <p:cNvSpPr>
                <a:spLocks/>
              </p:cNvSpPr>
              <p:nvPr/>
            </p:nvSpPr>
            <p:spPr>
              <a:xfrm>
                <a:off x="1411072" y="2445214"/>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1" name="직사각형 660">
                <a:extLst>
                  <a:ext uri="{FF2B5EF4-FFF2-40B4-BE49-F238E27FC236}">
                    <a16:creationId xmlns:a16="http://schemas.microsoft.com/office/drawing/2014/main" id="{1F4BF13E-8A68-9E3D-DCB4-AA73D702E987}"/>
                  </a:ext>
                </a:extLst>
              </p:cNvPr>
              <p:cNvSpPr>
                <a:spLocks/>
              </p:cNvSpPr>
              <p:nvPr/>
            </p:nvSpPr>
            <p:spPr>
              <a:xfrm>
                <a:off x="1411072" y="2633718"/>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2" name="직사각형 661">
                <a:extLst>
                  <a:ext uri="{FF2B5EF4-FFF2-40B4-BE49-F238E27FC236}">
                    <a16:creationId xmlns:a16="http://schemas.microsoft.com/office/drawing/2014/main" id="{6EB7B2A1-F6FF-FA54-8986-F524F19665C7}"/>
                  </a:ext>
                </a:extLst>
              </p:cNvPr>
              <p:cNvSpPr>
                <a:spLocks/>
              </p:cNvSpPr>
              <p:nvPr/>
            </p:nvSpPr>
            <p:spPr>
              <a:xfrm>
                <a:off x="1411072" y="2822222"/>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3" name="직사각형 662">
                <a:extLst>
                  <a:ext uri="{FF2B5EF4-FFF2-40B4-BE49-F238E27FC236}">
                    <a16:creationId xmlns:a16="http://schemas.microsoft.com/office/drawing/2014/main" id="{54EB8CDD-A67E-3AAE-E0E2-6043B3FA7F43}"/>
                  </a:ext>
                </a:extLst>
              </p:cNvPr>
              <p:cNvSpPr>
                <a:spLocks/>
              </p:cNvSpPr>
              <p:nvPr/>
            </p:nvSpPr>
            <p:spPr>
              <a:xfrm>
                <a:off x="1411072" y="3010727"/>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4" name="직사각형 663">
                <a:extLst>
                  <a:ext uri="{FF2B5EF4-FFF2-40B4-BE49-F238E27FC236}">
                    <a16:creationId xmlns:a16="http://schemas.microsoft.com/office/drawing/2014/main" id="{CAA8AACA-77C0-C586-67A8-705956ABDC4D}"/>
                  </a:ext>
                </a:extLst>
              </p:cNvPr>
              <p:cNvSpPr>
                <a:spLocks/>
              </p:cNvSpPr>
              <p:nvPr/>
            </p:nvSpPr>
            <p:spPr>
              <a:xfrm>
                <a:off x="1411072" y="3199231"/>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5" name="직사각형 664">
                <a:extLst>
                  <a:ext uri="{FF2B5EF4-FFF2-40B4-BE49-F238E27FC236}">
                    <a16:creationId xmlns:a16="http://schemas.microsoft.com/office/drawing/2014/main" id="{01D44196-8269-11CD-7428-2662B2E50C68}"/>
                  </a:ext>
                </a:extLst>
              </p:cNvPr>
              <p:cNvSpPr>
                <a:spLocks/>
              </p:cNvSpPr>
              <p:nvPr/>
            </p:nvSpPr>
            <p:spPr>
              <a:xfrm>
                <a:off x="1411072" y="3387735"/>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6" name="직사각형 665">
                <a:extLst>
                  <a:ext uri="{FF2B5EF4-FFF2-40B4-BE49-F238E27FC236}">
                    <a16:creationId xmlns:a16="http://schemas.microsoft.com/office/drawing/2014/main" id="{7AEBF768-2765-D77D-62E7-30370AAB65D6}"/>
                  </a:ext>
                </a:extLst>
              </p:cNvPr>
              <p:cNvSpPr>
                <a:spLocks/>
              </p:cNvSpPr>
              <p:nvPr/>
            </p:nvSpPr>
            <p:spPr>
              <a:xfrm>
                <a:off x="1411072" y="3576239"/>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7" name="직사각형 666">
                <a:extLst>
                  <a:ext uri="{FF2B5EF4-FFF2-40B4-BE49-F238E27FC236}">
                    <a16:creationId xmlns:a16="http://schemas.microsoft.com/office/drawing/2014/main" id="{B9544A01-1263-1D61-299D-27D23FC46296}"/>
                  </a:ext>
                </a:extLst>
              </p:cNvPr>
              <p:cNvSpPr>
                <a:spLocks/>
              </p:cNvSpPr>
              <p:nvPr/>
            </p:nvSpPr>
            <p:spPr>
              <a:xfrm>
                <a:off x="1411072" y="3764743"/>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8" name="직사각형 667">
                <a:extLst>
                  <a:ext uri="{FF2B5EF4-FFF2-40B4-BE49-F238E27FC236}">
                    <a16:creationId xmlns:a16="http://schemas.microsoft.com/office/drawing/2014/main" id="{57319CC2-4E4F-FDC1-7FDD-A18B4F95D7F4}"/>
                  </a:ext>
                </a:extLst>
              </p:cNvPr>
              <p:cNvSpPr>
                <a:spLocks/>
              </p:cNvSpPr>
              <p:nvPr/>
            </p:nvSpPr>
            <p:spPr>
              <a:xfrm>
                <a:off x="1411072" y="3953247"/>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9" name="직사각형 668">
                <a:extLst>
                  <a:ext uri="{FF2B5EF4-FFF2-40B4-BE49-F238E27FC236}">
                    <a16:creationId xmlns:a16="http://schemas.microsoft.com/office/drawing/2014/main" id="{55D61E63-C7A4-5557-D050-025FBDD679C8}"/>
                  </a:ext>
                </a:extLst>
              </p:cNvPr>
              <p:cNvSpPr>
                <a:spLocks/>
              </p:cNvSpPr>
              <p:nvPr/>
            </p:nvSpPr>
            <p:spPr>
              <a:xfrm>
                <a:off x="1411072" y="4141746"/>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grpSp>
        <p:grpSp>
          <p:nvGrpSpPr>
            <p:cNvPr id="452" name="그룹 451">
              <a:extLst>
                <a:ext uri="{FF2B5EF4-FFF2-40B4-BE49-F238E27FC236}">
                  <a16:creationId xmlns:a16="http://schemas.microsoft.com/office/drawing/2014/main" id="{0D6B0BF6-99D2-652B-2E3A-6FF425D00FEC}"/>
                </a:ext>
              </a:extLst>
            </p:cNvPr>
            <p:cNvGrpSpPr>
              <a:grpSpLocks/>
            </p:cNvGrpSpPr>
            <p:nvPr/>
          </p:nvGrpSpPr>
          <p:grpSpPr>
            <a:xfrm>
              <a:off x="5056484" y="1175789"/>
              <a:ext cx="198416" cy="3129168"/>
              <a:chOff x="661585" y="1964532"/>
              <a:chExt cx="167090" cy="2635133"/>
            </a:xfrm>
          </p:grpSpPr>
          <p:sp>
            <p:nvSpPr>
              <p:cNvPr id="636" name="직사각형 635">
                <a:extLst>
                  <a:ext uri="{FF2B5EF4-FFF2-40B4-BE49-F238E27FC236}">
                    <a16:creationId xmlns:a16="http://schemas.microsoft.com/office/drawing/2014/main" id="{E8363B67-6B3C-60B3-9117-B756F0C2D9E3}"/>
                  </a:ext>
                </a:extLst>
              </p:cNvPr>
              <p:cNvSpPr>
                <a:spLocks/>
              </p:cNvSpPr>
              <p:nvPr/>
            </p:nvSpPr>
            <p:spPr>
              <a:xfrm>
                <a:off x="661585" y="196453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7" name="직사각형 636">
                <a:extLst>
                  <a:ext uri="{FF2B5EF4-FFF2-40B4-BE49-F238E27FC236}">
                    <a16:creationId xmlns:a16="http://schemas.microsoft.com/office/drawing/2014/main" id="{E52D684A-CA32-2F67-1271-803B66FB7691}"/>
                  </a:ext>
                </a:extLst>
              </p:cNvPr>
              <p:cNvSpPr>
                <a:spLocks/>
              </p:cNvSpPr>
              <p:nvPr/>
            </p:nvSpPr>
            <p:spPr>
              <a:xfrm>
                <a:off x="661585" y="212327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8" name="직사각형 637">
                <a:extLst>
                  <a:ext uri="{FF2B5EF4-FFF2-40B4-BE49-F238E27FC236}">
                    <a16:creationId xmlns:a16="http://schemas.microsoft.com/office/drawing/2014/main" id="{F543D215-B4CB-0D1D-73CB-3A868C03BFCE}"/>
                  </a:ext>
                </a:extLst>
              </p:cNvPr>
              <p:cNvSpPr>
                <a:spLocks/>
              </p:cNvSpPr>
              <p:nvPr/>
            </p:nvSpPr>
            <p:spPr>
              <a:xfrm>
                <a:off x="661585" y="228201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9" name="직사각형 638">
                <a:extLst>
                  <a:ext uri="{FF2B5EF4-FFF2-40B4-BE49-F238E27FC236}">
                    <a16:creationId xmlns:a16="http://schemas.microsoft.com/office/drawing/2014/main" id="{3CACE739-AE74-9AE1-47AC-CF683B3DC9A1}"/>
                  </a:ext>
                </a:extLst>
              </p:cNvPr>
              <p:cNvSpPr>
                <a:spLocks/>
              </p:cNvSpPr>
              <p:nvPr/>
            </p:nvSpPr>
            <p:spPr>
              <a:xfrm>
                <a:off x="661585" y="244076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0" name="직사각형 639">
                <a:extLst>
                  <a:ext uri="{FF2B5EF4-FFF2-40B4-BE49-F238E27FC236}">
                    <a16:creationId xmlns:a16="http://schemas.microsoft.com/office/drawing/2014/main" id="{16B7C844-F264-FDDF-C918-77563B906219}"/>
                  </a:ext>
                </a:extLst>
              </p:cNvPr>
              <p:cNvSpPr>
                <a:spLocks/>
              </p:cNvSpPr>
              <p:nvPr/>
            </p:nvSpPr>
            <p:spPr>
              <a:xfrm>
                <a:off x="661585" y="259950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1" name="직사각형 640">
                <a:extLst>
                  <a:ext uri="{FF2B5EF4-FFF2-40B4-BE49-F238E27FC236}">
                    <a16:creationId xmlns:a16="http://schemas.microsoft.com/office/drawing/2014/main" id="{B2FE32CB-26E2-E99F-8908-6C33E941D939}"/>
                  </a:ext>
                </a:extLst>
              </p:cNvPr>
              <p:cNvSpPr>
                <a:spLocks/>
              </p:cNvSpPr>
              <p:nvPr/>
            </p:nvSpPr>
            <p:spPr>
              <a:xfrm>
                <a:off x="661585" y="275824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2" name="직사각형 641">
                <a:extLst>
                  <a:ext uri="{FF2B5EF4-FFF2-40B4-BE49-F238E27FC236}">
                    <a16:creationId xmlns:a16="http://schemas.microsoft.com/office/drawing/2014/main" id="{F27F7F21-FDCB-689D-DC15-A616932D826D}"/>
                  </a:ext>
                </a:extLst>
              </p:cNvPr>
              <p:cNvSpPr>
                <a:spLocks/>
              </p:cNvSpPr>
              <p:nvPr/>
            </p:nvSpPr>
            <p:spPr>
              <a:xfrm>
                <a:off x="661585" y="2916990"/>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3" name="직사각형 642">
                <a:extLst>
                  <a:ext uri="{FF2B5EF4-FFF2-40B4-BE49-F238E27FC236}">
                    <a16:creationId xmlns:a16="http://schemas.microsoft.com/office/drawing/2014/main" id="{DED07BF6-DA4A-EB27-7D01-97AEBA0D5C5D}"/>
                  </a:ext>
                </a:extLst>
              </p:cNvPr>
              <p:cNvSpPr>
                <a:spLocks/>
              </p:cNvSpPr>
              <p:nvPr/>
            </p:nvSpPr>
            <p:spPr>
              <a:xfrm>
                <a:off x="661585" y="3075733"/>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4" name="직사각형 643">
                <a:extLst>
                  <a:ext uri="{FF2B5EF4-FFF2-40B4-BE49-F238E27FC236}">
                    <a16:creationId xmlns:a16="http://schemas.microsoft.com/office/drawing/2014/main" id="{2F83BFBB-97FE-98C2-3B74-266B06DD9829}"/>
                  </a:ext>
                </a:extLst>
              </p:cNvPr>
              <p:cNvSpPr>
                <a:spLocks/>
              </p:cNvSpPr>
              <p:nvPr/>
            </p:nvSpPr>
            <p:spPr>
              <a:xfrm>
                <a:off x="661585" y="3234476"/>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5" name="직사각형 644">
                <a:extLst>
                  <a:ext uri="{FF2B5EF4-FFF2-40B4-BE49-F238E27FC236}">
                    <a16:creationId xmlns:a16="http://schemas.microsoft.com/office/drawing/2014/main" id="{8F757481-DBDB-3447-71A6-9397C243AEC5}"/>
                  </a:ext>
                </a:extLst>
              </p:cNvPr>
              <p:cNvSpPr>
                <a:spLocks/>
              </p:cNvSpPr>
              <p:nvPr/>
            </p:nvSpPr>
            <p:spPr>
              <a:xfrm>
                <a:off x="661585" y="3393219"/>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6" name="직사각형 645">
                <a:extLst>
                  <a:ext uri="{FF2B5EF4-FFF2-40B4-BE49-F238E27FC236}">
                    <a16:creationId xmlns:a16="http://schemas.microsoft.com/office/drawing/2014/main" id="{A0F80C36-C6E7-A908-7002-07FB5BAA8DAF}"/>
                  </a:ext>
                </a:extLst>
              </p:cNvPr>
              <p:cNvSpPr>
                <a:spLocks/>
              </p:cNvSpPr>
              <p:nvPr/>
            </p:nvSpPr>
            <p:spPr>
              <a:xfrm>
                <a:off x="661585" y="355196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7" name="직사각형 646">
                <a:extLst>
                  <a:ext uri="{FF2B5EF4-FFF2-40B4-BE49-F238E27FC236}">
                    <a16:creationId xmlns:a16="http://schemas.microsoft.com/office/drawing/2014/main" id="{3CAA146E-B664-F9E4-03B7-B3DD803590B3}"/>
                  </a:ext>
                </a:extLst>
              </p:cNvPr>
              <p:cNvSpPr>
                <a:spLocks/>
              </p:cNvSpPr>
              <p:nvPr/>
            </p:nvSpPr>
            <p:spPr>
              <a:xfrm>
                <a:off x="661585" y="371070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8" name="직사각형 647">
                <a:extLst>
                  <a:ext uri="{FF2B5EF4-FFF2-40B4-BE49-F238E27FC236}">
                    <a16:creationId xmlns:a16="http://schemas.microsoft.com/office/drawing/2014/main" id="{E4517409-E5BC-C99F-5E4E-72129321A266}"/>
                  </a:ext>
                </a:extLst>
              </p:cNvPr>
              <p:cNvSpPr>
                <a:spLocks/>
              </p:cNvSpPr>
              <p:nvPr/>
            </p:nvSpPr>
            <p:spPr>
              <a:xfrm>
                <a:off x="661585" y="386944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9" name="직사각형 648">
                <a:extLst>
                  <a:ext uri="{FF2B5EF4-FFF2-40B4-BE49-F238E27FC236}">
                    <a16:creationId xmlns:a16="http://schemas.microsoft.com/office/drawing/2014/main" id="{C3F03BA5-0EE0-FAAC-E17F-A3736C881386}"/>
                  </a:ext>
                </a:extLst>
              </p:cNvPr>
              <p:cNvSpPr>
                <a:spLocks/>
              </p:cNvSpPr>
              <p:nvPr/>
            </p:nvSpPr>
            <p:spPr>
              <a:xfrm>
                <a:off x="661585" y="402819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50" name="직사각형 649">
                <a:extLst>
                  <a:ext uri="{FF2B5EF4-FFF2-40B4-BE49-F238E27FC236}">
                    <a16:creationId xmlns:a16="http://schemas.microsoft.com/office/drawing/2014/main" id="{8BD62059-E870-C0E1-3328-E3F226044B0E}"/>
                  </a:ext>
                </a:extLst>
              </p:cNvPr>
              <p:cNvSpPr>
                <a:spLocks/>
              </p:cNvSpPr>
              <p:nvPr/>
            </p:nvSpPr>
            <p:spPr>
              <a:xfrm>
                <a:off x="661585" y="418693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51" name="직사각형 650">
                <a:extLst>
                  <a:ext uri="{FF2B5EF4-FFF2-40B4-BE49-F238E27FC236}">
                    <a16:creationId xmlns:a16="http://schemas.microsoft.com/office/drawing/2014/main" id="{18F98D99-353C-3FF6-1819-26A8FE850B84}"/>
                  </a:ext>
                </a:extLst>
              </p:cNvPr>
              <p:cNvSpPr>
                <a:spLocks/>
              </p:cNvSpPr>
              <p:nvPr/>
            </p:nvSpPr>
            <p:spPr>
              <a:xfrm>
                <a:off x="661585" y="434567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52" name="직사각형 651">
                <a:extLst>
                  <a:ext uri="{FF2B5EF4-FFF2-40B4-BE49-F238E27FC236}">
                    <a16:creationId xmlns:a16="http://schemas.microsoft.com/office/drawing/2014/main" id="{DF451CF6-708B-43F8-1FDC-E6F1F81BCEBB}"/>
                  </a:ext>
                </a:extLst>
              </p:cNvPr>
              <p:cNvSpPr>
                <a:spLocks/>
              </p:cNvSpPr>
              <p:nvPr/>
            </p:nvSpPr>
            <p:spPr>
              <a:xfrm>
                <a:off x="661585" y="450441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453" name="그룹 452">
              <a:extLst>
                <a:ext uri="{FF2B5EF4-FFF2-40B4-BE49-F238E27FC236}">
                  <a16:creationId xmlns:a16="http://schemas.microsoft.com/office/drawing/2014/main" id="{CCF6C48E-9653-0060-413F-FDC6698879A4}"/>
                </a:ext>
              </a:extLst>
            </p:cNvPr>
            <p:cNvGrpSpPr>
              <a:grpSpLocks/>
            </p:cNvGrpSpPr>
            <p:nvPr/>
          </p:nvGrpSpPr>
          <p:grpSpPr>
            <a:xfrm rot="16200000">
              <a:off x="3274603" y="-606092"/>
              <a:ext cx="198416" cy="3129168"/>
              <a:chOff x="661585" y="1964532"/>
              <a:chExt cx="167090" cy="2635133"/>
            </a:xfrm>
          </p:grpSpPr>
          <p:sp>
            <p:nvSpPr>
              <p:cNvPr id="619" name="직사각형 618">
                <a:extLst>
                  <a:ext uri="{FF2B5EF4-FFF2-40B4-BE49-F238E27FC236}">
                    <a16:creationId xmlns:a16="http://schemas.microsoft.com/office/drawing/2014/main" id="{C1DDD5E9-E831-B4D5-586D-0DAA1C489333}"/>
                  </a:ext>
                </a:extLst>
              </p:cNvPr>
              <p:cNvSpPr>
                <a:spLocks/>
              </p:cNvSpPr>
              <p:nvPr/>
            </p:nvSpPr>
            <p:spPr>
              <a:xfrm>
                <a:off x="661585" y="196453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0" name="직사각형 619">
                <a:extLst>
                  <a:ext uri="{FF2B5EF4-FFF2-40B4-BE49-F238E27FC236}">
                    <a16:creationId xmlns:a16="http://schemas.microsoft.com/office/drawing/2014/main" id="{5F1E72A7-0E53-E3F4-C11B-771E975E8030}"/>
                  </a:ext>
                </a:extLst>
              </p:cNvPr>
              <p:cNvSpPr>
                <a:spLocks/>
              </p:cNvSpPr>
              <p:nvPr/>
            </p:nvSpPr>
            <p:spPr>
              <a:xfrm>
                <a:off x="661585" y="212327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1" name="직사각형 620">
                <a:extLst>
                  <a:ext uri="{FF2B5EF4-FFF2-40B4-BE49-F238E27FC236}">
                    <a16:creationId xmlns:a16="http://schemas.microsoft.com/office/drawing/2014/main" id="{63F20942-25E3-78B9-D06F-2F9F87C0C414}"/>
                  </a:ext>
                </a:extLst>
              </p:cNvPr>
              <p:cNvSpPr>
                <a:spLocks/>
              </p:cNvSpPr>
              <p:nvPr/>
            </p:nvSpPr>
            <p:spPr>
              <a:xfrm>
                <a:off x="661585" y="228201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2" name="직사각형 621">
                <a:extLst>
                  <a:ext uri="{FF2B5EF4-FFF2-40B4-BE49-F238E27FC236}">
                    <a16:creationId xmlns:a16="http://schemas.microsoft.com/office/drawing/2014/main" id="{877403EB-C2F5-7391-F53D-6911A914E2A9}"/>
                  </a:ext>
                </a:extLst>
              </p:cNvPr>
              <p:cNvSpPr>
                <a:spLocks/>
              </p:cNvSpPr>
              <p:nvPr/>
            </p:nvSpPr>
            <p:spPr>
              <a:xfrm>
                <a:off x="661585" y="244076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3" name="직사각형 622">
                <a:extLst>
                  <a:ext uri="{FF2B5EF4-FFF2-40B4-BE49-F238E27FC236}">
                    <a16:creationId xmlns:a16="http://schemas.microsoft.com/office/drawing/2014/main" id="{290C914F-2514-A784-BE08-69F421BCF180}"/>
                  </a:ext>
                </a:extLst>
              </p:cNvPr>
              <p:cNvSpPr>
                <a:spLocks/>
              </p:cNvSpPr>
              <p:nvPr/>
            </p:nvSpPr>
            <p:spPr>
              <a:xfrm>
                <a:off x="661585" y="259950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4" name="직사각형 623">
                <a:extLst>
                  <a:ext uri="{FF2B5EF4-FFF2-40B4-BE49-F238E27FC236}">
                    <a16:creationId xmlns:a16="http://schemas.microsoft.com/office/drawing/2014/main" id="{A03C182E-7C6C-D21E-9765-E75AA994B468}"/>
                  </a:ext>
                </a:extLst>
              </p:cNvPr>
              <p:cNvSpPr>
                <a:spLocks/>
              </p:cNvSpPr>
              <p:nvPr/>
            </p:nvSpPr>
            <p:spPr>
              <a:xfrm>
                <a:off x="661585" y="275824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5" name="직사각형 624">
                <a:extLst>
                  <a:ext uri="{FF2B5EF4-FFF2-40B4-BE49-F238E27FC236}">
                    <a16:creationId xmlns:a16="http://schemas.microsoft.com/office/drawing/2014/main" id="{C4338D72-2484-E31D-13AD-80510CC18DD0}"/>
                  </a:ext>
                </a:extLst>
              </p:cNvPr>
              <p:cNvSpPr>
                <a:spLocks/>
              </p:cNvSpPr>
              <p:nvPr/>
            </p:nvSpPr>
            <p:spPr>
              <a:xfrm>
                <a:off x="661585" y="2916990"/>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6" name="직사각형 625">
                <a:extLst>
                  <a:ext uri="{FF2B5EF4-FFF2-40B4-BE49-F238E27FC236}">
                    <a16:creationId xmlns:a16="http://schemas.microsoft.com/office/drawing/2014/main" id="{90D3C265-CCA0-2206-FF6D-26748EE6FA7C}"/>
                  </a:ext>
                </a:extLst>
              </p:cNvPr>
              <p:cNvSpPr>
                <a:spLocks/>
              </p:cNvSpPr>
              <p:nvPr/>
            </p:nvSpPr>
            <p:spPr>
              <a:xfrm>
                <a:off x="661585" y="3075733"/>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7" name="직사각형 626">
                <a:extLst>
                  <a:ext uri="{FF2B5EF4-FFF2-40B4-BE49-F238E27FC236}">
                    <a16:creationId xmlns:a16="http://schemas.microsoft.com/office/drawing/2014/main" id="{28FB9F4F-B420-BF67-A67C-F4B39FE644CC}"/>
                  </a:ext>
                </a:extLst>
              </p:cNvPr>
              <p:cNvSpPr>
                <a:spLocks/>
              </p:cNvSpPr>
              <p:nvPr/>
            </p:nvSpPr>
            <p:spPr>
              <a:xfrm>
                <a:off x="661585" y="3234476"/>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8" name="직사각형 627">
                <a:extLst>
                  <a:ext uri="{FF2B5EF4-FFF2-40B4-BE49-F238E27FC236}">
                    <a16:creationId xmlns:a16="http://schemas.microsoft.com/office/drawing/2014/main" id="{590AD95E-EE37-C0FA-568A-D0FE8EF39632}"/>
                  </a:ext>
                </a:extLst>
              </p:cNvPr>
              <p:cNvSpPr>
                <a:spLocks/>
              </p:cNvSpPr>
              <p:nvPr/>
            </p:nvSpPr>
            <p:spPr>
              <a:xfrm>
                <a:off x="661585" y="3393219"/>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9" name="직사각형 628">
                <a:extLst>
                  <a:ext uri="{FF2B5EF4-FFF2-40B4-BE49-F238E27FC236}">
                    <a16:creationId xmlns:a16="http://schemas.microsoft.com/office/drawing/2014/main" id="{3B7B986B-C80B-7C66-6229-6430DFAAC7CF}"/>
                  </a:ext>
                </a:extLst>
              </p:cNvPr>
              <p:cNvSpPr>
                <a:spLocks/>
              </p:cNvSpPr>
              <p:nvPr/>
            </p:nvSpPr>
            <p:spPr>
              <a:xfrm>
                <a:off x="661585" y="355196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0" name="직사각형 629">
                <a:extLst>
                  <a:ext uri="{FF2B5EF4-FFF2-40B4-BE49-F238E27FC236}">
                    <a16:creationId xmlns:a16="http://schemas.microsoft.com/office/drawing/2014/main" id="{A58570B5-039D-826C-13FA-40B012E55CB1}"/>
                  </a:ext>
                </a:extLst>
              </p:cNvPr>
              <p:cNvSpPr>
                <a:spLocks/>
              </p:cNvSpPr>
              <p:nvPr/>
            </p:nvSpPr>
            <p:spPr>
              <a:xfrm>
                <a:off x="661585" y="371070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1" name="직사각형 630">
                <a:extLst>
                  <a:ext uri="{FF2B5EF4-FFF2-40B4-BE49-F238E27FC236}">
                    <a16:creationId xmlns:a16="http://schemas.microsoft.com/office/drawing/2014/main" id="{79BDE98A-A711-8A7E-2CE4-5BAE38CE1AC2}"/>
                  </a:ext>
                </a:extLst>
              </p:cNvPr>
              <p:cNvSpPr>
                <a:spLocks/>
              </p:cNvSpPr>
              <p:nvPr/>
            </p:nvSpPr>
            <p:spPr>
              <a:xfrm>
                <a:off x="661585" y="386944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2" name="직사각형 631">
                <a:extLst>
                  <a:ext uri="{FF2B5EF4-FFF2-40B4-BE49-F238E27FC236}">
                    <a16:creationId xmlns:a16="http://schemas.microsoft.com/office/drawing/2014/main" id="{FBCE618E-00D6-91A8-5F77-6442EE0D98F2}"/>
                  </a:ext>
                </a:extLst>
              </p:cNvPr>
              <p:cNvSpPr>
                <a:spLocks/>
              </p:cNvSpPr>
              <p:nvPr/>
            </p:nvSpPr>
            <p:spPr>
              <a:xfrm>
                <a:off x="661585" y="402819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3" name="직사각형 632">
                <a:extLst>
                  <a:ext uri="{FF2B5EF4-FFF2-40B4-BE49-F238E27FC236}">
                    <a16:creationId xmlns:a16="http://schemas.microsoft.com/office/drawing/2014/main" id="{19183510-C34E-7D41-0AE1-FB6575E94C1D}"/>
                  </a:ext>
                </a:extLst>
              </p:cNvPr>
              <p:cNvSpPr>
                <a:spLocks/>
              </p:cNvSpPr>
              <p:nvPr/>
            </p:nvSpPr>
            <p:spPr>
              <a:xfrm>
                <a:off x="661585" y="418693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4" name="직사각형 633">
                <a:extLst>
                  <a:ext uri="{FF2B5EF4-FFF2-40B4-BE49-F238E27FC236}">
                    <a16:creationId xmlns:a16="http://schemas.microsoft.com/office/drawing/2014/main" id="{28721F61-B8AA-F492-D24C-69F153BACC03}"/>
                  </a:ext>
                </a:extLst>
              </p:cNvPr>
              <p:cNvSpPr>
                <a:spLocks/>
              </p:cNvSpPr>
              <p:nvPr/>
            </p:nvSpPr>
            <p:spPr>
              <a:xfrm>
                <a:off x="661585" y="434567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5" name="직사각형 634">
                <a:extLst>
                  <a:ext uri="{FF2B5EF4-FFF2-40B4-BE49-F238E27FC236}">
                    <a16:creationId xmlns:a16="http://schemas.microsoft.com/office/drawing/2014/main" id="{06CEBCA5-EE99-CD8C-01AC-935DABBE07DF}"/>
                  </a:ext>
                </a:extLst>
              </p:cNvPr>
              <p:cNvSpPr>
                <a:spLocks/>
              </p:cNvSpPr>
              <p:nvPr/>
            </p:nvSpPr>
            <p:spPr>
              <a:xfrm>
                <a:off x="661585" y="450441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454" name="그룹 453">
              <a:extLst>
                <a:ext uri="{FF2B5EF4-FFF2-40B4-BE49-F238E27FC236}">
                  <a16:creationId xmlns:a16="http://schemas.microsoft.com/office/drawing/2014/main" id="{9CA6D409-82E3-FD49-1D7E-401A7C09D682}"/>
                </a:ext>
              </a:extLst>
            </p:cNvPr>
            <p:cNvGrpSpPr>
              <a:grpSpLocks/>
            </p:cNvGrpSpPr>
            <p:nvPr/>
          </p:nvGrpSpPr>
          <p:grpSpPr>
            <a:xfrm rot="16200000">
              <a:off x="3274603" y="2957668"/>
              <a:ext cx="198416" cy="3129168"/>
              <a:chOff x="661585" y="1964532"/>
              <a:chExt cx="167090" cy="2635133"/>
            </a:xfrm>
          </p:grpSpPr>
          <p:sp>
            <p:nvSpPr>
              <p:cNvPr id="602" name="직사각형 601">
                <a:extLst>
                  <a:ext uri="{FF2B5EF4-FFF2-40B4-BE49-F238E27FC236}">
                    <a16:creationId xmlns:a16="http://schemas.microsoft.com/office/drawing/2014/main" id="{B0AB5B43-6BFE-68EC-F5CD-88BA8971168C}"/>
                  </a:ext>
                </a:extLst>
              </p:cNvPr>
              <p:cNvSpPr>
                <a:spLocks/>
              </p:cNvSpPr>
              <p:nvPr/>
            </p:nvSpPr>
            <p:spPr>
              <a:xfrm>
                <a:off x="661585" y="196453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3" name="직사각형 602">
                <a:extLst>
                  <a:ext uri="{FF2B5EF4-FFF2-40B4-BE49-F238E27FC236}">
                    <a16:creationId xmlns:a16="http://schemas.microsoft.com/office/drawing/2014/main" id="{71BAA7A0-77D1-CD9E-5158-904FB62677AF}"/>
                  </a:ext>
                </a:extLst>
              </p:cNvPr>
              <p:cNvSpPr>
                <a:spLocks/>
              </p:cNvSpPr>
              <p:nvPr/>
            </p:nvSpPr>
            <p:spPr>
              <a:xfrm>
                <a:off x="661585" y="212327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4" name="직사각형 603">
                <a:extLst>
                  <a:ext uri="{FF2B5EF4-FFF2-40B4-BE49-F238E27FC236}">
                    <a16:creationId xmlns:a16="http://schemas.microsoft.com/office/drawing/2014/main" id="{F4EA90B8-5DDE-2728-5891-2989D3AEEA74}"/>
                  </a:ext>
                </a:extLst>
              </p:cNvPr>
              <p:cNvSpPr>
                <a:spLocks/>
              </p:cNvSpPr>
              <p:nvPr/>
            </p:nvSpPr>
            <p:spPr>
              <a:xfrm>
                <a:off x="661585" y="228201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5" name="직사각형 604">
                <a:extLst>
                  <a:ext uri="{FF2B5EF4-FFF2-40B4-BE49-F238E27FC236}">
                    <a16:creationId xmlns:a16="http://schemas.microsoft.com/office/drawing/2014/main" id="{4F0E6377-E4FD-3C32-0FF8-3AF437E3D035}"/>
                  </a:ext>
                </a:extLst>
              </p:cNvPr>
              <p:cNvSpPr>
                <a:spLocks/>
              </p:cNvSpPr>
              <p:nvPr/>
            </p:nvSpPr>
            <p:spPr>
              <a:xfrm>
                <a:off x="661585" y="244076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6" name="직사각형 605">
                <a:extLst>
                  <a:ext uri="{FF2B5EF4-FFF2-40B4-BE49-F238E27FC236}">
                    <a16:creationId xmlns:a16="http://schemas.microsoft.com/office/drawing/2014/main" id="{63A27E01-CE7C-C281-B22C-DDA69B0CB437}"/>
                  </a:ext>
                </a:extLst>
              </p:cNvPr>
              <p:cNvSpPr>
                <a:spLocks/>
              </p:cNvSpPr>
              <p:nvPr/>
            </p:nvSpPr>
            <p:spPr>
              <a:xfrm>
                <a:off x="661585" y="259950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7" name="직사각형 606">
                <a:extLst>
                  <a:ext uri="{FF2B5EF4-FFF2-40B4-BE49-F238E27FC236}">
                    <a16:creationId xmlns:a16="http://schemas.microsoft.com/office/drawing/2014/main" id="{0596B730-BEED-BFAA-0303-4CA34B58831C}"/>
                  </a:ext>
                </a:extLst>
              </p:cNvPr>
              <p:cNvSpPr>
                <a:spLocks/>
              </p:cNvSpPr>
              <p:nvPr/>
            </p:nvSpPr>
            <p:spPr>
              <a:xfrm>
                <a:off x="661585" y="275824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8" name="직사각형 607">
                <a:extLst>
                  <a:ext uri="{FF2B5EF4-FFF2-40B4-BE49-F238E27FC236}">
                    <a16:creationId xmlns:a16="http://schemas.microsoft.com/office/drawing/2014/main" id="{4465586C-1C69-A67F-E22C-0A0B1FA84080}"/>
                  </a:ext>
                </a:extLst>
              </p:cNvPr>
              <p:cNvSpPr>
                <a:spLocks/>
              </p:cNvSpPr>
              <p:nvPr/>
            </p:nvSpPr>
            <p:spPr>
              <a:xfrm>
                <a:off x="661585" y="2916990"/>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9" name="직사각형 608">
                <a:extLst>
                  <a:ext uri="{FF2B5EF4-FFF2-40B4-BE49-F238E27FC236}">
                    <a16:creationId xmlns:a16="http://schemas.microsoft.com/office/drawing/2014/main" id="{D6BF38ED-7FB0-5297-6FC2-4AE2A52E9C2C}"/>
                  </a:ext>
                </a:extLst>
              </p:cNvPr>
              <p:cNvSpPr>
                <a:spLocks/>
              </p:cNvSpPr>
              <p:nvPr/>
            </p:nvSpPr>
            <p:spPr>
              <a:xfrm>
                <a:off x="661585" y="3075733"/>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0" name="직사각형 609">
                <a:extLst>
                  <a:ext uri="{FF2B5EF4-FFF2-40B4-BE49-F238E27FC236}">
                    <a16:creationId xmlns:a16="http://schemas.microsoft.com/office/drawing/2014/main" id="{D1A7A385-6247-38FB-A794-CF5602CF4688}"/>
                  </a:ext>
                </a:extLst>
              </p:cNvPr>
              <p:cNvSpPr>
                <a:spLocks/>
              </p:cNvSpPr>
              <p:nvPr/>
            </p:nvSpPr>
            <p:spPr>
              <a:xfrm>
                <a:off x="661585" y="3234476"/>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1" name="직사각형 610">
                <a:extLst>
                  <a:ext uri="{FF2B5EF4-FFF2-40B4-BE49-F238E27FC236}">
                    <a16:creationId xmlns:a16="http://schemas.microsoft.com/office/drawing/2014/main" id="{6537C420-15B2-3964-1B9D-073AC2659428}"/>
                  </a:ext>
                </a:extLst>
              </p:cNvPr>
              <p:cNvSpPr>
                <a:spLocks/>
              </p:cNvSpPr>
              <p:nvPr/>
            </p:nvSpPr>
            <p:spPr>
              <a:xfrm>
                <a:off x="661585" y="3393219"/>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2" name="직사각형 611">
                <a:extLst>
                  <a:ext uri="{FF2B5EF4-FFF2-40B4-BE49-F238E27FC236}">
                    <a16:creationId xmlns:a16="http://schemas.microsoft.com/office/drawing/2014/main" id="{509121D0-82DE-3E61-C739-3DD929779DE9}"/>
                  </a:ext>
                </a:extLst>
              </p:cNvPr>
              <p:cNvSpPr>
                <a:spLocks/>
              </p:cNvSpPr>
              <p:nvPr/>
            </p:nvSpPr>
            <p:spPr>
              <a:xfrm>
                <a:off x="661585" y="355196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3" name="직사각형 612">
                <a:extLst>
                  <a:ext uri="{FF2B5EF4-FFF2-40B4-BE49-F238E27FC236}">
                    <a16:creationId xmlns:a16="http://schemas.microsoft.com/office/drawing/2014/main" id="{A01FC57E-EB1F-E12B-F796-7618CCD7D2E3}"/>
                  </a:ext>
                </a:extLst>
              </p:cNvPr>
              <p:cNvSpPr>
                <a:spLocks/>
              </p:cNvSpPr>
              <p:nvPr/>
            </p:nvSpPr>
            <p:spPr>
              <a:xfrm>
                <a:off x="661585" y="371070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4" name="직사각형 613">
                <a:extLst>
                  <a:ext uri="{FF2B5EF4-FFF2-40B4-BE49-F238E27FC236}">
                    <a16:creationId xmlns:a16="http://schemas.microsoft.com/office/drawing/2014/main" id="{4035717F-E3FA-3FC3-413C-7F3F311CBBBA}"/>
                  </a:ext>
                </a:extLst>
              </p:cNvPr>
              <p:cNvSpPr>
                <a:spLocks/>
              </p:cNvSpPr>
              <p:nvPr/>
            </p:nvSpPr>
            <p:spPr>
              <a:xfrm>
                <a:off x="661585" y="386944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5" name="직사각형 614">
                <a:extLst>
                  <a:ext uri="{FF2B5EF4-FFF2-40B4-BE49-F238E27FC236}">
                    <a16:creationId xmlns:a16="http://schemas.microsoft.com/office/drawing/2014/main" id="{6A5D7987-0418-5D98-BA14-525578B32C79}"/>
                  </a:ext>
                </a:extLst>
              </p:cNvPr>
              <p:cNvSpPr>
                <a:spLocks/>
              </p:cNvSpPr>
              <p:nvPr/>
            </p:nvSpPr>
            <p:spPr>
              <a:xfrm>
                <a:off x="661585" y="402819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6" name="직사각형 615">
                <a:extLst>
                  <a:ext uri="{FF2B5EF4-FFF2-40B4-BE49-F238E27FC236}">
                    <a16:creationId xmlns:a16="http://schemas.microsoft.com/office/drawing/2014/main" id="{C13DE1F4-69FB-EC94-4793-C0BBF796ABBF}"/>
                  </a:ext>
                </a:extLst>
              </p:cNvPr>
              <p:cNvSpPr>
                <a:spLocks/>
              </p:cNvSpPr>
              <p:nvPr/>
            </p:nvSpPr>
            <p:spPr>
              <a:xfrm>
                <a:off x="661585" y="418693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7" name="직사각형 616">
                <a:extLst>
                  <a:ext uri="{FF2B5EF4-FFF2-40B4-BE49-F238E27FC236}">
                    <a16:creationId xmlns:a16="http://schemas.microsoft.com/office/drawing/2014/main" id="{A3AC7D90-8BD9-324D-7740-19441D0D1535}"/>
                  </a:ext>
                </a:extLst>
              </p:cNvPr>
              <p:cNvSpPr>
                <a:spLocks/>
              </p:cNvSpPr>
              <p:nvPr/>
            </p:nvSpPr>
            <p:spPr>
              <a:xfrm>
                <a:off x="661585" y="434567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8" name="직사각형 617">
                <a:extLst>
                  <a:ext uri="{FF2B5EF4-FFF2-40B4-BE49-F238E27FC236}">
                    <a16:creationId xmlns:a16="http://schemas.microsoft.com/office/drawing/2014/main" id="{D7D56DE3-4032-8824-8382-C742FFFED1F9}"/>
                  </a:ext>
                </a:extLst>
              </p:cNvPr>
              <p:cNvSpPr>
                <a:spLocks/>
              </p:cNvSpPr>
              <p:nvPr/>
            </p:nvSpPr>
            <p:spPr>
              <a:xfrm>
                <a:off x="661585" y="450441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455" name="사각형: 잘린 한쪽 모서리 454">
              <a:extLst>
                <a:ext uri="{FF2B5EF4-FFF2-40B4-BE49-F238E27FC236}">
                  <a16:creationId xmlns:a16="http://schemas.microsoft.com/office/drawing/2014/main" id="{9B4ED7C0-7810-F3AE-912D-D426A15F7635}"/>
                </a:ext>
              </a:extLst>
            </p:cNvPr>
            <p:cNvSpPr>
              <a:spLocks/>
            </p:cNvSpPr>
            <p:nvPr/>
          </p:nvSpPr>
          <p:spPr>
            <a:xfrm rot="16200000">
              <a:off x="1905813" y="1271935"/>
              <a:ext cx="2935999" cy="2936876"/>
            </a:xfrm>
            <a:prstGeom prst="snip1Rect">
              <a:avLst>
                <a:gd name="adj" fmla="val 7113"/>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050" b="1" dirty="0">
                <a:solidFill>
                  <a:schemeClr val="tx1"/>
                </a:solidFill>
                <a:latin typeface="+mj-ea"/>
                <a:ea typeface="+mj-ea"/>
              </a:endParaRPr>
            </a:p>
          </p:txBody>
        </p:sp>
        <p:sp>
          <p:nvSpPr>
            <p:cNvPr id="456" name="직사각형 455">
              <a:extLst>
                <a:ext uri="{FF2B5EF4-FFF2-40B4-BE49-F238E27FC236}">
                  <a16:creationId xmlns:a16="http://schemas.microsoft.com/office/drawing/2014/main" id="{E25AE06C-DD10-D87B-B1F3-DF36976FA71C}"/>
                </a:ext>
              </a:extLst>
            </p:cNvPr>
            <p:cNvSpPr>
              <a:spLocks/>
            </p:cNvSpPr>
            <p:nvPr/>
          </p:nvSpPr>
          <p:spPr>
            <a:xfrm>
              <a:off x="1492723" y="859284"/>
              <a:ext cx="3762177" cy="3762177"/>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57" name="타원 456">
              <a:extLst>
                <a:ext uri="{FF2B5EF4-FFF2-40B4-BE49-F238E27FC236}">
                  <a16:creationId xmlns:a16="http://schemas.microsoft.com/office/drawing/2014/main" id="{1D6E6DCC-7BD0-AD15-E432-6260804AD68C}"/>
                </a:ext>
              </a:extLst>
            </p:cNvPr>
            <p:cNvSpPr>
              <a:spLocks/>
            </p:cNvSpPr>
            <p:nvPr/>
          </p:nvSpPr>
          <p:spPr>
            <a:xfrm>
              <a:off x="1547498" y="914058"/>
              <a:ext cx="88866" cy="88866"/>
            </a:xfrm>
            <a:prstGeom prst="ellipse">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458" name="그룹 457">
              <a:extLst>
                <a:ext uri="{FF2B5EF4-FFF2-40B4-BE49-F238E27FC236}">
                  <a16:creationId xmlns:a16="http://schemas.microsoft.com/office/drawing/2014/main" id="{65CE0D6F-DCFC-8C82-E3A8-3D901342BAFE}"/>
                </a:ext>
              </a:extLst>
            </p:cNvPr>
            <p:cNvGrpSpPr>
              <a:grpSpLocks/>
            </p:cNvGrpSpPr>
            <p:nvPr/>
          </p:nvGrpSpPr>
          <p:grpSpPr>
            <a:xfrm>
              <a:off x="1419710" y="1129181"/>
              <a:ext cx="320397" cy="3208634"/>
              <a:chOff x="160612" y="1919142"/>
              <a:chExt cx="320397" cy="3208634"/>
            </a:xfrm>
          </p:grpSpPr>
          <p:sp>
            <p:nvSpPr>
              <p:cNvPr id="585" name="TextBox 584">
                <a:extLst>
                  <a:ext uri="{FF2B5EF4-FFF2-40B4-BE49-F238E27FC236}">
                    <a16:creationId xmlns:a16="http://schemas.microsoft.com/office/drawing/2014/main" id="{9B8B32EF-0F4F-3603-3DE3-2B66ECE26153}"/>
                  </a:ext>
                </a:extLst>
              </p:cNvPr>
              <p:cNvSpPr txBox="1">
                <a:spLocks/>
              </p:cNvSpPr>
              <p:nvPr/>
            </p:nvSpPr>
            <p:spPr>
              <a:xfrm>
                <a:off x="160612" y="1919142"/>
                <a:ext cx="215462" cy="200055"/>
              </a:xfrm>
              <a:prstGeom prst="rect">
                <a:avLst/>
              </a:prstGeom>
              <a:noFill/>
            </p:spPr>
            <p:txBody>
              <a:bodyPr wrap="square" rtlCol="0">
                <a:spAutoFit/>
              </a:bodyPr>
              <a:lstStyle/>
              <a:p>
                <a:r>
                  <a:rPr lang="en-US" altLang="ko-KR" sz="700" b="1" dirty="0">
                    <a:latin typeface="+mj-ea"/>
                    <a:ea typeface="+mj-ea"/>
                  </a:rPr>
                  <a:t>1</a:t>
                </a:r>
                <a:endParaRPr lang="ko-KR" altLang="en-US" sz="700" b="1" dirty="0">
                  <a:latin typeface="+mj-ea"/>
                  <a:ea typeface="+mj-ea"/>
                </a:endParaRPr>
              </a:p>
            </p:txBody>
          </p:sp>
          <p:sp>
            <p:nvSpPr>
              <p:cNvPr id="586" name="TextBox 585">
                <a:extLst>
                  <a:ext uri="{FF2B5EF4-FFF2-40B4-BE49-F238E27FC236}">
                    <a16:creationId xmlns:a16="http://schemas.microsoft.com/office/drawing/2014/main" id="{6D63EAE1-9478-079B-CD2B-ECFF50EE6B71}"/>
                  </a:ext>
                </a:extLst>
              </p:cNvPr>
              <p:cNvSpPr txBox="1">
                <a:spLocks/>
              </p:cNvSpPr>
              <p:nvPr/>
            </p:nvSpPr>
            <p:spPr>
              <a:xfrm>
                <a:off x="160612" y="2107179"/>
                <a:ext cx="215462" cy="200055"/>
              </a:xfrm>
              <a:prstGeom prst="rect">
                <a:avLst/>
              </a:prstGeom>
              <a:noFill/>
            </p:spPr>
            <p:txBody>
              <a:bodyPr wrap="square" rtlCol="0">
                <a:spAutoFit/>
              </a:bodyPr>
              <a:lstStyle/>
              <a:p>
                <a:r>
                  <a:rPr lang="en-US" altLang="ko-KR" sz="700" b="1" dirty="0">
                    <a:latin typeface="+mj-ea"/>
                    <a:ea typeface="+mj-ea"/>
                  </a:rPr>
                  <a:t>2</a:t>
                </a:r>
                <a:endParaRPr lang="ko-KR" altLang="en-US" sz="700" b="1" dirty="0">
                  <a:latin typeface="+mj-ea"/>
                  <a:ea typeface="+mj-ea"/>
                </a:endParaRPr>
              </a:p>
            </p:txBody>
          </p:sp>
          <p:sp>
            <p:nvSpPr>
              <p:cNvPr id="587" name="TextBox 586">
                <a:extLst>
                  <a:ext uri="{FF2B5EF4-FFF2-40B4-BE49-F238E27FC236}">
                    <a16:creationId xmlns:a16="http://schemas.microsoft.com/office/drawing/2014/main" id="{F613E526-33A2-F9D8-2577-044269429352}"/>
                  </a:ext>
                </a:extLst>
              </p:cNvPr>
              <p:cNvSpPr txBox="1">
                <a:spLocks/>
              </p:cNvSpPr>
              <p:nvPr/>
            </p:nvSpPr>
            <p:spPr>
              <a:xfrm>
                <a:off x="160612" y="2295216"/>
                <a:ext cx="215462" cy="200055"/>
              </a:xfrm>
              <a:prstGeom prst="rect">
                <a:avLst/>
              </a:prstGeom>
              <a:noFill/>
            </p:spPr>
            <p:txBody>
              <a:bodyPr wrap="square" rtlCol="0">
                <a:spAutoFit/>
              </a:bodyPr>
              <a:lstStyle/>
              <a:p>
                <a:r>
                  <a:rPr lang="en-US" altLang="ko-KR" sz="700" b="1" dirty="0">
                    <a:latin typeface="+mj-ea"/>
                    <a:ea typeface="+mj-ea"/>
                  </a:rPr>
                  <a:t>3</a:t>
                </a:r>
                <a:endParaRPr lang="ko-KR" altLang="en-US" sz="700" b="1" dirty="0">
                  <a:latin typeface="+mj-ea"/>
                  <a:ea typeface="+mj-ea"/>
                </a:endParaRPr>
              </a:p>
            </p:txBody>
          </p:sp>
          <p:sp>
            <p:nvSpPr>
              <p:cNvPr id="588" name="TextBox 587">
                <a:extLst>
                  <a:ext uri="{FF2B5EF4-FFF2-40B4-BE49-F238E27FC236}">
                    <a16:creationId xmlns:a16="http://schemas.microsoft.com/office/drawing/2014/main" id="{8EB3A852-8B72-6FD2-BA5D-F71C35D2BC38}"/>
                  </a:ext>
                </a:extLst>
              </p:cNvPr>
              <p:cNvSpPr txBox="1">
                <a:spLocks/>
              </p:cNvSpPr>
              <p:nvPr/>
            </p:nvSpPr>
            <p:spPr>
              <a:xfrm>
                <a:off x="160612" y="2483253"/>
                <a:ext cx="215462" cy="200055"/>
              </a:xfrm>
              <a:prstGeom prst="rect">
                <a:avLst/>
              </a:prstGeom>
              <a:noFill/>
            </p:spPr>
            <p:txBody>
              <a:bodyPr wrap="square" rtlCol="0">
                <a:spAutoFit/>
              </a:bodyPr>
              <a:lstStyle/>
              <a:p>
                <a:r>
                  <a:rPr lang="en-US" altLang="ko-KR" sz="700" b="1" dirty="0">
                    <a:latin typeface="+mj-ea"/>
                    <a:ea typeface="+mj-ea"/>
                  </a:rPr>
                  <a:t>4</a:t>
                </a:r>
                <a:endParaRPr lang="ko-KR" altLang="en-US" sz="700" b="1" dirty="0">
                  <a:latin typeface="+mj-ea"/>
                  <a:ea typeface="+mj-ea"/>
                </a:endParaRPr>
              </a:p>
            </p:txBody>
          </p:sp>
          <p:sp>
            <p:nvSpPr>
              <p:cNvPr id="589" name="TextBox 588">
                <a:extLst>
                  <a:ext uri="{FF2B5EF4-FFF2-40B4-BE49-F238E27FC236}">
                    <a16:creationId xmlns:a16="http://schemas.microsoft.com/office/drawing/2014/main" id="{E2E3AE55-3350-3C98-C592-A9DC3E3D0843}"/>
                  </a:ext>
                </a:extLst>
              </p:cNvPr>
              <p:cNvSpPr txBox="1">
                <a:spLocks/>
              </p:cNvSpPr>
              <p:nvPr/>
            </p:nvSpPr>
            <p:spPr>
              <a:xfrm>
                <a:off x="160612" y="2671290"/>
                <a:ext cx="215462" cy="200055"/>
              </a:xfrm>
              <a:prstGeom prst="rect">
                <a:avLst/>
              </a:prstGeom>
              <a:noFill/>
            </p:spPr>
            <p:txBody>
              <a:bodyPr wrap="square" rtlCol="0">
                <a:spAutoFit/>
              </a:bodyPr>
              <a:lstStyle/>
              <a:p>
                <a:r>
                  <a:rPr lang="en-US" altLang="ko-KR" sz="700" b="1" dirty="0">
                    <a:latin typeface="+mj-ea"/>
                    <a:ea typeface="+mj-ea"/>
                  </a:rPr>
                  <a:t>5</a:t>
                </a:r>
                <a:endParaRPr lang="ko-KR" altLang="en-US" sz="700" b="1" dirty="0">
                  <a:latin typeface="+mj-ea"/>
                  <a:ea typeface="+mj-ea"/>
                </a:endParaRPr>
              </a:p>
            </p:txBody>
          </p:sp>
          <p:sp>
            <p:nvSpPr>
              <p:cNvPr id="590" name="TextBox 589">
                <a:extLst>
                  <a:ext uri="{FF2B5EF4-FFF2-40B4-BE49-F238E27FC236}">
                    <a16:creationId xmlns:a16="http://schemas.microsoft.com/office/drawing/2014/main" id="{23AB34D9-BAA7-9920-A562-866433215BEF}"/>
                  </a:ext>
                </a:extLst>
              </p:cNvPr>
              <p:cNvSpPr txBox="1">
                <a:spLocks/>
              </p:cNvSpPr>
              <p:nvPr/>
            </p:nvSpPr>
            <p:spPr>
              <a:xfrm>
                <a:off x="160612" y="2859327"/>
                <a:ext cx="215462" cy="200055"/>
              </a:xfrm>
              <a:prstGeom prst="rect">
                <a:avLst/>
              </a:prstGeom>
              <a:noFill/>
            </p:spPr>
            <p:txBody>
              <a:bodyPr wrap="square" rtlCol="0">
                <a:spAutoFit/>
              </a:bodyPr>
              <a:lstStyle/>
              <a:p>
                <a:r>
                  <a:rPr lang="en-US" altLang="ko-KR" sz="700" b="1" dirty="0">
                    <a:latin typeface="+mj-ea"/>
                    <a:ea typeface="+mj-ea"/>
                  </a:rPr>
                  <a:t>6</a:t>
                </a:r>
                <a:endParaRPr lang="ko-KR" altLang="en-US" sz="700" b="1" dirty="0">
                  <a:latin typeface="+mj-ea"/>
                  <a:ea typeface="+mj-ea"/>
                </a:endParaRPr>
              </a:p>
            </p:txBody>
          </p:sp>
          <p:sp>
            <p:nvSpPr>
              <p:cNvPr id="591" name="TextBox 590">
                <a:extLst>
                  <a:ext uri="{FF2B5EF4-FFF2-40B4-BE49-F238E27FC236}">
                    <a16:creationId xmlns:a16="http://schemas.microsoft.com/office/drawing/2014/main" id="{8461D123-BA9B-BCCB-20F9-46765E051D58}"/>
                  </a:ext>
                </a:extLst>
              </p:cNvPr>
              <p:cNvSpPr txBox="1">
                <a:spLocks/>
              </p:cNvSpPr>
              <p:nvPr/>
            </p:nvSpPr>
            <p:spPr>
              <a:xfrm>
                <a:off x="160612" y="3047364"/>
                <a:ext cx="215462" cy="200055"/>
              </a:xfrm>
              <a:prstGeom prst="rect">
                <a:avLst/>
              </a:prstGeom>
              <a:noFill/>
            </p:spPr>
            <p:txBody>
              <a:bodyPr wrap="square" rtlCol="0">
                <a:spAutoFit/>
              </a:bodyPr>
              <a:lstStyle/>
              <a:p>
                <a:r>
                  <a:rPr lang="en-US" altLang="ko-KR" sz="700" b="1" dirty="0">
                    <a:latin typeface="+mj-ea"/>
                    <a:ea typeface="+mj-ea"/>
                  </a:rPr>
                  <a:t>7</a:t>
                </a:r>
                <a:endParaRPr lang="ko-KR" altLang="en-US" sz="700" b="1" dirty="0">
                  <a:latin typeface="+mj-ea"/>
                  <a:ea typeface="+mj-ea"/>
                </a:endParaRPr>
              </a:p>
            </p:txBody>
          </p:sp>
          <p:sp>
            <p:nvSpPr>
              <p:cNvPr id="592" name="TextBox 591">
                <a:extLst>
                  <a:ext uri="{FF2B5EF4-FFF2-40B4-BE49-F238E27FC236}">
                    <a16:creationId xmlns:a16="http://schemas.microsoft.com/office/drawing/2014/main" id="{E505CBB0-1D74-7C64-09C6-EDD337F0FA36}"/>
                  </a:ext>
                </a:extLst>
              </p:cNvPr>
              <p:cNvSpPr txBox="1">
                <a:spLocks/>
              </p:cNvSpPr>
              <p:nvPr/>
            </p:nvSpPr>
            <p:spPr>
              <a:xfrm>
                <a:off x="160612" y="3235401"/>
                <a:ext cx="215462" cy="200055"/>
              </a:xfrm>
              <a:prstGeom prst="rect">
                <a:avLst/>
              </a:prstGeom>
              <a:noFill/>
            </p:spPr>
            <p:txBody>
              <a:bodyPr wrap="square" rtlCol="0">
                <a:spAutoFit/>
              </a:bodyPr>
              <a:lstStyle/>
              <a:p>
                <a:r>
                  <a:rPr lang="en-US" altLang="ko-KR" sz="700" b="1" dirty="0">
                    <a:latin typeface="+mj-ea"/>
                    <a:ea typeface="+mj-ea"/>
                  </a:rPr>
                  <a:t>8</a:t>
                </a:r>
                <a:endParaRPr lang="ko-KR" altLang="en-US" sz="700" b="1" dirty="0">
                  <a:latin typeface="+mj-ea"/>
                  <a:ea typeface="+mj-ea"/>
                </a:endParaRPr>
              </a:p>
            </p:txBody>
          </p:sp>
          <p:sp>
            <p:nvSpPr>
              <p:cNvPr id="593" name="TextBox 592">
                <a:extLst>
                  <a:ext uri="{FF2B5EF4-FFF2-40B4-BE49-F238E27FC236}">
                    <a16:creationId xmlns:a16="http://schemas.microsoft.com/office/drawing/2014/main" id="{F12CD36B-CB2F-010F-6564-7ABDA71C32BF}"/>
                  </a:ext>
                </a:extLst>
              </p:cNvPr>
              <p:cNvSpPr txBox="1">
                <a:spLocks/>
              </p:cNvSpPr>
              <p:nvPr/>
            </p:nvSpPr>
            <p:spPr>
              <a:xfrm>
                <a:off x="160612" y="3423438"/>
                <a:ext cx="215462" cy="200055"/>
              </a:xfrm>
              <a:prstGeom prst="rect">
                <a:avLst/>
              </a:prstGeom>
              <a:noFill/>
            </p:spPr>
            <p:txBody>
              <a:bodyPr wrap="square" rtlCol="0">
                <a:spAutoFit/>
              </a:bodyPr>
              <a:lstStyle/>
              <a:p>
                <a:r>
                  <a:rPr lang="en-US" altLang="ko-KR" sz="700" b="1" dirty="0">
                    <a:latin typeface="+mj-ea"/>
                    <a:ea typeface="+mj-ea"/>
                  </a:rPr>
                  <a:t>9</a:t>
                </a:r>
                <a:endParaRPr lang="ko-KR" altLang="en-US" sz="700" b="1" dirty="0">
                  <a:latin typeface="+mj-ea"/>
                  <a:ea typeface="+mj-ea"/>
                </a:endParaRPr>
              </a:p>
            </p:txBody>
          </p:sp>
          <p:sp>
            <p:nvSpPr>
              <p:cNvPr id="594" name="TextBox 593">
                <a:extLst>
                  <a:ext uri="{FF2B5EF4-FFF2-40B4-BE49-F238E27FC236}">
                    <a16:creationId xmlns:a16="http://schemas.microsoft.com/office/drawing/2014/main" id="{6E500D06-318A-5277-FE15-AA58E4CDA450}"/>
                  </a:ext>
                </a:extLst>
              </p:cNvPr>
              <p:cNvSpPr txBox="1">
                <a:spLocks/>
              </p:cNvSpPr>
              <p:nvPr/>
            </p:nvSpPr>
            <p:spPr>
              <a:xfrm>
                <a:off x="160612" y="3611475"/>
                <a:ext cx="320397" cy="200055"/>
              </a:xfrm>
              <a:prstGeom prst="rect">
                <a:avLst/>
              </a:prstGeom>
              <a:noFill/>
            </p:spPr>
            <p:txBody>
              <a:bodyPr wrap="square" rtlCol="0">
                <a:spAutoFit/>
              </a:bodyPr>
              <a:lstStyle/>
              <a:p>
                <a:r>
                  <a:rPr lang="en-US" altLang="ko-KR" sz="700" b="1" dirty="0">
                    <a:latin typeface="+mj-ea"/>
                    <a:ea typeface="+mj-ea"/>
                  </a:rPr>
                  <a:t>10</a:t>
                </a:r>
                <a:endParaRPr lang="ko-KR" altLang="en-US" sz="700" b="1" dirty="0">
                  <a:latin typeface="+mj-ea"/>
                  <a:ea typeface="+mj-ea"/>
                </a:endParaRPr>
              </a:p>
            </p:txBody>
          </p:sp>
          <p:sp>
            <p:nvSpPr>
              <p:cNvPr id="595" name="TextBox 594">
                <a:extLst>
                  <a:ext uri="{FF2B5EF4-FFF2-40B4-BE49-F238E27FC236}">
                    <a16:creationId xmlns:a16="http://schemas.microsoft.com/office/drawing/2014/main" id="{56543C8F-FF92-4E39-8C88-59E305866FF8}"/>
                  </a:ext>
                </a:extLst>
              </p:cNvPr>
              <p:cNvSpPr txBox="1">
                <a:spLocks/>
              </p:cNvSpPr>
              <p:nvPr/>
            </p:nvSpPr>
            <p:spPr>
              <a:xfrm>
                <a:off x="160612" y="3799511"/>
                <a:ext cx="320396" cy="200055"/>
              </a:xfrm>
              <a:prstGeom prst="rect">
                <a:avLst/>
              </a:prstGeom>
              <a:noFill/>
            </p:spPr>
            <p:txBody>
              <a:bodyPr wrap="square" rtlCol="0">
                <a:spAutoFit/>
              </a:bodyPr>
              <a:lstStyle/>
              <a:p>
                <a:r>
                  <a:rPr lang="en-US" altLang="ko-KR" sz="700" b="1" dirty="0">
                    <a:latin typeface="+mj-ea"/>
                    <a:ea typeface="+mj-ea"/>
                  </a:rPr>
                  <a:t>11</a:t>
                </a:r>
                <a:endParaRPr lang="ko-KR" altLang="en-US" sz="700" b="1" dirty="0">
                  <a:latin typeface="+mj-ea"/>
                  <a:ea typeface="+mj-ea"/>
                </a:endParaRPr>
              </a:p>
            </p:txBody>
          </p:sp>
          <p:sp>
            <p:nvSpPr>
              <p:cNvPr id="596" name="TextBox 595">
                <a:extLst>
                  <a:ext uri="{FF2B5EF4-FFF2-40B4-BE49-F238E27FC236}">
                    <a16:creationId xmlns:a16="http://schemas.microsoft.com/office/drawing/2014/main" id="{349DDB83-AC84-7C91-1A05-2F42F21BD5C3}"/>
                  </a:ext>
                </a:extLst>
              </p:cNvPr>
              <p:cNvSpPr txBox="1">
                <a:spLocks/>
              </p:cNvSpPr>
              <p:nvPr/>
            </p:nvSpPr>
            <p:spPr>
              <a:xfrm>
                <a:off x="160612" y="3987547"/>
                <a:ext cx="320396" cy="200055"/>
              </a:xfrm>
              <a:prstGeom prst="rect">
                <a:avLst/>
              </a:prstGeom>
              <a:noFill/>
            </p:spPr>
            <p:txBody>
              <a:bodyPr wrap="square" rtlCol="0">
                <a:spAutoFit/>
              </a:bodyPr>
              <a:lstStyle/>
              <a:p>
                <a:r>
                  <a:rPr lang="en-US" altLang="ko-KR" sz="700" b="1" dirty="0">
                    <a:latin typeface="+mj-ea"/>
                    <a:ea typeface="+mj-ea"/>
                  </a:rPr>
                  <a:t>12</a:t>
                </a:r>
                <a:endParaRPr lang="ko-KR" altLang="en-US" sz="700" b="1" dirty="0">
                  <a:latin typeface="+mj-ea"/>
                  <a:ea typeface="+mj-ea"/>
                </a:endParaRPr>
              </a:p>
            </p:txBody>
          </p:sp>
          <p:sp>
            <p:nvSpPr>
              <p:cNvPr id="597" name="TextBox 596">
                <a:extLst>
                  <a:ext uri="{FF2B5EF4-FFF2-40B4-BE49-F238E27FC236}">
                    <a16:creationId xmlns:a16="http://schemas.microsoft.com/office/drawing/2014/main" id="{49087A29-E2A3-3896-E36D-3010C43612C7}"/>
                  </a:ext>
                </a:extLst>
              </p:cNvPr>
              <p:cNvSpPr txBox="1">
                <a:spLocks/>
              </p:cNvSpPr>
              <p:nvPr/>
            </p:nvSpPr>
            <p:spPr>
              <a:xfrm>
                <a:off x="160612" y="4175584"/>
                <a:ext cx="320396" cy="200055"/>
              </a:xfrm>
              <a:prstGeom prst="rect">
                <a:avLst/>
              </a:prstGeom>
              <a:noFill/>
            </p:spPr>
            <p:txBody>
              <a:bodyPr wrap="square" rtlCol="0">
                <a:spAutoFit/>
              </a:bodyPr>
              <a:lstStyle/>
              <a:p>
                <a:r>
                  <a:rPr lang="en-US" altLang="ko-KR" sz="700" b="1" dirty="0">
                    <a:latin typeface="+mj-ea"/>
                    <a:ea typeface="+mj-ea"/>
                  </a:rPr>
                  <a:t>13</a:t>
                </a:r>
                <a:endParaRPr lang="ko-KR" altLang="en-US" sz="700" b="1" dirty="0">
                  <a:latin typeface="+mj-ea"/>
                  <a:ea typeface="+mj-ea"/>
                </a:endParaRPr>
              </a:p>
            </p:txBody>
          </p:sp>
          <p:sp>
            <p:nvSpPr>
              <p:cNvPr id="598" name="TextBox 597">
                <a:extLst>
                  <a:ext uri="{FF2B5EF4-FFF2-40B4-BE49-F238E27FC236}">
                    <a16:creationId xmlns:a16="http://schemas.microsoft.com/office/drawing/2014/main" id="{ABB7E08D-F9AF-BB1E-63BC-98C006B4E808}"/>
                  </a:ext>
                </a:extLst>
              </p:cNvPr>
              <p:cNvSpPr txBox="1">
                <a:spLocks/>
              </p:cNvSpPr>
              <p:nvPr/>
            </p:nvSpPr>
            <p:spPr>
              <a:xfrm>
                <a:off x="160612" y="4363620"/>
                <a:ext cx="320396" cy="200055"/>
              </a:xfrm>
              <a:prstGeom prst="rect">
                <a:avLst/>
              </a:prstGeom>
              <a:noFill/>
            </p:spPr>
            <p:txBody>
              <a:bodyPr wrap="square" rtlCol="0">
                <a:spAutoFit/>
              </a:bodyPr>
              <a:lstStyle/>
              <a:p>
                <a:r>
                  <a:rPr lang="en-US" altLang="ko-KR" sz="700" b="1" dirty="0">
                    <a:latin typeface="+mj-ea"/>
                    <a:ea typeface="+mj-ea"/>
                  </a:rPr>
                  <a:t>14</a:t>
                </a:r>
                <a:endParaRPr lang="ko-KR" altLang="en-US" sz="700" b="1" dirty="0">
                  <a:latin typeface="+mj-ea"/>
                  <a:ea typeface="+mj-ea"/>
                </a:endParaRPr>
              </a:p>
            </p:txBody>
          </p:sp>
          <p:sp>
            <p:nvSpPr>
              <p:cNvPr id="599" name="TextBox 598">
                <a:extLst>
                  <a:ext uri="{FF2B5EF4-FFF2-40B4-BE49-F238E27FC236}">
                    <a16:creationId xmlns:a16="http://schemas.microsoft.com/office/drawing/2014/main" id="{2F2E75E2-128F-ABE7-570B-E7DBB0892E2A}"/>
                  </a:ext>
                </a:extLst>
              </p:cNvPr>
              <p:cNvSpPr txBox="1">
                <a:spLocks/>
              </p:cNvSpPr>
              <p:nvPr/>
            </p:nvSpPr>
            <p:spPr>
              <a:xfrm>
                <a:off x="160612" y="4551656"/>
                <a:ext cx="320396" cy="200055"/>
              </a:xfrm>
              <a:prstGeom prst="rect">
                <a:avLst/>
              </a:prstGeom>
              <a:noFill/>
            </p:spPr>
            <p:txBody>
              <a:bodyPr wrap="square" rtlCol="0">
                <a:spAutoFit/>
              </a:bodyPr>
              <a:lstStyle/>
              <a:p>
                <a:r>
                  <a:rPr lang="en-US" altLang="ko-KR" sz="700" b="1" dirty="0">
                    <a:latin typeface="+mj-ea"/>
                    <a:ea typeface="+mj-ea"/>
                  </a:rPr>
                  <a:t>15</a:t>
                </a:r>
                <a:endParaRPr lang="ko-KR" altLang="en-US" sz="700" b="1" dirty="0">
                  <a:latin typeface="+mj-ea"/>
                  <a:ea typeface="+mj-ea"/>
                </a:endParaRPr>
              </a:p>
            </p:txBody>
          </p:sp>
          <p:sp>
            <p:nvSpPr>
              <p:cNvPr id="600" name="TextBox 599">
                <a:extLst>
                  <a:ext uri="{FF2B5EF4-FFF2-40B4-BE49-F238E27FC236}">
                    <a16:creationId xmlns:a16="http://schemas.microsoft.com/office/drawing/2014/main" id="{1B859B75-F362-9215-FA65-9298257D7DD9}"/>
                  </a:ext>
                </a:extLst>
              </p:cNvPr>
              <p:cNvSpPr txBox="1">
                <a:spLocks/>
              </p:cNvSpPr>
              <p:nvPr/>
            </p:nvSpPr>
            <p:spPr>
              <a:xfrm>
                <a:off x="160612" y="4739692"/>
                <a:ext cx="320395" cy="200055"/>
              </a:xfrm>
              <a:prstGeom prst="rect">
                <a:avLst/>
              </a:prstGeom>
              <a:noFill/>
            </p:spPr>
            <p:txBody>
              <a:bodyPr wrap="square" rtlCol="0">
                <a:spAutoFit/>
              </a:bodyPr>
              <a:lstStyle/>
              <a:p>
                <a:r>
                  <a:rPr lang="en-US" altLang="ko-KR" sz="700" b="1" dirty="0">
                    <a:latin typeface="+mj-ea"/>
                    <a:ea typeface="+mj-ea"/>
                  </a:rPr>
                  <a:t>16</a:t>
                </a:r>
                <a:endParaRPr lang="ko-KR" altLang="en-US" sz="700" b="1" dirty="0">
                  <a:latin typeface="+mj-ea"/>
                  <a:ea typeface="+mj-ea"/>
                </a:endParaRPr>
              </a:p>
            </p:txBody>
          </p:sp>
          <p:sp>
            <p:nvSpPr>
              <p:cNvPr id="601" name="TextBox 600">
                <a:extLst>
                  <a:ext uri="{FF2B5EF4-FFF2-40B4-BE49-F238E27FC236}">
                    <a16:creationId xmlns:a16="http://schemas.microsoft.com/office/drawing/2014/main" id="{8FBC816B-18B7-928B-AE44-6B4614CFAE75}"/>
                  </a:ext>
                </a:extLst>
              </p:cNvPr>
              <p:cNvSpPr txBox="1">
                <a:spLocks/>
              </p:cNvSpPr>
              <p:nvPr/>
            </p:nvSpPr>
            <p:spPr>
              <a:xfrm>
                <a:off x="160613" y="4927721"/>
                <a:ext cx="320394" cy="200055"/>
              </a:xfrm>
              <a:prstGeom prst="rect">
                <a:avLst/>
              </a:prstGeom>
              <a:noFill/>
            </p:spPr>
            <p:txBody>
              <a:bodyPr wrap="square" rtlCol="0">
                <a:spAutoFit/>
              </a:bodyPr>
              <a:lstStyle/>
              <a:p>
                <a:r>
                  <a:rPr lang="en-US" altLang="ko-KR" sz="700" b="1" dirty="0">
                    <a:latin typeface="+mj-ea"/>
                    <a:ea typeface="+mj-ea"/>
                  </a:rPr>
                  <a:t>17</a:t>
                </a:r>
                <a:endParaRPr lang="ko-KR" altLang="en-US" sz="700" b="1" dirty="0">
                  <a:latin typeface="+mj-ea"/>
                  <a:ea typeface="+mj-ea"/>
                </a:endParaRPr>
              </a:p>
            </p:txBody>
          </p:sp>
        </p:grpSp>
        <p:grpSp>
          <p:nvGrpSpPr>
            <p:cNvPr id="459" name="그룹 458">
              <a:extLst>
                <a:ext uri="{FF2B5EF4-FFF2-40B4-BE49-F238E27FC236}">
                  <a16:creationId xmlns:a16="http://schemas.microsoft.com/office/drawing/2014/main" id="{6ADD08C2-B47E-835A-3F44-B5C02ACF305B}"/>
                </a:ext>
              </a:extLst>
            </p:cNvPr>
            <p:cNvGrpSpPr/>
            <p:nvPr/>
          </p:nvGrpSpPr>
          <p:grpSpPr>
            <a:xfrm>
              <a:off x="4653173" y="1128771"/>
              <a:ext cx="676648" cy="3208633"/>
              <a:chOff x="4571522" y="1078667"/>
              <a:chExt cx="676648" cy="3208633"/>
            </a:xfrm>
          </p:grpSpPr>
          <p:sp>
            <p:nvSpPr>
              <p:cNvPr id="568" name="TextBox 567">
                <a:extLst>
                  <a:ext uri="{FF2B5EF4-FFF2-40B4-BE49-F238E27FC236}">
                    <a16:creationId xmlns:a16="http://schemas.microsoft.com/office/drawing/2014/main" id="{FE2C4FF4-F421-5D3C-98A6-2AE3415EAA26}"/>
                  </a:ext>
                </a:extLst>
              </p:cNvPr>
              <p:cNvSpPr txBox="1">
                <a:spLocks/>
              </p:cNvSpPr>
              <p:nvPr/>
            </p:nvSpPr>
            <p:spPr>
              <a:xfrm>
                <a:off x="4793134" y="1078667"/>
                <a:ext cx="455035" cy="200055"/>
              </a:xfrm>
              <a:prstGeom prst="rect">
                <a:avLst/>
              </a:prstGeom>
              <a:noFill/>
            </p:spPr>
            <p:txBody>
              <a:bodyPr wrap="square" rtlCol="0">
                <a:spAutoFit/>
              </a:bodyPr>
              <a:lstStyle/>
              <a:p>
                <a:pPr algn="r"/>
                <a:r>
                  <a:rPr lang="en-US" altLang="ko-KR" sz="700" b="1" dirty="0">
                    <a:latin typeface="+mj-ea"/>
                    <a:ea typeface="+mj-ea"/>
                  </a:rPr>
                  <a:t>51</a:t>
                </a:r>
                <a:endParaRPr lang="ko-KR" altLang="en-US" sz="700" b="1" dirty="0">
                  <a:latin typeface="+mj-ea"/>
                  <a:ea typeface="+mj-ea"/>
                </a:endParaRPr>
              </a:p>
            </p:txBody>
          </p:sp>
          <p:sp>
            <p:nvSpPr>
              <p:cNvPr id="569" name="TextBox 568">
                <a:extLst>
                  <a:ext uri="{FF2B5EF4-FFF2-40B4-BE49-F238E27FC236}">
                    <a16:creationId xmlns:a16="http://schemas.microsoft.com/office/drawing/2014/main" id="{21817441-DE6C-1C3E-3A59-08A7E57B7547}"/>
                  </a:ext>
                </a:extLst>
              </p:cNvPr>
              <p:cNvSpPr txBox="1">
                <a:spLocks/>
              </p:cNvSpPr>
              <p:nvPr/>
            </p:nvSpPr>
            <p:spPr>
              <a:xfrm>
                <a:off x="4793134" y="1267114"/>
                <a:ext cx="455035" cy="200055"/>
              </a:xfrm>
              <a:prstGeom prst="rect">
                <a:avLst/>
              </a:prstGeom>
              <a:noFill/>
            </p:spPr>
            <p:txBody>
              <a:bodyPr wrap="square" rtlCol="0">
                <a:spAutoFit/>
              </a:bodyPr>
              <a:lstStyle/>
              <a:p>
                <a:pPr algn="r"/>
                <a:r>
                  <a:rPr lang="en-US" altLang="ko-KR" sz="700" b="1" dirty="0">
                    <a:latin typeface="+mj-ea"/>
                    <a:ea typeface="+mj-ea"/>
                  </a:rPr>
                  <a:t>50</a:t>
                </a:r>
                <a:endParaRPr lang="ko-KR" altLang="en-US" sz="700" b="1" dirty="0">
                  <a:latin typeface="+mj-ea"/>
                  <a:ea typeface="+mj-ea"/>
                </a:endParaRPr>
              </a:p>
            </p:txBody>
          </p:sp>
          <p:sp>
            <p:nvSpPr>
              <p:cNvPr id="570" name="TextBox 569">
                <a:extLst>
                  <a:ext uri="{FF2B5EF4-FFF2-40B4-BE49-F238E27FC236}">
                    <a16:creationId xmlns:a16="http://schemas.microsoft.com/office/drawing/2014/main" id="{C07AFEAA-3121-5983-62C2-C80BF4155B29}"/>
                  </a:ext>
                </a:extLst>
              </p:cNvPr>
              <p:cNvSpPr txBox="1">
                <a:spLocks/>
              </p:cNvSpPr>
              <p:nvPr/>
            </p:nvSpPr>
            <p:spPr>
              <a:xfrm>
                <a:off x="4793134" y="1455151"/>
                <a:ext cx="455035" cy="200055"/>
              </a:xfrm>
              <a:prstGeom prst="rect">
                <a:avLst/>
              </a:prstGeom>
              <a:noFill/>
            </p:spPr>
            <p:txBody>
              <a:bodyPr wrap="square" rtlCol="0">
                <a:spAutoFit/>
              </a:bodyPr>
              <a:lstStyle/>
              <a:p>
                <a:pPr algn="r"/>
                <a:r>
                  <a:rPr lang="en-US" altLang="ko-KR" sz="700" b="1" dirty="0">
                    <a:latin typeface="+mj-ea"/>
                    <a:ea typeface="+mj-ea"/>
                  </a:rPr>
                  <a:t>49</a:t>
                </a:r>
                <a:endParaRPr lang="ko-KR" altLang="en-US" sz="700" b="1" dirty="0">
                  <a:latin typeface="+mj-ea"/>
                  <a:ea typeface="+mj-ea"/>
                </a:endParaRPr>
              </a:p>
            </p:txBody>
          </p:sp>
          <p:sp>
            <p:nvSpPr>
              <p:cNvPr id="571" name="TextBox 570">
                <a:extLst>
                  <a:ext uri="{FF2B5EF4-FFF2-40B4-BE49-F238E27FC236}">
                    <a16:creationId xmlns:a16="http://schemas.microsoft.com/office/drawing/2014/main" id="{4AE8CD3F-7520-B05D-0556-D3D3872A00A8}"/>
                  </a:ext>
                </a:extLst>
              </p:cNvPr>
              <p:cNvSpPr txBox="1">
                <a:spLocks/>
              </p:cNvSpPr>
              <p:nvPr/>
            </p:nvSpPr>
            <p:spPr>
              <a:xfrm>
                <a:off x="4793134" y="1643188"/>
                <a:ext cx="455035" cy="200055"/>
              </a:xfrm>
              <a:prstGeom prst="rect">
                <a:avLst/>
              </a:prstGeom>
              <a:noFill/>
            </p:spPr>
            <p:txBody>
              <a:bodyPr wrap="square" rtlCol="0">
                <a:spAutoFit/>
              </a:bodyPr>
              <a:lstStyle/>
              <a:p>
                <a:pPr algn="r"/>
                <a:r>
                  <a:rPr lang="en-US" altLang="ko-KR" sz="700" b="1" dirty="0">
                    <a:latin typeface="+mj-ea"/>
                    <a:ea typeface="+mj-ea"/>
                  </a:rPr>
                  <a:t>48</a:t>
                </a:r>
                <a:endParaRPr lang="ko-KR" altLang="en-US" sz="700" b="1" dirty="0">
                  <a:latin typeface="+mj-ea"/>
                  <a:ea typeface="+mj-ea"/>
                </a:endParaRPr>
              </a:p>
            </p:txBody>
          </p:sp>
          <p:sp>
            <p:nvSpPr>
              <p:cNvPr id="572" name="TextBox 571">
                <a:extLst>
                  <a:ext uri="{FF2B5EF4-FFF2-40B4-BE49-F238E27FC236}">
                    <a16:creationId xmlns:a16="http://schemas.microsoft.com/office/drawing/2014/main" id="{5953EBA6-5E73-9626-BDC9-E84AD81A7959}"/>
                  </a:ext>
                </a:extLst>
              </p:cNvPr>
              <p:cNvSpPr txBox="1">
                <a:spLocks/>
              </p:cNvSpPr>
              <p:nvPr/>
            </p:nvSpPr>
            <p:spPr>
              <a:xfrm>
                <a:off x="4793134" y="1831225"/>
                <a:ext cx="455035" cy="200055"/>
              </a:xfrm>
              <a:prstGeom prst="rect">
                <a:avLst/>
              </a:prstGeom>
              <a:noFill/>
            </p:spPr>
            <p:txBody>
              <a:bodyPr wrap="square" rtlCol="0">
                <a:spAutoFit/>
              </a:bodyPr>
              <a:lstStyle/>
              <a:p>
                <a:pPr algn="r"/>
                <a:r>
                  <a:rPr lang="en-US" altLang="ko-KR" sz="700" b="1" dirty="0">
                    <a:latin typeface="+mj-ea"/>
                    <a:ea typeface="+mj-ea"/>
                  </a:rPr>
                  <a:t>47</a:t>
                </a:r>
                <a:endParaRPr lang="ko-KR" altLang="en-US" sz="700" b="1" dirty="0">
                  <a:latin typeface="+mj-ea"/>
                  <a:ea typeface="+mj-ea"/>
                </a:endParaRPr>
              </a:p>
            </p:txBody>
          </p:sp>
          <p:sp>
            <p:nvSpPr>
              <p:cNvPr id="573" name="TextBox 572">
                <a:extLst>
                  <a:ext uri="{FF2B5EF4-FFF2-40B4-BE49-F238E27FC236}">
                    <a16:creationId xmlns:a16="http://schemas.microsoft.com/office/drawing/2014/main" id="{E9B96DF1-7161-F8C5-C17E-CDE8C209EC78}"/>
                  </a:ext>
                </a:extLst>
              </p:cNvPr>
              <p:cNvSpPr txBox="1">
                <a:spLocks/>
              </p:cNvSpPr>
              <p:nvPr/>
            </p:nvSpPr>
            <p:spPr>
              <a:xfrm>
                <a:off x="4793134" y="2019262"/>
                <a:ext cx="455035" cy="200055"/>
              </a:xfrm>
              <a:prstGeom prst="rect">
                <a:avLst/>
              </a:prstGeom>
              <a:noFill/>
            </p:spPr>
            <p:txBody>
              <a:bodyPr wrap="square" rtlCol="0">
                <a:spAutoFit/>
              </a:bodyPr>
              <a:lstStyle/>
              <a:p>
                <a:pPr algn="r"/>
                <a:r>
                  <a:rPr lang="en-US" altLang="ko-KR" sz="700" b="1" dirty="0">
                    <a:latin typeface="+mj-ea"/>
                    <a:ea typeface="+mj-ea"/>
                  </a:rPr>
                  <a:t>46</a:t>
                </a:r>
                <a:endParaRPr lang="ko-KR" altLang="en-US" sz="700" b="1" dirty="0">
                  <a:latin typeface="+mj-ea"/>
                  <a:ea typeface="+mj-ea"/>
                </a:endParaRPr>
              </a:p>
            </p:txBody>
          </p:sp>
          <p:sp>
            <p:nvSpPr>
              <p:cNvPr id="574" name="TextBox 573">
                <a:extLst>
                  <a:ext uri="{FF2B5EF4-FFF2-40B4-BE49-F238E27FC236}">
                    <a16:creationId xmlns:a16="http://schemas.microsoft.com/office/drawing/2014/main" id="{6F3DC6E1-A031-E585-0874-3B98FD9D50D9}"/>
                  </a:ext>
                </a:extLst>
              </p:cNvPr>
              <p:cNvSpPr txBox="1">
                <a:spLocks/>
              </p:cNvSpPr>
              <p:nvPr/>
            </p:nvSpPr>
            <p:spPr>
              <a:xfrm>
                <a:off x="4793134" y="2207299"/>
                <a:ext cx="455035" cy="200055"/>
              </a:xfrm>
              <a:prstGeom prst="rect">
                <a:avLst/>
              </a:prstGeom>
              <a:noFill/>
            </p:spPr>
            <p:txBody>
              <a:bodyPr wrap="square" rtlCol="0">
                <a:spAutoFit/>
              </a:bodyPr>
              <a:lstStyle/>
              <a:p>
                <a:pPr algn="r"/>
                <a:r>
                  <a:rPr lang="en-US" altLang="ko-KR" sz="700" b="1" dirty="0">
                    <a:latin typeface="+mj-ea"/>
                    <a:ea typeface="+mj-ea"/>
                  </a:rPr>
                  <a:t>45</a:t>
                </a:r>
                <a:endParaRPr lang="ko-KR" altLang="en-US" sz="700" b="1" dirty="0">
                  <a:latin typeface="+mj-ea"/>
                  <a:ea typeface="+mj-ea"/>
                </a:endParaRPr>
              </a:p>
            </p:txBody>
          </p:sp>
          <p:sp>
            <p:nvSpPr>
              <p:cNvPr id="575" name="TextBox 574">
                <a:extLst>
                  <a:ext uri="{FF2B5EF4-FFF2-40B4-BE49-F238E27FC236}">
                    <a16:creationId xmlns:a16="http://schemas.microsoft.com/office/drawing/2014/main" id="{0C74611F-6C4E-D27D-8D24-DC0A664F1DBB}"/>
                  </a:ext>
                </a:extLst>
              </p:cNvPr>
              <p:cNvSpPr txBox="1">
                <a:spLocks/>
              </p:cNvSpPr>
              <p:nvPr/>
            </p:nvSpPr>
            <p:spPr>
              <a:xfrm>
                <a:off x="4793134" y="2395336"/>
                <a:ext cx="455035" cy="200055"/>
              </a:xfrm>
              <a:prstGeom prst="rect">
                <a:avLst/>
              </a:prstGeom>
              <a:noFill/>
            </p:spPr>
            <p:txBody>
              <a:bodyPr wrap="square" rtlCol="0">
                <a:spAutoFit/>
              </a:bodyPr>
              <a:lstStyle/>
              <a:p>
                <a:pPr algn="r"/>
                <a:r>
                  <a:rPr lang="en-US" altLang="ko-KR" sz="700" b="1" dirty="0">
                    <a:latin typeface="+mj-ea"/>
                    <a:ea typeface="+mj-ea"/>
                  </a:rPr>
                  <a:t>44</a:t>
                </a:r>
                <a:endParaRPr lang="ko-KR" altLang="en-US" sz="700" b="1" dirty="0">
                  <a:latin typeface="+mj-ea"/>
                  <a:ea typeface="+mj-ea"/>
                </a:endParaRPr>
              </a:p>
            </p:txBody>
          </p:sp>
          <p:sp>
            <p:nvSpPr>
              <p:cNvPr id="576" name="TextBox 575">
                <a:extLst>
                  <a:ext uri="{FF2B5EF4-FFF2-40B4-BE49-F238E27FC236}">
                    <a16:creationId xmlns:a16="http://schemas.microsoft.com/office/drawing/2014/main" id="{1D853546-7D3E-09AF-9888-B47EABAA854A}"/>
                  </a:ext>
                </a:extLst>
              </p:cNvPr>
              <p:cNvSpPr txBox="1">
                <a:spLocks/>
              </p:cNvSpPr>
              <p:nvPr/>
            </p:nvSpPr>
            <p:spPr>
              <a:xfrm>
                <a:off x="4793134" y="2583373"/>
                <a:ext cx="455035" cy="200055"/>
              </a:xfrm>
              <a:prstGeom prst="rect">
                <a:avLst/>
              </a:prstGeom>
              <a:noFill/>
            </p:spPr>
            <p:txBody>
              <a:bodyPr wrap="square" rtlCol="0">
                <a:spAutoFit/>
              </a:bodyPr>
              <a:lstStyle/>
              <a:p>
                <a:pPr algn="r"/>
                <a:r>
                  <a:rPr lang="en-US" altLang="ko-KR" sz="700" b="1" dirty="0">
                    <a:latin typeface="+mj-ea"/>
                    <a:ea typeface="+mj-ea"/>
                  </a:rPr>
                  <a:t>43</a:t>
                </a:r>
                <a:endParaRPr lang="ko-KR" altLang="en-US" sz="700" b="1" dirty="0">
                  <a:latin typeface="+mj-ea"/>
                  <a:ea typeface="+mj-ea"/>
                </a:endParaRPr>
              </a:p>
            </p:txBody>
          </p:sp>
          <p:sp>
            <p:nvSpPr>
              <p:cNvPr id="577" name="TextBox 576">
                <a:extLst>
                  <a:ext uri="{FF2B5EF4-FFF2-40B4-BE49-F238E27FC236}">
                    <a16:creationId xmlns:a16="http://schemas.microsoft.com/office/drawing/2014/main" id="{A2D7C9A1-3173-69BF-CE50-532F314456BC}"/>
                  </a:ext>
                </a:extLst>
              </p:cNvPr>
              <p:cNvSpPr txBox="1">
                <a:spLocks/>
              </p:cNvSpPr>
              <p:nvPr/>
            </p:nvSpPr>
            <p:spPr>
              <a:xfrm>
                <a:off x="4571522" y="2771410"/>
                <a:ext cx="676647" cy="200055"/>
              </a:xfrm>
              <a:prstGeom prst="rect">
                <a:avLst/>
              </a:prstGeom>
              <a:noFill/>
            </p:spPr>
            <p:txBody>
              <a:bodyPr wrap="square" rtlCol="0">
                <a:spAutoFit/>
              </a:bodyPr>
              <a:lstStyle/>
              <a:p>
                <a:pPr algn="r"/>
                <a:r>
                  <a:rPr lang="en-US" altLang="ko-KR" sz="700" b="1" dirty="0">
                    <a:latin typeface="+mj-ea"/>
                    <a:ea typeface="+mj-ea"/>
                  </a:rPr>
                  <a:t>42</a:t>
                </a:r>
                <a:endParaRPr lang="ko-KR" altLang="en-US" sz="700" b="1" dirty="0">
                  <a:latin typeface="+mj-ea"/>
                  <a:ea typeface="+mj-ea"/>
                </a:endParaRPr>
              </a:p>
            </p:txBody>
          </p:sp>
          <p:sp>
            <p:nvSpPr>
              <p:cNvPr id="578" name="TextBox 577">
                <a:extLst>
                  <a:ext uri="{FF2B5EF4-FFF2-40B4-BE49-F238E27FC236}">
                    <a16:creationId xmlns:a16="http://schemas.microsoft.com/office/drawing/2014/main" id="{FDE67CB8-654C-D5B4-7D9B-E486BA9BC6A2}"/>
                  </a:ext>
                </a:extLst>
              </p:cNvPr>
              <p:cNvSpPr txBox="1">
                <a:spLocks/>
              </p:cNvSpPr>
              <p:nvPr/>
            </p:nvSpPr>
            <p:spPr>
              <a:xfrm>
                <a:off x="4571523" y="2959446"/>
                <a:ext cx="676645" cy="200055"/>
              </a:xfrm>
              <a:prstGeom prst="rect">
                <a:avLst/>
              </a:prstGeom>
              <a:noFill/>
            </p:spPr>
            <p:txBody>
              <a:bodyPr wrap="square" rtlCol="0">
                <a:spAutoFit/>
              </a:bodyPr>
              <a:lstStyle/>
              <a:p>
                <a:pPr algn="r"/>
                <a:r>
                  <a:rPr lang="en-US" altLang="ko-KR" sz="700" b="1" dirty="0">
                    <a:latin typeface="+mj-ea"/>
                    <a:ea typeface="+mj-ea"/>
                  </a:rPr>
                  <a:t>41</a:t>
                </a:r>
                <a:endParaRPr lang="ko-KR" altLang="en-US" sz="700" b="1" dirty="0">
                  <a:latin typeface="+mj-ea"/>
                  <a:ea typeface="+mj-ea"/>
                </a:endParaRPr>
              </a:p>
            </p:txBody>
          </p:sp>
          <p:sp>
            <p:nvSpPr>
              <p:cNvPr id="579" name="TextBox 578">
                <a:extLst>
                  <a:ext uri="{FF2B5EF4-FFF2-40B4-BE49-F238E27FC236}">
                    <a16:creationId xmlns:a16="http://schemas.microsoft.com/office/drawing/2014/main" id="{0F07B31C-9BCE-0017-136A-EFA54309DD42}"/>
                  </a:ext>
                </a:extLst>
              </p:cNvPr>
              <p:cNvSpPr txBox="1">
                <a:spLocks/>
              </p:cNvSpPr>
              <p:nvPr/>
            </p:nvSpPr>
            <p:spPr>
              <a:xfrm>
                <a:off x="4571523" y="3147482"/>
                <a:ext cx="676645" cy="200055"/>
              </a:xfrm>
              <a:prstGeom prst="rect">
                <a:avLst/>
              </a:prstGeom>
              <a:noFill/>
            </p:spPr>
            <p:txBody>
              <a:bodyPr wrap="square" rtlCol="0">
                <a:spAutoFit/>
              </a:bodyPr>
              <a:lstStyle/>
              <a:p>
                <a:pPr algn="r"/>
                <a:r>
                  <a:rPr lang="en-US" altLang="ko-KR" sz="700" b="1" dirty="0">
                    <a:latin typeface="+mj-ea"/>
                    <a:ea typeface="+mj-ea"/>
                  </a:rPr>
                  <a:t>40</a:t>
                </a:r>
                <a:endParaRPr lang="ko-KR" altLang="en-US" sz="700" b="1" dirty="0">
                  <a:latin typeface="+mj-ea"/>
                  <a:ea typeface="+mj-ea"/>
                </a:endParaRPr>
              </a:p>
            </p:txBody>
          </p:sp>
          <p:sp>
            <p:nvSpPr>
              <p:cNvPr id="580" name="TextBox 579">
                <a:extLst>
                  <a:ext uri="{FF2B5EF4-FFF2-40B4-BE49-F238E27FC236}">
                    <a16:creationId xmlns:a16="http://schemas.microsoft.com/office/drawing/2014/main" id="{48AEFE45-B827-C0F3-3C07-EC0A0550E63E}"/>
                  </a:ext>
                </a:extLst>
              </p:cNvPr>
              <p:cNvSpPr txBox="1">
                <a:spLocks/>
              </p:cNvSpPr>
              <p:nvPr/>
            </p:nvSpPr>
            <p:spPr>
              <a:xfrm>
                <a:off x="4571523" y="3335519"/>
                <a:ext cx="676645" cy="200055"/>
              </a:xfrm>
              <a:prstGeom prst="rect">
                <a:avLst/>
              </a:prstGeom>
              <a:noFill/>
            </p:spPr>
            <p:txBody>
              <a:bodyPr wrap="square" rtlCol="0">
                <a:spAutoFit/>
              </a:bodyPr>
              <a:lstStyle/>
              <a:p>
                <a:pPr algn="r"/>
                <a:r>
                  <a:rPr lang="en-US" altLang="ko-KR" sz="700" b="1" dirty="0">
                    <a:latin typeface="+mj-ea"/>
                    <a:ea typeface="+mj-ea"/>
                  </a:rPr>
                  <a:t>39</a:t>
                </a:r>
                <a:endParaRPr lang="ko-KR" altLang="en-US" sz="700" b="1" dirty="0">
                  <a:latin typeface="+mj-ea"/>
                  <a:ea typeface="+mj-ea"/>
                </a:endParaRPr>
              </a:p>
            </p:txBody>
          </p:sp>
          <p:sp>
            <p:nvSpPr>
              <p:cNvPr id="581" name="TextBox 580">
                <a:extLst>
                  <a:ext uri="{FF2B5EF4-FFF2-40B4-BE49-F238E27FC236}">
                    <a16:creationId xmlns:a16="http://schemas.microsoft.com/office/drawing/2014/main" id="{B717893F-CCCB-4377-7DE4-FC1F6CA829DE}"/>
                  </a:ext>
                </a:extLst>
              </p:cNvPr>
              <p:cNvSpPr txBox="1">
                <a:spLocks/>
              </p:cNvSpPr>
              <p:nvPr/>
            </p:nvSpPr>
            <p:spPr>
              <a:xfrm>
                <a:off x="4571523" y="3523555"/>
                <a:ext cx="676645" cy="200055"/>
              </a:xfrm>
              <a:prstGeom prst="rect">
                <a:avLst/>
              </a:prstGeom>
              <a:noFill/>
            </p:spPr>
            <p:txBody>
              <a:bodyPr wrap="square" rtlCol="0">
                <a:spAutoFit/>
              </a:bodyPr>
              <a:lstStyle/>
              <a:p>
                <a:pPr algn="r"/>
                <a:r>
                  <a:rPr lang="en-US" altLang="ko-KR" sz="700" b="1" dirty="0">
                    <a:latin typeface="+mj-ea"/>
                    <a:ea typeface="+mj-ea"/>
                  </a:rPr>
                  <a:t>38</a:t>
                </a:r>
                <a:endParaRPr lang="ko-KR" altLang="en-US" sz="700" b="1" dirty="0">
                  <a:latin typeface="+mj-ea"/>
                  <a:ea typeface="+mj-ea"/>
                </a:endParaRPr>
              </a:p>
            </p:txBody>
          </p:sp>
          <p:sp>
            <p:nvSpPr>
              <p:cNvPr id="582" name="TextBox 581">
                <a:extLst>
                  <a:ext uri="{FF2B5EF4-FFF2-40B4-BE49-F238E27FC236}">
                    <a16:creationId xmlns:a16="http://schemas.microsoft.com/office/drawing/2014/main" id="{CD20A309-2345-8EB3-0904-CE5F72586B9E}"/>
                  </a:ext>
                </a:extLst>
              </p:cNvPr>
              <p:cNvSpPr txBox="1">
                <a:spLocks/>
              </p:cNvSpPr>
              <p:nvPr/>
            </p:nvSpPr>
            <p:spPr>
              <a:xfrm>
                <a:off x="4571523" y="3711591"/>
                <a:ext cx="676645" cy="200055"/>
              </a:xfrm>
              <a:prstGeom prst="rect">
                <a:avLst/>
              </a:prstGeom>
              <a:noFill/>
            </p:spPr>
            <p:txBody>
              <a:bodyPr wrap="square" rtlCol="0">
                <a:spAutoFit/>
              </a:bodyPr>
              <a:lstStyle/>
              <a:p>
                <a:pPr algn="r"/>
                <a:r>
                  <a:rPr lang="en-US" altLang="ko-KR" sz="700" b="1" dirty="0">
                    <a:latin typeface="+mj-ea"/>
                    <a:ea typeface="+mj-ea"/>
                  </a:rPr>
                  <a:t>37</a:t>
                </a:r>
                <a:endParaRPr lang="ko-KR" altLang="en-US" sz="700" b="1" dirty="0">
                  <a:latin typeface="+mj-ea"/>
                  <a:ea typeface="+mj-ea"/>
                </a:endParaRPr>
              </a:p>
            </p:txBody>
          </p:sp>
          <p:sp>
            <p:nvSpPr>
              <p:cNvPr id="583" name="TextBox 582">
                <a:extLst>
                  <a:ext uri="{FF2B5EF4-FFF2-40B4-BE49-F238E27FC236}">
                    <a16:creationId xmlns:a16="http://schemas.microsoft.com/office/drawing/2014/main" id="{A7F4BFBE-2187-4A07-1B3D-EB9721404A24}"/>
                  </a:ext>
                </a:extLst>
              </p:cNvPr>
              <p:cNvSpPr txBox="1">
                <a:spLocks/>
              </p:cNvSpPr>
              <p:nvPr/>
            </p:nvSpPr>
            <p:spPr>
              <a:xfrm>
                <a:off x="4571528" y="3899627"/>
                <a:ext cx="676642" cy="200055"/>
              </a:xfrm>
              <a:prstGeom prst="rect">
                <a:avLst/>
              </a:prstGeom>
              <a:noFill/>
            </p:spPr>
            <p:txBody>
              <a:bodyPr wrap="square" rtlCol="0">
                <a:spAutoFit/>
              </a:bodyPr>
              <a:lstStyle/>
              <a:p>
                <a:pPr algn="r"/>
                <a:r>
                  <a:rPr lang="en-US" altLang="ko-KR" sz="700" b="1" dirty="0">
                    <a:latin typeface="+mj-ea"/>
                    <a:ea typeface="+mj-ea"/>
                  </a:rPr>
                  <a:t>36</a:t>
                </a:r>
                <a:endParaRPr lang="ko-KR" altLang="en-US" sz="700" b="1" dirty="0">
                  <a:latin typeface="+mj-ea"/>
                  <a:ea typeface="+mj-ea"/>
                </a:endParaRPr>
              </a:p>
            </p:txBody>
          </p:sp>
          <p:sp>
            <p:nvSpPr>
              <p:cNvPr id="584" name="TextBox 583">
                <a:extLst>
                  <a:ext uri="{FF2B5EF4-FFF2-40B4-BE49-F238E27FC236}">
                    <a16:creationId xmlns:a16="http://schemas.microsoft.com/office/drawing/2014/main" id="{DAAC3E15-E4FE-F9AC-F5B4-CC0F2D3E4522}"/>
                  </a:ext>
                </a:extLst>
              </p:cNvPr>
              <p:cNvSpPr txBox="1">
                <a:spLocks/>
              </p:cNvSpPr>
              <p:nvPr/>
            </p:nvSpPr>
            <p:spPr>
              <a:xfrm>
                <a:off x="4571528" y="4087245"/>
                <a:ext cx="676641" cy="200055"/>
              </a:xfrm>
              <a:prstGeom prst="rect">
                <a:avLst/>
              </a:prstGeom>
              <a:noFill/>
            </p:spPr>
            <p:txBody>
              <a:bodyPr wrap="square" rtlCol="0">
                <a:spAutoFit/>
              </a:bodyPr>
              <a:lstStyle/>
              <a:p>
                <a:pPr algn="r"/>
                <a:r>
                  <a:rPr lang="en-US" altLang="ko-KR" sz="700" b="1" dirty="0">
                    <a:latin typeface="+mj-ea"/>
                    <a:ea typeface="+mj-ea"/>
                  </a:rPr>
                  <a:t>35</a:t>
                </a:r>
                <a:endParaRPr lang="ko-KR" altLang="en-US" sz="700" b="1" dirty="0">
                  <a:latin typeface="+mj-ea"/>
                  <a:ea typeface="+mj-ea"/>
                </a:endParaRPr>
              </a:p>
            </p:txBody>
          </p:sp>
        </p:grpSp>
        <p:grpSp>
          <p:nvGrpSpPr>
            <p:cNvPr id="460" name="그룹 459">
              <a:extLst>
                <a:ext uri="{FF2B5EF4-FFF2-40B4-BE49-F238E27FC236}">
                  <a16:creationId xmlns:a16="http://schemas.microsoft.com/office/drawing/2014/main" id="{0E34BCAD-6481-8F5B-3C05-F19CE9C67E70}"/>
                </a:ext>
              </a:extLst>
            </p:cNvPr>
            <p:cNvGrpSpPr>
              <a:grpSpLocks/>
            </p:cNvGrpSpPr>
            <p:nvPr/>
          </p:nvGrpSpPr>
          <p:grpSpPr>
            <a:xfrm rot="16200000">
              <a:off x="3144426" y="2860773"/>
              <a:ext cx="458776" cy="3208640"/>
              <a:chOff x="160612" y="1926832"/>
              <a:chExt cx="320398" cy="3208640"/>
            </a:xfrm>
          </p:grpSpPr>
          <p:sp>
            <p:nvSpPr>
              <p:cNvPr id="551" name="TextBox 550">
                <a:extLst>
                  <a:ext uri="{FF2B5EF4-FFF2-40B4-BE49-F238E27FC236}">
                    <a16:creationId xmlns:a16="http://schemas.microsoft.com/office/drawing/2014/main" id="{FDD7290D-3CAB-345F-76DA-0E7EDF30C0E4}"/>
                  </a:ext>
                </a:extLst>
              </p:cNvPr>
              <p:cNvSpPr txBox="1">
                <a:spLocks/>
              </p:cNvSpPr>
              <p:nvPr/>
            </p:nvSpPr>
            <p:spPr>
              <a:xfrm>
                <a:off x="160615" y="1926832"/>
                <a:ext cx="215463" cy="200055"/>
              </a:xfrm>
              <a:prstGeom prst="rect">
                <a:avLst/>
              </a:prstGeom>
              <a:noFill/>
            </p:spPr>
            <p:txBody>
              <a:bodyPr wrap="square" rtlCol="0">
                <a:spAutoFit/>
              </a:bodyPr>
              <a:lstStyle/>
              <a:p>
                <a:r>
                  <a:rPr lang="en-US" altLang="ko-KR" sz="700" b="1" dirty="0">
                    <a:latin typeface="+mj-ea"/>
                    <a:ea typeface="+mj-ea"/>
                  </a:rPr>
                  <a:t>18</a:t>
                </a:r>
                <a:endParaRPr lang="ko-KR" altLang="en-US" sz="700" b="1" dirty="0">
                  <a:latin typeface="+mj-ea"/>
                  <a:ea typeface="+mj-ea"/>
                </a:endParaRPr>
              </a:p>
            </p:txBody>
          </p:sp>
          <p:sp>
            <p:nvSpPr>
              <p:cNvPr id="552" name="TextBox 551">
                <a:extLst>
                  <a:ext uri="{FF2B5EF4-FFF2-40B4-BE49-F238E27FC236}">
                    <a16:creationId xmlns:a16="http://schemas.microsoft.com/office/drawing/2014/main" id="{B4EC10DF-02F7-FD8B-713C-8C82398418F8}"/>
                  </a:ext>
                </a:extLst>
              </p:cNvPr>
              <p:cNvSpPr txBox="1">
                <a:spLocks/>
              </p:cNvSpPr>
              <p:nvPr/>
            </p:nvSpPr>
            <p:spPr>
              <a:xfrm>
                <a:off x="160614" y="2114870"/>
                <a:ext cx="215463" cy="200055"/>
              </a:xfrm>
              <a:prstGeom prst="rect">
                <a:avLst/>
              </a:prstGeom>
              <a:noFill/>
            </p:spPr>
            <p:txBody>
              <a:bodyPr wrap="square" rtlCol="0">
                <a:spAutoFit/>
              </a:bodyPr>
              <a:lstStyle/>
              <a:p>
                <a:r>
                  <a:rPr lang="en-US" altLang="ko-KR" sz="700" b="1" dirty="0">
                    <a:latin typeface="+mj-ea"/>
                    <a:ea typeface="+mj-ea"/>
                  </a:rPr>
                  <a:t>19</a:t>
                </a:r>
                <a:endParaRPr lang="ko-KR" altLang="en-US" sz="700" b="1" dirty="0">
                  <a:latin typeface="+mj-ea"/>
                  <a:ea typeface="+mj-ea"/>
                </a:endParaRPr>
              </a:p>
            </p:txBody>
          </p:sp>
          <p:sp>
            <p:nvSpPr>
              <p:cNvPr id="553" name="TextBox 552">
                <a:extLst>
                  <a:ext uri="{FF2B5EF4-FFF2-40B4-BE49-F238E27FC236}">
                    <a16:creationId xmlns:a16="http://schemas.microsoft.com/office/drawing/2014/main" id="{1F1878C0-8C47-4C93-54D6-98D2400BB22B}"/>
                  </a:ext>
                </a:extLst>
              </p:cNvPr>
              <p:cNvSpPr txBox="1">
                <a:spLocks/>
              </p:cNvSpPr>
              <p:nvPr/>
            </p:nvSpPr>
            <p:spPr>
              <a:xfrm>
                <a:off x="160614" y="2302907"/>
                <a:ext cx="215463" cy="200055"/>
              </a:xfrm>
              <a:prstGeom prst="rect">
                <a:avLst/>
              </a:prstGeom>
              <a:noFill/>
            </p:spPr>
            <p:txBody>
              <a:bodyPr wrap="square" rtlCol="0">
                <a:spAutoFit/>
              </a:bodyPr>
              <a:lstStyle/>
              <a:p>
                <a:r>
                  <a:rPr lang="en-US" altLang="ko-KR" sz="700" b="1" dirty="0">
                    <a:latin typeface="+mj-ea"/>
                    <a:ea typeface="+mj-ea"/>
                  </a:rPr>
                  <a:t>20</a:t>
                </a:r>
                <a:endParaRPr lang="ko-KR" altLang="en-US" sz="700" b="1" dirty="0">
                  <a:latin typeface="+mj-ea"/>
                  <a:ea typeface="+mj-ea"/>
                </a:endParaRPr>
              </a:p>
            </p:txBody>
          </p:sp>
          <p:sp>
            <p:nvSpPr>
              <p:cNvPr id="554" name="TextBox 553">
                <a:extLst>
                  <a:ext uri="{FF2B5EF4-FFF2-40B4-BE49-F238E27FC236}">
                    <a16:creationId xmlns:a16="http://schemas.microsoft.com/office/drawing/2014/main" id="{4519DB8D-1167-5E89-CF6B-DBEED8D06B95}"/>
                  </a:ext>
                </a:extLst>
              </p:cNvPr>
              <p:cNvSpPr txBox="1">
                <a:spLocks/>
              </p:cNvSpPr>
              <p:nvPr/>
            </p:nvSpPr>
            <p:spPr>
              <a:xfrm>
                <a:off x="160614" y="2490944"/>
                <a:ext cx="215463" cy="200055"/>
              </a:xfrm>
              <a:prstGeom prst="rect">
                <a:avLst/>
              </a:prstGeom>
              <a:noFill/>
            </p:spPr>
            <p:txBody>
              <a:bodyPr wrap="square" rtlCol="0">
                <a:spAutoFit/>
              </a:bodyPr>
              <a:lstStyle/>
              <a:p>
                <a:r>
                  <a:rPr lang="en-US" altLang="ko-KR" sz="700" b="1" dirty="0">
                    <a:latin typeface="+mj-ea"/>
                    <a:ea typeface="+mj-ea"/>
                  </a:rPr>
                  <a:t>21</a:t>
                </a:r>
                <a:endParaRPr lang="ko-KR" altLang="en-US" sz="700" b="1" dirty="0">
                  <a:latin typeface="+mj-ea"/>
                  <a:ea typeface="+mj-ea"/>
                </a:endParaRPr>
              </a:p>
            </p:txBody>
          </p:sp>
          <p:sp>
            <p:nvSpPr>
              <p:cNvPr id="555" name="TextBox 554">
                <a:extLst>
                  <a:ext uri="{FF2B5EF4-FFF2-40B4-BE49-F238E27FC236}">
                    <a16:creationId xmlns:a16="http://schemas.microsoft.com/office/drawing/2014/main" id="{76A800F8-243B-710B-7171-E141B431898C}"/>
                  </a:ext>
                </a:extLst>
              </p:cNvPr>
              <p:cNvSpPr txBox="1">
                <a:spLocks/>
              </p:cNvSpPr>
              <p:nvPr/>
            </p:nvSpPr>
            <p:spPr>
              <a:xfrm>
                <a:off x="160614" y="2678982"/>
                <a:ext cx="215463" cy="200055"/>
              </a:xfrm>
              <a:prstGeom prst="rect">
                <a:avLst/>
              </a:prstGeom>
              <a:noFill/>
            </p:spPr>
            <p:txBody>
              <a:bodyPr wrap="square" rtlCol="0">
                <a:spAutoFit/>
              </a:bodyPr>
              <a:lstStyle/>
              <a:p>
                <a:r>
                  <a:rPr lang="en-US" altLang="ko-KR" sz="700" b="1" dirty="0">
                    <a:latin typeface="+mj-ea"/>
                    <a:ea typeface="+mj-ea"/>
                  </a:rPr>
                  <a:t>22</a:t>
                </a:r>
                <a:endParaRPr lang="ko-KR" altLang="en-US" sz="700" b="1" dirty="0">
                  <a:latin typeface="+mj-ea"/>
                  <a:ea typeface="+mj-ea"/>
                </a:endParaRPr>
              </a:p>
            </p:txBody>
          </p:sp>
          <p:sp>
            <p:nvSpPr>
              <p:cNvPr id="556" name="TextBox 555">
                <a:extLst>
                  <a:ext uri="{FF2B5EF4-FFF2-40B4-BE49-F238E27FC236}">
                    <a16:creationId xmlns:a16="http://schemas.microsoft.com/office/drawing/2014/main" id="{C6FE82D1-AD7F-EAC2-32C3-5520226FF578}"/>
                  </a:ext>
                </a:extLst>
              </p:cNvPr>
              <p:cNvSpPr txBox="1">
                <a:spLocks/>
              </p:cNvSpPr>
              <p:nvPr/>
            </p:nvSpPr>
            <p:spPr>
              <a:xfrm>
                <a:off x="160613" y="2867019"/>
                <a:ext cx="215463" cy="200055"/>
              </a:xfrm>
              <a:prstGeom prst="rect">
                <a:avLst/>
              </a:prstGeom>
              <a:noFill/>
            </p:spPr>
            <p:txBody>
              <a:bodyPr wrap="square" rtlCol="0">
                <a:spAutoFit/>
              </a:bodyPr>
              <a:lstStyle/>
              <a:p>
                <a:r>
                  <a:rPr lang="en-US" altLang="ko-KR" sz="700" b="1" dirty="0">
                    <a:latin typeface="+mj-ea"/>
                    <a:ea typeface="+mj-ea"/>
                  </a:rPr>
                  <a:t>23</a:t>
                </a:r>
                <a:endParaRPr lang="ko-KR" altLang="en-US" sz="700" b="1" dirty="0">
                  <a:latin typeface="+mj-ea"/>
                  <a:ea typeface="+mj-ea"/>
                </a:endParaRPr>
              </a:p>
            </p:txBody>
          </p:sp>
          <p:sp>
            <p:nvSpPr>
              <p:cNvPr id="557" name="TextBox 556">
                <a:extLst>
                  <a:ext uri="{FF2B5EF4-FFF2-40B4-BE49-F238E27FC236}">
                    <a16:creationId xmlns:a16="http://schemas.microsoft.com/office/drawing/2014/main" id="{1420A12A-D4FA-303E-D2B3-B1092B030066}"/>
                  </a:ext>
                </a:extLst>
              </p:cNvPr>
              <p:cNvSpPr txBox="1">
                <a:spLocks/>
              </p:cNvSpPr>
              <p:nvPr/>
            </p:nvSpPr>
            <p:spPr>
              <a:xfrm>
                <a:off x="160613" y="3055056"/>
                <a:ext cx="215463" cy="200055"/>
              </a:xfrm>
              <a:prstGeom prst="rect">
                <a:avLst/>
              </a:prstGeom>
              <a:noFill/>
            </p:spPr>
            <p:txBody>
              <a:bodyPr wrap="square" rtlCol="0">
                <a:spAutoFit/>
              </a:bodyPr>
              <a:lstStyle/>
              <a:p>
                <a:r>
                  <a:rPr lang="en-US" altLang="ko-KR" sz="700" b="1" dirty="0">
                    <a:latin typeface="+mj-ea"/>
                    <a:ea typeface="+mj-ea"/>
                  </a:rPr>
                  <a:t>24</a:t>
                </a:r>
                <a:endParaRPr lang="ko-KR" altLang="en-US" sz="700" b="1" dirty="0">
                  <a:latin typeface="+mj-ea"/>
                  <a:ea typeface="+mj-ea"/>
                </a:endParaRPr>
              </a:p>
            </p:txBody>
          </p:sp>
          <p:sp>
            <p:nvSpPr>
              <p:cNvPr id="558" name="TextBox 557">
                <a:extLst>
                  <a:ext uri="{FF2B5EF4-FFF2-40B4-BE49-F238E27FC236}">
                    <a16:creationId xmlns:a16="http://schemas.microsoft.com/office/drawing/2014/main" id="{3B379318-DC55-3F61-078F-30BC2B49D85D}"/>
                  </a:ext>
                </a:extLst>
              </p:cNvPr>
              <p:cNvSpPr txBox="1">
                <a:spLocks/>
              </p:cNvSpPr>
              <p:nvPr/>
            </p:nvSpPr>
            <p:spPr>
              <a:xfrm>
                <a:off x="160613" y="3243094"/>
                <a:ext cx="215463" cy="200055"/>
              </a:xfrm>
              <a:prstGeom prst="rect">
                <a:avLst/>
              </a:prstGeom>
              <a:noFill/>
            </p:spPr>
            <p:txBody>
              <a:bodyPr wrap="square" rtlCol="0">
                <a:spAutoFit/>
              </a:bodyPr>
              <a:lstStyle/>
              <a:p>
                <a:r>
                  <a:rPr lang="en-US" altLang="ko-KR" sz="700" b="1" dirty="0">
                    <a:latin typeface="+mj-ea"/>
                    <a:ea typeface="+mj-ea"/>
                  </a:rPr>
                  <a:t>25</a:t>
                </a:r>
                <a:endParaRPr lang="ko-KR" altLang="en-US" sz="700" b="1" dirty="0">
                  <a:latin typeface="+mj-ea"/>
                  <a:ea typeface="+mj-ea"/>
                </a:endParaRPr>
              </a:p>
            </p:txBody>
          </p:sp>
          <p:sp>
            <p:nvSpPr>
              <p:cNvPr id="559" name="TextBox 558">
                <a:extLst>
                  <a:ext uri="{FF2B5EF4-FFF2-40B4-BE49-F238E27FC236}">
                    <a16:creationId xmlns:a16="http://schemas.microsoft.com/office/drawing/2014/main" id="{E7247400-B48F-FF33-50A1-6968EADD8A82}"/>
                  </a:ext>
                </a:extLst>
              </p:cNvPr>
              <p:cNvSpPr txBox="1">
                <a:spLocks/>
              </p:cNvSpPr>
              <p:nvPr/>
            </p:nvSpPr>
            <p:spPr>
              <a:xfrm>
                <a:off x="160613" y="3431131"/>
                <a:ext cx="215463" cy="200055"/>
              </a:xfrm>
              <a:prstGeom prst="rect">
                <a:avLst/>
              </a:prstGeom>
              <a:noFill/>
            </p:spPr>
            <p:txBody>
              <a:bodyPr wrap="square" rtlCol="0">
                <a:spAutoFit/>
              </a:bodyPr>
              <a:lstStyle/>
              <a:p>
                <a:r>
                  <a:rPr lang="en-US" altLang="ko-KR" sz="700" b="1" dirty="0">
                    <a:latin typeface="+mj-ea"/>
                    <a:ea typeface="+mj-ea"/>
                  </a:rPr>
                  <a:t>26</a:t>
                </a:r>
                <a:endParaRPr lang="ko-KR" altLang="en-US" sz="700" b="1" dirty="0">
                  <a:latin typeface="+mj-ea"/>
                  <a:ea typeface="+mj-ea"/>
                </a:endParaRPr>
              </a:p>
            </p:txBody>
          </p:sp>
          <p:sp>
            <p:nvSpPr>
              <p:cNvPr id="560" name="TextBox 559">
                <a:extLst>
                  <a:ext uri="{FF2B5EF4-FFF2-40B4-BE49-F238E27FC236}">
                    <a16:creationId xmlns:a16="http://schemas.microsoft.com/office/drawing/2014/main" id="{CF0A99AE-05B8-A55E-7A4D-7E34A162DA2F}"/>
                  </a:ext>
                </a:extLst>
              </p:cNvPr>
              <p:cNvSpPr txBox="1">
                <a:spLocks/>
              </p:cNvSpPr>
              <p:nvPr/>
            </p:nvSpPr>
            <p:spPr>
              <a:xfrm>
                <a:off x="160612" y="3619170"/>
                <a:ext cx="320398" cy="200055"/>
              </a:xfrm>
              <a:prstGeom prst="rect">
                <a:avLst/>
              </a:prstGeom>
              <a:noFill/>
            </p:spPr>
            <p:txBody>
              <a:bodyPr wrap="square" rtlCol="0">
                <a:spAutoFit/>
              </a:bodyPr>
              <a:lstStyle/>
              <a:p>
                <a:r>
                  <a:rPr lang="en-US" altLang="ko-KR" sz="700" b="1" dirty="0">
                    <a:latin typeface="+mj-ea"/>
                    <a:ea typeface="+mj-ea"/>
                  </a:rPr>
                  <a:t>27</a:t>
                </a:r>
                <a:endParaRPr lang="ko-KR" altLang="en-US" sz="700" b="1" dirty="0">
                  <a:latin typeface="+mj-ea"/>
                  <a:ea typeface="+mj-ea"/>
                </a:endParaRPr>
              </a:p>
            </p:txBody>
          </p:sp>
          <p:sp>
            <p:nvSpPr>
              <p:cNvPr id="561" name="TextBox 560">
                <a:extLst>
                  <a:ext uri="{FF2B5EF4-FFF2-40B4-BE49-F238E27FC236}">
                    <a16:creationId xmlns:a16="http://schemas.microsoft.com/office/drawing/2014/main" id="{BBDB38E5-198D-88CB-F80D-7022E18DDCCC}"/>
                  </a:ext>
                </a:extLst>
              </p:cNvPr>
              <p:cNvSpPr txBox="1">
                <a:spLocks/>
              </p:cNvSpPr>
              <p:nvPr/>
            </p:nvSpPr>
            <p:spPr>
              <a:xfrm>
                <a:off x="160613" y="3807205"/>
                <a:ext cx="320397" cy="200055"/>
              </a:xfrm>
              <a:prstGeom prst="rect">
                <a:avLst/>
              </a:prstGeom>
              <a:noFill/>
            </p:spPr>
            <p:txBody>
              <a:bodyPr wrap="square" rtlCol="0">
                <a:spAutoFit/>
              </a:bodyPr>
              <a:lstStyle/>
              <a:p>
                <a:r>
                  <a:rPr lang="en-US" altLang="ko-KR" sz="700" b="1" dirty="0">
                    <a:latin typeface="+mj-ea"/>
                    <a:ea typeface="+mj-ea"/>
                  </a:rPr>
                  <a:t>28</a:t>
                </a:r>
                <a:endParaRPr lang="ko-KR" altLang="en-US" sz="700" b="1" dirty="0">
                  <a:latin typeface="+mj-ea"/>
                  <a:ea typeface="+mj-ea"/>
                </a:endParaRPr>
              </a:p>
            </p:txBody>
          </p:sp>
          <p:sp>
            <p:nvSpPr>
              <p:cNvPr id="562" name="TextBox 561">
                <a:extLst>
                  <a:ext uri="{FF2B5EF4-FFF2-40B4-BE49-F238E27FC236}">
                    <a16:creationId xmlns:a16="http://schemas.microsoft.com/office/drawing/2014/main" id="{9CF8476E-8668-477E-E27C-ABA5E8A9CAD9}"/>
                  </a:ext>
                </a:extLst>
              </p:cNvPr>
              <p:cNvSpPr txBox="1">
                <a:spLocks/>
              </p:cNvSpPr>
              <p:nvPr/>
            </p:nvSpPr>
            <p:spPr>
              <a:xfrm>
                <a:off x="160612" y="3995241"/>
                <a:ext cx="320397" cy="200055"/>
              </a:xfrm>
              <a:prstGeom prst="rect">
                <a:avLst/>
              </a:prstGeom>
              <a:noFill/>
            </p:spPr>
            <p:txBody>
              <a:bodyPr wrap="square" rtlCol="0">
                <a:spAutoFit/>
              </a:bodyPr>
              <a:lstStyle/>
              <a:p>
                <a:r>
                  <a:rPr lang="en-US" altLang="ko-KR" sz="700" b="1" dirty="0">
                    <a:latin typeface="+mj-ea"/>
                    <a:ea typeface="+mj-ea"/>
                  </a:rPr>
                  <a:t>29</a:t>
                </a:r>
                <a:endParaRPr lang="ko-KR" altLang="en-US" sz="700" b="1" dirty="0">
                  <a:latin typeface="+mj-ea"/>
                  <a:ea typeface="+mj-ea"/>
                </a:endParaRPr>
              </a:p>
            </p:txBody>
          </p:sp>
          <p:sp>
            <p:nvSpPr>
              <p:cNvPr id="563" name="TextBox 562">
                <a:extLst>
                  <a:ext uri="{FF2B5EF4-FFF2-40B4-BE49-F238E27FC236}">
                    <a16:creationId xmlns:a16="http://schemas.microsoft.com/office/drawing/2014/main" id="{26D9F168-9EC7-67CA-B624-69D94F02C25D}"/>
                  </a:ext>
                </a:extLst>
              </p:cNvPr>
              <p:cNvSpPr txBox="1">
                <a:spLocks/>
              </p:cNvSpPr>
              <p:nvPr/>
            </p:nvSpPr>
            <p:spPr>
              <a:xfrm>
                <a:off x="160612" y="4183279"/>
                <a:ext cx="320397" cy="200055"/>
              </a:xfrm>
              <a:prstGeom prst="rect">
                <a:avLst/>
              </a:prstGeom>
              <a:noFill/>
            </p:spPr>
            <p:txBody>
              <a:bodyPr wrap="square" rtlCol="0">
                <a:spAutoFit/>
              </a:bodyPr>
              <a:lstStyle/>
              <a:p>
                <a:r>
                  <a:rPr lang="en-US" altLang="ko-KR" sz="700" b="1" dirty="0">
                    <a:latin typeface="+mj-ea"/>
                    <a:ea typeface="+mj-ea"/>
                  </a:rPr>
                  <a:t>30</a:t>
                </a:r>
                <a:endParaRPr lang="ko-KR" altLang="en-US" sz="700" b="1" dirty="0">
                  <a:latin typeface="+mj-ea"/>
                  <a:ea typeface="+mj-ea"/>
                </a:endParaRPr>
              </a:p>
            </p:txBody>
          </p:sp>
          <p:sp>
            <p:nvSpPr>
              <p:cNvPr id="564" name="TextBox 563">
                <a:extLst>
                  <a:ext uri="{FF2B5EF4-FFF2-40B4-BE49-F238E27FC236}">
                    <a16:creationId xmlns:a16="http://schemas.microsoft.com/office/drawing/2014/main" id="{DF783E58-422E-9AFC-C4EE-B6899DC1EE78}"/>
                  </a:ext>
                </a:extLst>
              </p:cNvPr>
              <p:cNvSpPr txBox="1">
                <a:spLocks/>
              </p:cNvSpPr>
              <p:nvPr/>
            </p:nvSpPr>
            <p:spPr>
              <a:xfrm>
                <a:off x="160612" y="4371315"/>
                <a:ext cx="320397" cy="200055"/>
              </a:xfrm>
              <a:prstGeom prst="rect">
                <a:avLst/>
              </a:prstGeom>
              <a:noFill/>
            </p:spPr>
            <p:txBody>
              <a:bodyPr wrap="square" rtlCol="0">
                <a:spAutoFit/>
              </a:bodyPr>
              <a:lstStyle/>
              <a:p>
                <a:r>
                  <a:rPr lang="en-US" altLang="ko-KR" sz="700" b="1" dirty="0">
                    <a:latin typeface="+mj-ea"/>
                    <a:ea typeface="+mj-ea"/>
                  </a:rPr>
                  <a:t>31</a:t>
                </a:r>
                <a:endParaRPr lang="ko-KR" altLang="en-US" sz="700" b="1" dirty="0">
                  <a:latin typeface="+mj-ea"/>
                  <a:ea typeface="+mj-ea"/>
                </a:endParaRPr>
              </a:p>
            </p:txBody>
          </p:sp>
          <p:sp>
            <p:nvSpPr>
              <p:cNvPr id="565" name="TextBox 564">
                <a:extLst>
                  <a:ext uri="{FF2B5EF4-FFF2-40B4-BE49-F238E27FC236}">
                    <a16:creationId xmlns:a16="http://schemas.microsoft.com/office/drawing/2014/main" id="{256E0C95-DE20-F836-67DF-A3F21499727B}"/>
                  </a:ext>
                </a:extLst>
              </p:cNvPr>
              <p:cNvSpPr txBox="1">
                <a:spLocks/>
              </p:cNvSpPr>
              <p:nvPr/>
            </p:nvSpPr>
            <p:spPr>
              <a:xfrm>
                <a:off x="160613" y="4559349"/>
                <a:ext cx="320396" cy="200055"/>
              </a:xfrm>
              <a:prstGeom prst="rect">
                <a:avLst/>
              </a:prstGeom>
              <a:noFill/>
            </p:spPr>
            <p:txBody>
              <a:bodyPr wrap="square" rtlCol="0">
                <a:spAutoFit/>
              </a:bodyPr>
              <a:lstStyle/>
              <a:p>
                <a:r>
                  <a:rPr lang="en-US" altLang="ko-KR" sz="700" b="1" dirty="0">
                    <a:latin typeface="+mj-ea"/>
                    <a:ea typeface="+mj-ea"/>
                  </a:rPr>
                  <a:t>32</a:t>
                </a:r>
                <a:endParaRPr lang="ko-KR" altLang="en-US" sz="700" b="1" dirty="0">
                  <a:latin typeface="+mj-ea"/>
                  <a:ea typeface="+mj-ea"/>
                </a:endParaRPr>
              </a:p>
            </p:txBody>
          </p:sp>
          <p:sp>
            <p:nvSpPr>
              <p:cNvPr id="566" name="TextBox 565">
                <a:extLst>
                  <a:ext uri="{FF2B5EF4-FFF2-40B4-BE49-F238E27FC236}">
                    <a16:creationId xmlns:a16="http://schemas.microsoft.com/office/drawing/2014/main" id="{C86EDDD1-30C3-9922-FC51-CD1C6BB04955}"/>
                  </a:ext>
                </a:extLst>
              </p:cNvPr>
              <p:cNvSpPr txBox="1">
                <a:spLocks/>
              </p:cNvSpPr>
              <p:nvPr/>
            </p:nvSpPr>
            <p:spPr>
              <a:xfrm>
                <a:off x="160612" y="4747388"/>
                <a:ext cx="320395" cy="200055"/>
              </a:xfrm>
              <a:prstGeom prst="rect">
                <a:avLst/>
              </a:prstGeom>
              <a:noFill/>
            </p:spPr>
            <p:txBody>
              <a:bodyPr wrap="square" rtlCol="0">
                <a:spAutoFit/>
              </a:bodyPr>
              <a:lstStyle/>
              <a:p>
                <a:r>
                  <a:rPr lang="en-US" altLang="ko-KR" sz="700" b="1" dirty="0">
                    <a:latin typeface="+mj-ea"/>
                    <a:ea typeface="+mj-ea"/>
                  </a:rPr>
                  <a:t>33</a:t>
                </a:r>
                <a:endParaRPr lang="ko-KR" altLang="en-US" sz="700" b="1" dirty="0">
                  <a:latin typeface="+mj-ea"/>
                  <a:ea typeface="+mj-ea"/>
                </a:endParaRPr>
              </a:p>
            </p:txBody>
          </p:sp>
          <p:sp>
            <p:nvSpPr>
              <p:cNvPr id="567" name="TextBox 566">
                <a:extLst>
                  <a:ext uri="{FF2B5EF4-FFF2-40B4-BE49-F238E27FC236}">
                    <a16:creationId xmlns:a16="http://schemas.microsoft.com/office/drawing/2014/main" id="{A356D06F-E0D1-283D-3DE3-D5FE5C5F9E8F}"/>
                  </a:ext>
                </a:extLst>
              </p:cNvPr>
              <p:cNvSpPr txBox="1">
                <a:spLocks/>
              </p:cNvSpPr>
              <p:nvPr/>
            </p:nvSpPr>
            <p:spPr>
              <a:xfrm>
                <a:off x="160614" y="4935417"/>
                <a:ext cx="320394" cy="200055"/>
              </a:xfrm>
              <a:prstGeom prst="rect">
                <a:avLst/>
              </a:prstGeom>
              <a:noFill/>
            </p:spPr>
            <p:txBody>
              <a:bodyPr wrap="square" rtlCol="0">
                <a:spAutoFit/>
              </a:bodyPr>
              <a:lstStyle/>
              <a:p>
                <a:r>
                  <a:rPr lang="en-US" altLang="ko-KR" sz="700" b="1" dirty="0">
                    <a:latin typeface="+mj-ea"/>
                    <a:ea typeface="+mj-ea"/>
                  </a:rPr>
                  <a:t>34</a:t>
                </a:r>
                <a:endParaRPr lang="ko-KR" altLang="en-US" sz="700" b="1" dirty="0">
                  <a:latin typeface="+mj-ea"/>
                  <a:ea typeface="+mj-ea"/>
                </a:endParaRPr>
              </a:p>
            </p:txBody>
          </p:sp>
        </p:grpSp>
        <p:grpSp>
          <p:nvGrpSpPr>
            <p:cNvPr id="461" name="그룹 460">
              <a:extLst>
                <a:ext uri="{FF2B5EF4-FFF2-40B4-BE49-F238E27FC236}">
                  <a16:creationId xmlns:a16="http://schemas.microsoft.com/office/drawing/2014/main" id="{38BC62D8-9F98-157E-5EDB-F67FC0748864}"/>
                </a:ext>
              </a:extLst>
            </p:cNvPr>
            <p:cNvGrpSpPr>
              <a:grpSpLocks/>
            </p:cNvGrpSpPr>
            <p:nvPr/>
          </p:nvGrpSpPr>
          <p:grpSpPr>
            <a:xfrm rot="16200000">
              <a:off x="3035491" y="-468000"/>
              <a:ext cx="676651" cy="3208632"/>
              <a:chOff x="3582711" y="1925198"/>
              <a:chExt cx="459436" cy="3208632"/>
            </a:xfrm>
          </p:grpSpPr>
          <p:sp>
            <p:nvSpPr>
              <p:cNvPr id="534" name="TextBox 533">
                <a:extLst>
                  <a:ext uri="{FF2B5EF4-FFF2-40B4-BE49-F238E27FC236}">
                    <a16:creationId xmlns:a16="http://schemas.microsoft.com/office/drawing/2014/main" id="{AC06DF5F-10BA-4B04-F88A-D074CFF50303}"/>
                  </a:ext>
                </a:extLst>
              </p:cNvPr>
              <p:cNvSpPr txBox="1">
                <a:spLocks/>
              </p:cNvSpPr>
              <p:nvPr/>
            </p:nvSpPr>
            <p:spPr>
              <a:xfrm>
                <a:off x="3733185" y="1925198"/>
                <a:ext cx="308962" cy="200055"/>
              </a:xfrm>
              <a:prstGeom prst="rect">
                <a:avLst/>
              </a:prstGeom>
              <a:noFill/>
            </p:spPr>
            <p:txBody>
              <a:bodyPr wrap="square" rtlCol="0">
                <a:spAutoFit/>
              </a:bodyPr>
              <a:lstStyle/>
              <a:p>
                <a:pPr algn="r"/>
                <a:r>
                  <a:rPr lang="en-US" altLang="ko-KR" sz="700" b="1" dirty="0">
                    <a:latin typeface="+mj-ea"/>
                    <a:ea typeface="+mj-ea"/>
                  </a:rPr>
                  <a:t>68</a:t>
                </a:r>
                <a:endParaRPr lang="ko-KR" altLang="en-US" sz="700" b="1" dirty="0">
                  <a:latin typeface="+mj-ea"/>
                  <a:ea typeface="+mj-ea"/>
                </a:endParaRPr>
              </a:p>
            </p:txBody>
          </p:sp>
          <p:sp>
            <p:nvSpPr>
              <p:cNvPr id="535" name="TextBox 534">
                <a:extLst>
                  <a:ext uri="{FF2B5EF4-FFF2-40B4-BE49-F238E27FC236}">
                    <a16:creationId xmlns:a16="http://schemas.microsoft.com/office/drawing/2014/main" id="{5E472C4E-69BB-312D-BA10-4468F3CD5F3C}"/>
                  </a:ext>
                </a:extLst>
              </p:cNvPr>
              <p:cNvSpPr txBox="1">
                <a:spLocks/>
              </p:cNvSpPr>
              <p:nvPr/>
            </p:nvSpPr>
            <p:spPr>
              <a:xfrm>
                <a:off x="3733185" y="2113235"/>
                <a:ext cx="308962" cy="200055"/>
              </a:xfrm>
              <a:prstGeom prst="rect">
                <a:avLst/>
              </a:prstGeom>
              <a:noFill/>
            </p:spPr>
            <p:txBody>
              <a:bodyPr wrap="square" rtlCol="0">
                <a:spAutoFit/>
              </a:bodyPr>
              <a:lstStyle/>
              <a:p>
                <a:pPr algn="r"/>
                <a:r>
                  <a:rPr lang="en-US" altLang="ko-KR" sz="700" b="1" dirty="0">
                    <a:latin typeface="+mj-ea"/>
                    <a:ea typeface="+mj-ea"/>
                  </a:rPr>
                  <a:t>67</a:t>
                </a:r>
                <a:endParaRPr lang="ko-KR" altLang="en-US" sz="700" b="1" dirty="0">
                  <a:latin typeface="+mj-ea"/>
                  <a:ea typeface="+mj-ea"/>
                </a:endParaRPr>
              </a:p>
            </p:txBody>
          </p:sp>
          <p:sp>
            <p:nvSpPr>
              <p:cNvPr id="536" name="TextBox 535">
                <a:extLst>
                  <a:ext uri="{FF2B5EF4-FFF2-40B4-BE49-F238E27FC236}">
                    <a16:creationId xmlns:a16="http://schemas.microsoft.com/office/drawing/2014/main" id="{CBB77462-0ADF-A39D-19EA-655FC018B427}"/>
                  </a:ext>
                </a:extLst>
              </p:cNvPr>
              <p:cNvSpPr txBox="1">
                <a:spLocks/>
              </p:cNvSpPr>
              <p:nvPr/>
            </p:nvSpPr>
            <p:spPr>
              <a:xfrm>
                <a:off x="3733185" y="2301272"/>
                <a:ext cx="308962" cy="200055"/>
              </a:xfrm>
              <a:prstGeom prst="rect">
                <a:avLst/>
              </a:prstGeom>
              <a:noFill/>
            </p:spPr>
            <p:txBody>
              <a:bodyPr wrap="square" rtlCol="0">
                <a:spAutoFit/>
              </a:bodyPr>
              <a:lstStyle/>
              <a:p>
                <a:pPr algn="r"/>
                <a:r>
                  <a:rPr lang="en-US" altLang="ko-KR" sz="700" b="1" dirty="0">
                    <a:latin typeface="+mj-ea"/>
                    <a:ea typeface="+mj-ea"/>
                  </a:rPr>
                  <a:t>66</a:t>
                </a:r>
                <a:endParaRPr lang="ko-KR" altLang="en-US" sz="700" b="1" dirty="0">
                  <a:latin typeface="+mj-ea"/>
                  <a:ea typeface="+mj-ea"/>
                </a:endParaRPr>
              </a:p>
            </p:txBody>
          </p:sp>
          <p:sp>
            <p:nvSpPr>
              <p:cNvPr id="537" name="TextBox 536">
                <a:extLst>
                  <a:ext uri="{FF2B5EF4-FFF2-40B4-BE49-F238E27FC236}">
                    <a16:creationId xmlns:a16="http://schemas.microsoft.com/office/drawing/2014/main" id="{3E520CF9-79E0-0D6C-CC9D-5B55CF5BCE11}"/>
                  </a:ext>
                </a:extLst>
              </p:cNvPr>
              <p:cNvSpPr txBox="1">
                <a:spLocks/>
              </p:cNvSpPr>
              <p:nvPr/>
            </p:nvSpPr>
            <p:spPr>
              <a:xfrm>
                <a:off x="3733185" y="2489309"/>
                <a:ext cx="308962" cy="200055"/>
              </a:xfrm>
              <a:prstGeom prst="rect">
                <a:avLst/>
              </a:prstGeom>
              <a:noFill/>
            </p:spPr>
            <p:txBody>
              <a:bodyPr wrap="square" rtlCol="0">
                <a:spAutoFit/>
              </a:bodyPr>
              <a:lstStyle/>
              <a:p>
                <a:pPr algn="r"/>
                <a:r>
                  <a:rPr lang="en-US" altLang="ko-KR" sz="700" b="1" dirty="0">
                    <a:latin typeface="+mj-ea"/>
                    <a:ea typeface="+mj-ea"/>
                  </a:rPr>
                  <a:t>65</a:t>
                </a:r>
                <a:endParaRPr lang="ko-KR" altLang="en-US" sz="700" b="1" dirty="0">
                  <a:latin typeface="+mj-ea"/>
                  <a:ea typeface="+mj-ea"/>
                </a:endParaRPr>
              </a:p>
            </p:txBody>
          </p:sp>
          <p:sp>
            <p:nvSpPr>
              <p:cNvPr id="538" name="TextBox 537">
                <a:extLst>
                  <a:ext uri="{FF2B5EF4-FFF2-40B4-BE49-F238E27FC236}">
                    <a16:creationId xmlns:a16="http://schemas.microsoft.com/office/drawing/2014/main" id="{0B769FF7-7F8A-3901-2DF7-2B7BED3CEBC5}"/>
                  </a:ext>
                </a:extLst>
              </p:cNvPr>
              <p:cNvSpPr txBox="1">
                <a:spLocks/>
              </p:cNvSpPr>
              <p:nvPr/>
            </p:nvSpPr>
            <p:spPr>
              <a:xfrm>
                <a:off x="3733185" y="2677346"/>
                <a:ext cx="308962" cy="200055"/>
              </a:xfrm>
              <a:prstGeom prst="rect">
                <a:avLst/>
              </a:prstGeom>
              <a:noFill/>
            </p:spPr>
            <p:txBody>
              <a:bodyPr wrap="square" rtlCol="0">
                <a:spAutoFit/>
              </a:bodyPr>
              <a:lstStyle/>
              <a:p>
                <a:pPr algn="r"/>
                <a:r>
                  <a:rPr lang="en-US" altLang="ko-KR" sz="700" b="1" dirty="0">
                    <a:latin typeface="+mj-ea"/>
                    <a:ea typeface="+mj-ea"/>
                  </a:rPr>
                  <a:t>64</a:t>
                </a:r>
                <a:endParaRPr lang="ko-KR" altLang="en-US" sz="700" b="1" dirty="0">
                  <a:latin typeface="+mj-ea"/>
                  <a:ea typeface="+mj-ea"/>
                </a:endParaRPr>
              </a:p>
            </p:txBody>
          </p:sp>
          <p:sp>
            <p:nvSpPr>
              <p:cNvPr id="539" name="TextBox 538">
                <a:extLst>
                  <a:ext uri="{FF2B5EF4-FFF2-40B4-BE49-F238E27FC236}">
                    <a16:creationId xmlns:a16="http://schemas.microsoft.com/office/drawing/2014/main" id="{9637AE01-4F63-1671-4FE9-183D893ADF43}"/>
                  </a:ext>
                </a:extLst>
              </p:cNvPr>
              <p:cNvSpPr txBox="1">
                <a:spLocks/>
              </p:cNvSpPr>
              <p:nvPr/>
            </p:nvSpPr>
            <p:spPr>
              <a:xfrm>
                <a:off x="3733185" y="2865383"/>
                <a:ext cx="308962" cy="200055"/>
              </a:xfrm>
              <a:prstGeom prst="rect">
                <a:avLst/>
              </a:prstGeom>
              <a:noFill/>
            </p:spPr>
            <p:txBody>
              <a:bodyPr wrap="square" rtlCol="0">
                <a:spAutoFit/>
              </a:bodyPr>
              <a:lstStyle/>
              <a:p>
                <a:pPr algn="r"/>
                <a:r>
                  <a:rPr lang="en-US" altLang="ko-KR" sz="700" b="1" dirty="0">
                    <a:latin typeface="+mj-ea"/>
                    <a:ea typeface="+mj-ea"/>
                  </a:rPr>
                  <a:t>63</a:t>
                </a:r>
                <a:endParaRPr lang="ko-KR" altLang="en-US" sz="700" b="1" dirty="0">
                  <a:latin typeface="+mj-ea"/>
                  <a:ea typeface="+mj-ea"/>
                </a:endParaRPr>
              </a:p>
            </p:txBody>
          </p:sp>
          <p:sp>
            <p:nvSpPr>
              <p:cNvPr id="540" name="TextBox 539">
                <a:extLst>
                  <a:ext uri="{FF2B5EF4-FFF2-40B4-BE49-F238E27FC236}">
                    <a16:creationId xmlns:a16="http://schemas.microsoft.com/office/drawing/2014/main" id="{95CCDD8E-D4F6-122A-966A-2940C4F1E1EA}"/>
                  </a:ext>
                </a:extLst>
              </p:cNvPr>
              <p:cNvSpPr txBox="1">
                <a:spLocks/>
              </p:cNvSpPr>
              <p:nvPr/>
            </p:nvSpPr>
            <p:spPr>
              <a:xfrm>
                <a:off x="3733185" y="3053420"/>
                <a:ext cx="308962" cy="200055"/>
              </a:xfrm>
              <a:prstGeom prst="rect">
                <a:avLst/>
              </a:prstGeom>
              <a:noFill/>
            </p:spPr>
            <p:txBody>
              <a:bodyPr wrap="square" rtlCol="0">
                <a:spAutoFit/>
              </a:bodyPr>
              <a:lstStyle/>
              <a:p>
                <a:pPr algn="r"/>
                <a:r>
                  <a:rPr lang="en-US" altLang="ko-KR" sz="700" b="1" dirty="0">
                    <a:latin typeface="+mj-ea"/>
                    <a:ea typeface="+mj-ea"/>
                  </a:rPr>
                  <a:t>62</a:t>
                </a:r>
                <a:endParaRPr lang="ko-KR" altLang="en-US" sz="700" b="1" dirty="0">
                  <a:latin typeface="+mj-ea"/>
                  <a:ea typeface="+mj-ea"/>
                </a:endParaRPr>
              </a:p>
            </p:txBody>
          </p:sp>
          <p:sp>
            <p:nvSpPr>
              <p:cNvPr id="541" name="TextBox 540">
                <a:extLst>
                  <a:ext uri="{FF2B5EF4-FFF2-40B4-BE49-F238E27FC236}">
                    <a16:creationId xmlns:a16="http://schemas.microsoft.com/office/drawing/2014/main" id="{07760E9A-1F8B-EA7F-4355-941F20BB5713}"/>
                  </a:ext>
                </a:extLst>
              </p:cNvPr>
              <p:cNvSpPr txBox="1">
                <a:spLocks/>
              </p:cNvSpPr>
              <p:nvPr/>
            </p:nvSpPr>
            <p:spPr>
              <a:xfrm>
                <a:off x="3733185" y="3241457"/>
                <a:ext cx="308962" cy="200055"/>
              </a:xfrm>
              <a:prstGeom prst="rect">
                <a:avLst/>
              </a:prstGeom>
              <a:noFill/>
            </p:spPr>
            <p:txBody>
              <a:bodyPr wrap="square" rtlCol="0">
                <a:spAutoFit/>
              </a:bodyPr>
              <a:lstStyle/>
              <a:p>
                <a:pPr algn="r"/>
                <a:r>
                  <a:rPr lang="en-US" altLang="ko-KR" sz="700" b="1" dirty="0">
                    <a:latin typeface="+mj-ea"/>
                    <a:ea typeface="+mj-ea"/>
                  </a:rPr>
                  <a:t>61</a:t>
                </a:r>
                <a:endParaRPr lang="ko-KR" altLang="en-US" sz="700" b="1" dirty="0">
                  <a:latin typeface="+mj-ea"/>
                  <a:ea typeface="+mj-ea"/>
                </a:endParaRPr>
              </a:p>
            </p:txBody>
          </p:sp>
          <p:sp>
            <p:nvSpPr>
              <p:cNvPr id="542" name="TextBox 541">
                <a:extLst>
                  <a:ext uri="{FF2B5EF4-FFF2-40B4-BE49-F238E27FC236}">
                    <a16:creationId xmlns:a16="http://schemas.microsoft.com/office/drawing/2014/main" id="{3E6B99B5-1074-D047-941C-0DB1483FC961}"/>
                  </a:ext>
                </a:extLst>
              </p:cNvPr>
              <p:cNvSpPr txBox="1">
                <a:spLocks/>
              </p:cNvSpPr>
              <p:nvPr/>
            </p:nvSpPr>
            <p:spPr>
              <a:xfrm>
                <a:off x="3733185" y="3429494"/>
                <a:ext cx="308962" cy="200055"/>
              </a:xfrm>
              <a:prstGeom prst="rect">
                <a:avLst/>
              </a:prstGeom>
              <a:noFill/>
            </p:spPr>
            <p:txBody>
              <a:bodyPr wrap="square" rtlCol="0">
                <a:spAutoFit/>
              </a:bodyPr>
              <a:lstStyle/>
              <a:p>
                <a:pPr algn="r"/>
                <a:r>
                  <a:rPr lang="en-US" altLang="ko-KR" sz="700" b="1" dirty="0">
                    <a:latin typeface="+mj-ea"/>
                    <a:ea typeface="+mj-ea"/>
                  </a:rPr>
                  <a:t>60</a:t>
                </a:r>
                <a:endParaRPr lang="ko-KR" altLang="en-US" sz="700" b="1" dirty="0">
                  <a:latin typeface="+mj-ea"/>
                  <a:ea typeface="+mj-ea"/>
                </a:endParaRPr>
              </a:p>
            </p:txBody>
          </p:sp>
          <p:sp>
            <p:nvSpPr>
              <p:cNvPr id="543" name="TextBox 542">
                <a:extLst>
                  <a:ext uri="{FF2B5EF4-FFF2-40B4-BE49-F238E27FC236}">
                    <a16:creationId xmlns:a16="http://schemas.microsoft.com/office/drawing/2014/main" id="{5F7ABF42-A8B7-2FA9-AFF3-59C275DB5600}"/>
                  </a:ext>
                </a:extLst>
              </p:cNvPr>
              <p:cNvSpPr txBox="1">
                <a:spLocks/>
              </p:cNvSpPr>
              <p:nvPr/>
            </p:nvSpPr>
            <p:spPr>
              <a:xfrm>
                <a:off x="3582714" y="3617529"/>
                <a:ext cx="459433" cy="200055"/>
              </a:xfrm>
              <a:prstGeom prst="rect">
                <a:avLst/>
              </a:prstGeom>
              <a:noFill/>
            </p:spPr>
            <p:txBody>
              <a:bodyPr wrap="square" rtlCol="0">
                <a:spAutoFit/>
              </a:bodyPr>
              <a:lstStyle/>
              <a:p>
                <a:pPr algn="r"/>
                <a:r>
                  <a:rPr lang="en-US" altLang="ko-KR" sz="700" b="1" dirty="0">
                    <a:latin typeface="+mj-ea"/>
                    <a:ea typeface="+mj-ea"/>
                  </a:rPr>
                  <a:t>59</a:t>
                </a:r>
                <a:endParaRPr lang="ko-KR" altLang="en-US" sz="700" b="1" dirty="0">
                  <a:latin typeface="+mj-ea"/>
                  <a:ea typeface="+mj-ea"/>
                </a:endParaRPr>
              </a:p>
            </p:txBody>
          </p:sp>
          <p:sp>
            <p:nvSpPr>
              <p:cNvPr id="544" name="TextBox 543">
                <a:extLst>
                  <a:ext uri="{FF2B5EF4-FFF2-40B4-BE49-F238E27FC236}">
                    <a16:creationId xmlns:a16="http://schemas.microsoft.com/office/drawing/2014/main" id="{98E9BE34-034A-ED9D-F812-558176890C50}"/>
                  </a:ext>
                </a:extLst>
              </p:cNvPr>
              <p:cNvSpPr txBox="1">
                <a:spLocks/>
              </p:cNvSpPr>
              <p:nvPr/>
            </p:nvSpPr>
            <p:spPr>
              <a:xfrm>
                <a:off x="3582714" y="3805564"/>
                <a:ext cx="459432" cy="200055"/>
              </a:xfrm>
              <a:prstGeom prst="rect">
                <a:avLst/>
              </a:prstGeom>
              <a:noFill/>
            </p:spPr>
            <p:txBody>
              <a:bodyPr wrap="square" rtlCol="0">
                <a:spAutoFit/>
              </a:bodyPr>
              <a:lstStyle/>
              <a:p>
                <a:pPr algn="r"/>
                <a:r>
                  <a:rPr lang="en-US" altLang="ko-KR" sz="700" b="1" dirty="0">
                    <a:latin typeface="+mj-ea"/>
                    <a:ea typeface="+mj-ea"/>
                  </a:rPr>
                  <a:t>58</a:t>
                </a:r>
                <a:endParaRPr lang="ko-KR" altLang="en-US" sz="700" b="1" dirty="0">
                  <a:latin typeface="+mj-ea"/>
                  <a:ea typeface="+mj-ea"/>
                </a:endParaRPr>
              </a:p>
            </p:txBody>
          </p:sp>
          <p:sp>
            <p:nvSpPr>
              <p:cNvPr id="545" name="TextBox 544">
                <a:extLst>
                  <a:ext uri="{FF2B5EF4-FFF2-40B4-BE49-F238E27FC236}">
                    <a16:creationId xmlns:a16="http://schemas.microsoft.com/office/drawing/2014/main" id="{3896FE03-09BB-8B9D-BA72-A4083C907226}"/>
                  </a:ext>
                </a:extLst>
              </p:cNvPr>
              <p:cNvSpPr txBox="1">
                <a:spLocks/>
              </p:cNvSpPr>
              <p:nvPr/>
            </p:nvSpPr>
            <p:spPr>
              <a:xfrm>
                <a:off x="3582715" y="3993600"/>
                <a:ext cx="459432" cy="200055"/>
              </a:xfrm>
              <a:prstGeom prst="rect">
                <a:avLst/>
              </a:prstGeom>
              <a:noFill/>
            </p:spPr>
            <p:txBody>
              <a:bodyPr wrap="square" rtlCol="0">
                <a:spAutoFit/>
              </a:bodyPr>
              <a:lstStyle/>
              <a:p>
                <a:pPr algn="r"/>
                <a:r>
                  <a:rPr lang="en-US" altLang="ko-KR" sz="700" b="1" dirty="0">
                    <a:latin typeface="+mj-ea"/>
                    <a:ea typeface="+mj-ea"/>
                  </a:rPr>
                  <a:t>57</a:t>
                </a:r>
                <a:endParaRPr lang="ko-KR" altLang="en-US" sz="700" b="1" dirty="0">
                  <a:latin typeface="+mj-ea"/>
                  <a:ea typeface="+mj-ea"/>
                </a:endParaRPr>
              </a:p>
            </p:txBody>
          </p:sp>
          <p:sp>
            <p:nvSpPr>
              <p:cNvPr id="546" name="TextBox 545">
                <a:extLst>
                  <a:ext uri="{FF2B5EF4-FFF2-40B4-BE49-F238E27FC236}">
                    <a16:creationId xmlns:a16="http://schemas.microsoft.com/office/drawing/2014/main" id="{9A788566-6BAB-958B-2CD5-3570C0249091}"/>
                  </a:ext>
                </a:extLst>
              </p:cNvPr>
              <p:cNvSpPr txBox="1">
                <a:spLocks/>
              </p:cNvSpPr>
              <p:nvPr/>
            </p:nvSpPr>
            <p:spPr>
              <a:xfrm>
                <a:off x="3582714" y="4181637"/>
                <a:ext cx="459432" cy="200055"/>
              </a:xfrm>
              <a:prstGeom prst="rect">
                <a:avLst/>
              </a:prstGeom>
              <a:noFill/>
            </p:spPr>
            <p:txBody>
              <a:bodyPr wrap="square" rtlCol="0">
                <a:spAutoFit/>
              </a:bodyPr>
              <a:lstStyle/>
              <a:p>
                <a:pPr algn="r"/>
                <a:r>
                  <a:rPr lang="en-US" altLang="ko-KR" sz="700" b="1" dirty="0">
                    <a:latin typeface="+mj-ea"/>
                    <a:ea typeface="+mj-ea"/>
                  </a:rPr>
                  <a:t>56</a:t>
                </a:r>
                <a:endParaRPr lang="ko-KR" altLang="en-US" sz="700" b="1" dirty="0">
                  <a:latin typeface="+mj-ea"/>
                  <a:ea typeface="+mj-ea"/>
                </a:endParaRPr>
              </a:p>
            </p:txBody>
          </p:sp>
          <p:sp>
            <p:nvSpPr>
              <p:cNvPr id="547" name="TextBox 546">
                <a:extLst>
                  <a:ext uri="{FF2B5EF4-FFF2-40B4-BE49-F238E27FC236}">
                    <a16:creationId xmlns:a16="http://schemas.microsoft.com/office/drawing/2014/main" id="{A06622A7-BC97-F8F2-FF75-36F462A44C8B}"/>
                  </a:ext>
                </a:extLst>
              </p:cNvPr>
              <p:cNvSpPr txBox="1">
                <a:spLocks/>
              </p:cNvSpPr>
              <p:nvPr/>
            </p:nvSpPr>
            <p:spPr>
              <a:xfrm>
                <a:off x="3582711" y="4369674"/>
                <a:ext cx="459432" cy="200055"/>
              </a:xfrm>
              <a:prstGeom prst="rect">
                <a:avLst/>
              </a:prstGeom>
              <a:noFill/>
            </p:spPr>
            <p:txBody>
              <a:bodyPr wrap="square" rtlCol="0">
                <a:spAutoFit/>
              </a:bodyPr>
              <a:lstStyle/>
              <a:p>
                <a:pPr algn="r"/>
                <a:r>
                  <a:rPr lang="en-US" altLang="ko-KR" sz="700" b="1" dirty="0">
                    <a:latin typeface="+mj-ea"/>
                    <a:ea typeface="+mj-ea"/>
                  </a:rPr>
                  <a:t>55</a:t>
                </a:r>
                <a:endParaRPr lang="ko-KR" altLang="en-US" sz="700" b="1" dirty="0">
                  <a:latin typeface="+mj-ea"/>
                  <a:ea typeface="+mj-ea"/>
                </a:endParaRPr>
              </a:p>
            </p:txBody>
          </p:sp>
          <p:sp>
            <p:nvSpPr>
              <p:cNvPr id="548" name="TextBox 547">
                <a:extLst>
                  <a:ext uri="{FF2B5EF4-FFF2-40B4-BE49-F238E27FC236}">
                    <a16:creationId xmlns:a16="http://schemas.microsoft.com/office/drawing/2014/main" id="{C8284D44-181C-CCCC-CD67-4ECE6BF05BA7}"/>
                  </a:ext>
                </a:extLst>
              </p:cNvPr>
              <p:cNvSpPr txBox="1">
                <a:spLocks/>
              </p:cNvSpPr>
              <p:nvPr/>
            </p:nvSpPr>
            <p:spPr>
              <a:xfrm>
                <a:off x="3582713" y="4557710"/>
                <a:ext cx="459432" cy="200055"/>
              </a:xfrm>
              <a:prstGeom prst="rect">
                <a:avLst/>
              </a:prstGeom>
              <a:noFill/>
            </p:spPr>
            <p:txBody>
              <a:bodyPr wrap="square" rtlCol="0">
                <a:spAutoFit/>
              </a:bodyPr>
              <a:lstStyle/>
              <a:p>
                <a:pPr algn="r"/>
                <a:r>
                  <a:rPr lang="en-US" altLang="ko-KR" sz="700" b="1" dirty="0">
                    <a:latin typeface="+mj-ea"/>
                    <a:ea typeface="+mj-ea"/>
                  </a:rPr>
                  <a:t>54</a:t>
                </a:r>
                <a:endParaRPr lang="ko-KR" altLang="en-US" sz="700" b="1" dirty="0">
                  <a:latin typeface="+mj-ea"/>
                  <a:ea typeface="+mj-ea"/>
                </a:endParaRPr>
              </a:p>
            </p:txBody>
          </p:sp>
          <p:sp>
            <p:nvSpPr>
              <p:cNvPr id="549" name="TextBox 548">
                <a:extLst>
                  <a:ext uri="{FF2B5EF4-FFF2-40B4-BE49-F238E27FC236}">
                    <a16:creationId xmlns:a16="http://schemas.microsoft.com/office/drawing/2014/main" id="{255152F6-A0AD-5138-14F2-CE59CD2B3B1D}"/>
                  </a:ext>
                </a:extLst>
              </p:cNvPr>
              <p:cNvSpPr txBox="1">
                <a:spLocks/>
              </p:cNvSpPr>
              <p:nvPr/>
            </p:nvSpPr>
            <p:spPr>
              <a:xfrm>
                <a:off x="3582717" y="4745743"/>
                <a:ext cx="459430" cy="200055"/>
              </a:xfrm>
              <a:prstGeom prst="rect">
                <a:avLst/>
              </a:prstGeom>
              <a:noFill/>
            </p:spPr>
            <p:txBody>
              <a:bodyPr wrap="square" rtlCol="0">
                <a:spAutoFit/>
              </a:bodyPr>
              <a:lstStyle/>
              <a:p>
                <a:pPr algn="r"/>
                <a:r>
                  <a:rPr lang="en-US" altLang="ko-KR" sz="700" b="1" dirty="0">
                    <a:latin typeface="+mj-ea"/>
                    <a:ea typeface="+mj-ea"/>
                  </a:rPr>
                  <a:t>53</a:t>
                </a:r>
                <a:endParaRPr lang="ko-KR" altLang="en-US" sz="700" b="1" dirty="0">
                  <a:latin typeface="+mj-ea"/>
                  <a:ea typeface="+mj-ea"/>
                </a:endParaRPr>
              </a:p>
            </p:txBody>
          </p:sp>
          <p:sp>
            <p:nvSpPr>
              <p:cNvPr id="550" name="TextBox 549">
                <a:extLst>
                  <a:ext uri="{FF2B5EF4-FFF2-40B4-BE49-F238E27FC236}">
                    <a16:creationId xmlns:a16="http://schemas.microsoft.com/office/drawing/2014/main" id="{9B519CF1-D846-2810-EA1F-43252079081F}"/>
                  </a:ext>
                </a:extLst>
              </p:cNvPr>
              <p:cNvSpPr txBox="1">
                <a:spLocks/>
              </p:cNvSpPr>
              <p:nvPr/>
            </p:nvSpPr>
            <p:spPr>
              <a:xfrm>
                <a:off x="3582718" y="4933775"/>
                <a:ext cx="459429" cy="200055"/>
              </a:xfrm>
              <a:prstGeom prst="rect">
                <a:avLst/>
              </a:prstGeom>
              <a:noFill/>
            </p:spPr>
            <p:txBody>
              <a:bodyPr wrap="square" rtlCol="0">
                <a:spAutoFit/>
              </a:bodyPr>
              <a:lstStyle/>
              <a:p>
                <a:pPr algn="r"/>
                <a:r>
                  <a:rPr lang="en-US" altLang="ko-KR" sz="700" b="1" dirty="0">
                    <a:latin typeface="+mj-ea"/>
                    <a:ea typeface="+mj-ea"/>
                  </a:rPr>
                  <a:t>52</a:t>
                </a:r>
                <a:endParaRPr lang="ko-KR" altLang="en-US" sz="700" b="1" dirty="0">
                  <a:latin typeface="+mj-ea"/>
                  <a:ea typeface="+mj-ea"/>
                </a:endParaRPr>
              </a:p>
            </p:txBody>
          </p:sp>
        </p:grpSp>
        <p:grpSp>
          <p:nvGrpSpPr>
            <p:cNvPr id="462" name="그룹 461">
              <a:extLst>
                <a:ext uri="{FF2B5EF4-FFF2-40B4-BE49-F238E27FC236}">
                  <a16:creationId xmlns:a16="http://schemas.microsoft.com/office/drawing/2014/main" id="{5E148EAE-27BB-4C3D-82A0-5B3E09C4CC99}"/>
                </a:ext>
              </a:extLst>
            </p:cNvPr>
            <p:cNvGrpSpPr>
              <a:grpSpLocks/>
            </p:cNvGrpSpPr>
            <p:nvPr/>
          </p:nvGrpSpPr>
          <p:grpSpPr>
            <a:xfrm>
              <a:off x="870850" y="1128360"/>
              <a:ext cx="676648" cy="3208634"/>
              <a:chOff x="3582714" y="1917500"/>
              <a:chExt cx="459434" cy="3208634"/>
            </a:xfrm>
          </p:grpSpPr>
          <p:sp>
            <p:nvSpPr>
              <p:cNvPr id="517" name="TextBox 516">
                <a:extLst>
                  <a:ext uri="{FF2B5EF4-FFF2-40B4-BE49-F238E27FC236}">
                    <a16:creationId xmlns:a16="http://schemas.microsoft.com/office/drawing/2014/main" id="{3113F94E-4DCB-1F67-6859-A8EEC68C6F66}"/>
                  </a:ext>
                </a:extLst>
              </p:cNvPr>
              <p:cNvSpPr txBox="1">
                <a:spLocks/>
              </p:cNvSpPr>
              <p:nvPr/>
            </p:nvSpPr>
            <p:spPr>
              <a:xfrm>
                <a:off x="3733185" y="1917500"/>
                <a:ext cx="308962" cy="200055"/>
              </a:xfrm>
              <a:prstGeom prst="rect">
                <a:avLst/>
              </a:prstGeom>
              <a:noFill/>
            </p:spPr>
            <p:txBody>
              <a:bodyPr wrap="square" rtlCol="0">
                <a:spAutoFit/>
              </a:bodyPr>
              <a:lstStyle/>
              <a:p>
                <a:pPr algn="r"/>
                <a:r>
                  <a:rPr lang="en-US" altLang="ko-KR" sz="700" b="1" dirty="0">
                    <a:latin typeface="+mj-ea"/>
                    <a:ea typeface="+mj-ea"/>
                  </a:rPr>
                  <a:t>SVO6</a:t>
                </a:r>
                <a:endParaRPr lang="ko-KR" altLang="en-US" sz="700" b="1" dirty="0">
                  <a:latin typeface="+mj-ea"/>
                  <a:ea typeface="+mj-ea"/>
                </a:endParaRPr>
              </a:p>
            </p:txBody>
          </p:sp>
          <p:sp>
            <p:nvSpPr>
              <p:cNvPr id="518" name="TextBox 517">
                <a:extLst>
                  <a:ext uri="{FF2B5EF4-FFF2-40B4-BE49-F238E27FC236}">
                    <a16:creationId xmlns:a16="http://schemas.microsoft.com/office/drawing/2014/main" id="{F2A14ADB-D96E-493A-5812-00BCF0744213}"/>
                  </a:ext>
                </a:extLst>
              </p:cNvPr>
              <p:cNvSpPr txBox="1">
                <a:spLocks/>
              </p:cNvSpPr>
              <p:nvPr/>
            </p:nvSpPr>
            <p:spPr>
              <a:xfrm>
                <a:off x="3733185" y="2105537"/>
                <a:ext cx="308962" cy="200055"/>
              </a:xfrm>
              <a:prstGeom prst="rect">
                <a:avLst/>
              </a:prstGeom>
              <a:noFill/>
            </p:spPr>
            <p:txBody>
              <a:bodyPr wrap="square" rtlCol="0">
                <a:spAutoFit/>
              </a:bodyPr>
              <a:lstStyle/>
              <a:p>
                <a:pPr algn="r"/>
                <a:r>
                  <a:rPr lang="en-US" altLang="ko-KR" sz="700" b="1" dirty="0">
                    <a:latin typeface="+mj-ea"/>
                    <a:ea typeface="+mj-ea"/>
                  </a:rPr>
                  <a:t>TEST</a:t>
                </a:r>
                <a:endParaRPr lang="ko-KR" altLang="en-US" sz="700" b="1" dirty="0">
                  <a:latin typeface="+mj-ea"/>
                  <a:ea typeface="+mj-ea"/>
                </a:endParaRPr>
              </a:p>
            </p:txBody>
          </p:sp>
          <p:sp>
            <p:nvSpPr>
              <p:cNvPr id="519" name="TextBox 518">
                <a:extLst>
                  <a:ext uri="{FF2B5EF4-FFF2-40B4-BE49-F238E27FC236}">
                    <a16:creationId xmlns:a16="http://schemas.microsoft.com/office/drawing/2014/main" id="{C7BBAA3C-F984-17EB-EC80-7D865E98CA9D}"/>
                  </a:ext>
                </a:extLst>
              </p:cNvPr>
              <p:cNvSpPr txBox="1">
                <a:spLocks/>
              </p:cNvSpPr>
              <p:nvPr/>
            </p:nvSpPr>
            <p:spPr>
              <a:xfrm>
                <a:off x="3626358" y="2293574"/>
                <a:ext cx="415790" cy="200055"/>
              </a:xfrm>
              <a:prstGeom prst="rect">
                <a:avLst/>
              </a:prstGeom>
              <a:noFill/>
            </p:spPr>
            <p:txBody>
              <a:bodyPr wrap="square" rtlCol="0">
                <a:spAutoFit/>
              </a:bodyPr>
              <a:lstStyle/>
              <a:p>
                <a:pPr algn="r"/>
                <a:r>
                  <a:rPr lang="en-US" altLang="ko-KR" sz="700" b="1" dirty="0">
                    <a:latin typeface="+mj-ea"/>
                    <a:ea typeface="+mj-ea"/>
                  </a:rPr>
                  <a:t>FLLSYNC</a:t>
                </a:r>
                <a:endParaRPr lang="ko-KR" altLang="en-US" sz="700" b="1" dirty="0">
                  <a:latin typeface="+mj-ea"/>
                  <a:ea typeface="+mj-ea"/>
                </a:endParaRPr>
              </a:p>
            </p:txBody>
          </p:sp>
          <p:sp>
            <p:nvSpPr>
              <p:cNvPr id="520" name="TextBox 519">
                <a:extLst>
                  <a:ext uri="{FF2B5EF4-FFF2-40B4-BE49-F238E27FC236}">
                    <a16:creationId xmlns:a16="http://schemas.microsoft.com/office/drawing/2014/main" id="{250D1DA8-3EEB-F5FD-28D5-F58E007A5D40}"/>
                  </a:ext>
                </a:extLst>
              </p:cNvPr>
              <p:cNvSpPr txBox="1">
                <a:spLocks/>
              </p:cNvSpPr>
              <p:nvPr/>
            </p:nvSpPr>
            <p:spPr>
              <a:xfrm>
                <a:off x="3626358" y="2481611"/>
                <a:ext cx="415790" cy="200055"/>
              </a:xfrm>
              <a:prstGeom prst="rect">
                <a:avLst/>
              </a:prstGeom>
              <a:noFill/>
            </p:spPr>
            <p:txBody>
              <a:bodyPr wrap="square" rtlCol="0">
                <a:spAutoFit/>
              </a:bodyPr>
              <a:lstStyle/>
              <a:p>
                <a:pPr algn="r"/>
                <a:r>
                  <a:rPr lang="en-US" altLang="ko-KR" sz="700" b="1" dirty="0">
                    <a:latin typeface="+mj-ea"/>
                    <a:ea typeface="+mj-ea"/>
                  </a:rPr>
                  <a:t>VSYNCI</a:t>
                </a:r>
                <a:endParaRPr lang="ko-KR" altLang="en-US" sz="700" b="1" dirty="0">
                  <a:latin typeface="+mj-ea"/>
                  <a:ea typeface="+mj-ea"/>
                </a:endParaRPr>
              </a:p>
            </p:txBody>
          </p:sp>
          <p:sp>
            <p:nvSpPr>
              <p:cNvPr id="521" name="TextBox 520">
                <a:extLst>
                  <a:ext uri="{FF2B5EF4-FFF2-40B4-BE49-F238E27FC236}">
                    <a16:creationId xmlns:a16="http://schemas.microsoft.com/office/drawing/2014/main" id="{8006C1F7-05BC-E588-5BF1-1031653A0BD4}"/>
                  </a:ext>
                </a:extLst>
              </p:cNvPr>
              <p:cNvSpPr txBox="1">
                <a:spLocks/>
              </p:cNvSpPr>
              <p:nvPr/>
            </p:nvSpPr>
            <p:spPr>
              <a:xfrm>
                <a:off x="3733185" y="2669648"/>
                <a:ext cx="308962" cy="200055"/>
              </a:xfrm>
              <a:prstGeom prst="rect">
                <a:avLst/>
              </a:prstGeom>
              <a:noFill/>
            </p:spPr>
            <p:txBody>
              <a:bodyPr wrap="square" rtlCol="0">
                <a:spAutoFit/>
              </a:bodyPr>
              <a:lstStyle/>
              <a:p>
                <a:pPr algn="r"/>
                <a:r>
                  <a:rPr lang="en-US" altLang="ko-KR" sz="700" b="1" dirty="0">
                    <a:latin typeface="+mj-ea"/>
                    <a:ea typeface="+mj-ea"/>
                  </a:rPr>
                  <a:t>NSCS</a:t>
                </a:r>
                <a:endParaRPr lang="ko-KR" altLang="en-US" sz="700" b="1" dirty="0">
                  <a:latin typeface="+mj-ea"/>
                  <a:ea typeface="+mj-ea"/>
                </a:endParaRPr>
              </a:p>
            </p:txBody>
          </p:sp>
          <p:sp>
            <p:nvSpPr>
              <p:cNvPr id="522" name="TextBox 521">
                <a:extLst>
                  <a:ext uri="{FF2B5EF4-FFF2-40B4-BE49-F238E27FC236}">
                    <a16:creationId xmlns:a16="http://schemas.microsoft.com/office/drawing/2014/main" id="{A65AD026-F8D3-544B-F46C-CE2F4AAF498F}"/>
                  </a:ext>
                </a:extLst>
              </p:cNvPr>
              <p:cNvSpPr txBox="1">
                <a:spLocks/>
              </p:cNvSpPr>
              <p:nvPr/>
            </p:nvSpPr>
            <p:spPr>
              <a:xfrm>
                <a:off x="3733185" y="2857685"/>
                <a:ext cx="308962" cy="200055"/>
              </a:xfrm>
              <a:prstGeom prst="rect">
                <a:avLst/>
              </a:prstGeom>
              <a:noFill/>
            </p:spPr>
            <p:txBody>
              <a:bodyPr wrap="square" rtlCol="0">
                <a:spAutoFit/>
              </a:bodyPr>
              <a:lstStyle/>
              <a:p>
                <a:pPr algn="r"/>
                <a:r>
                  <a:rPr lang="en-US" altLang="ko-KR" sz="700" b="1" dirty="0">
                    <a:latin typeface="+mj-ea"/>
                    <a:ea typeface="+mj-ea"/>
                  </a:rPr>
                  <a:t>VSS1</a:t>
                </a:r>
                <a:endParaRPr lang="ko-KR" altLang="en-US" sz="700" b="1" dirty="0">
                  <a:latin typeface="+mj-ea"/>
                  <a:ea typeface="+mj-ea"/>
                </a:endParaRPr>
              </a:p>
            </p:txBody>
          </p:sp>
          <p:sp>
            <p:nvSpPr>
              <p:cNvPr id="523" name="TextBox 522">
                <a:extLst>
                  <a:ext uri="{FF2B5EF4-FFF2-40B4-BE49-F238E27FC236}">
                    <a16:creationId xmlns:a16="http://schemas.microsoft.com/office/drawing/2014/main" id="{F68F434C-EA7E-A0D6-5FB4-7C6C05C12DA2}"/>
                  </a:ext>
                </a:extLst>
              </p:cNvPr>
              <p:cNvSpPr txBox="1">
                <a:spLocks/>
              </p:cNvSpPr>
              <p:nvPr/>
            </p:nvSpPr>
            <p:spPr>
              <a:xfrm>
                <a:off x="3733185" y="3045722"/>
                <a:ext cx="308962" cy="200055"/>
              </a:xfrm>
              <a:prstGeom prst="rect">
                <a:avLst/>
              </a:prstGeom>
              <a:noFill/>
            </p:spPr>
            <p:txBody>
              <a:bodyPr wrap="square" rtlCol="0">
                <a:spAutoFit/>
              </a:bodyPr>
              <a:lstStyle/>
              <a:p>
                <a:pPr algn="r"/>
                <a:r>
                  <a:rPr lang="en-US" altLang="ko-KR" sz="700" b="1" dirty="0">
                    <a:latin typeface="+mj-ea"/>
                    <a:ea typeface="+mj-ea"/>
                  </a:rPr>
                  <a:t>SCLK</a:t>
                </a:r>
                <a:endParaRPr lang="ko-KR" altLang="en-US" sz="700" b="1" dirty="0">
                  <a:latin typeface="+mj-ea"/>
                  <a:ea typeface="+mj-ea"/>
                </a:endParaRPr>
              </a:p>
            </p:txBody>
          </p:sp>
          <p:sp>
            <p:nvSpPr>
              <p:cNvPr id="524" name="TextBox 523">
                <a:extLst>
                  <a:ext uri="{FF2B5EF4-FFF2-40B4-BE49-F238E27FC236}">
                    <a16:creationId xmlns:a16="http://schemas.microsoft.com/office/drawing/2014/main" id="{7A1FF467-C9A4-83C0-E73B-CA3C921D06B1}"/>
                  </a:ext>
                </a:extLst>
              </p:cNvPr>
              <p:cNvSpPr txBox="1">
                <a:spLocks/>
              </p:cNvSpPr>
              <p:nvPr/>
            </p:nvSpPr>
            <p:spPr>
              <a:xfrm>
                <a:off x="3733185" y="3233759"/>
                <a:ext cx="308962" cy="200055"/>
              </a:xfrm>
              <a:prstGeom prst="rect">
                <a:avLst/>
              </a:prstGeom>
              <a:noFill/>
            </p:spPr>
            <p:txBody>
              <a:bodyPr wrap="square" rtlCol="0">
                <a:spAutoFit/>
              </a:bodyPr>
              <a:lstStyle/>
              <a:p>
                <a:pPr algn="r"/>
                <a:r>
                  <a:rPr lang="en-US" altLang="ko-KR" sz="700" b="1" dirty="0">
                    <a:latin typeface="+mj-ea"/>
                    <a:ea typeface="+mj-ea"/>
                  </a:rPr>
                  <a:t>MISO</a:t>
                </a:r>
                <a:endParaRPr lang="ko-KR" altLang="en-US" sz="700" b="1" dirty="0">
                  <a:latin typeface="+mj-ea"/>
                  <a:ea typeface="+mj-ea"/>
                </a:endParaRPr>
              </a:p>
            </p:txBody>
          </p:sp>
          <p:sp>
            <p:nvSpPr>
              <p:cNvPr id="525" name="TextBox 524">
                <a:extLst>
                  <a:ext uri="{FF2B5EF4-FFF2-40B4-BE49-F238E27FC236}">
                    <a16:creationId xmlns:a16="http://schemas.microsoft.com/office/drawing/2014/main" id="{4748880E-56D3-F275-FEE9-D9898793926F}"/>
                  </a:ext>
                </a:extLst>
              </p:cNvPr>
              <p:cNvSpPr txBox="1">
                <a:spLocks/>
              </p:cNvSpPr>
              <p:nvPr/>
            </p:nvSpPr>
            <p:spPr>
              <a:xfrm>
                <a:off x="3733185" y="3421796"/>
                <a:ext cx="308962" cy="200055"/>
              </a:xfrm>
              <a:prstGeom prst="rect">
                <a:avLst/>
              </a:prstGeom>
              <a:noFill/>
            </p:spPr>
            <p:txBody>
              <a:bodyPr wrap="square" rtlCol="0">
                <a:spAutoFit/>
              </a:bodyPr>
              <a:lstStyle/>
              <a:p>
                <a:pPr algn="r"/>
                <a:r>
                  <a:rPr lang="en-US" altLang="ko-KR" sz="700" b="1" dirty="0">
                    <a:latin typeface="+mj-ea"/>
                    <a:ea typeface="+mj-ea"/>
                  </a:rPr>
                  <a:t>MOSI</a:t>
                </a:r>
                <a:endParaRPr lang="ko-KR" altLang="en-US" sz="700" b="1" dirty="0">
                  <a:latin typeface="+mj-ea"/>
                  <a:ea typeface="+mj-ea"/>
                </a:endParaRPr>
              </a:p>
            </p:txBody>
          </p:sp>
          <p:sp>
            <p:nvSpPr>
              <p:cNvPr id="526" name="TextBox 525">
                <a:extLst>
                  <a:ext uri="{FF2B5EF4-FFF2-40B4-BE49-F238E27FC236}">
                    <a16:creationId xmlns:a16="http://schemas.microsoft.com/office/drawing/2014/main" id="{76E4E768-D8A7-8398-798C-F39206EB1F87}"/>
                  </a:ext>
                </a:extLst>
              </p:cNvPr>
              <p:cNvSpPr txBox="1">
                <a:spLocks/>
              </p:cNvSpPr>
              <p:nvPr/>
            </p:nvSpPr>
            <p:spPr>
              <a:xfrm>
                <a:off x="3582714" y="3609833"/>
                <a:ext cx="459433" cy="200055"/>
              </a:xfrm>
              <a:prstGeom prst="rect">
                <a:avLst/>
              </a:prstGeom>
              <a:noFill/>
            </p:spPr>
            <p:txBody>
              <a:bodyPr wrap="square" rtlCol="0">
                <a:spAutoFit/>
              </a:bodyPr>
              <a:lstStyle/>
              <a:p>
                <a:pPr algn="r"/>
                <a:r>
                  <a:rPr lang="en-US" altLang="ko-KR" sz="700" b="1" dirty="0">
                    <a:latin typeface="+mj-ea"/>
                    <a:ea typeface="+mj-ea"/>
                  </a:rPr>
                  <a:t>NINT_FT</a:t>
                </a:r>
              </a:p>
            </p:txBody>
          </p:sp>
          <p:sp>
            <p:nvSpPr>
              <p:cNvPr id="527" name="TextBox 526">
                <a:extLst>
                  <a:ext uri="{FF2B5EF4-FFF2-40B4-BE49-F238E27FC236}">
                    <a16:creationId xmlns:a16="http://schemas.microsoft.com/office/drawing/2014/main" id="{65043243-8B46-E32C-D567-3B23EAD75460}"/>
                  </a:ext>
                </a:extLst>
              </p:cNvPr>
              <p:cNvSpPr txBox="1">
                <a:spLocks/>
              </p:cNvSpPr>
              <p:nvPr/>
            </p:nvSpPr>
            <p:spPr>
              <a:xfrm>
                <a:off x="3582715" y="3797869"/>
                <a:ext cx="459432" cy="200055"/>
              </a:xfrm>
              <a:prstGeom prst="rect">
                <a:avLst/>
              </a:prstGeom>
              <a:noFill/>
            </p:spPr>
            <p:txBody>
              <a:bodyPr wrap="square" rtlCol="0">
                <a:spAutoFit/>
              </a:bodyPr>
              <a:lstStyle/>
              <a:p>
                <a:pPr algn="r"/>
                <a:r>
                  <a:rPr lang="en-US" altLang="ko-KR" sz="700" b="1" dirty="0">
                    <a:latin typeface="+mj-ea"/>
                    <a:ea typeface="+mj-ea"/>
                  </a:rPr>
                  <a:t>NINT_LD</a:t>
                </a:r>
              </a:p>
            </p:txBody>
          </p:sp>
          <p:sp>
            <p:nvSpPr>
              <p:cNvPr id="528" name="TextBox 527">
                <a:extLst>
                  <a:ext uri="{FF2B5EF4-FFF2-40B4-BE49-F238E27FC236}">
                    <a16:creationId xmlns:a16="http://schemas.microsoft.com/office/drawing/2014/main" id="{928E0A05-E739-EE5A-559E-94538F850F56}"/>
                  </a:ext>
                </a:extLst>
              </p:cNvPr>
              <p:cNvSpPr txBox="1">
                <a:spLocks/>
              </p:cNvSpPr>
              <p:nvPr/>
            </p:nvSpPr>
            <p:spPr>
              <a:xfrm>
                <a:off x="3582715" y="3985905"/>
                <a:ext cx="459432" cy="200055"/>
              </a:xfrm>
              <a:prstGeom prst="rect">
                <a:avLst/>
              </a:prstGeom>
              <a:noFill/>
            </p:spPr>
            <p:txBody>
              <a:bodyPr wrap="square" rtlCol="0">
                <a:spAutoFit/>
              </a:bodyPr>
              <a:lstStyle/>
              <a:p>
                <a:pPr algn="r"/>
                <a:r>
                  <a:rPr lang="en-US" altLang="ko-KR" sz="700" b="1" dirty="0">
                    <a:latin typeface="+mj-ea"/>
                    <a:ea typeface="+mj-ea"/>
                  </a:rPr>
                  <a:t>VDD1</a:t>
                </a:r>
                <a:endParaRPr lang="ko-KR" altLang="en-US" sz="700" b="1" dirty="0">
                  <a:latin typeface="+mj-ea"/>
                  <a:ea typeface="+mj-ea"/>
                </a:endParaRPr>
              </a:p>
            </p:txBody>
          </p:sp>
          <p:sp>
            <p:nvSpPr>
              <p:cNvPr id="529" name="TextBox 528">
                <a:extLst>
                  <a:ext uri="{FF2B5EF4-FFF2-40B4-BE49-F238E27FC236}">
                    <a16:creationId xmlns:a16="http://schemas.microsoft.com/office/drawing/2014/main" id="{C9A9C73B-EEBC-0533-A99B-438D892F9499}"/>
                  </a:ext>
                </a:extLst>
              </p:cNvPr>
              <p:cNvSpPr txBox="1">
                <a:spLocks/>
              </p:cNvSpPr>
              <p:nvPr/>
            </p:nvSpPr>
            <p:spPr>
              <a:xfrm>
                <a:off x="3582715" y="4173942"/>
                <a:ext cx="459432" cy="200055"/>
              </a:xfrm>
              <a:prstGeom prst="rect">
                <a:avLst/>
              </a:prstGeom>
              <a:noFill/>
            </p:spPr>
            <p:txBody>
              <a:bodyPr wrap="square" rtlCol="0">
                <a:spAutoFit/>
              </a:bodyPr>
              <a:lstStyle/>
              <a:p>
                <a:pPr algn="r"/>
                <a:r>
                  <a:rPr lang="en-US" altLang="ko-KR" sz="700" b="1" dirty="0">
                    <a:latin typeface="+mj-ea"/>
                    <a:ea typeface="+mj-ea"/>
                  </a:rPr>
                  <a:t>MCLK</a:t>
                </a:r>
                <a:endParaRPr lang="ko-KR" altLang="en-US" sz="700" b="1" dirty="0">
                  <a:latin typeface="+mj-ea"/>
                  <a:ea typeface="+mj-ea"/>
                </a:endParaRPr>
              </a:p>
            </p:txBody>
          </p:sp>
          <p:sp>
            <p:nvSpPr>
              <p:cNvPr id="530" name="TextBox 529">
                <a:extLst>
                  <a:ext uri="{FF2B5EF4-FFF2-40B4-BE49-F238E27FC236}">
                    <a16:creationId xmlns:a16="http://schemas.microsoft.com/office/drawing/2014/main" id="{61EC8CF6-375C-1F61-4995-E9B0962F7B66}"/>
                  </a:ext>
                </a:extLst>
              </p:cNvPr>
              <p:cNvSpPr txBox="1">
                <a:spLocks/>
              </p:cNvSpPr>
              <p:nvPr/>
            </p:nvSpPr>
            <p:spPr>
              <a:xfrm>
                <a:off x="3582715" y="4361978"/>
                <a:ext cx="459432" cy="215196"/>
              </a:xfrm>
              <a:prstGeom prst="rect">
                <a:avLst/>
              </a:prstGeom>
              <a:noFill/>
            </p:spPr>
            <p:txBody>
              <a:bodyPr wrap="square" rtlCol="0">
                <a:spAutoFit/>
              </a:bodyPr>
              <a:lstStyle/>
              <a:p>
                <a:pPr algn="r"/>
                <a:r>
                  <a:rPr lang="en-US" altLang="ko-KR" sz="700" b="1" dirty="0">
                    <a:latin typeface="+mj-ea"/>
                    <a:ea typeface="+mj-ea"/>
                  </a:rPr>
                  <a:t>D24</a:t>
                </a:r>
                <a:endParaRPr lang="ko-KR" altLang="en-US" sz="700" b="1" dirty="0">
                  <a:latin typeface="+mj-ea"/>
                  <a:ea typeface="+mj-ea"/>
                </a:endParaRPr>
              </a:p>
            </p:txBody>
          </p:sp>
          <p:sp>
            <p:nvSpPr>
              <p:cNvPr id="531" name="TextBox 530">
                <a:extLst>
                  <a:ext uri="{FF2B5EF4-FFF2-40B4-BE49-F238E27FC236}">
                    <a16:creationId xmlns:a16="http://schemas.microsoft.com/office/drawing/2014/main" id="{0B7A24F2-DFB1-3D05-93A2-5B7080B87989}"/>
                  </a:ext>
                </a:extLst>
              </p:cNvPr>
              <p:cNvSpPr txBox="1">
                <a:spLocks/>
              </p:cNvSpPr>
              <p:nvPr/>
            </p:nvSpPr>
            <p:spPr>
              <a:xfrm>
                <a:off x="3582715" y="4550014"/>
                <a:ext cx="459432" cy="215196"/>
              </a:xfrm>
              <a:prstGeom prst="rect">
                <a:avLst/>
              </a:prstGeom>
              <a:noFill/>
            </p:spPr>
            <p:txBody>
              <a:bodyPr wrap="square" rtlCol="0">
                <a:spAutoFit/>
              </a:bodyPr>
              <a:lstStyle/>
              <a:p>
                <a:pPr algn="r"/>
                <a:r>
                  <a:rPr lang="en-US" altLang="ko-KR" sz="700" b="1" dirty="0">
                    <a:latin typeface="+mj-ea"/>
                    <a:ea typeface="+mj-ea"/>
                  </a:rPr>
                  <a:t>D23</a:t>
                </a:r>
                <a:endParaRPr lang="ko-KR" altLang="en-US" sz="700" b="1" dirty="0">
                  <a:latin typeface="+mj-ea"/>
                  <a:ea typeface="+mj-ea"/>
                </a:endParaRPr>
              </a:p>
            </p:txBody>
          </p:sp>
          <p:sp>
            <p:nvSpPr>
              <p:cNvPr id="532" name="TextBox 531">
                <a:extLst>
                  <a:ext uri="{FF2B5EF4-FFF2-40B4-BE49-F238E27FC236}">
                    <a16:creationId xmlns:a16="http://schemas.microsoft.com/office/drawing/2014/main" id="{62FC2AB7-DC28-054F-B4F4-284E6B4851B1}"/>
                  </a:ext>
                </a:extLst>
              </p:cNvPr>
              <p:cNvSpPr txBox="1">
                <a:spLocks/>
              </p:cNvSpPr>
              <p:nvPr/>
            </p:nvSpPr>
            <p:spPr>
              <a:xfrm>
                <a:off x="3582718" y="4738050"/>
                <a:ext cx="459430" cy="215196"/>
              </a:xfrm>
              <a:prstGeom prst="rect">
                <a:avLst/>
              </a:prstGeom>
              <a:noFill/>
            </p:spPr>
            <p:txBody>
              <a:bodyPr wrap="square" rtlCol="0">
                <a:spAutoFit/>
              </a:bodyPr>
              <a:lstStyle/>
              <a:p>
                <a:pPr algn="r"/>
                <a:r>
                  <a:rPr lang="en-US" altLang="ko-KR" sz="700" b="1" dirty="0">
                    <a:latin typeface="+mj-ea"/>
                    <a:ea typeface="+mj-ea"/>
                  </a:rPr>
                  <a:t>SVO9</a:t>
                </a:r>
                <a:endParaRPr lang="ko-KR" altLang="en-US" sz="700" b="1" dirty="0">
                  <a:latin typeface="+mj-ea"/>
                  <a:ea typeface="+mj-ea"/>
                </a:endParaRPr>
              </a:p>
            </p:txBody>
          </p:sp>
          <p:sp>
            <p:nvSpPr>
              <p:cNvPr id="533" name="TextBox 532">
                <a:extLst>
                  <a:ext uri="{FF2B5EF4-FFF2-40B4-BE49-F238E27FC236}">
                    <a16:creationId xmlns:a16="http://schemas.microsoft.com/office/drawing/2014/main" id="{B8CADE0C-8888-A75F-38B3-2712348B31C1}"/>
                  </a:ext>
                </a:extLst>
              </p:cNvPr>
              <p:cNvSpPr txBox="1">
                <a:spLocks/>
              </p:cNvSpPr>
              <p:nvPr/>
            </p:nvSpPr>
            <p:spPr>
              <a:xfrm>
                <a:off x="3582718" y="4926079"/>
                <a:ext cx="459429" cy="200055"/>
              </a:xfrm>
              <a:prstGeom prst="rect">
                <a:avLst/>
              </a:prstGeom>
              <a:noFill/>
            </p:spPr>
            <p:txBody>
              <a:bodyPr wrap="square" rtlCol="0">
                <a:spAutoFit/>
              </a:bodyPr>
              <a:lstStyle/>
              <a:p>
                <a:pPr algn="r"/>
                <a:r>
                  <a:rPr lang="en-US" altLang="ko-KR" sz="700" b="1" dirty="0">
                    <a:latin typeface="+mj-ea"/>
                    <a:ea typeface="+mj-ea"/>
                  </a:rPr>
                  <a:t>D22</a:t>
                </a:r>
                <a:endParaRPr lang="ko-KR" altLang="en-US" sz="700" b="1" dirty="0">
                  <a:latin typeface="+mj-ea"/>
                  <a:ea typeface="+mj-ea"/>
                </a:endParaRPr>
              </a:p>
            </p:txBody>
          </p:sp>
        </p:grpSp>
        <p:grpSp>
          <p:nvGrpSpPr>
            <p:cNvPr id="463" name="그룹 462">
              <a:extLst>
                <a:ext uri="{FF2B5EF4-FFF2-40B4-BE49-F238E27FC236}">
                  <a16:creationId xmlns:a16="http://schemas.microsoft.com/office/drawing/2014/main" id="{57814BAB-A79B-6EA0-3D47-BFAAEADBD825}"/>
                </a:ext>
              </a:extLst>
            </p:cNvPr>
            <p:cNvGrpSpPr>
              <a:grpSpLocks/>
            </p:cNvGrpSpPr>
            <p:nvPr/>
          </p:nvGrpSpPr>
          <p:grpSpPr>
            <a:xfrm rot="16200000">
              <a:off x="3027387" y="3321621"/>
              <a:ext cx="702068" cy="3223772"/>
              <a:chOff x="3582715" y="1917626"/>
              <a:chExt cx="459437" cy="3223772"/>
            </a:xfrm>
          </p:grpSpPr>
          <p:sp>
            <p:nvSpPr>
              <p:cNvPr id="500" name="TextBox 499">
                <a:extLst>
                  <a:ext uri="{FF2B5EF4-FFF2-40B4-BE49-F238E27FC236}">
                    <a16:creationId xmlns:a16="http://schemas.microsoft.com/office/drawing/2014/main" id="{5FB06BA0-1C66-2646-C04E-91265447B9AB}"/>
                  </a:ext>
                </a:extLst>
              </p:cNvPr>
              <p:cNvSpPr txBox="1">
                <a:spLocks/>
              </p:cNvSpPr>
              <p:nvPr/>
            </p:nvSpPr>
            <p:spPr>
              <a:xfrm>
                <a:off x="3733186" y="1917626"/>
                <a:ext cx="308962" cy="215196"/>
              </a:xfrm>
              <a:prstGeom prst="rect">
                <a:avLst/>
              </a:prstGeom>
              <a:noFill/>
            </p:spPr>
            <p:txBody>
              <a:bodyPr wrap="square" rtlCol="0">
                <a:spAutoFit/>
              </a:bodyPr>
              <a:lstStyle/>
              <a:p>
                <a:pPr algn="r"/>
                <a:r>
                  <a:rPr lang="en-US" altLang="ko-KR" sz="700" b="1" dirty="0">
                    <a:latin typeface="+mj-ea"/>
                    <a:ea typeface="+mj-ea"/>
                  </a:rPr>
                  <a:t>D21</a:t>
                </a:r>
                <a:endParaRPr lang="ko-KR" altLang="en-US" sz="700" b="1" dirty="0">
                  <a:latin typeface="+mj-ea"/>
                  <a:ea typeface="+mj-ea"/>
                </a:endParaRPr>
              </a:p>
            </p:txBody>
          </p:sp>
          <p:sp>
            <p:nvSpPr>
              <p:cNvPr id="501" name="TextBox 500">
                <a:extLst>
                  <a:ext uri="{FF2B5EF4-FFF2-40B4-BE49-F238E27FC236}">
                    <a16:creationId xmlns:a16="http://schemas.microsoft.com/office/drawing/2014/main" id="{C5453844-348C-0D36-C7B8-4D5FDC1737F3}"/>
                  </a:ext>
                </a:extLst>
              </p:cNvPr>
              <p:cNvSpPr txBox="1">
                <a:spLocks/>
              </p:cNvSpPr>
              <p:nvPr/>
            </p:nvSpPr>
            <p:spPr>
              <a:xfrm>
                <a:off x="3673771" y="2105664"/>
                <a:ext cx="368381" cy="215196"/>
              </a:xfrm>
              <a:prstGeom prst="rect">
                <a:avLst/>
              </a:prstGeom>
              <a:noFill/>
            </p:spPr>
            <p:txBody>
              <a:bodyPr wrap="square" rtlCol="0">
                <a:spAutoFit/>
              </a:bodyPr>
              <a:lstStyle/>
              <a:p>
                <a:pPr algn="r"/>
                <a:r>
                  <a:rPr lang="en-US" altLang="ko-KR" sz="700" b="1" dirty="0">
                    <a:latin typeface="+mj-ea"/>
                    <a:ea typeface="+mj-ea"/>
                  </a:rPr>
                  <a:t>D20</a:t>
                </a:r>
                <a:endParaRPr lang="ko-KR" altLang="en-US" sz="700" b="1" dirty="0">
                  <a:latin typeface="+mj-ea"/>
                  <a:ea typeface="+mj-ea"/>
                </a:endParaRPr>
              </a:p>
            </p:txBody>
          </p:sp>
          <p:sp>
            <p:nvSpPr>
              <p:cNvPr id="502" name="TextBox 501">
                <a:extLst>
                  <a:ext uri="{FF2B5EF4-FFF2-40B4-BE49-F238E27FC236}">
                    <a16:creationId xmlns:a16="http://schemas.microsoft.com/office/drawing/2014/main" id="{4E7C3025-E7D5-C835-77EA-929DF9B38F8F}"/>
                  </a:ext>
                </a:extLst>
              </p:cNvPr>
              <p:cNvSpPr txBox="1">
                <a:spLocks/>
              </p:cNvSpPr>
              <p:nvPr/>
            </p:nvSpPr>
            <p:spPr>
              <a:xfrm>
                <a:off x="3733187" y="2293699"/>
                <a:ext cx="308962" cy="215196"/>
              </a:xfrm>
              <a:prstGeom prst="rect">
                <a:avLst/>
              </a:prstGeom>
              <a:noFill/>
            </p:spPr>
            <p:txBody>
              <a:bodyPr wrap="square" rtlCol="0">
                <a:spAutoFit/>
              </a:bodyPr>
              <a:lstStyle/>
              <a:p>
                <a:pPr algn="r"/>
                <a:r>
                  <a:rPr lang="en-US" altLang="ko-KR" sz="700" b="1" dirty="0">
                    <a:latin typeface="+mj-ea"/>
                    <a:ea typeface="+mj-ea"/>
                  </a:rPr>
                  <a:t>D19</a:t>
                </a:r>
                <a:endParaRPr lang="ko-KR" altLang="en-US" sz="700" b="1" dirty="0">
                  <a:latin typeface="+mj-ea"/>
                  <a:ea typeface="+mj-ea"/>
                </a:endParaRPr>
              </a:p>
            </p:txBody>
          </p:sp>
          <p:sp>
            <p:nvSpPr>
              <p:cNvPr id="503" name="TextBox 502">
                <a:extLst>
                  <a:ext uri="{FF2B5EF4-FFF2-40B4-BE49-F238E27FC236}">
                    <a16:creationId xmlns:a16="http://schemas.microsoft.com/office/drawing/2014/main" id="{E6277345-C575-A618-71BF-C0AB5FD539D2}"/>
                  </a:ext>
                </a:extLst>
              </p:cNvPr>
              <p:cNvSpPr txBox="1">
                <a:spLocks/>
              </p:cNvSpPr>
              <p:nvPr/>
            </p:nvSpPr>
            <p:spPr>
              <a:xfrm>
                <a:off x="3733187" y="2481735"/>
                <a:ext cx="308962" cy="215196"/>
              </a:xfrm>
              <a:prstGeom prst="rect">
                <a:avLst/>
              </a:prstGeom>
              <a:noFill/>
            </p:spPr>
            <p:txBody>
              <a:bodyPr wrap="square" rtlCol="0">
                <a:spAutoFit/>
              </a:bodyPr>
              <a:lstStyle/>
              <a:p>
                <a:pPr algn="r"/>
                <a:r>
                  <a:rPr lang="en-US" altLang="ko-KR" sz="700" b="1" dirty="0">
                    <a:latin typeface="+mj-ea"/>
                    <a:ea typeface="+mj-ea"/>
                  </a:rPr>
                  <a:t>D18</a:t>
                </a:r>
                <a:endParaRPr lang="ko-KR" altLang="en-US" sz="700" b="1" dirty="0">
                  <a:latin typeface="+mj-ea"/>
                  <a:ea typeface="+mj-ea"/>
                </a:endParaRPr>
              </a:p>
            </p:txBody>
          </p:sp>
          <p:sp>
            <p:nvSpPr>
              <p:cNvPr id="504" name="TextBox 503">
                <a:extLst>
                  <a:ext uri="{FF2B5EF4-FFF2-40B4-BE49-F238E27FC236}">
                    <a16:creationId xmlns:a16="http://schemas.microsoft.com/office/drawing/2014/main" id="{8224E423-A9A8-60D4-59D5-46C69A38DB06}"/>
                  </a:ext>
                </a:extLst>
              </p:cNvPr>
              <p:cNvSpPr txBox="1">
                <a:spLocks/>
              </p:cNvSpPr>
              <p:nvPr/>
            </p:nvSpPr>
            <p:spPr>
              <a:xfrm>
                <a:off x="3733187" y="2669774"/>
                <a:ext cx="308962" cy="215196"/>
              </a:xfrm>
              <a:prstGeom prst="rect">
                <a:avLst/>
              </a:prstGeom>
              <a:noFill/>
            </p:spPr>
            <p:txBody>
              <a:bodyPr wrap="square" rtlCol="0">
                <a:spAutoFit/>
              </a:bodyPr>
              <a:lstStyle/>
              <a:p>
                <a:pPr algn="r"/>
                <a:r>
                  <a:rPr lang="en-US" altLang="ko-KR" sz="700" b="1" dirty="0">
                    <a:latin typeface="+mj-ea"/>
                    <a:ea typeface="+mj-ea"/>
                  </a:rPr>
                  <a:t>VSS2</a:t>
                </a:r>
                <a:endParaRPr lang="ko-KR" altLang="en-US" sz="700" b="1" dirty="0">
                  <a:latin typeface="+mj-ea"/>
                  <a:ea typeface="+mj-ea"/>
                </a:endParaRPr>
              </a:p>
            </p:txBody>
          </p:sp>
          <p:sp>
            <p:nvSpPr>
              <p:cNvPr id="505" name="TextBox 504">
                <a:extLst>
                  <a:ext uri="{FF2B5EF4-FFF2-40B4-BE49-F238E27FC236}">
                    <a16:creationId xmlns:a16="http://schemas.microsoft.com/office/drawing/2014/main" id="{3FE5D671-2B79-9A60-E334-C75E6FC195C3}"/>
                  </a:ext>
                </a:extLst>
              </p:cNvPr>
              <p:cNvSpPr txBox="1">
                <a:spLocks/>
              </p:cNvSpPr>
              <p:nvPr/>
            </p:nvSpPr>
            <p:spPr>
              <a:xfrm>
                <a:off x="3709492" y="2857811"/>
                <a:ext cx="332658" cy="215196"/>
              </a:xfrm>
              <a:prstGeom prst="rect">
                <a:avLst/>
              </a:prstGeom>
              <a:noFill/>
            </p:spPr>
            <p:txBody>
              <a:bodyPr wrap="square" rtlCol="0">
                <a:spAutoFit/>
              </a:bodyPr>
              <a:lstStyle/>
              <a:p>
                <a:pPr algn="r"/>
                <a:r>
                  <a:rPr lang="en-US" altLang="ko-KR" sz="700" b="1" dirty="0">
                    <a:latin typeface="+mj-ea"/>
                    <a:ea typeface="+mj-ea"/>
                  </a:rPr>
                  <a:t>D17</a:t>
                </a:r>
                <a:endParaRPr lang="ko-KR" altLang="en-US" sz="700" b="1" dirty="0">
                  <a:latin typeface="+mj-ea"/>
                  <a:ea typeface="+mj-ea"/>
                </a:endParaRPr>
              </a:p>
            </p:txBody>
          </p:sp>
          <p:sp>
            <p:nvSpPr>
              <p:cNvPr id="506" name="TextBox 505">
                <a:extLst>
                  <a:ext uri="{FF2B5EF4-FFF2-40B4-BE49-F238E27FC236}">
                    <a16:creationId xmlns:a16="http://schemas.microsoft.com/office/drawing/2014/main" id="{DAD7F883-3B99-199A-5448-C874BF00F54D}"/>
                  </a:ext>
                </a:extLst>
              </p:cNvPr>
              <p:cNvSpPr txBox="1">
                <a:spLocks/>
              </p:cNvSpPr>
              <p:nvPr/>
            </p:nvSpPr>
            <p:spPr>
              <a:xfrm>
                <a:off x="3733187" y="3045848"/>
                <a:ext cx="308962" cy="215196"/>
              </a:xfrm>
              <a:prstGeom prst="rect">
                <a:avLst/>
              </a:prstGeom>
              <a:noFill/>
            </p:spPr>
            <p:txBody>
              <a:bodyPr wrap="square" rtlCol="0">
                <a:spAutoFit/>
              </a:bodyPr>
              <a:lstStyle/>
              <a:p>
                <a:pPr algn="r"/>
                <a:r>
                  <a:rPr lang="en-US" altLang="ko-KR" sz="700" b="1" dirty="0">
                    <a:latin typeface="+mj-ea"/>
                    <a:ea typeface="+mj-ea"/>
                  </a:rPr>
                  <a:t>D16</a:t>
                </a:r>
                <a:endParaRPr lang="ko-KR" altLang="en-US" sz="700" b="1" dirty="0">
                  <a:latin typeface="+mj-ea"/>
                  <a:ea typeface="+mj-ea"/>
                </a:endParaRPr>
              </a:p>
            </p:txBody>
          </p:sp>
          <p:sp>
            <p:nvSpPr>
              <p:cNvPr id="507" name="TextBox 506">
                <a:extLst>
                  <a:ext uri="{FF2B5EF4-FFF2-40B4-BE49-F238E27FC236}">
                    <a16:creationId xmlns:a16="http://schemas.microsoft.com/office/drawing/2014/main" id="{FA7794E9-5C53-864A-7DD3-EB72999AE90D}"/>
                  </a:ext>
                </a:extLst>
              </p:cNvPr>
              <p:cNvSpPr txBox="1">
                <a:spLocks/>
              </p:cNvSpPr>
              <p:nvPr/>
            </p:nvSpPr>
            <p:spPr>
              <a:xfrm>
                <a:off x="3733187" y="3233883"/>
                <a:ext cx="308962" cy="215196"/>
              </a:xfrm>
              <a:prstGeom prst="rect">
                <a:avLst/>
              </a:prstGeom>
              <a:noFill/>
            </p:spPr>
            <p:txBody>
              <a:bodyPr wrap="square" rtlCol="0">
                <a:spAutoFit/>
              </a:bodyPr>
              <a:lstStyle/>
              <a:p>
                <a:pPr algn="r"/>
                <a:r>
                  <a:rPr lang="en-US" altLang="ko-KR" sz="700" b="1" dirty="0">
                    <a:latin typeface="+mj-ea"/>
                    <a:ea typeface="+mj-ea"/>
                  </a:rPr>
                  <a:t>SVO8</a:t>
                </a:r>
                <a:endParaRPr lang="ko-KR" altLang="en-US" sz="700" b="1" dirty="0">
                  <a:latin typeface="+mj-ea"/>
                  <a:ea typeface="+mj-ea"/>
                </a:endParaRPr>
              </a:p>
            </p:txBody>
          </p:sp>
          <p:sp>
            <p:nvSpPr>
              <p:cNvPr id="508" name="TextBox 507">
                <a:extLst>
                  <a:ext uri="{FF2B5EF4-FFF2-40B4-BE49-F238E27FC236}">
                    <a16:creationId xmlns:a16="http://schemas.microsoft.com/office/drawing/2014/main" id="{6BB45F50-219B-C181-6F53-7ED3EC20BA3A}"/>
                  </a:ext>
                </a:extLst>
              </p:cNvPr>
              <p:cNvSpPr txBox="1">
                <a:spLocks/>
              </p:cNvSpPr>
              <p:nvPr/>
            </p:nvSpPr>
            <p:spPr>
              <a:xfrm>
                <a:off x="3733187" y="3421922"/>
                <a:ext cx="308962" cy="215196"/>
              </a:xfrm>
              <a:prstGeom prst="rect">
                <a:avLst/>
              </a:prstGeom>
              <a:noFill/>
            </p:spPr>
            <p:txBody>
              <a:bodyPr wrap="square" rtlCol="0">
                <a:spAutoFit/>
              </a:bodyPr>
              <a:lstStyle/>
              <a:p>
                <a:pPr algn="r"/>
                <a:r>
                  <a:rPr lang="en-US" altLang="ko-KR" sz="700" b="1" dirty="0">
                    <a:latin typeface="+mj-ea"/>
                    <a:ea typeface="+mj-ea"/>
                  </a:rPr>
                  <a:t>D15</a:t>
                </a:r>
                <a:endParaRPr lang="ko-KR" altLang="en-US" sz="700" b="1" dirty="0">
                  <a:latin typeface="+mj-ea"/>
                  <a:ea typeface="+mj-ea"/>
                </a:endParaRPr>
              </a:p>
            </p:txBody>
          </p:sp>
          <p:sp>
            <p:nvSpPr>
              <p:cNvPr id="509" name="TextBox 508">
                <a:extLst>
                  <a:ext uri="{FF2B5EF4-FFF2-40B4-BE49-F238E27FC236}">
                    <a16:creationId xmlns:a16="http://schemas.microsoft.com/office/drawing/2014/main" id="{09A5F440-73D9-38AE-D824-DD82CE51B4E0}"/>
                  </a:ext>
                </a:extLst>
              </p:cNvPr>
              <p:cNvSpPr txBox="1">
                <a:spLocks/>
              </p:cNvSpPr>
              <p:nvPr/>
            </p:nvSpPr>
            <p:spPr>
              <a:xfrm>
                <a:off x="3582716" y="3609958"/>
                <a:ext cx="459433" cy="215196"/>
              </a:xfrm>
              <a:prstGeom prst="rect">
                <a:avLst/>
              </a:prstGeom>
              <a:noFill/>
            </p:spPr>
            <p:txBody>
              <a:bodyPr wrap="square" rtlCol="0">
                <a:spAutoFit/>
              </a:bodyPr>
              <a:lstStyle/>
              <a:p>
                <a:pPr algn="r"/>
                <a:r>
                  <a:rPr lang="en-US" altLang="ko-KR" sz="700" b="1" dirty="0">
                    <a:latin typeface="+mj-ea"/>
                    <a:ea typeface="+mj-ea"/>
                  </a:rPr>
                  <a:t>D14</a:t>
                </a:r>
                <a:endParaRPr lang="ko-KR" altLang="en-US" sz="700" b="1" dirty="0">
                  <a:latin typeface="+mj-ea"/>
                  <a:ea typeface="+mj-ea"/>
                </a:endParaRPr>
              </a:p>
            </p:txBody>
          </p:sp>
          <p:sp>
            <p:nvSpPr>
              <p:cNvPr id="510" name="TextBox 509">
                <a:extLst>
                  <a:ext uri="{FF2B5EF4-FFF2-40B4-BE49-F238E27FC236}">
                    <a16:creationId xmlns:a16="http://schemas.microsoft.com/office/drawing/2014/main" id="{193BA234-EEFA-26BE-A775-893940343E03}"/>
                  </a:ext>
                </a:extLst>
              </p:cNvPr>
              <p:cNvSpPr txBox="1">
                <a:spLocks/>
              </p:cNvSpPr>
              <p:nvPr/>
            </p:nvSpPr>
            <p:spPr>
              <a:xfrm>
                <a:off x="3582717" y="3797993"/>
                <a:ext cx="459432" cy="215196"/>
              </a:xfrm>
              <a:prstGeom prst="rect">
                <a:avLst/>
              </a:prstGeom>
              <a:noFill/>
            </p:spPr>
            <p:txBody>
              <a:bodyPr wrap="square" rtlCol="0">
                <a:spAutoFit/>
              </a:bodyPr>
              <a:lstStyle/>
              <a:p>
                <a:pPr algn="r"/>
                <a:r>
                  <a:rPr lang="en-US" altLang="ko-KR" sz="700" b="1" dirty="0">
                    <a:latin typeface="+mj-ea"/>
                    <a:ea typeface="+mj-ea"/>
                  </a:rPr>
                  <a:t>D13</a:t>
                </a:r>
                <a:endParaRPr lang="ko-KR" altLang="en-US" sz="700" b="1" dirty="0">
                  <a:latin typeface="+mj-ea"/>
                  <a:ea typeface="+mj-ea"/>
                </a:endParaRPr>
              </a:p>
            </p:txBody>
          </p:sp>
          <p:sp>
            <p:nvSpPr>
              <p:cNvPr id="511" name="TextBox 510">
                <a:extLst>
                  <a:ext uri="{FF2B5EF4-FFF2-40B4-BE49-F238E27FC236}">
                    <a16:creationId xmlns:a16="http://schemas.microsoft.com/office/drawing/2014/main" id="{D4235F52-E51F-B2F5-6287-721C5AC48DE6}"/>
                  </a:ext>
                </a:extLst>
              </p:cNvPr>
              <p:cNvSpPr txBox="1">
                <a:spLocks/>
              </p:cNvSpPr>
              <p:nvPr/>
            </p:nvSpPr>
            <p:spPr>
              <a:xfrm>
                <a:off x="3582715" y="3986030"/>
                <a:ext cx="459432" cy="215196"/>
              </a:xfrm>
              <a:prstGeom prst="rect">
                <a:avLst/>
              </a:prstGeom>
              <a:noFill/>
            </p:spPr>
            <p:txBody>
              <a:bodyPr wrap="square" rtlCol="0">
                <a:spAutoFit/>
              </a:bodyPr>
              <a:lstStyle/>
              <a:p>
                <a:pPr algn="r"/>
                <a:r>
                  <a:rPr lang="en-US" altLang="ko-KR" sz="700" b="1" dirty="0">
                    <a:latin typeface="+mj-ea"/>
                    <a:ea typeface="+mj-ea"/>
                  </a:rPr>
                  <a:t>VDD2</a:t>
                </a:r>
                <a:endParaRPr lang="ko-KR" altLang="en-US" sz="700" b="1" dirty="0">
                  <a:latin typeface="+mj-ea"/>
                  <a:ea typeface="+mj-ea"/>
                </a:endParaRPr>
              </a:p>
            </p:txBody>
          </p:sp>
          <p:sp>
            <p:nvSpPr>
              <p:cNvPr id="512" name="TextBox 511">
                <a:extLst>
                  <a:ext uri="{FF2B5EF4-FFF2-40B4-BE49-F238E27FC236}">
                    <a16:creationId xmlns:a16="http://schemas.microsoft.com/office/drawing/2014/main" id="{41B4EBDC-9D22-A313-46A2-D05E69C7972C}"/>
                  </a:ext>
                </a:extLst>
              </p:cNvPr>
              <p:cNvSpPr txBox="1">
                <a:spLocks/>
              </p:cNvSpPr>
              <p:nvPr/>
            </p:nvSpPr>
            <p:spPr>
              <a:xfrm>
                <a:off x="3582717" y="4174065"/>
                <a:ext cx="459432" cy="215196"/>
              </a:xfrm>
              <a:prstGeom prst="rect">
                <a:avLst/>
              </a:prstGeom>
              <a:noFill/>
            </p:spPr>
            <p:txBody>
              <a:bodyPr wrap="square" rtlCol="0">
                <a:spAutoFit/>
              </a:bodyPr>
              <a:lstStyle/>
              <a:p>
                <a:pPr algn="r"/>
                <a:r>
                  <a:rPr lang="en-US" altLang="ko-KR" sz="700" b="1" dirty="0">
                    <a:latin typeface="+mj-ea"/>
                    <a:ea typeface="+mj-ea"/>
                  </a:rPr>
                  <a:t>SVO7</a:t>
                </a:r>
                <a:endParaRPr lang="ko-KR" altLang="en-US" sz="700" b="1" dirty="0">
                  <a:latin typeface="+mj-ea"/>
                  <a:ea typeface="+mj-ea"/>
                </a:endParaRPr>
              </a:p>
            </p:txBody>
          </p:sp>
          <p:sp>
            <p:nvSpPr>
              <p:cNvPr id="513" name="TextBox 512">
                <a:extLst>
                  <a:ext uri="{FF2B5EF4-FFF2-40B4-BE49-F238E27FC236}">
                    <a16:creationId xmlns:a16="http://schemas.microsoft.com/office/drawing/2014/main" id="{095E44C6-23C9-E224-5219-985D6E026615}"/>
                  </a:ext>
                </a:extLst>
              </p:cNvPr>
              <p:cNvSpPr txBox="1">
                <a:spLocks/>
              </p:cNvSpPr>
              <p:nvPr/>
            </p:nvSpPr>
            <p:spPr>
              <a:xfrm>
                <a:off x="3582717" y="4362102"/>
                <a:ext cx="459432" cy="215196"/>
              </a:xfrm>
              <a:prstGeom prst="rect">
                <a:avLst/>
              </a:prstGeom>
              <a:noFill/>
            </p:spPr>
            <p:txBody>
              <a:bodyPr wrap="square" rtlCol="0">
                <a:spAutoFit/>
              </a:bodyPr>
              <a:lstStyle/>
              <a:p>
                <a:pPr algn="r"/>
                <a:r>
                  <a:rPr lang="en-US" altLang="ko-KR" sz="700" b="1" dirty="0">
                    <a:latin typeface="+mj-ea"/>
                    <a:ea typeface="+mj-ea"/>
                  </a:rPr>
                  <a:t>L_G3</a:t>
                </a:r>
              </a:p>
            </p:txBody>
          </p:sp>
          <p:sp>
            <p:nvSpPr>
              <p:cNvPr id="514" name="TextBox 513">
                <a:extLst>
                  <a:ext uri="{FF2B5EF4-FFF2-40B4-BE49-F238E27FC236}">
                    <a16:creationId xmlns:a16="http://schemas.microsoft.com/office/drawing/2014/main" id="{C58B152B-A3A1-909E-E565-6E00E3418E75}"/>
                  </a:ext>
                </a:extLst>
              </p:cNvPr>
              <p:cNvSpPr txBox="1">
                <a:spLocks/>
              </p:cNvSpPr>
              <p:nvPr/>
            </p:nvSpPr>
            <p:spPr>
              <a:xfrm>
                <a:off x="3582717" y="4550138"/>
                <a:ext cx="459432" cy="215196"/>
              </a:xfrm>
              <a:prstGeom prst="rect">
                <a:avLst/>
              </a:prstGeom>
              <a:noFill/>
            </p:spPr>
            <p:txBody>
              <a:bodyPr wrap="square" rtlCol="0">
                <a:spAutoFit/>
              </a:bodyPr>
              <a:lstStyle/>
              <a:p>
                <a:pPr algn="r"/>
                <a:r>
                  <a:rPr lang="en-US" altLang="ko-KR" sz="700" b="1" dirty="0">
                    <a:latin typeface="+mj-ea"/>
                    <a:ea typeface="+mj-ea"/>
                  </a:rPr>
                  <a:t>H_G3</a:t>
                </a:r>
              </a:p>
            </p:txBody>
          </p:sp>
          <p:sp>
            <p:nvSpPr>
              <p:cNvPr id="515" name="TextBox 514">
                <a:extLst>
                  <a:ext uri="{FF2B5EF4-FFF2-40B4-BE49-F238E27FC236}">
                    <a16:creationId xmlns:a16="http://schemas.microsoft.com/office/drawing/2014/main" id="{AD751E49-3A55-A976-8712-4453CEA9B45D}"/>
                  </a:ext>
                </a:extLst>
              </p:cNvPr>
              <p:cNvSpPr txBox="1">
                <a:spLocks/>
              </p:cNvSpPr>
              <p:nvPr/>
            </p:nvSpPr>
            <p:spPr>
              <a:xfrm>
                <a:off x="3582716" y="4738175"/>
                <a:ext cx="459430" cy="215196"/>
              </a:xfrm>
              <a:prstGeom prst="rect">
                <a:avLst/>
              </a:prstGeom>
              <a:noFill/>
            </p:spPr>
            <p:txBody>
              <a:bodyPr wrap="square" rtlCol="0">
                <a:spAutoFit/>
              </a:bodyPr>
              <a:lstStyle/>
              <a:p>
                <a:pPr algn="r"/>
                <a:r>
                  <a:rPr lang="en-US" altLang="ko-KR" sz="700" b="1" dirty="0">
                    <a:latin typeface="+mj-ea"/>
                    <a:ea typeface="+mj-ea"/>
                  </a:rPr>
                  <a:t>L_G2</a:t>
                </a:r>
              </a:p>
            </p:txBody>
          </p:sp>
          <p:sp>
            <p:nvSpPr>
              <p:cNvPr id="516" name="TextBox 515">
                <a:extLst>
                  <a:ext uri="{FF2B5EF4-FFF2-40B4-BE49-F238E27FC236}">
                    <a16:creationId xmlns:a16="http://schemas.microsoft.com/office/drawing/2014/main" id="{773882AD-8A10-1E24-9D60-3AD6D2D5E4D0}"/>
                  </a:ext>
                </a:extLst>
              </p:cNvPr>
              <p:cNvSpPr txBox="1">
                <a:spLocks/>
              </p:cNvSpPr>
              <p:nvPr/>
            </p:nvSpPr>
            <p:spPr>
              <a:xfrm>
                <a:off x="3582719" y="4926202"/>
                <a:ext cx="459429" cy="215196"/>
              </a:xfrm>
              <a:prstGeom prst="rect">
                <a:avLst/>
              </a:prstGeom>
              <a:noFill/>
            </p:spPr>
            <p:txBody>
              <a:bodyPr wrap="square" rtlCol="0">
                <a:spAutoFit/>
              </a:bodyPr>
              <a:lstStyle/>
              <a:p>
                <a:pPr algn="r"/>
                <a:r>
                  <a:rPr lang="en-US" altLang="ko-KR" sz="700" b="1" dirty="0">
                    <a:latin typeface="+mj-ea"/>
                    <a:ea typeface="+mj-ea"/>
                  </a:rPr>
                  <a:t>H_G2</a:t>
                </a:r>
              </a:p>
            </p:txBody>
          </p:sp>
        </p:grpSp>
        <p:grpSp>
          <p:nvGrpSpPr>
            <p:cNvPr id="464" name="그룹 463">
              <a:extLst>
                <a:ext uri="{FF2B5EF4-FFF2-40B4-BE49-F238E27FC236}">
                  <a16:creationId xmlns:a16="http://schemas.microsoft.com/office/drawing/2014/main" id="{086CC9B4-761B-07C7-F170-26C68911D6E0}"/>
                </a:ext>
              </a:extLst>
            </p:cNvPr>
            <p:cNvGrpSpPr/>
            <p:nvPr/>
          </p:nvGrpSpPr>
          <p:grpSpPr>
            <a:xfrm>
              <a:off x="5208182" y="1128771"/>
              <a:ext cx="778968" cy="3223774"/>
              <a:chOff x="5126531" y="1078667"/>
              <a:chExt cx="778968" cy="3223774"/>
            </a:xfrm>
          </p:grpSpPr>
          <p:sp>
            <p:nvSpPr>
              <p:cNvPr id="483" name="TextBox 482">
                <a:extLst>
                  <a:ext uri="{FF2B5EF4-FFF2-40B4-BE49-F238E27FC236}">
                    <a16:creationId xmlns:a16="http://schemas.microsoft.com/office/drawing/2014/main" id="{7DCC7F68-D994-F409-3C79-F935B0B5899A}"/>
                  </a:ext>
                </a:extLst>
              </p:cNvPr>
              <p:cNvSpPr txBox="1">
                <a:spLocks/>
              </p:cNvSpPr>
              <p:nvPr/>
            </p:nvSpPr>
            <p:spPr>
              <a:xfrm>
                <a:off x="5126531" y="1078667"/>
                <a:ext cx="523844" cy="200055"/>
              </a:xfrm>
              <a:prstGeom prst="rect">
                <a:avLst/>
              </a:prstGeom>
              <a:noFill/>
            </p:spPr>
            <p:txBody>
              <a:bodyPr wrap="square" rtlCol="0">
                <a:spAutoFit/>
              </a:bodyPr>
              <a:lstStyle/>
              <a:p>
                <a:r>
                  <a:rPr lang="en-US" altLang="ko-KR" sz="700" b="1" dirty="0">
                    <a:latin typeface="+mj-ea"/>
                    <a:ea typeface="+mj-ea"/>
                  </a:rPr>
                  <a:t>D2</a:t>
                </a:r>
                <a:endParaRPr lang="ko-KR" altLang="en-US" sz="700" b="1" dirty="0">
                  <a:latin typeface="+mj-ea"/>
                  <a:ea typeface="+mj-ea"/>
                </a:endParaRPr>
              </a:p>
            </p:txBody>
          </p:sp>
          <p:sp>
            <p:nvSpPr>
              <p:cNvPr id="484" name="TextBox 483">
                <a:extLst>
                  <a:ext uri="{FF2B5EF4-FFF2-40B4-BE49-F238E27FC236}">
                    <a16:creationId xmlns:a16="http://schemas.microsoft.com/office/drawing/2014/main" id="{E8C24F86-2FEE-3A10-82FA-1208788762EF}"/>
                  </a:ext>
                </a:extLst>
              </p:cNvPr>
              <p:cNvSpPr txBox="1">
                <a:spLocks/>
              </p:cNvSpPr>
              <p:nvPr/>
            </p:nvSpPr>
            <p:spPr>
              <a:xfrm>
                <a:off x="5126531" y="1266293"/>
                <a:ext cx="523844" cy="200055"/>
              </a:xfrm>
              <a:prstGeom prst="rect">
                <a:avLst/>
              </a:prstGeom>
              <a:noFill/>
            </p:spPr>
            <p:txBody>
              <a:bodyPr wrap="square" rtlCol="0">
                <a:spAutoFit/>
              </a:bodyPr>
              <a:lstStyle/>
              <a:p>
                <a:r>
                  <a:rPr lang="en-US" altLang="ko-KR" sz="700" b="1" dirty="0">
                    <a:latin typeface="+mj-ea"/>
                    <a:ea typeface="+mj-ea"/>
                  </a:rPr>
                  <a:t>D1</a:t>
                </a:r>
                <a:endParaRPr lang="ko-KR" altLang="en-US" sz="700" b="1" dirty="0">
                  <a:latin typeface="+mj-ea"/>
                  <a:ea typeface="+mj-ea"/>
                </a:endParaRPr>
              </a:p>
            </p:txBody>
          </p:sp>
          <p:sp>
            <p:nvSpPr>
              <p:cNvPr id="485" name="TextBox 484">
                <a:extLst>
                  <a:ext uri="{FF2B5EF4-FFF2-40B4-BE49-F238E27FC236}">
                    <a16:creationId xmlns:a16="http://schemas.microsoft.com/office/drawing/2014/main" id="{7BBF4D33-D41A-0E21-75CB-B248795504B6}"/>
                  </a:ext>
                </a:extLst>
              </p:cNvPr>
              <p:cNvSpPr txBox="1">
                <a:spLocks/>
              </p:cNvSpPr>
              <p:nvPr/>
            </p:nvSpPr>
            <p:spPr>
              <a:xfrm>
                <a:off x="5126531" y="1454330"/>
                <a:ext cx="523844" cy="200055"/>
              </a:xfrm>
              <a:prstGeom prst="rect">
                <a:avLst/>
              </a:prstGeom>
              <a:noFill/>
            </p:spPr>
            <p:txBody>
              <a:bodyPr wrap="square" rtlCol="0">
                <a:spAutoFit/>
              </a:bodyPr>
              <a:lstStyle/>
              <a:p>
                <a:r>
                  <a:rPr lang="en-US" altLang="ko-KR" sz="700" b="1" dirty="0">
                    <a:latin typeface="+mj-ea"/>
                    <a:ea typeface="+mj-ea"/>
                  </a:rPr>
                  <a:t>FBO1</a:t>
                </a:r>
                <a:endParaRPr lang="ko-KR" altLang="en-US" sz="700" b="1" dirty="0">
                  <a:latin typeface="+mj-ea"/>
                  <a:ea typeface="+mj-ea"/>
                </a:endParaRPr>
              </a:p>
            </p:txBody>
          </p:sp>
          <p:sp>
            <p:nvSpPr>
              <p:cNvPr id="486" name="TextBox 485">
                <a:extLst>
                  <a:ext uri="{FF2B5EF4-FFF2-40B4-BE49-F238E27FC236}">
                    <a16:creationId xmlns:a16="http://schemas.microsoft.com/office/drawing/2014/main" id="{B802F67E-1459-585B-CB17-48E81F1A1AB8}"/>
                  </a:ext>
                </a:extLst>
              </p:cNvPr>
              <p:cNvSpPr txBox="1">
                <a:spLocks/>
              </p:cNvSpPr>
              <p:nvPr/>
            </p:nvSpPr>
            <p:spPr>
              <a:xfrm>
                <a:off x="5126531" y="1642367"/>
                <a:ext cx="523844" cy="200055"/>
              </a:xfrm>
              <a:prstGeom prst="rect">
                <a:avLst/>
              </a:prstGeom>
              <a:noFill/>
            </p:spPr>
            <p:txBody>
              <a:bodyPr wrap="square" rtlCol="0">
                <a:spAutoFit/>
              </a:bodyPr>
              <a:lstStyle/>
              <a:p>
                <a:r>
                  <a:rPr lang="en-US" altLang="ko-KR" sz="700" b="1" dirty="0">
                    <a:latin typeface="+mj-ea"/>
                    <a:ea typeface="+mj-ea"/>
                  </a:rPr>
                  <a:t>FBI1</a:t>
                </a:r>
                <a:endParaRPr lang="ko-KR" altLang="en-US" sz="700" b="1" dirty="0">
                  <a:latin typeface="+mj-ea"/>
                  <a:ea typeface="+mj-ea"/>
                </a:endParaRPr>
              </a:p>
            </p:txBody>
          </p:sp>
          <p:sp>
            <p:nvSpPr>
              <p:cNvPr id="487" name="TextBox 486">
                <a:extLst>
                  <a:ext uri="{FF2B5EF4-FFF2-40B4-BE49-F238E27FC236}">
                    <a16:creationId xmlns:a16="http://schemas.microsoft.com/office/drawing/2014/main" id="{B146BB62-FB22-BCF8-78C9-582CE77BBC25}"/>
                  </a:ext>
                </a:extLst>
              </p:cNvPr>
              <p:cNvSpPr txBox="1">
                <a:spLocks/>
              </p:cNvSpPr>
              <p:nvPr/>
            </p:nvSpPr>
            <p:spPr>
              <a:xfrm>
                <a:off x="5126531" y="1830404"/>
                <a:ext cx="578943" cy="200055"/>
              </a:xfrm>
              <a:prstGeom prst="rect">
                <a:avLst/>
              </a:prstGeom>
              <a:noFill/>
            </p:spPr>
            <p:txBody>
              <a:bodyPr wrap="square" rtlCol="0">
                <a:spAutoFit/>
              </a:bodyPr>
              <a:lstStyle/>
              <a:p>
                <a:r>
                  <a:rPr lang="en-US" altLang="ko-KR" sz="700" b="1" dirty="0">
                    <a:latin typeface="+mj-ea"/>
                    <a:ea typeface="+mj-ea"/>
                  </a:rPr>
                  <a:t>DACO1</a:t>
                </a:r>
                <a:endParaRPr lang="ko-KR" altLang="en-US" sz="700" b="1" dirty="0">
                  <a:latin typeface="+mj-ea"/>
                  <a:ea typeface="+mj-ea"/>
                </a:endParaRPr>
              </a:p>
            </p:txBody>
          </p:sp>
          <p:sp>
            <p:nvSpPr>
              <p:cNvPr id="488" name="TextBox 487">
                <a:extLst>
                  <a:ext uri="{FF2B5EF4-FFF2-40B4-BE49-F238E27FC236}">
                    <a16:creationId xmlns:a16="http://schemas.microsoft.com/office/drawing/2014/main" id="{27CA78CB-667F-4FB6-8F71-4C6CF037F091}"/>
                  </a:ext>
                </a:extLst>
              </p:cNvPr>
              <p:cNvSpPr txBox="1">
                <a:spLocks/>
              </p:cNvSpPr>
              <p:nvPr/>
            </p:nvSpPr>
            <p:spPr>
              <a:xfrm>
                <a:off x="5126531" y="2018441"/>
                <a:ext cx="523844" cy="200055"/>
              </a:xfrm>
              <a:prstGeom prst="rect">
                <a:avLst/>
              </a:prstGeom>
              <a:noFill/>
            </p:spPr>
            <p:txBody>
              <a:bodyPr wrap="square" rtlCol="0">
                <a:spAutoFit/>
              </a:bodyPr>
              <a:lstStyle/>
              <a:p>
                <a:r>
                  <a:rPr lang="en-US" altLang="ko-KR" sz="700" b="1" dirty="0">
                    <a:latin typeface="+mj-ea"/>
                    <a:ea typeface="+mj-ea"/>
                  </a:rPr>
                  <a:t>VDD3</a:t>
                </a:r>
                <a:endParaRPr lang="ko-KR" altLang="en-US" sz="700" b="1" dirty="0">
                  <a:latin typeface="+mj-ea"/>
                  <a:ea typeface="+mj-ea"/>
                </a:endParaRPr>
              </a:p>
            </p:txBody>
          </p:sp>
          <p:sp>
            <p:nvSpPr>
              <p:cNvPr id="489" name="TextBox 488">
                <a:extLst>
                  <a:ext uri="{FF2B5EF4-FFF2-40B4-BE49-F238E27FC236}">
                    <a16:creationId xmlns:a16="http://schemas.microsoft.com/office/drawing/2014/main" id="{C563FB61-4FF7-8978-5075-AA8D0CCFE158}"/>
                  </a:ext>
                </a:extLst>
              </p:cNvPr>
              <p:cNvSpPr txBox="1">
                <a:spLocks/>
              </p:cNvSpPr>
              <p:nvPr/>
            </p:nvSpPr>
            <p:spPr>
              <a:xfrm>
                <a:off x="5126531" y="2206478"/>
                <a:ext cx="523844" cy="200055"/>
              </a:xfrm>
              <a:prstGeom prst="rect">
                <a:avLst/>
              </a:prstGeom>
              <a:noFill/>
            </p:spPr>
            <p:txBody>
              <a:bodyPr wrap="square" rtlCol="0">
                <a:spAutoFit/>
              </a:bodyPr>
              <a:lstStyle/>
              <a:p>
                <a:r>
                  <a:rPr lang="en-US" altLang="ko-KR" sz="700" b="1" dirty="0">
                    <a:latin typeface="+mj-ea"/>
                    <a:ea typeface="+mj-ea"/>
                  </a:rPr>
                  <a:t>FBO2</a:t>
                </a:r>
                <a:endParaRPr lang="ko-KR" altLang="en-US" sz="700" b="1" dirty="0">
                  <a:latin typeface="+mj-ea"/>
                  <a:ea typeface="+mj-ea"/>
                </a:endParaRPr>
              </a:p>
            </p:txBody>
          </p:sp>
          <p:sp>
            <p:nvSpPr>
              <p:cNvPr id="490" name="TextBox 489">
                <a:extLst>
                  <a:ext uri="{FF2B5EF4-FFF2-40B4-BE49-F238E27FC236}">
                    <a16:creationId xmlns:a16="http://schemas.microsoft.com/office/drawing/2014/main" id="{11FE2E68-DBA7-BE75-2202-DDBDA870FB67}"/>
                  </a:ext>
                </a:extLst>
              </p:cNvPr>
              <p:cNvSpPr txBox="1">
                <a:spLocks/>
              </p:cNvSpPr>
              <p:nvPr/>
            </p:nvSpPr>
            <p:spPr>
              <a:xfrm>
                <a:off x="5126531" y="2394515"/>
                <a:ext cx="523844" cy="200055"/>
              </a:xfrm>
              <a:prstGeom prst="rect">
                <a:avLst/>
              </a:prstGeom>
              <a:noFill/>
            </p:spPr>
            <p:txBody>
              <a:bodyPr wrap="square" rtlCol="0">
                <a:spAutoFit/>
              </a:bodyPr>
              <a:lstStyle/>
              <a:p>
                <a:r>
                  <a:rPr lang="en-US" altLang="ko-KR" sz="700" b="1" dirty="0">
                    <a:latin typeface="+mj-ea"/>
                    <a:ea typeface="+mj-ea"/>
                  </a:rPr>
                  <a:t>FBI2</a:t>
                </a:r>
                <a:endParaRPr lang="ko-KR" altLang="en-US" sz="700" b="1" dirty="0">
                  <a:latin typeface="+mj-ea"/>
                  <a:ea typeface="+mj-ea"/>
                </a:endParaRPr>
              </a:p>
            </p:txBody>
          </p:sp>
          <p:sp>
            <p:nvSpPr>
              <p:cNvPr id="491" name="TextBox 490">
                <a:extLst>
                  <a:ext uri="{FF2B5EF4-FFF2-40B4-BE49-F238E27FC236}">
                    <a16:creationId xmlns:a16="http://schemas.microsoft.com/office/drawing/2014/main" id="{4D5813C8-AC62-17C2-E0DE-75FE9A451BCC}"/>
                  </a:ext>
                </a:extLst>
              </p:cNvPr>
              <p:cNvSpPr txBox="1">
                <a:spLocks/>
              </p:cNvSpPr>
              <p:nvPr/>
            </p:nvSpPr>
            <p:spPr>
              <a:xfrm>
                <a:off x="5126531" y="2582552"/>
                <a:ext cx="672002" cy="200055"/>
              </a:xfrm>
              <a:prstGeom prst="rect">
                <a:avLst/>
              </a:prstGeom>
              <a:noFill/>
            </p:spPr>
            <p:txBody>
              <a:bodyPr wrap="square" rtlCol="0">
                <a:spAutoFit/>
              </a:bodyPr>
              <a:lstStyle/>
              <a:p>
                <a:r>
                  <a:rPr lang="en-US" altLang="ko-KR" sz="700" b="1" dirty="0">
                    <a:latin typeface="+mj-ea"/>
                    <a:ea typeface="+mj-ea"/>
                  </a:rPr>
                  <a:t>DACO2</a:t>
                </a:r>
                <a:endParaRPr lang="ko-KR" altLang="en-US" sz="700" b="1" dirty="0">
                  <a:latin typeface="+mj-ea"/>
                  <a:ea typeface="+mj-ea"/>
                </a:endParaRPr>
              </a:p>
            </p:txBody>
          </p:sp>
          <p:sp>
            <p:nvSpPr>
              <p:cNvPr id="492" name="TextBox 491">
                <a:extLst>
                  <a:ext uri="{FF2B5EF4-FFF2-40B4-BE49-F238E27FC236}">
                    <a16:creationId xmlns:a16="http://schemas.microsoft.com/office/drawing/2014/main" id="{137AFD2B-1683-B273-DD47-D485E4B95889}"/>
                  </a:ext>
                </a:extLst>
              </p:cNvPr>
              <p:cNvSpPr txBox="1">
                <a:spLocks/>
              </p:cNvSpPr>
              <p:nvPr/>
            </p:nvSpPr>
            <p:spPr>
              <a:xfrm>
                <a:off x="5126531" y="2770589"/>
                <a:ext cx="778968" cy="200055"/>
              </a:xfrm>
              <a:prstGeom prst="rect">
                <a:avLst/>
              </a:prstGeom>
              <a:noFill/>
            </p:spPr>
            <p:txBody>
              <a:bodyPr wrap="square" rtlCol="0">
                <a:spAutoFit/>
              </a:bodyPr>
              <a:lstStyle/>
              <a:p>
                <a:r>
                  <a:rPr lang="en-US" altLang="ko-KR" sz="700" b="1" dirty="0">
                    <a:latin typeface="+mj-ea"/>
                    <a:ea typeface="+mj-ea"/>
                  </a:rPr>
                  <a:t>FBO3</a:t>
                </a:r>
                <a:endParaRPr lang="ko-KR" altLang="en-US" sz="700" b="1" dirty="0">
                  <a:latin typeface="+mj-ea"/>
                  <a:ea typeface="+mj-ea"/>
                </a:endParaRPr>
              </a:p>
            </p:txBody>
          </p:sp>
          <p:sp>
            <p:nvSpPr>
              <p:cNvPr id="493" name="TextBox 492">
                <a:extLst>
                  <a:ext uri="{FF2B5EF4-FFF2-40B4-BE49-F238E27FC236}">
                    <a16:creationId xmlns:a16="http://schemas.microsoft.com/office/drawing/2014/main" id="{8196B1E5-5886-085F-5894-58623522C3A0}"/>
                  </a:ext>
                </a:extLst>
              </p:cNvPr>
              <p:cNvSpPr txBox="1">
                <a:spLocks/>
              </p:cNvSpPr>
              <p:nvPr/>
            </p:nvSpPr>
            <p:spPr>
              <a:xfrm>
                <a:off x="5126531" y="2958625"/>
                <a:ext cx="778966" cy="200055"/>
              </a:xfrm>
              <a:prstGeom prst="rect">
                <a:avLst/>
              </a:prstGeom>
              <a:noFill/>
            </p:spPr>
            <p:txBody>
              <a:bodyPr wrap="square" rtlCol="0">
                <a:spAutoFit/>
              </a:bodyPr>
              <a:lstStyle/>
              <a:p>
                <a:r>
                  <a:rPr lang="en-US" altLang="ko-KR" sz="700" b="1" dirty="0">
                    <a:latin typeface="+mj-ea"/>
                    <a:ea typeface="+mj-ea"/>
                  </a:rPr>
                  <a:t>FBI3</a:t>
                </a:r>
              </a:p>
            </p:txBody>
          </p:sp>
          <p:sp>
            <p:nvSpPr>
              <p:cNvPr id="494" name="TextBox 493">
                <a:extLst>
                  <a:ext uri="{FF2B5EF4-FFF2-40B4-BE49-F238E27FC236}">
                    <a16:creationId xmlns:a16="http://schemas.microsoft.com/office/drawing/2014/main" id="{ECDA46A9-ED88-C63D-465F-7CFAE652D444}"/>
                  </a:ext>
                </a:extLst>
              </p:cNvPr>
              <p:cNvSpPr txBox="1">
                <a:spLocks/>
              </p:cNvSpPr>
              <p:nvPr/>
            </p:nvSpPr>
            <p:spPr>
              <a:xfrm>
                <a:off x="5126531" y="3146661"/>
                <a:ext cx="778966" cy="200055"/>
              </a:xfrm>
              <a:prstGeom prst="rect">
                <a:avLst/>
              </a:prstGeom>
              <a:noFill/>
            </p:spPr>
            <p:txBody>
              <a:bodyPr wrap="square" rtlCol="0">
                <a:spAutoFit/>
              </a:bodyPr>
              <a:lstStyle/>
              <a:p>
                <a:r>
                  <a:rPr lang="en-US" altLang="ko-KR" sz="700" b="1" dirty="0">
                    <a:latin typeface="+mj-ea"/>
                    <a:ea typeface="+mj-ea"/>
                  </a:rPr>
                  <a:t>VSS3</a:t>
                </a:r>
                <a:endParaRPr lang="ko-KR" altLang="en-US" sz="700" b="1" dirty="0">
                  <a:latin typeface="+mj-ea"/>
                  <a:ea typeface="+mj-ea"/>
                </a:endParaRPr>
              </a:p>
            </p:txBody>
          </p:sp>
          <p:sp>
            <p:nvSpPr>
              <p:cNvPr id="495" name="TextBox 494">
                <a:extLst>
                  <a:ext uri="{FF2B5EF4-FFF2-40B4-BE49-F238E27FC236}">
                    <a16:creationId xmlns:a16="http://schemas.microsoft.com/office/drawing/2014/main" id="{AE5F019C-FF81-89FD-B208-574A113C400F}"/>
                  </a:ext>
                </a:extLst>
              </p:cNvPr>
              <p:cNvSpPr txBox="1">
                <a:spLocks/>
              </p:cNvSpPr>
              <p:nvPr/>
            </p:nvSpPr>
            <p:spPr>
              <a:xfrm>
                <a:off x="5126531" y="3334698"/>
                <a:ext cx="778966" cy="200055"/>
              </a:xfrm>
              <a:prstGeom prst="rect">
                <a:avLst/>
              </a:prstGeom>
              <a:noFill/>
            </p:spPr>
            <p:txBody>
              <a:bodyPr wrap="square" rtlCol="0">
                <a:spAutoFit/>
              </a:bodyPr>
              <a:lstStyle/>
              <a:p>
                <a:r>
                  <a:rPr lang="en-US" altLang="ko-KR" sz="700" b="1" dirty="0">
                    <a:latin typeface="+mj-ea"/>
                    <a:ea typeface="+mj-ea"/>
                  </a:rPr>
                  <a:t>DACO3</a:t>
                </a:r>
                <a:endParaRPr lang="ko-KR" altLang="en-US" sz="700" b="1" dirty="0">
                  <a:latin typeface="+mj-ea"/>
                  <a:ea typeface="+mj-ea"/>
                </a:endParaRPr>
              </a:p>
            </p:txBody>
          </p:sp>
          <p:sp>
            <p:nvSpPr>
              <p:cNvPr id="496" name="TextBox 495">
                <a:extLst>
                  <a:ext uri="{FF2B5EF4-FFF2-40B4-BE49-F238E27FC236}">
                    <a16:creationId xmlns:a16="http://schemas.microsoft.com/office/drawing/2014/main" id="{97E54557-3978-0415-D139-BAE6EFDE531B}"/>
                  </a:ext>
                </a:extLst>
              </p:cNvPr>
              <p:cNvSpPr txBox="1">
                <a:spLocks/>
              </p:cNvSpPr>
              <p:nvPr/>
            </p:nvSpPr>
            <p:spPr>
              <a:xfrm>
                <a:off x="5126531" y="3522734"/>
                <a:ext cx="778966" cy="200055"/>
              </a:xfrm>
              <a:prstGeom prst="rect">
                <a:avLst/>
              </a:prstGeom>
              <a:noFill/>
            </p:spPr>
            <p:txBody>
              <a:bodyPr wrap="square" rtlCol="0">
                <a:spAutoFit/>
              </a:bodyPr>
              <a:lstStyle/>
              <a:p>
                <a:r>
                  <a:rPr lang="en-US" altLang="ko-KR" sz="700" b="1" dirty="0">
                    <a:latin typeface="+mj-ea"/>
                    <a:ea typeface="+mj-ea"/>
                  </a:rPr>
                  <a:t>LDOO</a:t>
                </a:r>
                <a:endParaRPr lang="ko-KR" altLang="en-US" sz="700" b="1" dirty="0">
                  <a:latin typeface="+mj-ea"/>
                  <a:ea typeface="+mj-ea"/>
                </a:endParaRPr>
              </a:p>
            </p:txBody>
          </p:sp>
          <p:sp>
            <p:nvSpPr>
              <p:cNvPr id="497" name="TextBox 496">
                <a:extLst>
                  <a:ext uri="{FF2B5EF4-FFF2-40B4-BE49-F238E27FC236}">
                    <a16:creationId xmlns:a16="http://schemas.microsoft.com/office/drawing/2014/main" id="{3D183D18-581F-3EB6-E585-E9AB60B5A3AC}"/>
                  </a:ext>
                </a:extLst>
              </p:cNvPr>
              <p:cNvSpPr txBox="1">
                <a:spLocks/>
              </p:cNvSpPr>
              <p:nvPr/>
            </p:nvSpPr>
            <p:spPr>
              <a:xfrm>
                <a:off x="5126531" y="3710770"/>
                <a:ext cx="778966" cy="215196"/>
              </a:xfrm>
              <a:prstGeom prst="rect">
                <a:avLst/>
              </a:prstGeom>
              <a:noFill/>
            </p:spPr>
            <p:txBody>
              <a:bodyPr wrap="square" rtlCol="0">
                <a:spAutoFit/>
              </a:bodyPr>
              <a:lstStyle/>
              <a:p>
                <a:r>
                  <a:rPr lang="en-US" altLang="ko-KR" sz="700" b="1" dirty="0">
                    <a:latin typeface="+mj-ea"/>
                    <a:ea typeface="+mj-ea"/>
                  </a:rPr>
                  <a:t>LDOI</a:t>
                </a:r>
                <a:endParaRPr lang="ko-KR" altLang="en-US" sz="700" b="1" dirty="0">
                  <a:latin typeface="+mj-ea"/>
                  <a:ea typeface="+mj-ea"/>
                </a:endParaRPr>
              </a:p>
            </p:txBody>
          </p:sp>
          <p:sp>
            <p:nvSpPr>
              <p:cNvPr id="498" name="TextBox 497">
                <a:extLst>
                  <a:ext uri="{FF2B5EF4-FFF2-40B4-BE49-F238E27FC236}">
                    <a16:creationId xmlns:a16="http://schemas.microsoft.com/office/drawing/2014/main" id="{23CB4249-6F14-B61C-5E3A-E17C018DCDD2}"/>
                  </a:ext>
                </a:extLst>
              </p:cNvPr>
              <p:cNvSpPr txBox="1">
                <a:spLocks/>
              </p:cNvSpPr>
              <p:nvPr/>
            </p:nvSpPr>
            <p:spPr>
              <a:xfrm>
                <a:off x="5126531" y="3898806"/>
                <a:ext cx="778963" cy="215196"/>
              </a:xfrm>
              <a:prstGeom prst="rect">
                <a:avLst/>
              </a:prstGeom>
              <a:noFill/>
            </p:spPr>
            <p:txBody>
              <a:bodyPr wrap="square" rtlCol="0">
                <a:spAutoFit/>
              </a:bodyPr>
              <a:lstStyle/>
              <a:p>
                <a:r>
                  <a:rPr lang="en-US" altLang="ko-KR" sz="700" b="1" dirty="0">
                    <a:latin typeface="+mj-ea"/>
                    <a:ea typeface="+mj-ea"/>
                  </a:rPr>
                  <a:t>H_G1</a:t>
                </a:r>
              </a:p>
            </p:txBody>
          </p:sp>
          <p:sp>
            <p:nvSpPr>
              <p:cNvPr id="499" name="TextBox 498">
                <a:extLst>
                  <a:ext uri="{FF2B5EF4-FFF2-40B4-BE49-F238E27FC236}">
                    <a16:creationId xmlns:a16="http://schemas.microsoft.com/office/drawing/2014/main" id="{1E0E3D58-C7A0-93DE-9FA7-8F874ABF8FB4}"/>
                  </a:ext>
                </a:extLst>
              </p:cNvPr>
              <p:cNvSpPr txBox="1">
                <a:spLocks/>
              </p:cNvSpPr>
              <p:nvPr/>
            </p:nvSpPr>
            <p:spPr>
              <a:xfrm>
                <a:off x="5126533" y="4087245"/>
                <a:ext cx="778960" cy="215196"/>
              </a:xfrm>
              <a:prstGeom prst="rect">
                <a:avLst/>
              </a:prstGeom>
              <a:noFill/>
            </p:spPr>
            <p:txBody>
              <a:bodyPr wrap="square" rtlCol="0">
                <a:spAutoFit/>
              </a:bodyPr>
              <a:lstStyle/>
              <a:p>
                <a:r>
                  <a:rPr lang="en-US" altLang="ko-KR" sz="700" b="1" dirty="0">
                    <a:latin typeface="+mj-ea"/>
                    <a:ea typeface="+mj-ea"/>
                  </a:rPr>
                  <a:t>L_G1</a:t>
                </a:r>
              </a:p>
            </p:txBody>
          </p:sp>
        </p:grpSp>
        <p:grpSp>
          <p:nvGrpSpPr>
            <p:cNvPr id="465" name="그룹 464">
              <a:extLst>
                <a:ext uri="{FF2B5EF4-FFF2-40B4-BE49-F238E27FC236}">
                  <a16:creationId xmlns:a16="http://schemas.microsoft.com/office/drawing/2014/main" id="{AB904D6C-591D-9C04-A4D2-37195BB28ED1}"/>
                </a:ext>
              </a:extLst>
            </p:cNvPr>
            <p:cNvGrpSpPr/>
            <p:nvPr/>
          </p:nvGrpSpPr>
          <p:grpSpPr>
            <a:xfrm>
              <a:off x="1769495" y="412741"/>
              <a:ext cx="3208636" cy="492669"/>
              <a:chOff x="1769495" y="412741"/>
              <a:chExt cx="3208636" cy="492669"/>
            </a:xfrm>
          </p:grpSpPr>
          <p:sp>
            <p:nvSpPr>
              <p:cNvPr id="466" name="TextBox 465">
                <a:extLst>
                  <a:ext uri="{FF2B5EF4-FFF2-40B4-BE49-F238E27FC236}">
                    <a16:creationId xmlns:a16="http://schemas.microsoft.com/office/drawing/2014/main" id="{36353820-9F7D-7F6E-FB9D-93EA76811E08}"/>
                  </a:ext>
                </a:extLst>
              </p:cNvPr>
              <p:cNvSpPr txBox="1">
                <a:spLocks/>
              </p:cNvSpPr>
              <p:nvPr/>
            </p:nvSpPr>
            <p:spPr>
              <a:xfrm rot="16200000">
                <a:off x="1673994" y="609853"/>
                <a:ext cx="391058" cy="200055"/>
              </a:xfrm>
              <a:prstGeom prst="rect">
                <a:avLst/>
              </a:prstGeom>
              <a:noFill/>
            </p:spPr>
            <p:txBody>
              <a:bodyPr wrap="square" rtlCol="0">
                <a:spAutoFit/>
              </a:bodyPr>
              <a:lstStyle/>
              <a:p>
                <a:r>
                  <a:rPr lang="en-US" altLang="ko-KR" sz="700" b="1" dirty="0">
                    <a:latin typeface="+mj-ea"/>
                    <a:ea typeface="+mj-ea"/>
                  </a:rPr>
                  <a:t>D12</a:t>
                </a:r>
                <a:endParaRPr lang="ko-KR" altLang="en-US" sz="700" b="1" dirty="0">
                  <a:latin typeface="+mj-ea"/>
                  <a:ea typeface="+mj-ea"/>
                </a:endParaRPr>
              </a:p>
            </p:txBody>
          </p:sp>
          <p:sp>
            <p:nvSpPr>
              <p:cNvPr id="467" name="TextBox 466">
                <a:extLst>
                  <a:ext uri="{FF2B5EF4-FFF2-40B4-BE49-F238E27FC236}">
                    <a16:creationId xmlns:a16="http://schemas.microsoft.com/office/drawing/2014/main" id="{A8EFA5A2-4570-16EB-2534-55216EABDA2E}"/>
                  </a:ext>
                </a:extLst>
              </p:cNvPr>
              <p:cNvSpPr txBox="1">
                <a:spLocks/>
              </p:cNvSpPr>
              <p:nvPr/>
            </p:nvSpPr>
            <p:spPr>
              <a:xfrm rot="16200000">
                <a:off x="1862032" y="609851"/>
                <a:ext cx="391058" cy="200055"/>
              </a:xfrm>
              <a:prstGeom prst="rect">
                <a:avLst/>
              </a:prstGeom>
              <a:noFill/>
            </p:spPr>
            <p:txBody>
              <a:bodyPr wrap="square" rtlCol="0">
                <a:spAutoFit/>
              </a:bodyPr>
              <a:lstStyle/>
              <a:p>
                <a:r>
                  <a:rPr lang="en-US" altLang="ko-KR" sz="700" b="1" dirty="0">
                    <a:latin typeface="+mj-ea"/>
                    <a:ea typeface="+mj-ea"/>
                  </a:rPr>
                  <a:t>D11</a:t>
                </a:r>
                <a:endParaRPr lang="ko-KR" altLang="en-US" sz="700" b="1" dirty="0">
                  <a:latin typeface="+mj-ea"/>
                  <a:ea typeface="+mj-ea"/>
                </a:endParaRPr>
              </a:p>
            </p:txBody>
          </p:sp>
          <p:sp>
            <p:nvSpPr>
              <p:cNvPr id="468" name="TextBox 467">
                <a:extLst>
                  <a:ext uri="{FF2B5EF4-FFF2-40B4-BE49-F238E27FC236}">
                    <a16:creationId xmlns:a16="http://schemas.microsoft.com/office/drawing/2014/main" id="{B4F44410-217E-E776-3A2D-52810780C144}"/>
                  </a:ext>
                </a:extLst>
              </p:cNvPr>
              <p:cNvSpPr txBox="1">
                <a:spLocks/>
              </p:cNvSpPr>
              <p:nvPr/>
            </p:nvSpPr>
            <p:spPr>
              <a:xfrm rot="16200000">
                <a:off x="1999269" y="559052"/>
                <a:ext cx="492656" cy="200055"/>
              </a:xfrm>
              <a:prstGeom prst="rect">
                <a:avLst/>
              </a:prstGeom>
              <a:noFill/>
            </p:spPr>
            <p:txBody>
              <a:bodyPr wrap="square" rtlCol="0">
                <a:spAutoFit/>
              </a:bodyPr>
              <a:lstStyle/>
              <a:p>
                <a:r>
                  <a:rPr lang="en-US" altLang="ko-KR" sz="700" b="1" dirty="0">
                    <a:latin typeface="+mj-ea"/>
                    <a:ea typeface="+mj-ea"/>
                  </a:rPr>
                  <a:t>SVO5</a:t>
                </a:r>
                <a:endParaRPr lang="ko-KR" altLang="en-US" sz="700" b="1" dirty="0">
                  <a:latin typeface="+mj-ea"/>
                  <a:ea typeface="+mj-ea"/>
                </a:endParaRPr>
              </a:p>
            </p:txBody>
          </p:sp>
          <p:sp>
            <p:nvSpPr>
              <p:cNvPr id="469" name="TextBox 468">
                <a:extLst>
                  <a:ext uri="{FF2B5EF4-FFF2-40B4-BE49-F238E27FC236}">
                    <a16:creationId xmlns:a16="http://schemas.microsoft.com/office/drawing/2014/main" id="{A2374DD7-5056-C137-2849-4F9B405FD8ED}"/>
                  </a:ext>
                </a:extLst>
              </p:cNvPr>
              <p:cNvSpPr txBox="1">
                <a:spLocks/>
              </p:cNvSpPr>
              <p:nvPr/>
            </p:nvSpPr>
            <p:spPr>
              <a:xfrm rot="16200000">
                <a:off x="2238106" y="609851"/>
                <a:ext cx="391058" cy="200055"/>
              </a:xfrm>
              <a:prstGeom prst="rect">
                <a:avLst/>
              </a:prstGeom>
              <a:noFill/>
            </p:spPr>
            <p:txBody>
              <a:bodyPr wrap="square" rtlCol="0">
                <a:spAutoFit/>
              </a:bodyPr>
              <a:lstStyle/>
              <a:p>
                <a:r>
                  <a:rPr lang="en-US" altLang="ko-KR" sz="700" b="1" dirty="0">
                    <a:latin typeface="+mj-ea"/>
                    <a:ea typeface="+mj-ea"/>
                  </a:rPr>
                  <a:t>D10</a:t>
                </a:r>
                <a:endParaRPr lang="ko-KR" altLang="en-US" sz="700" b="1" dirty="0">
                  <a:latin typeface="+mj-ea"/>
                  <a:ea typeface="+mj-ea"/>
                </a:endParaRPr>
              </a:p>
            </p:txBody>
          </p:sp>
          <p:sp>
            <p:nvSpPr>
              <p:cNvPr id="470" name="TextBox 469">
                <a:extLst>
                  <a:ext uri="{FF2B5EF4-FFF2-40B4-BE49-F238E27FC236}">
                    <a16:creationId xmlns:a16="http://schemas.microsoft.com/office/drawing/2014/main" id="{7667E06D-4260-BCE3-6473-6A471C7EC707}"/>
                  </a:ext>
                </a:extLst>
              </p:cNvPr>
              <p:cNvSpPr txBox="1">
                <a:spLocks/>
              </p:cNvSpPr>
              <p:nvPr/>
            </p:nvSpPr>
            <p:spPr>
              <a:xfrm rot="16200000">
                <a:off x="2426144" y="609851"/>
                <a:ext cx="391058" cy="200055"/>
              </a:xfrm>
              <a:prstGeom prst="rect">
                <a:avLst/>
              </a:prstGeom>
              <a:noFill/>
            </p:spPr>
            <p:txBody>
              <a:bodyPr wrap="square" rtlCol="0">
                <a:spAutoFit/>
              </a:bodyPr>
              <a:lstStyle/>
              <a:p>
                <a:r>
                  <a:rPr lang="en-US" altLang="ko-KR" sz="700" b="1" dirty="0">
                    <a:latin typeface="+mj-ea"/>
                    <a:ea typeface="+mj-ea"/>
                  </a:rPr>
                  <a:t>D9</a:t>
                </a:r>
                <a:endParaRPr lang="ko-KR" altLang="en-US" sz="700" b="1" dirty="0">
                  <a:latin typeface="+mj-ea"/>
                  <a:ea typeface="+mj-ea"/>
                </a:endParaRPr>
              </a:p>
            </p:txBody>
          </p:sp>
          <p:sp>
            <p:nvSpPr>
              <p:cNvPr id="471" name="TextBox 470">
                <a:extLst>
                  <a:ext uri="{FF2B5EF4-FFF2-40B4-BE49-F238E27FC236}">
                    <a16:creationId xmlns:a16="http://schemas.microsoft.com/office/drawing/2014/main" id="{32786ADF-4ED1-0EE0-8681-3F3E2632789A}"/>
                  </a:ext>
                </a:extLst>
              </p:cNvPr>
              <p:cNvSpPr txBox="1">
                <a:spLocks/>
              </p:cNvSpPr>
              <p:nvPr/>
            </p:nvSpPr>
            <p:spPr>
              <a:xfrm rot="16200000">
                <a:off x="2563381" y="559050"/>
                <a:ext cx="492656" cy="200055"/>
              </a:xfrm>
              <a:prstGeom prst="rect">
                <a:avLst/>
              </a:prstGeom>
              <a:noFill/>
            </p:spPr>
            <p:txBody>
              <a:bodyPr wrap="square" rtlCol="0">
                <a:spAutoFit/>
              </a:bodyPr>
              <a:lstStyle/>
              <a:p>
                <a:r>
                  <a:rPr lang="en-US" altLang="ko-KR" sz="700" b="1" dirty="0">
                    <a:latin typeface="+mj-ea"/>
                    <a:ea typeface="+mj-ea"/>
                  </a:rPr>
                  <a:t>VDD4</a:t>
                </a:r>
                <a:endParaRPr lang="ko-KR" altLang="en-US" sz="700" b="1" dirty="0">
                  <a:latin typeface="+mj-ea"/>
                  <a:ea typeface="+mj-ea"/>
                </a:endParaRPr>
              </a:p>
            </p:txBody>
          </p:sp>
          <p:sp>
            <p:nvSpPr>
              <p:cNvPr id="472" name="TextBox 471">
                <a:extLst>
                  <a:ext uri="{FF2B5EF4-FFF2-40B4-BE49-F238E27FC236}">
                    <a16:creationId xmlns:a16="http://schemas.microsoft.com/office/drawing/2014/main" id="{779830BA-B11F-E7FC-7598-C615FFDAB2EC}"/>
                  </a:ext>
                </a:extLst>
              </p:cNvPr>
              <p:cNvSpPr txBox="1">
                <a:spLocks/>
              </p:cNvSpPr>
              <p:nvPr/>
            </p:nvSpPr>
            <p:spPr>
              <a:xfrm rot="16200000">
                <a:off x="2751418" y="559050"/>
                <a:ext cx="492656" cy="200055"/>
              </a:xfrm>
              <a:prstGeom prst="rect">
                <a:avLst/>
              </a:prstGeom>
              <a:noFill/>
            </p:spPr>
            <p:txBody>
              <a:bodyPr wrap="square" rtlCol="0">
                <a:spAutoFit/>
              </a:bodyPr>
              <a:lstStyle/>
              <a:p>
                <a:r>
                  <a:rPr lang="en-US" altLang="ko-KR" sz="700" b="1" dirty="0">
                    <a:latin typeface="+mj-ea"/>
                    <a:ea typeface="+mj-ea"/>
                  </a:rPr>
                  <a:t>SVO4</a:t>
                </a:r>
                <a:endParaRPr lang="ko-KR" altLang="en-US" sz="700" b="1" dirty="0">
                  <a:latin typeface="+mj-ea"/>
                  <a:ea typeface="+mj-ea"/>
                </a:endParaRPr>
              </a:p>
            </p:txBody>
          </p:sp>
          <p:sp>
            <p:nvSpPr>
              <p:cNvPr id="473" name="TextBox 472">
                <a:extLst>
                  <a:ext uri="{FF2B5EF4-FFF2-40B4-BE49-F238E27FC236}">
                    <a16:creationId xmlns:a16="http://schemas.microsoft.com/office/drawing/2014/main" id="{4CB66DE9-6FE2-DE1A-3DAF-9AED71346E68}"/>
                  </a:ext>
                </a:extLst>
              </p:cNvPr>
              <p:cNvSpPr txBox="1">
                <a:spLocks/>
              </p:cNvSpPr>
              <p:nvPr/>
            </p:nvSpPr>
            <p:spPr>
              <a:xfrm rot="16200000">
                <a:off x="2990256" y="609849"/>
                <a:ext cx="391057" cy="200055"/>
              </a:xfrm>
              <a:prstGeom prst="rect">
                <a:avLst/>
              </a:prstGeom>
              <a:noFill/>
            </p:spPr>
            <p:txBody>
              <a:bodyPr wrap="square" rtlCol="0">
                <a:spAutoFit/>
              </a:bodyPr>
              <a:lstStyle/>
              <a:p>
                <a:r>
                  <a:rPr lang="en-US" altLang="ko-KR" sz="700" b="1" dirty="0">
                    <a:latin typeface="+mj-ea"/>
                    <a:ea typeface="+mj-ea"/>
                  </a:rPr>
                  <a:t>D8</a:t>
                </a:r>
                <a:endParaRPr lang="ko-KR" altLang="en-US" sz="700" b="1" dirty="0">
                  <a:latin typeface="+mj-ea"/>
                  <a:ea typeface="+mj-ea"/>
                </a:endParaRPr>
              </a:p>
            </p:txBody>
          </p:sp>
          <p:sp>
            <p:nvSpPr>
              <p:cNvPr id="474" name="TextBox 473">
                <a:extLst>
                  <a:ext uri="{FF2B5EF4-FFF2-40B4-BE49-F238E27FC236}">
                    <a16:creationId xmlns:a16="http://schemas.microsoft.com/office/drawing/2014/main" id="{7325205D-C1D9-BA45-6DFF-DBE797980FB8}"/>
                  </a:ext>
                </a:extLst>
              </p:cNvPr>
              <p:cNvSpPr txBox="1">
                <a:spLocks/>
              </p:cNvSpPr>
              <p:nvPr/>
            </p:nvSpPr>
            <p:spPr>
              <a:xfrm rot="16200000">
                <a:off x="3178293" y="609849"/>
                <a:ext cx="391058" cy="200055"/>
              </a:xfrm>
              <a:prstGeom prst="rect">
                <a:avLst/>
              </a:prstGeom>
              <a:noFill/>
            </p:spPr>
            <p:txBody>
              <a:bodyPr wrap="square" rtlCol="0">
                <a:spAutoFit/>
              </a:bodyPr>
              <a:lstStyle/>
              <a:p>
                <a:r>
                  <a:rPr lang="en-US" altLang="ko-KR" sz="700" b="1" dirty="0">
                    <a:latin typeface="+mj-ea"/>
                    <a:ea typeface="+mj-ea"/>
                  </a:rPr>
                  <a:t>D7</a:t>
                </a:r>
                <a:endParaRPr lang="ko-KR" altLang="en-US" sz="700" b="1" dirty="0">
                  <a:latin typeface="+mj-ea"/>
                  <a:ea typeface="+mj-ea"/>
                </a:endParaRPr>
              </a:p>
            </p:txBody>
          </p:sp>
          <p:sp>
            <p:nvSpPr>
              <p:cNvPr id="475" name="TextBox 474">
                <a:extLst>
                  <a:ext uri="{FF2B5EF4-FFF2-40B4-BE49-F238E27FC236}">
                    <a16:creationId xmlns:a16="http://schemas.microsoft.com/office/drawing/2014/main" id="{FBEDCA68-E54D-3F8E-6290-A818DBBCFB88}"/>
                  </a:ext>
                </a:extLst>
              </p:cNvPr>
              <p:cNvSpPr txBox="1">
                <a:spLocks/>
              </p:cNvSpPr>
              <p:nvPr/>
            </p:nvSpPr>
            <p:spPr>
              <a:xfrm rot="16200000">
                <a:off x="3315527" y="559047"/>
                <a:ext cx="492664" cy="200055"/>
              </a:xfrm>
              <a:prstGeom prst="rect">
                <a:avLst/>
              </a:prstGeom>
              <a:noFill/>
            </p:spPr>
            <p:txBody>
              <a:bodyPr wrap="square" rtlCol="0">
                <a:spAutoFit/>
              </a:bodyPr>
              <a:lstStyle/>
              <a:p>
                <a:r>
                  <a:rPr lang="en-US" altLang="ko-KR" sz="700" b="1" dirty="0">
                    <a:latin typeface="+mj-ea"/>
                    <a:ea typeface="+mj-ea"/>
                  </a:rPr>
                  <a:t>SVO3</a:t>
                </a:r>
                <a:endParaRPr lang="ko-KR" altLang="en-US" sz="700" b="1" dirty="0">
                  <a:latin typeface="+mj-ea"/>
                  <a:ea typeface="+mj-ea"/>
                </a:endParaRPr>
              </a:p>
            </p:txBody>
          </p:sp>
          <p:sp>
            <p:nvSpPr>
              <p:cNvPr id="476" name="TextBox 475">
                <a:extLst>
                  <a:ext uri="{FF2B5EF4-FFF2-40B4-BE49-F238E27FC236}">
                    <a16:creationId xmlns:a16="http://schemas.microsoft.com/office/drawing/2014/main" id="{72B8ACC0-4DDA-7BA1-E0D9-E6A42C9D1048}"/>
                  </a:ext>
                </a:extLst>
              </p:cNvPr>
              <p:cNvSpPr txBox="1">
                <a:spLocks/>
              </p:cNvSpPr>
              <p:nvPr/>
            </p:nvSpPr>
            <p:spPr>
              <a:xfrm rot="16200000">
                <a:off x="3503563" y="559045"/>
                <a:ext cx="492663" cy="200055"/>
              </a:xfrm>
              <a:prstGeom prst="rect">
                <a:avLst/>
              </a:prstGeom>
              <a:noFill/>
            </p:spPr>
            <p:txBody>
              <a:bodyPr wrap="square" rtlCol="0">
                <a:spAutoFit/>
              </a:bodyPr>
              <a:lstStyle/>
              <a:p>
                <a:r>
                  <a:rPr lang="en-US" altLang="ko-KR" sz="700" b="1" dirty="0">
                    <a:latin typeface="+mj-ea"/>
                    <a:ea typeface="+mj-ea"/>
                  </a:rPr>
                  <a:t>D6</a:t>
                </a:r>
              </a:p>
            </p:txBody>
          </p:sp>
          <p:sp>
            <p:nvSpPr>
              <p:cNvPr id="477" name="TextBox 476">
                <a:extLst>
                  <a:ext uri="{FF2B5EF4-FFF2-40B4-BE49-F238E27FC236}">
                    <a16:creationId xmlns:a16="http://schemas.microsoft.com/office/drawing/2014/main" id="{BFF97AD1-1CDB-966A-28CA-3CDC5CFCEB85}"/>
                  </a:ext>
                </a:extLst>
              </p:cNvPr>
              <p:cNvSpPr txBox="1">
                <a:spLocks/>
              </p:cNvSpPr>
              <p:nvPr/>
            </p:nvSpPr>
            <p:spPr>
              <a:xfrm rot="16200000">
                <a:off x="3691599" y="559047"/>
                <a:ext cx="492661" cy="200055"/>
              </a:xfrm>
              <a:prstGeom prst="rect">
                <a:avLst/>
              </a:prstGeom>
              <a:noFill/>
            </p:spPr>
            <p:txBody>
              <a:bodyPr wrap="square" rtlCol="0">
                <a:spAutoFit/>
              </a:bodyPr>
              <a:lstStyle/>
              <a:p>
                <a:r>
                  <a:rPr lang="en-US" altLang="ko-KR" sz="700" b="1" dirty="0">
                    <a:latin typeface="+mj-ea"/>
                    <a:ea typeface="+mj-ea"/>
                  </a:rPr>
                  <a:t>D5</a:t>
                </a:r>
                <a:endParaRPr lang="ko-KR" altLang="en-US" sz="700" b="1" dirty="0">
                  <a:latin typeface="+mj-ea"/>
                  <a:ea typeface="+mj-ea"/>
                </a:endParaRPr>
              </a:p>
            </p:txBody>
          </p:sp>
          <p:sp>
            <p:nvSpPr>
              <p:cNvPr id="478" name="TextBox 477">
                <a:extLst>
                  <a:ext uri="{FF2B5EF4-FFF2-40B4-BE49-F238E27FC236}">
                    <a16:creationId xmlns:a16="http://schemas.microsoft.com/office/drawing/2014/main" id="{F346372E-8ECF-0030-1A7E-1F002944C6CC}"/>
                  </a:ext>
                </a:extLst>
              </p:cNvPr>
              <p:cNvSpPr txBox="1">
                <a:spLocks/>
              </p:cNvSpPr>
              <p:nvPr/>
            </p:nvSpPr>
            <p:spPr>
              <a:xfrm rot="16200000">
                <a:off x="3879636" y="559045"/>
                <a:ext cx="492663" cy="200055"/>
              </a:xfrm>
              <a:prstGeom prst="rect">
                <a:avLst/>
              </a:prstGeom>
              <a:noFill/>
            </p:spPr>
            <p:txBody>
              <a:bodyPr wrap="square" rtlCol="0">
                <a:spAutoFit/>
              </a:bodyPr>
              <a:lstStyle/>
              <a:p>
                <a:r>
                  <a:rPr lang="en-US" altLang="ko-KR" sz="700" b="1" dirty="0">
                    <a:latin typeface="+mj-ea"/>
                    <a:ea typeface="+mj-ea"/>
                  </a:rPr>
                  <a:t>VSS4</a:t>
                </a:r>
                <a:endParaRPr lang="ko-KR" altLang="en-US" sz="700" b="1" dirty="0">
                  <a:latin typeface="+mj-ea"/>
                  <a:ea typeface="+mj-ea"/>
                </a:endParaRPr>
              </a:p>
            </p:txBody>
          </p:sp>
          <p:sp>
            <p:nvSpPr>
              <p:cNvPr id="479" name="TextBox 478">
                <a:extLst>
                  <a:ext uri="{FF2B5EF4-FFF2-40B4-BE49-F238E27FC236}">
                    <a16:creationId xmlns:a16="http://schemas.microsoft.com/office/drawing/2014/main" id="{7ADA9EA2-F66D-0126-D0DB-CBC7396FCF8B}"/>
                  </a:ext>
                </a:extLst>
              </p:cNvPr>
              <p:cNvSpPr txBox="1">
                <a:spLocks/>
              </p:cNvSpPr>
              <p:nvPr/>
            </p:nvSpPr>
            <p:spPr>
              <a:xfrm rot="16200000">
                <a:off x="4067672" y="559045"/>
                <a:ext cx="492663" cy="200055"/>
              </a:xfrm>
              <a:prstGeom prst="rect">
                <a:avLst/>
              </a:prstGeom>
              <a:noFill/>
            </p:spPr>
            <p:txBody>
              <a:bodyPr wrap="square" rtlCol="0">
                <a:spAutoFit/>
              </a:bodyPr>
              <a:lstStyle/>
              <a:p>
                <a:r>
                  <a:rPr lang="en-US" altLang="ko-KR" sz="700" b="1" dirty="0">
                    <a:latin typeface="+mj-ea"/>
                    <a:ea typeface="+mj-ea"/>
                  </a:rPr>
                  <a:t>SVO2</a:t>
                </a:r>
                <a:endParaRPr lang="ko-KR" altLang="en-US" sz="700" b="1" dirty="0">
                  <a:latin typeface="+mj-ea"/>
                  <a:ea typeface="+mj-ea"/>
                </a:endParaRPr>
              </a:p>
            </p:txBody>
          </p:sp>
          <p:sp>
            <p:nvSpPr>
              <p:cNvPr id="480" name="TextBox 479">
                <a:extLst>
                  <a:ext uri="{FF2B5EF4-FFF2-40B4-BE49-F238E27FC236}">
                    <a16:creationId xmlns:a16="http://schemas.microsoft.com/office/drawing/2014/main" id="{0CDEC56D-6645-AC33-80BE-54465C9B260A}"/>
                  </a:ext>
                </a:extLst>
              </p:cNvPr>
              <p:cNvSpPr txBox="1">
                <a:spLocks/>
              </p:cNvSpPr>
              <p:nvPr/>
            </p:nvSpPr>
            <p:spPr>
              <a:xfrm rot="16200000">
                <a:off x="4255708" y="559045"/>
                <a:ext cx="492663" cy="200055"/>
              </a:xfrm>
              <a:prstGeom prst="rect">
                <a:avLst/>
              </a:prstGeom>
              <a:noFill/>
            </p:spPr>
            <p:txBody>
              <a:bodyPr wrap="square" rtlCol="0">
                <a:spAutoFit/>
              </a:bodyPr>
              <a:lstStyle/>
              <a:p>
                <a:r>
                  <a:rPr lang="en-US" altLang="ko-KR" sz="700" b="1" dirty="0">
                    <a:latin typeface="+mj-ea"/>
                    <a:ea typeface="+mj-ea"/>
                  </a:rPr>
                  <a:t>D4</a:t>
                </a:r>
                <a:endParaRPr lang="ko-KR" altLang="en-US" sz="700" b="1" dirty="0">
                  <a:latin typeface="+mj-ea"/>
                  <a:ea typeface="+mj-ea"/>
                </a:endParaRPr>
              </a:p>
            </p:txBody>
          </p:sp>
          <p:sp>
            <p:nvSpPr>
              <p:cNvPr id="481" name="TextBox 480">
                <a:extLst>
                  <a:ext uri="{FF2B5EF4-FFF2-40B4-BE49-F238E27FC236}">
                    <a16:creationId xmlns:a16="http://schemas.microsoft.com/office/drawing/2014/main" id="{773551CB-7276-3826-0D9E-EB5C3A429F67}"/>
                  </a:ext>
                </a:extLst>
              </p:cNvPr>
              <p:cNvSpPr txBox="1">
                <a:spLocks/>
              </p:cNvSpPr>
              <p:nvPr/>
            </p:nvSpPr>
            <p:spPr>
              <a:xfrm rot="16200000">
                <a:off x="4443746" y="559046"/>
                <a:ext cx="492658" cy="200055"/>
              </a:xfrm>
              <a:prstGeom prst="rect">
                <a:avLst/>
              </a:prstGeom>
              <a:noFill/>
            </p:spPr>
            <p:txBody>
              <a:bodyPr wrap="square" rtlCol="0">
                <a:spAutoFit/>
              </a:bodyPr>
              <a:lstStyle/>
              <a:p>
                <a:r>
                  <a:rPr lang="en-US" altLang="ko-KR" sz="700" b="1" dirty="0">
                    <a:latin typeface="+mj-ea"/>
                    <a:ea typeface="+mj-ea"/>
                  </a:rPr>
                  <a:t>D3</a:t>
                </a:r>
                <a:endParaRPr lang="ko-KR" altLang="en-US" sz="700" b="1" dirty="0">
                  <a:latin typeface="+mj-ea"/>
                  <a:ea typeface="+mj-ea"/>
                </a:endParaRPr>
              </a:p>
            </p:txBody>
          </p:sp>
          <p:sp>
            <p:nvSpPr>
              <p:cNvPr id="482" name="TextBox 481">
                <a:extLst>
                  <a:ext uri="{FF2B5EF4-FFF2-40B4-BE49-F238E27FC236}">
                    <a16:creationId xmlns:a16="http://schemas.microsoft.com/office/drawing/2014/main" id="{F056B229-1EDD-0FF1-B88E-47120B677422}"/>
                  </a:ext>
                </a:extLst>
              </p:cNvPr>
              <p:cNvSpPr txBox="1">
                <a:spLocks/>
              </p:cNvSpPr>
              <p:nvPr/>
            </p:nvSpPr>
            <p:spPr>
              <a:xfrm rot="16200000">
                <a:off x="4631775" y="559048"/>
                <a:ext cx="492657" cy="200055"/>
              </a:xfrm>
              <a:prstGeom prst="rect">
                <a:avLst/>
              </a:prstGeom>
              <a:noFill/>
            </p:spPr>
            <p:txBody>
              <a:bodyPr wrap="square" rtlCol="0">
                <a:spAutoFit/>
              </a:bodyPr>
              <a:lstStyle/>
              <a:p>
                <a:r>
                  <a:rPr lang="en-US" altLang="ko-KR" sz="700" b="1" dirty="0">
                    <a:latin typeface="+mj-ea"/>
                    <a:ea typeface="+mj-ea"/>
                  </a:rPr>
                  <a:t>SVO1</a:t>
                </a:r>
                <a:endParaRPr lang="ko-KR" altLang="en-US" sz="700" b="1" dirty="0">
                  <a:latin typeface="+mj-ea"/>
                  <a:ea typeface="+mj-ea"/>
                </a:endParaRPr>
              </a:p>
            </p:txBody>
          </p:sp>
        </p:grpSp>
      </p:gr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AC3E16D9-A788-49BA-8106-BEE884D02ED2}"/>
              </a:ext>
            </a:extLst>
          </p:cNvPr>
          <p:cNvSpPr txBox="1"/>
          <p:nvPr/>
        </p:nvSpPr>
        <p:spPr>
          <a:xfrm>
            <a:off x="404813" y="902696"/>
            <a:ext cx="6048376"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diagram (Top View)</a:t>
            </a:r>
          </a:p>
        </p:txBody>
      </p:sp>
      <p:sp>
        <p:nvSpPr>
          <p:cNvPr id="2" name="TextBox 1">
            <a:extLst>
              <a:ext uri="{FF2B5EF4-FFF2-40B4-BE49-F238E27FC236}">
                <a16:creationId xmlns:a16="http://schemas.microsoft.com/office/drawing/2014/main" id="{4AE19431-E3DF-4738-1F3E-5AE71A6EB91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8" name="표 17">
            <a:extLst>
              <a:ext uri="{FF2B5EF4-FFF2-40B4-BE49-F238E27FC236}">
                <a16:creationId xmlns:a16="http://schemas.microsoft.com/office/drawing/2014/main" id="{8F996C86-64FF-0906-89A0-1A416402AE4D}"/>
              </a:ext>
            </a:extLst>
          </p:cNvPr>
          <p:cNvGraphicFramePr>
            <a:graphicFrameLocks noGrp="1"/>
          </p:cNvGraphicFramePr>
          <p:nvPr/>
        </p:nvGraphicFramePr>
        <p:xfrm>
          <a:off x="404813" y="6074871"/>
          <a:ext cx="6048374" cy="2544569"/>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4">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5068">
                  <a:extLst>
                    <a:ext uri="{9D8B030D-6E8A-4147-A177-3AD203B41FA5}">
                      <a16:colId xmlns:a16="http://schemas.microsoft.com/office/drawing/2014/main" val="3900317923"/>
                    </a:ext>
                  </a:extLst>
                </a:gridCol>
                <a:gridCol w="2008207">
                  <a:extLst>
                    <a:ext uri="{9D8B030D-6E8A-4147-A177-3AD203B41FA5}">
                      <a16:colId xmlns:a16="http://schemas.microsoft.com/office/drawing/2014/main" val="3382103366"/>
                    </a:ext>
                  </a:extLst>
                </a:gridCol>
                <a:gridCol w="1363221">
                  <a:extLst>
                    <a:ext uri="{9D8B030D-6E8A-4147-A177-3AD203B41FA5}">
                      <a16:colId xmlns:a16="http://schemas.microsoft.com/office/drawing/2014/main" val="915546717"/>
                    </a:ext>
                  </a:extLst>
                </a:gridCol>
              </a:tblGrid>
              <a:tr h="281479">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77652">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SVO6</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TEST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For only TEST mode</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l-GR" sz="900" b="0" i="0" u="none" strike="noStrike" dirty="0">
                          <a:solidFill>
                            <a:srgbClr val="000000"/>
                          </a:solidFill>
                          <a:effectLst/>
                          <a:latin typeface="Arial" panose="020B0604020202020204" pitchFamily="34" charset="0"/>
                          <a:ea typeface="맑은 고딕" panose="020B0503020000020004" pitchFamily="50" charset="-127"/>
                        </a:rPr>
                        <a:t> </a:t>
                      </a:r>
                      <a:r>
                        <a:rPr lang="el-GR" sz="900" b="0" i="0" u="none" strike="noStrike" kern="1200" dirty="0">
                          <a:solidFill>
                            <a:srgbClr val="000000"/>
                          </a:solidFill>
                          <a:effectLst/>
                          <a:latin typeface="Arial" panose="020B0604020202020204" pitchFamily="34" charset="0"/>
                          <a:ea typeface="굴림" panose="020B0600000101010101" pitchFamily="50" charset="-127"/>
                          <a:cs typeface="Arial" panose="020B0604020202020204" pitchFamily="34" charset="0"/>
                        </a:rPr>
                        <a:t>0Ω </a:t>
                      </a:r>
                      <a:r>
                        <a:rPr lang="en-US" sz="900" b="0" i="0" u="none" strike="noStrike" kern="1200" dirty="0">
                          <a:solidFill>
                            <a:srgbClr val="000000"/>
                          </a:solidFill>
                          <a:effectLst/>
                          <a:latin typeface="Arial" panose="020B0604020202020204" pitchFamily="34" charset="0"/>
                          <a:ea typeface="굴림" panose="020B0600000101010101" pitchFamily="50" charset="-127"/>
                          <a:cs typeface="Arial" panose="020B0604020202020204" pitchFamily="34" charset="0"/>
                        </a:rPr>
                        <a:t>PD</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FLLSYNC</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Frequency Locked Loop Sync</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VSYNCI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Frame synchronization</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l"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Short high pulse</a:t>
                      </a:r>
                      <a:b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b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type recommended</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NSCS</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Chip Select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VSS1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SCLK</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clock</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MISO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MISO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bl>
          </a:graphicData>
        </a:graphic>
      </p:graphicFrame>
      <p:sp>
        <p:nvSpPr>
          <p:cNvPr id="19" name="TextBox 18">
            <a:extLst>
              <a:ext uri="{FF2B5EF4-FFF2-40B4-BE49-F238E27FC236}">
                <a16:creationId xmlns:a16="http://schemas.microsoft.com/office/drawing/2014/main" id="{3250AE62-5192-1C05-59CA-CDB69493663A}"/>
              </a:ext>
            </a:extLst>
          </p:cNvPr>
          <p:cNvSpPr txBox="1"/>
          <p:nvPr/>
        </p:nvSpPr>
        <p:spPr>
          <a:xfrm>
            <a:off x="404811" y="5683557"/>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sp>
        <p:nvSpPr>
          <p:cNvPr id="3" name="object 84">
            <a:extLst>
              <a:ext uri="{FF2B5EF4-FFF2-40B4-BE49-F238E27FC236}">
                <a16:creationId xmlns:a16="http://schemas.microsoft.com/office/drawing/2014/main" id="{F46BCA5F-AA04-404C-F4CA-308AB80A1F96}"/>
              </a:ext>
            </a:extLst>
          </p:cNvPr>
          <p:cNvSpPr txBox="1"/>
          <p:nvPr/>
        </p:nvSpPr>
        <p:spPr>
          <a:xfrm>
            <a:off x="2798697" y="5440201"/>
            <a:ext cx="1260602"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3. Pin diagram </a:t>
            </a:r>
          </a:p>
        </p:txBody>
      </p:sp>
      <p:sp>
        <p:nvSpPr>
          <p:cNvPr id="4" name="TextBox 3">
            <a:extLst>
              <a:ext uri="{FF2B5EF4-FFF2-40B4-BE49-F238E27FC236}">
                <a16:creationId xmlns:a16="http://schemas.microsoft.com/office/drawing/2014/main" id="{154CB924-A9AF-6870-0213-041B32689978}"/>
              </a:ext>
            </a:extLst>
          </p:cNvPr>
          <p:cNvSpPr txBox="1"/>
          <p:nvPr/>
        </p:nvSpPr>
        <p:spPr>
          <a:xfrm>
            <a:off x="2814320" y="2961640"/>
            <a:ext cx="1414463" cy="646331"/>
          </a:xfrm>
          <a:prstGeom prst="rect">
            <a:avLst/>
          </a:prstGeom>
          <a:noFill/>
        </p:spPr>
        <p:txBody>
          <a:bodyPr wrap="square" rtlCol="0">
            <a:spAutoFit/>
          </a:bodyPr>
          <a:lstStyle/>
          <a:p>
            <a:pPr algn="ctr"/>
            <a:r>
              <a:rPr lang="en-US" altLang="ko-KR" sz="1200" b="1" dirty="0"/>
              <a:t>QFN 68-PIN</a:t>
            </a:r>
          </a:p>
          <a:p>
            <a:pPr algn="ctr"/>
            <a:r>
              <a:rPr lang="en-US" altLang="ko-KR" sz="1200" b="1" dirty="0"/>
              <a:t>8mm x 8mm</a:t>
            </a:r>
          </a:p>
          <a:p>
            <a:pPr algn="ctr"/>
            <a:r>
              <a:rPr lang="en-US" altLang="ko-KR" sz="1200" b="1" dirty="0"/>
              <a:t>(TOP View)</a:t>
            </a:r>
          </a:p>
        </p:txBody>
      </p:sp>
    </p:spTree>
    <p:extLst>
      <p:ext uri="{BB962C8B-B14F-4D97-AF65-F5344CB8AC3E}">
        <p14:creationId xmlns:p14="http://schemas.microsoft.com/office/powerpoint/2010/main" val="4068343544"/>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3D339AF-86F5-4667-83B7-4F21033E06B9}"/>
              </a:ext>
            </a:extLst>
          </p:cNvPr>
          <p:cNvSpPr txBox="1"/>
          <p:nvPr/>
        </p:nvSpPr>
        <p:spPr>
          <a:xfrm>
            <a:off x="404813" y="773521"/>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graphicFrame>
        <p:nvGraphicFramePr>
          <p:cNvPr id="7" name="표 6">
            <a:extLst>
              <a:ext uri="{FF2B5EF4-FFF2-40B4-BE49-F238E27FC236}">
                <a16:creationId xmlns:a16="http://schemas.microsoft.com/office/drawing/2014/main" id="{B2FBB100-72D4-433C-8D71-7F5C84604473}"/>
              </a:ext>
            </a:extLst>
          </p:cNvPr>
          <p:cNvGraphicFramePr>
            <a:graphicFrameLocks noGrp="1"/>
          </p:cNvGraphicFramePr>
          <p:nvPr/>
        </p:nvGraphicFramePr>
        <p:xfrm>
          <a:off x="404813" y="1104628"/>
          <a:ext cx="6048375" cy="7317030"/>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3">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7963">
                  <a:extLst>
                    <a:ext uri="{9D8B030D-6E8A-4147-A177-3AD203B41FA5}">
                      <a16:colId xmlns:a16="http://schemas.microsoft.com/office/drawing/2014/main" val="3900317923"/>
                    </a:ext>
                  </a:extLst>
                </a:gridCol>
                <a:gridCol w="2008208">
                  <a:extLst>
                    <a:ext uri="{9D8B030D-6E8A-4147-A177-3AD203B41FA5}">
                      <a16:colId xmlns:a16="http://schemas.microsoft.com/office/drawing/2014/main" val="3382103366"/>
                    </a:ext>
                  </a:extLst>
                </a:gridCol>
                <a:gridCol w="1360327">
                  <a:extLst>
                    <a:ext uri="{9D8B030D-6E8A-4147-A177-3AD203B41FA5}">
                      <a16:colId xmlns:a16="http://schemas.microsoft.com/office/drawing/2014/main" val="915546717"/>
                    </a:ext>
                  </a:extLst>
                </a:gridCol>
              </a:tblGrid>
              <a:tr h="279672">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68641">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MOSI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MOSI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NINT_FT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Interrupt for the fault events</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Open-drain, 10k</a:t>
                      </a:r>
                      <a:r>
                        <a:rPr lang="el-G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Ω </a:t>
                      </a: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NINT_LD</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Interrupt for the dimming data room</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Open-drain, 10k</a:t>
                      </a:r>
                      <a:r>
                        <a:rPr lang="el-G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Ω </a:t>
                      </a: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VDD1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68641">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MCLK</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dirty="0">
                          <a:solidFill>
                            <a:srgbClr val="000000"/>
                          </a:solidFill>
                          <a:effectLst/>
                          <a:latin typeface="Arial" panose="020B0604020202020204" pitchFamily="34" charset="0"/>
                          <a:ea typeface="맑은 고딕" panose="020B0503020000020004" pitchFamily="50" charset="-127"/>
                        </a:rPr>
                        <a:t>13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Master Clock</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if not used, connect to</a:t>
                      </a:r>
                    </a:p>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GND</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D24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D23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SVO9</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D22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35379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D21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7066672"/>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D20</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0384047"/>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D19</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04257892"/>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D18</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36803458"/>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VSS2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743326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D17</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4429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D16</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890915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SVO8</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6739029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D15</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7594658"/>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924206"/>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7068090"/>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VDD2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1857174"/>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SVO7</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533407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L_G3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VLED3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67794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H_G3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VLED3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2447"/>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L_G2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VLED2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1335036"/>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H_G2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VLED2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2793209"/>
                  </a:ext>
                </a:extLst>
              </a:tr>
            </a:tbl>
          </a:graphicData>
        </a:graphic>
      </p:graphicFrame>
      <p:sp>
        <p:nvSpPr>
          <p:cNvPr id="2" name="TextBox 1">
            <a:extLst>
              <a:ext uri="{FF2B5EF4-FFF2-40B4-BE49-F238E27FC236}">
                <a16:creationId xmlns:a16="http://schemas.microsoft.com/office/drawing/2014/main" id="{E64A28EF-B35A-7B26-49C5-78A33489036B}"/>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4098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6AC44-8869-3BAD-8C0C-239B6639D677}"/>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EF0FD5B-33FD-0392-59A2-4DD92C0BB505}"/>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B276BC0-D71D-6FC4-620D-4B2925EE5B10}"/>
              </a:ext>
            </a:extLst>
          </p:cNvPr>
          <p:cNvSpPr txBox="1"/>
          <p:nvPr/>
        </p:nvSpPr>
        <p:spPr>
          <a:xfrm>
            <a:off x="404813" y="773521"/>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graphicFrame>
        <p:nvGraphicFramePr>
          <p:cNvPr id="7" name="표 6">
            <a:extLst>
              <a:ext uri="{FF2B5EF4-FFF2-40B4-BE49-F238E27FC236}">
                <a16:creationId xmlns:a16="http://schemas.microsoft.com/office/drawing/2014/main" id="{A9A3717E-8792-DCF3-2EA7-B68AE7610FEA}"/>
              </a:ext>
            </a:extLst>
          </p:cNvPr>
          <p:cNvGraphicFramePr>
            <a:graphicFrameLocks noGrp="1"/>
          </p:cNvGraphicFramePr>
          <p:nvPr/>
        </p:nvGraphicFramePr>
        <p:xfrm>
          <a:off x="404813" y="1104628"/>
          <a:ext cx="6048375" cy="7347438"/>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3">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7963">
                  <a:extLst>
                    <a:ext uri="{9D8B030D-6E8A-4147-A177-3AD203B41FA5}">
                      <a16:colId xmlns:a16="http://schemas.microsoft.com/office/drawing/2014/main" val="3900317923"/>
                    </a:ext>
                  </a:extLst>
                </a:gridCol>
                <a:gridCol w="2008208">
                  <a:extLst>
                    <a:ext uri="{9D8B030D-6E8A-4147-A177-3AD203B41FA5}">
                      <a16:colId xmlns:a16="http://schemas.microsoft.com/office/drawing/2014/main" val="3382103366"/>
                    </a:ext>
                  </a:extLst>
                </a:gridCol>
                <a:gridCol w="1360327">
                  <a:extLst>
                    <a:ext uri="{9D8B030D-6E8A-4147-A177-3AD203B41FA5}">
                      <a16:colId xmlns:a16="http://schemas.microsoft.com/office/drawing/2014/main" val="915546717"/>
                    </a:ext>
                  </a:extLst>
                </a:gridCol>
              </a:tblGrid>
              <a:tr h="279672">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L_G1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mn-cs"/>
                        </a:rPr>
                        <a:t>35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VLED1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H_G1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VLED1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LDOI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LDO feedback from LDOOUT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attach 1uF</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LDOO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Internal LDO out to LDOIN</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connect to LDOIN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DACO3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Analog</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DAC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VSS3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for Analog test pin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FBI3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 case of using multiple  XCs</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FBO3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Open-drain, 10k</a:t>
                      </a:r>
                      <a:r>
                        <a:rPr lang="el-GR" sz="900" b="0" i="0" u="none" strike="noStrike" dirty="0">
                          <a:solidFill>
                            <a:srgbClr val="000000"/>
                          </a:solidFill>
                          <a:effectLst/>
                          <a:latin typeface="Arial" panose="020B0604020202020204" pitchFamily="34" charset="0"/>
                          <a:ea typeface="맑은 고딕" panose="020B0503020000020004" pitchFamily="50" charset="-127"/>
                        </a:rPr>
                        <a:t>Ω </a:t>
                      </a:r>
                      <a:r>
                        <a:rPr lang="en-US" sz="900" b="0" i="0" u="none" strike="noStrike" dirty="0">
                          <a:solidFill>
                            <a:srgbClr val="000000"/>
                          </a:solidFill>
                          <a:effectLst/>
                          <a:latin typeface="Arial" panose="020B0604020202020204" pitchFamily="34" charset="0"/>
                          <a:ea typeface="맑은 고딕" panose="020B0503020000020004" pitchFamily="50" charset="-127"/>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DACO2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Analog</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DAC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35379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FBI2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 case of using multiple  XCs</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706667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FBO2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Open-drain, 10k</a:t>
                      </a:r>
                      <a:r>
                        <a:rPr lang="el-GR" sz="900" b="0" i="0" u="none" strike="noStrike">
                          <a:solidFill>
                            <a:srgbClr val="000000"/>
                          </a:solidFill>
                          <a:effectLst/>
                          <a:latin typeface="Arial" panose="020B0604020202020204" pitchFamily="34" charset="0"/>
                          <a:ea typeface="맑은 고딕" panose="020B0503020000020004" pitchFamily="50" charset="-127"/>
                        </a:rPr>
                        <a:t>Ω </a:t>
                      </a:r>
                      <a:r>
                        <a:rPr lang="en-US" sz="900" b="0" i="0" u="none" strike="noStrike">
                          <a:solidFill>
                            <a:srgbClr val="000000"/>
                          </a:solidFill>
                          <a:effectLst/>
                          <a:latin typeface="Arial" panose="020B0604020202020204" pitchFamily="34" charset="0"/>
                          <a:ea typeface="맑은 고딕" panose="020B0503020000020004" pitchFamily="50" charset="-127"/>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038404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VDD3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0425789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DACO1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Analog</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DAC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36803458"/>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FBI1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 case of using multiple  XCs</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743326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FBO1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Open-drain, 10k</a:t>
                      </a:r>
                      <a:r>
                        <a:rPr lang="el-GR" sz="900" b="0" i="0" u="none" strike="noStrike">
                          <a:solidFill>
                            <a:srgbClr val="000000"/>
                          </a:solidFill>
                          <a:effectLst/>
                          <a:latin typeface="Arial" panose="020B0604020202020204" pitchFamily="34" charset="0"/>
                          <a:ea typeface="맑은 고딕" panose="020B0503020000020004" pitchFamily="50" charset="-127"/>
                        </a:rPr>
                        <a:t>Ω </a:t>
                      </a:r>
                      <a:r>
                        <a:rPr lang="en-US" sz="900" b="0" i="0" u="none" strike="noStrike">
                          <a:solidFill>
                            <a:srgbClr val="000000"/>
                          </a:solidFill>
                          <a:effectLst/>
                          <a:latin typeface="Arial" panose="020B0604020202020204" pitchFamily="34" charset="0"/>
                          <a:ea typeface="맑은 고딕" panose="020B0503020000020004" pitchFamily="50" charset="-127"/>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4429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890915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6739029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7594658"/>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924206"/>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7068090"/>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1857174"/>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VSS4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533407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D5</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67794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D6</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244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1335036"/>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D7</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2793209"/>
                  </a:ext>
                </a:extLst>
              </a:tr>
            </a:tbl>
          </a:graphicData>
        </a:graphic>
      </p:graphicFrame>
      <p:sp>
        <p:nvSpPr>
          <p:cNvPr id="2" name="TextBox 1">
            <a:extLst>
              <a:ext uri="{FF2B5EF4-FFF2-40B4-BE49-F238E27FC236}">
                <a16:creationId xmlns:a16="http://schemas.microsoft.com/office/drawing/2014/main" id="{E7E86B76-1AD2-2684-B472-EEB1772CA01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27596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69BB5-5B2F-6287-65EF-992BE69C7BC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27908B62-94AA-A100-9A56-06A0EC49CD4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F723587-FD4E-C6F8-780C-25DFA244C930}"/>
              </a:ext>
            </a:extLst>
          </p:cNvPr>
          <p:cNvSpPr txBox="1"/>
          <p:nvPr/>
        </p:nvSpPr>
        <p:spPr>
          <a:xfrm>
            <a:off x="404813" y="773521"/>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graphicFrame>
        <p:nvGraphicFramePr>
          <p:cNvPr id="7" name="표 6">
            <a:extLst>
              <a:ext uri="{FF2B5EF4-FFF2-40B4-BE49-F238E27FC236}">
                <a16:creationId xmlns:a16="http://schemas.microsoft.com/office/drawing/2014/main" id="{BB6BA05B-0899-9F46-97BE-A4517E86EFC8}"/>
              </a:ext>
            </a:extLst>
          </p:cNvPr>
          <p:cNvGraphicFramePr>
            <a:graphicFrameLocks noGrp="1"/>
          </p:cNvGraphicFramePr>
          <p:nvPr/>
        </p:nvGraphicFramePr>
        <p:xfrm>
          <a:off x="404813" y="1104628"/>
          <a:ext cx="6048375" cy="2466288"/>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3">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7963">
                  <a:extLst>
                    <a:ext uri="{9D8B030D-6E8A-4147-A177-3AD203B41FA5}">
                      <a16:colId xmlns:a16="http://schemas.microsoft.com/office/drawing/2014/main" val="3900317923"/>
                    </a:ext>
                  </a:extLst>
                </a:gridCol>
                <a:gridCol w="2008208">
                  <a:extLst>
                    <a:ext uri="{9D8B030D-6E8A-4147-A177-3AD203B41FA5}">
                      <a16:colId xmlns:a16="http://schemas.microsoft.com/office/drawing/2014/main" val="3382103366"/>
                    </a:ext>
                  </a:extLst>
                </a:gridCol>
                <a:gridCol w="1360327">
                  <a:extLst>
                    <a:ext uri="{9D8B030D-6E8A-4147-A177-3AD203B41FA5}">
                      <a16:colId xmlns:a16="http://schemas.microsoft.com/office/drawing/2014/main" val="915546717"/>
                    </a:ext>
                  </a:extLst>
                </a:gridCol>
              </a:tblGrid>
              <a:tr h="279672">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68641">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D8</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VDD4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D9</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D10</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SVO5</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bl>
          </a:graphicData>
        </a:graphic>
      </p:graphicFrame>
      <p:sp>
        <p:nvSpPr>
          <p:cNvPr id="2" name="TextBox 1">
            <a:extLst>
              <a:ext uri="{FF2B5EF4-FFF2-40B4-BE49-F238E27FC236}">
                <a16:creationId xmlns:a16="http://schemas.microsoft.com/office/drawing/2014/main" id="{95E1946D-B103-A4A8-FD3E-8957F9C7036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object 11">
            <a:extLst>
              <a:ext uri="{FF2B5EF4-FFF2-40B4-BE49-F238E27FC236}">
                <a16:creationId xmlns:a16="http://schemas.microsoft.com/office/drawing/2014/main" id="{D18423F1-B366-D972-6348-FCCBFA686A16}"/>
              </a:ext>
            </a:extLst>
          </p:cNvPr>
          <p:cNvSpPr txBox="1"/>
          <p:nvPr/>
        </p:nvSpPr>
        <p:spPr>
          <a:xfrm>
            <a:off x="2689489" y="3736494"/>
            <a:ext cx="1478778"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1</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Pin Description </a:t>
            </a:r>
            <a:endParaRPr kumimoji="0" sz="881"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71110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표 6">
            <a:extLst>
              <a:ext uri="{FF2B5EF4-FFF2-40B4-BE49-F238E27FC236}">
                <a16:creationId xmlns:a16="http://schemas.microsoft.com/office/drawing/2014/main" id="{B2FBB100-72D4-433C-8D71-7F5C84604473}"/>
              </a:ext>
            </a:extLst>
          </p:cNvPr>
          <p:cNvGraphicFramePr>
            <a:graphicFrameLocks noGrp="1"/>
          </p:cNvGraphicFramePr>
          <p:nvPr>
            <p:extLst>
              <p:ext uri="{D42A27DB-BD31-4B8C-83A1-F6EECF244321}">
                <p14:modId xmlns:p14="http://schemas.microsoft.com/office/powerpoint/2010/main" val="145174275"/>
              </p:ext>
            </p:extLst>
          </p:nvPr>
        </p:nvGraphicFramePr>
        <p:xfrm>
          <a:off x="413545" y="1111620"/>
          <a:ext cx="6048622" cy="5290918"/>
        </p:xfrm>
        <a:graphic>
          <a:graphicData uri="http://schemas.openxmlformats.org/drawingml/2006/table">
            <a:tbl>
              <a:tblPr>
                <a:tableStyleId>{5C22544A-7EE6-4342-B048-85BDC9FD1C3A}</a:tableStyleId>
              </a:tblPr>
              <a:tblGrid>
                <a:gridCol w="847791">
                  <a:extLst>
                    <a:ext uri="{9D8B030D-6E8A-4147-A177-3AD203B41FA5}">
                      <a16:colId xmlns:a16="http://schemas.microsoft.com/office/drawing/2014/main" val="1199541810"/>
                    </a:ext>
                  </a:extLst>
                </a:gridCol>
                <a:gridCol w="375781">
                  <a:extLst>
                    <a:ext uri="{9D8B030D-6E8A-4147-A177-3AD203B41FA5}">
                      <a16:colId xmlns:a16="http://schemas.microsoft.com/office/drawing/2014/main" val="112759525"/>
                    </a:ext>
                  </a:extLst>
                </a:gridCol>
                <a:gridCol w="3657600">
                  <a:extLst>
                    <a:ext uri="{9D8B030D-6E8A-4147-A177-3AD203B41FA5}">
                      <a16:colId xmlns:a16="http://schemas.microsoft.com/office/drawing/2014/main" val="3900317923"/>
                    </a:ext>
                  </a:extLst>
                </a:gridCol>
                <a:gridCol w="1167450">
                  <a:extLst>
                    <a:ext uri="{9D8B030D-6E8A-4147-A177-3AD203B41FA5}">
                      <a16:colId xmlns:a16="http://schemas.microsoft.com/office/drawing/2014/main" val="3382103366"/>
                    </a:ext>
                  </a:extLst>
                </a:gridCol>
              </a:tblGrid>
              <a:tr h="232364">
                <a:tc>
                  <a:txBody>
                    <a:bodyPr/>
                    <a:lstStyle/>
                    <a:p>
                      <a:pPr algn="ctr" fontAlgn="ctr"/>
                      <a:r>
                        <a:rPr lang="en-US" sz="900" b="1" u="none" strike="noStrike" dirty="0">
                          <a:effectLst/>
                          <a:latin typeface="Arial" panose="020B0604020202020204" pitchFamily="34" charset="0"/>
                          <a:cs typeface="Arial" panose="020B0604020202020204" pitchFamily="34" charset="0"/>
                        </a:rPr>
                        <a:t>Pad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Circuit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945210">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nSCS</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Chip Select</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964445">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Clock Input</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1012429">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u="none" strike="noStrike" dirty="0">
                          <a:effectLst/>
                          <a:latin typeface="Arial" panose="020B0604020202020204" pitchFamily="34" charset="0"/>
                          <a:cs typeface="Arial" panose="020B0604020202020204" pitchFamily="34" charset="0"/>
                        </a:rPr>
                        <a:t>SPI MOSI</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0537586"/>
                  </a:ext>
                </a:extLst>
              </a:tr>
              <a:tr h="1041216">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u="none" strike="noStrike" dirty="0">
                          <a:effectLst/>
                          <a:latin typeface="Arial" panose="020B0604020202020204" pitchFamily="34" charset="0"/>
                          <a:cs typeface="Arial" panose="020B0604020202020204" pitchFamily="34" charset="0"/>
                        </a:rPr>
                        <a:t>SPI MISO</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315327"/>
                  </a:ext>
                </a:extLst>
              </a:tr>
              <a:tr h="1010458">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Mater Clock</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2762005"/>
                  </a:ext>
                </a:extLst>
              </a:tr>
            </a:tbl>
          </a:graphicData>
        </a:graphic>
      </p:graphicFrame>
      <p:grpSp>
        <p:nvGrpSpPr>
          <p:cNvPr id="237" name="그룹 236">
            <a:extLst>
              <a:ext uri="{FF2B5EF4-FFF2-40B4-BE49-F238E27FC236}">
                <a16:creationId xmlns:a16="http://schemas.microsoft.com/office/drawing/2014/main" id="{4366994E-7117-BFC8-ADA7-71FD86E9A031}"/>
              </a:ext>
            </a:extLst>
          </p:cNvPr>
          <p:cNvGrpSpPr/>
          <p:nvPr/>
        </p:nvGrpSpPr>
        <p:grpSpPr>
          <a:xfrm>
            <a:off x="3023714" y="5455104"/>
            <a:ext cx="1117970" cy="914186"/>
            <a:chOff x="3044799" y="7925397"/>
            <a:chExt cx="1117970" cy="914186"/>
          </a:xfrm>
        </p:grpSpPr>
        <p:pic>
          <p:nvPicPr>
            <p:cNvPr id="124" name="그림 123" descr="화살이(가) 표시된 사진&#10;&#10;자동 생성된 설명">
              <a:extLst>
                <a:ext uri="{FF2B5EF4-FFF2-40B4-BE49-F238E27FC236}">
                  <a16:creationId xmlns:a16="http://schemas.microsoft.com/office/drawing/2014/main" id="{370AF69D-9196-B925-308B-1C376F092807}"/>
                </a:ext>
              </a:extLst>
            </p:cNvPr>
            <p:cNvPicPr>
              <a:picLocks noChangeAspect="1"/>
            </p:cNvPicPr>
            <p:nvPr/>
          </p:nvPicPr>
          <p:blipFill>
            <a:blip r:embed="rId3"/>
            <a:stretch>
              <a:fillRect/>
            </a:stretch>
          </p:blipFill>
          <p:spPr>
            <a:xfrm>
              <a:off x="3044799" y="7939583"/>
              <a:ext cx="1117970" cy="900000"/>
            </a:xfrm>
            <a:prstGeom prst="rect">
              <a:avLst/>
            </a:prstGeom>
          </p:spPr>
        </p:pic>
        <p:sp>
          <p:nvSpPr>
            <p:cNvPr id="235" name="TextBox 234">
              <a:extLst>
                <a:ext uri="{FF2B5EF4-FFF2-40B4-BE49-F238E27FC236}">
                  <a16:creationId xmlns:a16="http://schemas.microsoft.com/office/drawing/2014/main" id="{B1264BE5-95A8-62F1-036F-F806E7299BDC}"/>
                </a:ext>
              </a:extLst>
            </p:cNvPr>
            <p:cNvSpPr txBox="1"/>
            <p:nvPr/>
          </p:nvSpPr>
          <p:spPr>
            <a:xfrm>
              <a:off x="3253481" y="7925397"/>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3D339AF-86F5-4667-83B7-4F21033E06B9}"/>
              </a:ext>
            </a:extLst>
          </p:cNvPr>
          <p:cNvSpPr txBox="1"/>
          <p:nvPr/>
        </p:nvSpPr>
        <p:spPr>
          <a:xfrm>
            <a:off x="413545" y="775636"/>
            <a:ext cx="603989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Equivalent Circuits of individual pins</a:t>
            </a:r>
          </a:p>
        </p:txBody>
      </p:sp>
      <p:sp>
        <p:nvSpPr>
          <p:cNvPr id="2" name="TextBox 1">
            <a:extLst>
              <a:ext uri="{FF2B5EF4-FFF2-40B4-BE49-F238E27FC236}">
                <a16:creationId xmlns:a16="http://schemas.microsoft.com/office/drawing/2014/main" id="{4CD63B5B-1249-8C58-949D-2E11BA6581E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pSp>
        <p:nvGrpSpPr>
          <p:cNvPr id="232" name="그룹 231">
            <a:extLst>
              <a:ext uri="{FF2B5EF4-FFF2-40B4-BE49-F238E27FC236}">
                <a16:creationId xmlns:a16="http://schemas.microsoft.com/office/drawing/2014/main" id="{7B4E8154-E8A2-7DCC-9A4C-A93A6B489DBB}"/>
              </a:ext>
            </a:extLst>
          </p:cNvPr>
          <p:cNvGrpSpPr/>
          <p:nvPr/>
        </p:nvGrpSpPr>
        <p:grpSpPr>
          <a:xfrm>
            <a:off x="3045061" y="1467957"/>
            <a:ext cx="1075276" cy="878759"/>
            <a:chOff x="3045061" y="1756593"/>
            <a:chExt cx="1075276" cy="878759"/>
          </a:xfrm>
        </p:grpSpPr>
        <p:pic>
          <p:nvPicPr>
            <p:cNvPr id="121" name="그림 120" descr="화살이(가) 표시된 사진&#10;&#10;자동 생성된 설명">
              <a:extLst>
                <a:ext uri="{FF2B5EF4-FFF2-40B4-BE49-F238E27FC236}">
                  <a16:creationId xmlns:a16="http://schemas.microsoft.com/office/drawing/2014/main" id="{116729E6-130D-5EB6-C6FC-D11357E2734C}"/>
                </a:ext>
              </a:extLst>
            </p:cNvPr>
            <p:cNvPicPr>
              <a:picLocks noChangeAspect="1"/>
            </p:cNvPicPr>
            <p:nvPr/>
          </p:nvPicPr>
          <p:blipFill>
            <a:blip r:embed="rId3"/>
            <a:stretch>
              <a:fillRect/>
            </a:stretch>
          </p:blipFill>
          <p:spPr>
            <a:xfrm>
              <a:off x="3045061" y="1769722"/>
              <a:ext cx="1075276" cy="865630"/>
            </a:xfrm>
            <a:prstGeom prst="rect">
              <a:avLst/>
            </a:prstGeom>
          </p:spPr>
        </p:pic>
        <p:sp>
          <p:nvSpPr>
            <p:cNvPr id="225" name="TextBox 224">
              <a:extLst>
                <a:ext uri="{FF2B5EF4-FFF2-40B4-BE49-F238E27FC236}">
                  <a16:creationId xmlns:a16="http://schemas.microsoft.com/office/drawing/2014/main" id="{BD82B325-5A66-ADB9-C939-67CAF7E07608}"/>
                </a:ext>
              </a:extLst>
            </p:cNvPr>
            <p:cNvSpPr txBox="1"/>
            <p:nvPr/>
          </p:nvSpPr>
          <p:spPr>
            <a:xfrm>
              <a:off x="3292284" y="1756593"/>
              <a:ext cx="144270" cy="107722"/>
            </a:xfrm>
            <a:prstGeom prst="rect">
              <a:avLst/>
            </a:prstGeom>
            <a:solidFill>
              <a:schemeClr val="bg1"/>
            </a:solidFill>
          </p:spPr>
          <p:txBody>
            <a:bodyPr wrap="none" lIns="0" tIns="0" rIns="0" bIns="0" rtlCol="0" anchor="ctr" anchorCtr="0">
              <a:spAutoFit/>
            </a:bodyPr>
            <a:lstStyle/>
            <a:p>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233" name="그룹 232">
            <a:extLst>
              <a:ext uri="{FF2B5EF4-FFF2-40B4-BE49-F238E27FC236}">
                <a16:creationId xmlns:a16="http://schemas.microsoft.com/office/drawing/2014/main" id="{1925D887-1A18-D0E8-B5E2-EA3006270305}"/>
              </a:ext>
            </a:extLst>
          </p:cNvPr>
          <p:cNvGrpSpPr/>
          <p:nvPr/>
        </p:nvGrpSpPr>
        <p:grpSpPr>
          <a:xfrm>
            <a:off x="3045061" y="2424488"/>
            <a:ext cx="1075276" cy="879646"/>
            <a:chOff x="3045061" y="2729173"/>
            <a:chExt cx="1075276" cy="879646"/>
          </a:xfrm>
        </p:grpSpPr>
        <p:pic>
          <p:nvPicPr>
            <p:cNvPr id="122" name="그림 121" descr="화살이(가) 표시된 사진&#10;&#10;자동 생성된 설명">
              <a:extLst>
                <a:ext uri="{FF2B5EF4-FFF2-40B4-BE49-F238E27FC236}">
                  <a16:creationId xmlns:a16="http://schemas.microsoft.com/office/drawing/2014/main" id="{3B0695E5-8751-5D16-BCC2-1E7E6B7902C3}"/>
                </a:ext>
              </a:extLst>
            </p:cNvPr>
            <p:cNvPicPr>
              <a:picLocks noChangeAspect="1"/>
            </p:cNvPicPr>
            <p:nvPr/>
          </p:nvPicPr>
          <p:blipFill>
            <a:blip r:embed="rId3"/>
            <a:stretch>
              <a:fillRect/>
            </a:stretch>
          </p:blipFill>
          <p:spPr>
            <a:xfrm>
              <a:off x="3045061" y="2743189"/>
              <a:ext cx="1075276" cy="865630"/>
            </a:xfrm>
            <a:prstGeom prst="rect">
              <a:avLst/>
            </a:prstGeom>
          </p:spPr>
        </p:pic>
        <p:sp>
          <p:nvSpPr>
            <p:cNvPr id="226" name="TextBox 225">
              <a:extLst>
                <a:ext uri="{FF2B5EF4-FFF2-40B4-BE49-F238E27FC236}">
                  <a16:creationId xmlns:a16="http://schemas.microsoft.com/office/drawing/2014/main" id="{AEA44FC1-F8E0-B3C9-F6C0-9C9B745C446F}"/>
                </a:ext>
              </a:extLst>
            </p:cNvPr>
            <p:cNvSpPr txBox="1"/>
            <p:nvPr/>
          </p:nvSpPr>
          <p:spPr>
            <a:xfrm>
              <a:off x="3292613" y="2729173"/>
              <a:ext cx="144270" cy="107722"/>
            </a:xfrm>
            <a:prstGeom prst="rect">
              <a:avLst/>
            </a:prstGeom>
            <a:solidFill>
              <a:schemeClr val="bg1"/>
            </a:solidFill>
          </p:spPr>
          <p:txBody>
            <a:bodyPr wrap="none" lIns="0" tIns="0" rIns="0" bIns="0" rtlCol="0" anchor="ctr" anchorCtr="0">
              <a:spAutoFit/>
            </a:bodyPr>
            <a:lstStyle/>
            <a:p>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231" name="그룹 230">
            <a:extLst>
              <a:ext uri="{FF2B5EF4-FFF2-40B4-BE49-F238E27FC236}">
                <a16:creationId xmlns:a16="http://schemas.microsoft.com/office/drawing/2014/main" id="{82D66CD0-5058-0F67-6BB5-EF181FBE3309}"/>
              </a:ext>
            </a:extLst>
          </p:cNvPr>
          <p:cNvGrpSpPr/>
          <p:nvPr/>
        </p:nvGrpSpPr>
        <p:grpSpPr>
          <a:xfrm>
            <a:off x="3044799" y="3394618"/>
            <a:ext cx="1117970" cy="905975"/>
            <a:chOff x="3044799" y="3750061"/>
            <a:chExt cx="1117970" cy="905975"/>
          </a:xfrm>
        </p:grpSpPr>
        <p:pic>
          <p:nvPicPr>
            <p:cNvPr id="123" name="그림 122" descr="화살이(가) 표시된 사진&#10;&#10;자동 생성된 설명">
              <a:extLst>
                <a:ext uri="{FF2B5EF4-FFF2-40B4-BE49-F238E27FC236}">
                  <a16:creationId xmlns:a16="http://schemas.microsoft.com/office/drawing/2014/main" id="{3E73CF9B-97DA-1126-32A2-9DC452918CF1}"/>
                </a:ext>
              </a:extLst>
            </p:cNvPr>
            <p:cNvPicPr>
              <a:picLocks noChangeAspect="1"/>
            </p:cNvPicPr>
            <p:nvPr/>
          </p:nvPicPr>
          <p:blipFill>
            <a:blip r:embed="rId3"/>
            <a:stretch>
              <a:fillRect/>
            </a:stretch>
          </p:blipFill>
          <p:spPr>
            <a:xfrm>
              <a:off x="3044799" y="3756036"/>
              <a:ext cx="1117970" cy="900000"/>
            </a:xfrm>
            <a:prstGeom prst="rect">
              <a:avLst/>
            </a:prstGeom>
          </p:spPr>
        </p:pic>
        <p:sp>
          <p:nvSpPr>
            <p:cNvPr id="227" name="TextBox 226">
              <a:extLst>
                <a:ext uri="{FF2B5EF4-FFF2-40B4-BE49-F238E27FC236}">
                  <a16:creationId xmlns:a16="http://schemas.microsoft.com/office/drawing/2014/main" id="{A1FD4FCD-8ADE-12A5-5331-80C060AADAFA}"/>
                </a:ext>
              </a:extLst>
            </p:cNvPr>
            <p:cNvSpPr txBox="1"/>
            <p:nvPr/>
          </p:nvSpPr>
          <p:spPr>
            <a:xfrm>
              <a:off x="3257362" y="3750061"/>
              <a:ext cx="236109"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4" name="그룹 3">
            <a:extLst>
              <a:ext uri="{FF2B5EF4-FFF2-40B4-BE49-F238E27FC236}">
                <a16:creationId xmlns:a16="http://schemas.microsoft.com/office/drawing/2014/main" id="{DED6B799-B8AE-7E85-D7C9-DCED7D728E88}"/>
              </a:ext>
            </a:extLst>
          </p:cNvPr>
          <p:cNvGrpSpPr/>
          <p:nvPr/>
        </p:nvGrpSpPr>
        <p:grpSpPr>
          <a:xfrm>
            <a:off x="3000434" y="4449270"/>
            <a:ext cx="1506137" cy="840533"/>
            <a:chOff x="2730585" y="5848350"/>
            <a:chExt cx="1506137" cy="840533"/>
          </a:xfrm>
        </p:grpSpPr>
        <p:grpSp>
          <p:nvGrpSpPr>
            <p:cNvPr id="5" name="그룹 4">
              <a:extLst>
                <a:ext uri="{FF2B5EF4-FFF2-40B4-BE49-F238E27FC236}">
                  <a16:creationId xmlns:a16="http://schemas.microsoft.com/office/drawing/2014/main" id="{9BA906A8-6DEE-16BA-C581-56372705A823}"/>
                </a:ext>
              </a:extLst>
            </p:cNvPr>
            <p:cNvGrpSpPr/>
            <p:nvPr/>
          </p:nvGrpSpPr>
          <p:grpSpPr>
            <a:xfrm>
              <a:off x="2774950" y="5848350"/>
              <a:ext cx="1461772" cy="840533"/>
              <a:chOff x="2037980" y="5741633"/>
              <a:chExt cx="1538342" cy="905975"/>
            </a:xfrm>
          </p:grpSpPr>
          <p:grpSp>
            <p:nvGrpSpPr>
              <p:cNvPr id="8" name="그룹 7">
                <a:extLst>
                  <a:ext uri="{FF2B5EF4-FFF2-40B4-BE49-F238E27FC236}">
                    <a16:creationId xmlns:a16="http://schemas.microsoft.com/office/drawing/2014/main" id="{EFC565D5-578D-6579-F481-47069D965EC2}"/>
                  </a:ext>
                </a:extLst>
              </p:cNvPr>
              <p:cNvGrpSpPr/>
              <p:nvPr/>
            </p:nvGrpSpPr>
            <p:grpSpPr>
              <a:xfrm>
                <a:off x="2037980" y="5741633"/>
                <a:ext cx="1117970" cy="905975"/>
                <a:chOff x="3044799" y="3750061"/>
                <a:chExt cx="1117970" cy="905975"/>
              </a:xfrm>
            </p:grpSpPr>
            <p:pic>
              <p:nvPicPr>
                <p:cNvPr id="10" name="그림 9" descr="화살이(가) 표시된 사진&#10;&#10;자동 생성된 설명">
                  <a:extLst>
                    <a:ext uri="{FF2B5EF4-FFF2-40B4-BE49-F238E27FC236}">
                      <a16:creationId xmlns:a16="http://schemas.microsoft.com/office/drawing/2014/main" id="{E7693BB7-8959-27F0-0934-5CFACD73CB34}"/>
                    </a:ext>
                  </a:extLst>
                </p:cNvPr>
                <p:cNvPicPr>
                  <a:picLocks noChangeAspect="1"/>
                </p:cNvPicPr>
                <p:nvPr/>
              </p:nvPicPr>
              <p:blipFill>
                <a:blip r:embed="rId3"/>
                <a:stretch>
                  <a:fillRect/>
                </a:stretch>
              </p:blipFill>
              <p:spPr>
                <a:xfrm>
                  <a:off x="3044799" y="3756036"/>
                  <a:ext cx="1117970" cy="900000"/>
                </a:xfrm>
                <a:prstGeom prst="rect">
                  <a:avLst/>
                </a:prstGeom>
              </p:spPr>
            </p:pic>
            <p:sp>
              <p:nvSpPr>
                <p:cNvPr id="11" name="TextBox 10">
                  <a:extLst>
                    <a:ext uri="{FF2B5EF4-FFF2-40B4-BE49-F238E27FC236}">
                      <a16:creationId xmlns:a16="http://schemas.microsoft.com/office/drawing/2014/main" id="{EAABBE45-4520-5040-E565-377EAB44643B}"/>
                    </a:ext>
                  </a:extLst>
                </p:cNvPr>
                <p:cNvSpPr txBox="1"/>
                <p:nvPr/>
              </p:nvSpPr>
              <p:spPr>
                <a:xfrm>
                  <a:off x="3257362" y="3750061"/>
                  <a:ext cx="236109"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pic>
            <p:nvPicPr>
              <p:cNvPr id="9" name="그림 8">
                <a:extLst>
                  <a:ext uri="{FF2B5EF4-FFF2-40B4-BE49-F238E27FC236}">
                    <a16:creationId xmlns:a16="http://schemas.microsoft.com/office/drawing/2014/main" id="{85A2E5EC-57A0-D248-1AFB-CE85D7043640}"/>
                  </a:ext>
                </a:extLst>
              </p:cNvPr>
              <p:cNvPicPr>
                <a:picLocks noChangeAspect="1"/>
              </p:cNvPicPr>
              <p:nvPr/>
            </p:nvPicPr>
            <p:blipFill>
              <a:blip r:embed="rId4"/>
              <a:stretch>
                <a:fillRect/>
              </a:stretch>
            </p:blipFill>
            <p:spPr>
              <a:xfrm>
                <a:off x="2636632" y="6028585"/>
                <a:ext cx="939690" cy="349990"/>
              </a:xfrm>
              <a:prstGeom prst="rect">
                <a:avLst/>
              </a:prstGeom>
            </p:spPr>
          </p:pic>
        </p:grpSp>
        <p:pic>
          <p:nvPicPr>
            <p:cNvPr id="6" name="그림 5">
              <a:extLst>
                <a:ext uri="{FF2B5EF4-FFF2-40B4-BE49-F238E27FC236}">
                  <a16:creationId xmlns:a16="http://schemas.microsoft.com/office/drawing/2014/main" id="{60364720-4C28-341C-EACB-157CB8BD1B01}"/>
                </a:ext>
              </a:extLst>
            </p:cNvPr>
            <p:cNvPicPr>
              <a:picLocks noChangeAspect="1"/>
            </p:cNvPicPr>
            <p:nvPr/>
          </p:nvPicPr>
          <p:blipFill>
            <a:blip r:embed="rId5"/>
            <a:stretch>
              <a:fillRect/>
            </a:stretch>
          </p:blipFill>
          <p:spPr>
            <a:xfrm>
              <a:off x="2730585" y="6194425"/>
              <a:ext cx="174581" cy="193675"/>
            </a:xfrm>
            <a:prstGeom prst="rect">
              <a:avLst/>
            </a:prstGeom>
          </p:spPr>
        </p:pic>
      </p:grpSp>
    </p:spTree>
    <p:extLst>
      <p:ext uri="{BB962C8B-B14F-4D97-AF65-F5344CB8AC3E}">
        <p14:creationId xmlns:p14="http://schemas.microsoft.com/office/powerpoint/2010/main" val="2318360436"/>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3D339AF-86F5-4667-83B7-4F21033E06B9}"/>
              </a:ext>
            </a:extLst>
          </p:cNvPr>
          <p:cNvSpPr txBox="1"/>
          <p:nvPr/>
        </p:nvSpPr>
        <p:spPr>
          <a:xfrm>
            <a:off x="404813" y="769282"/>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Equivalent Circuits of individual pins</a:t>
            </a:r>
          </a:p>
        </p:txBody>
      </p:sp>
      <p:sp>
        <p:nvSpPr>
          <p:cNvPr id="2" name="TextBox 1">
            <a:extLst>
              <a:ext uri="{FF2B5EF4-FFF2-40B4-BE49-F238E27FC236}">
                <a16:creationId xmlns:a16="http://schemas.microsoft.com/office/drawing/2014/main" id="{9B32A916-CB72-ACCF-02C8-5C9BEC1AA1C3}"/>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4" name="표 13">
            <a:extLst>
              <a:ext uri="{FF2B5EF4-FFF2-40B4-BE49-F238E27FC236}">
                <a16:creationId xmlns:a16="http://schemas.microsoft.com/office/drawing/2014/main" id="{7116F89B-3268-1885-B2FF-3EBA988099AA}"/>
              </a:ext>
            </a:extLst>
          </p:cNvPr>
          <p:cNvGraphicFramePr>
            <a:graphicFrameLocks noGrp="1"/>
          </p:cNvGraphicFramePr>
          <p:nvPr>
            <p:extLst>
              <p:ext uri="{D42A27DB-BD31-4B8C-83A1-F6EECF244321}">
                <p14:modId xmlns:p14="http://schemas.microsoft.com/office/powerpoint/2010/main" val="2150124594"/>
              </p:ext>
            </p:extLst>
          </p:nvPr>
        </p:nvGraphicFramePr>
        <p:xfrm>
          <a:off x="413545" y="1113738"/>
          <a:ext cx="6048622" cy="7322578"/>
        </p:xfrm>
        <a:graphic>
          <a:graphicData uri="http://schemas.openxmlformats.org/drawingml/2006/table">
            <a:tbl>
              <a:tblPr>
                <a:tableStyleId>{5C22544A-7EE6-4342-B048-85BDC9FD1C3A}</a:tableStyleId>
              </a:tblPr>
              <a:tblGrid>
                <a:gridCol w="847791">
                  <a:extLst>
                    <a:ext uri="{9D8B030D-6E8A-4147-A177-3AD203B41FA5}">
                      <a16:colId xmlns:a16="http://schemas.microsoft.com/office/drawing/2014/main" val="1199541810"/>
                    </a:ext>
                  </a:extLst>
                </a:gridCol>
                <a:gridCol w="375781">
                  <a:extLst>
                    <a:ext uri="{9D8B030D-6E8A-4147-A177-3AD203B41FA5}">
                      <a16:colId xmlns:a16="http://schemas.microsoft.com/office/drawing/2014/main" val="112759525"/>
                    </a:ext>
                  </a:extLst>
                </a:gridCol>
                <a:gridCol w="3657600">
                  <a:extLst>
                    <a:ext uri="{9D8B030D-6E8A-4147-A177-3AD203B41FA5}">
                      <a16:colId xmlns:a16="http://schemas.microsoft.com/office/drawing/2014/main" val="3900317923"/>
                    </a:ext>
                  </a:extLst>
                </a:gridCol>
                <a:gridCol w="1167450">
                  <a:extLst>
                    <a:ext uri="{9D8B030D-6E8A-4147-A177-3AD203B41FA5}">
                      <a16:colId xmlns:a16="http://schemas.microsoft.com/office/drawing/2014/main" val="3382103366"/>
                    </a:ext>
                  </a:extLst>
                </a:gridCol>
              </a:tblGrid>
              <a:tr h="224109">
                <a:tc>
                  <a:txBody>
                    <a:bodyPr/>
                    <a:lstStyle/>
                    <a:p>
                      <a:pPr algn="ctr" fontAlgn="ctr"/>
                      <a:r>
                        <a:rPr lang="en-US" sz="900" b="1" u="none" strike="noStrike" dirty="0">
                          <a:effectLst/>
                          <a:latin typeface="Arial" panose="020B0604020202020204" pitchFamily="34" charset="0"/>
                          <a:cs typeface="Arial" panose="020B0604020202020204" pitchFamily="34" charset="0"/>
                        </a:rPr>
                        <a:t>Pad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Circuit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936546">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Frame Sync</a:t>
                      </a: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955606">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nINT_FT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Interrupt for Fault</a:t>
                      </a:r>
                    </a:p>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(Open-drain)</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1003149">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nINT_LD</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Interrupt for LD</a:t>
                      </a:r>
                    </a:p>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(Open-drain)</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0537586"/>
                  </a:ext>
                </a:extLst>
              </a:tr>
              <a:tr h="1031672">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FBO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Feedback Output</a:t>
                      </a:r>
                    </a:p>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for VLED</a:t>
                      </a:r>
                    </a:p>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(Open-drain)</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315327"/>
                  </a:ext>
                </a:extLst>
              </a:tr>
              <a:tr h="1044418">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Feedback Input</a:t>
                      </a:r>
                    </a:p>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for VLED</a:t>
                      </a: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1032832">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Data In/Out</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981816"/>
                  </a:ext>
                </a:extLst>
              </a:tr>
              <a:tr h="1001195">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TEST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For test only</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2762005"/>
                  </a:ext>
                </a:extLst>
              </a:tr>
            </a:tbl>
          </a:graphicData>
        </a:graphic>
      </p:graphicFrame>
      <p:grpSp>
        <p:nvGrpSpPr>
          <p:cNvPr id="156" name="그룹 155">
            <a:extLst>
              <a:ext uri="{FF2B5EF4-FFF2-40B4-BE49-F238E27FC236}">
                <a16:creationId xmlns:a16="http://schemas.microsoft.com/office/drawing/2014/main" id="{4CCA941F-EDA6-1AB0-124E-223F31B23A0F}"/>
              </a:ext>
            </a:extLst>
          </p:cNvPr>
          <p:cNvGrpSpPr/>
          <p:nvPr/>
        </p:nvGrpSpPr>
        <p:grpSpPr>
          <a:xfrm>
            <a:off x="2877886" y="1458850"/>
            <a:ext cx="1075276" cy="882003"/>
            <a:chOff x="2994480" y="1733260"/>
            <a:chExt cx="1075276" cy="882003"/>
          </a:xfrm>
        </p:grpSpPr>
        <p:pic>
          <p:nvPicPr>
            <p:cNvPr id="7" name="그림 6" descr="화살이(가) 표시된 사진&#10;&#10;자동 생성된 설명">
              <a:extLst>
                <a:ext uri="{FF2B5EF4-FFF2-40B4-BE49-F238E27FC236}">
                  <a16:creationId xmlns:a16="http://schemas.microsoft.com/office/drawing/2014/main" id="{D854E8D3-C55A-6F8C-0AC3-C5DCCAFFF151}"/>
                </a:ext>
              </a:extLst>
            </p:cNvPr>
            <p:cNvPicPr>
              <a:picLocks noChangeAspect="1"/>
            </p:cNvPicPr>
            <p:nvPr/>
          </p:nvPicPr>
          <p:blipFill>
            <a:blip r:embed="rId2"/>
            <a:stretch>
              <a:fillRect/>
            </a:stretch>
          </p:blipFill>
          <p:spPr>
            <a:xfrm>
              <a:off x="2994480" y="1749633"/>
              <a:ext cx="1075276" cy="865630"/>
            </a:xfrm>
            <a:prstGeom prst="rect">
              <a:avLst/>
            </a:prstGeom>
          </p:spPr>
        </p:pic>
        <p:sp>
          <p:nvSpPr>
            <p:cNvPr id="151" name="TextBox 150">
              <a:extLst>
                <a:ext uri="{FF2B5EF4-FFF2-40B4-BE49-F238E27FC236}">
                  <a16:creationId xmlns:a16="http://schemas.microsoft.com/office/drawing/2014/main" id="{F6126E5F-776A-54E5-3180-7EC41256F52A}"/>
                </a:ext>
              </a:extLst>
            </p:cNvPr>
            <p:cNvSpPr txBox="1"/>
            <p:nvPr/>
          </p:nvSpPr>
          <p:spPr>
            <a:xfrm>
              <a:off x="3185747" y="1733260"/>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16" name="그룹 15">
            <a:extLst>
              <a:ext uri="{FF2B5EF4-FFF2-40B4-BE49-F238E27FC236}">
                <a16:creationId xmlns:a16="http://schemas.microsoft.com/office/drawing/2014/main" id="{1A5AB809-13CF-D263-A1E1-273FEA29CB4B}"/>
              </a:ext>
            </a:extLst>
          </p:cNvPr>
          <p:cNvGrpSpPr/>
          <p:nvPr/>
        </p:nvGrpSpPr>
        <p:grpSpPr>
          <a:xfrm>
            <a:off x="2872430" y="2391670"/>
            <a:ext cx="1086188" cy="902560"/>
            <a:chOff x="2748498" y="2718079"/>
            <a:chExt cx="1086188" cy="902560"/>
          </a:xfrm>
        </p:grpSpPr>
        <p:pic>
          <p:nvPicPr>
            <p:cNvPr id="6" name="object 11">
              <a:extLst>
                <a:ext uri="{FF2B5EF4-FFF2-40B4-BE49-F238E27FC236}">
                  <a16:creationId xmlns:a16="http://schemas.microsoft.com/office/drawing/2014/main" id="{ED818154-DFDD-D2D0-AC3A-C550CA969CF7}"/>
                </a:ext>
              </a:extLst>
            </p:cNvPr>
            <p:cNvPicPr/>
            <p:nvPr/>
          </p:nvPicPr>
          <p:blipFill>
            <a:blip r:embed="rId3" cstate="print"/>
            <a:stretch>
              <a:fillRect/>
            </a:stretch>
          </p:blipFill>
          <p:spPr>
            <a:xfrm>
              <a:off x="2748498" y="2744969"/>
              <a:ext cx="1086188" cy="875670"/>
            </a:xfrm>
            <a:prstGeom prst="rect">
              <a:avLst/>
            </a:prstGeom>
          </p:spPr>
        </p:pic>
        <p:sp>
          <p:nvSpPr>
            <p:cNvPr id="149" name="TextBox 148">
              <a:extLst>
                <a:ext uri="{FF2B5EF4-FFF2-40B4-BE49-F238E27FC236}">
                  <a16:creationId xmlns:a16="http://schemas.microsoft.com/office/drawing/2014/main" id="{857E319C-882F-7F1A-1E39-7B3ACBE94FE0}"/>
                </a:ext>
              </a:extLst>
            </p:cNvPr>
            <p:cNvSpPr txBox="1"/>
            <p:nvPr/>
          </p:nvSpPr>
          <p:spPr>
            <a:xfrm>
              <a:off x="3252766" y="2718079"/>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18" name="그룹 17">
            <a:extLst>
              <a:ext uri="{FF2B5EF4-FFF2-40B4-BE49-F238E27FC236}">
                <a16:creationId xmlns:a16="http://schemas.microsoft.com/office/drawing/2014/main" id="{904E74D4-E0E6-4753-4CAE-76EDE527F4E3}"/>
              </a:ext>
            </a:extLst>
          </p:cNvPr>
          <p:cNvGrpSpPr/>
          <p:nvPr/>
        </p:nvGrpSpPr>
        <p:grpSpPr>
          <a:xfrm>
            <a:off x="2872430" y="3383394"/>
            <a:ext cx="1086188" cy="902560"/>
            <a:chOff x="2748498" y="2718079"/>
            <a:chExt cx="1086188" cy="902560"/>
          </a:xfrm>
        </p:grpSpPr>
        <p:pic>
          <p:nvPicPr>
            <p:cNvPr id="158" name="object 11">
              <a:extLst>
                <a:ext uri="{FF2B5EF4-FFF2-40B4-BE49-F238E27FC236}">
                  <a16:creationId xmlns:a16="http://schemas.microsoft.com/office/drawing/2014/main" id="{39A4DCE8-2E7B-21B2-A546-E63A88EBAC94}"/>
                </a:ext>
              </a:extLst>
            </p:cNvPr>
            <p:cNvPicPr/>
            <p:nvPr/>
          </p:nvPicPr>
          <p:blipFill>
            <a:blip r:embed="rId3" cstate="print"/>
            <a:stretch>
              <a:fillRect/>
            </a:stretch>
          </p:blipFill>
          <p:spPr>
            <a:xfrm>
              <a:off x="2748498" y="2744969"/>
              <a:ext cx="1086188" cy="875670"/>
            </a:xfrm>
            <a:prstGeom prst="rect">
              <a:avLst/>
            </a:prstGeom>
          </p:spPr>
        </p:pic>
        <p:sp>
          <p:nvSpPr>
            <p:cNvPr id="159" name="TextBox 158">
              <a:extLst>
                <a:ext uri="{FF2B5EF4-FFF2-40B4-BE49-F238E27FC236}">
                  <a16:creationId xmlns:a16="http://schemas.microsoft.com/office/drawing/2014/main" id="{A1E25CD2-5B8C-0393-F448-1F95A37F12F4}"/>
                </a:ext>
              </a:extLst>
            </p:cNvPr>
            <p:cNvSpPr txBox="1"/>
            <p:nvPr/>
          </p:nvSpPr>
          <p:spPr>
            <a:xfrm>
              <a:off x="3252766" y="2718079"/>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35" name="그룹 34">
            <a:extLst>
              <a:ext uri="{FF2B5EF4-FFF2-40B4-BE49-F238E27FC236}">
                <a16:creationId xmlns:a16="http://schemas.microsoft.com/office/drawing/2014/main" id="{7DFE6E6C-94D9-2B90-EF38-A745FBBF85E9}"/>
              </a:ext>
            </a:extLst>
          </p:cNvPr>
          <p:cNvGrpSpPr/>
          <p:nvPr/>
        </p:nvGrpSpPr>
        <p:grpSpPr>
          <a:xfrm>
            <a:off x="2872430" y="4391575"/>
            <a:ext cx="1086188" cy="902560"/>
            <a:chOff x="2748498" y="2718079"/>
            <a:chExt cx="1086188" cy="902560"/>
          </a:xfrm>
        </p:grpSpPr>
        <p:pic>
          <p:nvPicPr>
            <p:cNvPr id="36" name="object 11">
              <a:extLst>
                <a:ext uri="{FF2B5EF4-FFF2-40B4-BE49-F238E27FC236}">
                  <a16:creationId xmlns:a16="http://schemas.microsoft.com/office/drawing/2014/main" id="{AE8F2BE2-D6E8-EDB0-3600-DE56F99EDA55}"/>
                </a:ext>
              </a:extLst>
            </p:cNvPr>
            <p:cNvPicPr/>
            <p:nvPr/>
          </p:nvPicPr>
          <p:blipFill>
            <a:blip r:embed="rId3" cstate="print"/>
            <a:stretch>
              <a:fillRect/>
            </a:stretch>
          </p:blipFill>
          <p:spPr>
            <a:xfrm>
              <a:off x="2748498" y="2744969"/>
              <a:ext cx="1086188" cy="875670"/>
            </a:xfrm>
            <a:prstGeom prst="rect">
              <a:avLst/>
            </a:prstGeom>
          </p:spPr>
        </p:pic>
        <p:sp>
          <p:nvSpPr>
            <p:cNvPr id="37" name="TextBox 36">
              <a:extLst>
                <a:ext uri="{FF2B5EF4-FFF2-40B4-BE49-F238E27FC236}">
                  <a16:creationId xmlns:a16="http://schemas.microsoft.com/office/drawing/2014/main" id="{C5870B0B-9D45-9F05-FB83-EF652A8C25BC}"/>
                </a:ext>
              </a:extLst>
            </p:cNvPr>
            <p:cNvSpPr txBox="1"/>
            <p:nvPr/>
          </p:nvSpPr>
          <p:spPr>
            <a:xfrm>
              <a:off x="3252766" y="2718079"/>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pic>
        <p:nvPicPr>
          <p:cNvPr id="39" name="그림 38">
            <a:extLst>
              <a:ext uri="{FF2B5EF4-FFF2-40B4-BE49-F238E27FC236}">
                <a16:creationId xmlns:a16="http://schemas.microsoft.com/office/drawing/2014/main" id="{8A9BD1A4-B0E4-9005-4DD4-246C7126E456}"/>
              </a:ext>
            </a:extLst>
          </p:cNvPr>
          <p:cNvPicPr>
            <a:picLocks noChangeAspect="1"/>
          </p:cNvPicPr>
          <p:nvPr/>
        </p:nvPicPr>
        <p:blipFill>
          <a:blip r:embed="rId4"/>
          <a:stretch>
            <a:fillRect/>
          </a:stretch>
        </p:blipFill>
        <p:spPr>
          <a:xfrm>
            <a:off x="2798848" y="6428324"/>
            <a:ext cx="1155699" cy="987222"/>
          </a:xfrm>
          <a:prstGeom prst="rect">
            <a:avLst/>
          </a:prstGeom>
        </p:spPr>
      </p:pic>
      <p:grpSp>
        <p:nvGrpSpPr>
          <p:cNvPr id="4" name="그룹 3">
            <a:extLst>
              <a:ext uri="{FF2B5EF4-FFF2-40B4-BE49-F238E27FC236}">
                <a16:creationId xmlns:a16="http://schemas.microsoft.com/office/drawing/2014/main" id="{C6C791E1-0D7A-982D-F21E-E9B1ADBF9F11}"/>
              </a:ext>
            </a:extLst>
          </p:cNvPr>
          <p:cNvGrpSpPr/>
          <p:nvPr/>
        </p:nvGrpSpPr>
        <p:grpSpPr>
          <a:xfrm>
            <a:off x="2872430" y="5451584"/>
            <a:ext cx="1075276" cy="882003"/>
            <a:chOff x="2994480" y="1733260"/>
            <a:chExt cx="1075276" cy="882003"/>
          </a:xfrm>
        </p:grpSpPr>
        <p:pic>
          <p:nvPicPr>
            <p:cNvPr id="9" name="그림 8" descr="화살이(가) 표시된 사진&#10;&#10;자동 생성된 설명">
              <a:extLst>
                <a:ext uri="{FF2B5EF4-FFF2-40B4-BE49-F238E27FC236}">
                  <a16:creationId xmlns:a16="http://schemas.microsoft.com/office/drawing/2014/main" id="{3667C0BD-9BD4-8C98-0CE9-8C24C5561867}"/>
                </a:ext>
              </a:extLst>
            </p:cNvPr>
            <p:cNvPicPr>
              <a:picLocks noChangeAspect="1"/>
            </p:cNvPicPr>
            <p:nvPr/>
          </p:nvPicPr>
          <p:blipFill>
            <a:blip r:embed="rId2"/>
            <a:stretch>
              <a:fillRect/>
            </a:stretch>
          </p:blipFill>
          <p:spPr>
            <a:xfrm>
              <a:off x="2994480" y="1749633"/>
              <a:ext cx="1075276" cy="865630"/>
            </a:xfrm>
            <a:prstGeom prst="rect">
              <a:avLst/>
            </a:prstGeom>
          </p:spPr>
        </p:pic>
        <p:sp>
          <p:nvSpPr>
            <p:cNvPr id="12" name="TextBox 11">
              <a:extLst>
                <a:ext uri="{FF2B5EF4-FFF2-40B4-BE49-F238E27FC236}">
                  <a16:creationId xmlns:a16="http://schemas.microsoft.com/office/drawing/2014/main" id="{450F6AE2-3445-62D5-1DF6-A907D89A5C88}"/>
                </a:ext>
              </a:extLst>
            </p:cNvPr>
            <p:cNvSpPr txBox="1"/>
            <p:nvPr/>
          </p:nvSpPr>
          <p:spPr>
            <a:xfrm>
              <a:off x="3185747" y="1733260"/>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13" name="그룹 12">
            <a:extLst>
              <a:ext uri="{FF2B5EF4-FFF2-40B4-BE49-F238E27FC236}">
                <a16:creationId xmlns:a16="http://schemas.microsoft.com/office/drawing/2014/main" id="{D9B613AF-D55E-FAE5-2820-3198AE8CAA7E}"/>
              </a:ext>
            </a:extLst>
          </p:cNvPr>
          <p:cNvGrpSpPr/>
          <p:nvPr/>
        </p:nvGrpSpPr>
        <p:grpSpPr>
          <a:xfrm>
            <a:off x="2900218" y="7491422"/>
            <a:ext cx="1075276" cy="882003"/>
            <a:chOff x="2994480" y="1733260"/>
            <a:chExt cx="1075276" cy="882003"/>
          </a:xfrm>
        </p:grpSpPr>
        <p:pic>
          <p:nvPicPr>
            <p:cNvPr id="17" name="그림 16" descr="화살이(가) 표시된 사진&#10;&#10;자동 생성된 설명">
              <a:extLst>
                <a:ext uri="{FF2B5EF4-FFF2-40B4-BE49-F238E27FC236}">
                  <a16:creationId xmlns:a16="http://schemas.microsoft.com/office/drawing/2014/main" id="{B6D07871-BB7E-D79D-897B-CF30769459AF}"/>
                </a:ext>
              </a:extLst>
            </p:cNvPr>
            <p:cNvPicPr>
              <a:picLocks noChangeAspect="1"/>
            </p:cNvPicPr>
            <p:nvPr/>
          </p:nvPicPr>
          <p:blipFill>
            <a:blip r:embed="rId2"/>
            <a:stretch>
              <a:fillRect/>
            </a:stretch>
          </p:blipFill>
          <p:spPr>
            <a:xfrm>
              <a:off x="2994480" y="1749633"/>
              <a:ext cx="1075276" cy="865630"/>
            </a:xfrm>
            <a:prstGeom prst="rect">
              <a:avLst/>
            </a:prstGeom>
          </p:spPr>
        </p:pic>
        <p:sp>
          <p:nvSpPr>
            <p:cNvPr id="19" name="TextBox 18">
              <a:extLst>
                <a:ext uri="{FF2B5EF4-FFF2-40B4-BE49-F238E27FC236}">
                  <a16:creationId xmlns:a16="http://schemas.microsoft.com/office/drawing/2014/main" id="{81F909F1-06B2-9696-91D3-03D45FFD1FDD}"/>
                </a:ext>
              </a:extLst>
            </p:cNvPr>
            <p:cNvSpPr txBox="1"/>
            <p:nvPr/>
          </p:nvSpPr>
          <p:spPr>
            <a:xfrm>
              <a:off x="3185747" y="1733260"/>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spTree>
    <p:extLst>
      <p:ext uri="{BB962C8B-B14F-4D97-AF65-F5344CB8AC3E}">
        <p14:creationId xmlns:p14="http://schemas.microsoft.com/office/powerpoint/2010/main" val="2671213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7B3-E960-5D97-E28A-41035D1ED9DA}"/>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0F83132-CF7C-A82B-D205-F244D86D614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411EEC7-8DCC-370D-C6C4-17F02B7FEC52}"/>
              </a:ext>
            </a:extLst>
          </p:cNvPr>
          <p:cNvSpPr txBox="1"/>
          <p:nvPr/>
        </p:nvSpPr>
        <p:spPr>
          <a:xfrm>
            <a:off x="404813" y="769282"/>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Equivalent Circuits of individual pins</a:t>
            </a:r>
          </a:p>
        </p:txBody>
      </p:sp>
      <p:sp>
        <p:nvSpPr>
          <p:cNvPr id="2" name="TextBox 1">
            <a:extLst>
              <a:ext uri="{FF2B5EF4-FFF2-40B4-BE49-F238E27FC236}">
                <a16:creationId xmlns:a16="http://schemas.microsoft.com/office/drawing/2014/main" id="{FE1FAD73-BC2F-D2D5-A151-887CBCC5B76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4" name="표 13">
            <a:extLst>
              <a:ext uri="{FF2B5EF4-FFF2-40B4-BE49-F238E27FC236}">
                <a16:creationId xmlns:a16="http://schemas.microsoft.com/office/drawing/2014/main" id="{FDEDFF73-2A3F-C2BA-7C6F-D4BCB312604C}"/>
              </a:ext>
            </a:extLst>
          </p:cNvPr>
          <p:cNvGraphicFramePr>
            <a:graphicFrameLocks noGrp="1"/>
          </p:cNvGraphicFramePr>
          <p:nvPr>
            <p:extLst>
              <p:ext uri="{D42A27DB-BD31-4B8C-83A1-F6EECF244321}">
                <p14:modId xmlns:p14="http://schemas.microsoft.com/office/powerpoint/2010/main" val="1804749405"/>
              </p:ext>
            </p:extLst>
          </p:nvPr>
        </p:nvGraphicFramePr>
        <p:xfrm>
          <a:off x="413545" y="1113738"/>
          <a:ext cx="6048622" cy="5245328"/>
        </p:xfrm>
        <a:graphic>
          <a:graphicData uri="http://schemas.openxmlformats.org/drawingml/2006/table">
            <a:tbl>
              <a:tblPr>
                <a:tableStyleId>{5C22544A-7EE6-4342-B048-85BDC9FD1C3A}</a:tableStyleId>
              </a:tblPr>
              <a:tblGrid>
                <a:gridCol w="847791">
                  <a:extLst>
                    <a:ext uri="{9D8B030D-6E8A-4147-A177-3AD203B41FA5}">
                      <a16:colId xmlns:a16="http://schemas.microsoft.com/office/drawing/2014/main" val="1199541810"/>
                    </a:ext>
                  </a:extLst>
                </a:gridCol>
                <a:gridCol w="375781">
                  <a:extLst>
                    <a:ext uri="{9D8B030D-6E8A-4147-A177-3AD203B41FA5}">
                      <a16:colId xmlns:a16="http://schemas.microsoft.com/office/drawing/2014/main" val="112759525"/>
                    </a:ext>
                  </a:extLst>
                </a:gridCol>
                <a:gridCol w="3657600">
                  <a:extLst>
                    <a:ext uri="{9D8B030D-6E8A-4147-A177-3AD203B41FA5}">
                      <a16:colId xmlns:a16="http://schemas.microsoft.com/office/drawing/2014/main" val="3900317923"/>
                    </a:ext>
                  </a:extLst>
                </a:gridCol>
                <a:gridCol w="1167450">
                  <a:extLst>
                    <a:ext uri="{9D8B030D-6E8A-4147-A177-3AD203B41FA5}">
                      <a16:colId xmlns:a16="http://schemas.microsoft.com/office/drawing/2014/main" val="3382103366"/>
                    </a:ext>
                  </a:extLst>
                </a:gridCol>
              </a:tblGrid>
              <a:tr h="224109">
                <a:tc>
                  <a:txBody>
                    <a:bodyPr/>
                    <a:lstStyle/>
                    <a:p>
                      <a:pPr algn="ctr" fontAlgn="ctr"/>
                      <a:r>
                        <a:rPr lang="en-US" sz="900" b="1" u="none" strike="noStrike" dirty="0">
                          <a:effectLst/>
                          <a:latin typeface="Arial" panose="020B0604020202020204" pitchFamily="34" charset="0"/>
                          <a:cs typeface="Arial" panose="020B0604020202020204" pitchFamily="34" charset="0"/>
                        </a:rPr>
                        <a:t>Pad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Circuit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936546">
                <a:tc>
                  <a:txBody>
                    <a:bodyPr/>
                    <a:lstStyle/>
                    <a:p>
                      <a:pPr algn="ctr" fontAlgn="ct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LDO</a:t>
                      </a:r>
                      <a:r>
                        <a:rPr lang="en-US" altLang="ko-KR" sz="900" b="0" i="0" u="none" strike="noStrike" baseline="-25000" dirty="0">
                          <a:solidFill>
                            <a:srgbClr val="000000"/>
                          </a:solidFill>
                          <a:effectLst/>
                          <a:latin typeface="Arial" panose="020B0604020202020204" pitchFamily="34" charset="0"/>
                          <a:ea typeface="+mn-ea"/>
                          <a:cs typeface="Arial" panose="020B0604020202020204" pitchFamily="34" charset="0"/>
                        </a:rPr>
                        <a:t>IN</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LDO In</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955606">
                <a:tc>
                  <a:txBody>
                    <a:bodyPr/>
                    <a:lstStyle/>
                    <a:p>
                      <a:pPr algn="ctr" fontAlgn="ct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LDO</a:t>
                      </a:r>
                      <a:r>
                        <a:rPr lang="en-US" altLang="ko-KR" sz="900" b="0" i="0" u="none" strike="noStrike" baseline="-25000" dirty="0">
                          <a:solidFill>
                            <a:srgbClr val="000000"/>
                          </a:solidFill>
                          <a:effectLst/>
                          <a:latin typeface="Arial" panose="020B0604020202020204" pitchFamily="34" charset="0"/>
                          <a:ea typeface="+mn-ea"/>
                          <a:cs typeface="Arial" panose="020B0604020202020204" pitchFamily="34" charset="0"/>
                        </a:rPr>
                        <a:t>OUT</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LDO Out</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1003149">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DACO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DAC Out</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0537586"/>
                  </a:ext>
                </a:extLst>
              </a:tr>
              <a:tr h="1031672">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Digital Power</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315327"/>
                  </a:ext>
                </a:extLst>
              </a:tr>
              <a:tr h="1001195">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SS</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Digital GND</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2762005"/>
                  </a:ext>
                </a:extLst>
              </a:tr>
            </a:tbl>
          </a:graphicData>
        </a:graphic>
      </p:graphicFrame>
      <p:sp>
        <p:nvSpPr>
          <p:cNvPr id="11" name="object 84">
            <a:extLst>
              <a:ext uri="{FF2B5EF4-FFF2-40B4-BE49-F238E27FC236}">
                <a16:creationId xmlns:a16="http://schemas.microsoft.com/office/drawing/2014/main" id="{8DA2D62B-9A6D-8B5B-686A-5A153FB20072}"/>
              </a:ext>
            </a:extLst>
          </p:cNvPr>
          <p:cNvSpPr txBox="1"/>
          <p:nvPr/>
        </p:nvSpPr>
        <p:spPr>
          <a:xfrm>
            <a:off x="2106843" y="6623915"/>
            <a:ext cx="264431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4. Equivalent Circuits of individual pins</a:t>
            </a:r>
          </a:p>
        </p:txBody>
      </p:sp>
      <p:pic>
        <p:nvPicPr>
          <p:cNvPr id="13" name="그림 12">
            <a:extLst>
              <a:ext uri="{FF2B5EF4-FFF2-40B4-BE49-F238E27FC236}">
                <a16:creationId xmlns:a16="http://schemas.microsoft.com/office/drawing/2014/main" id="{4869407C-8C96-5736-5EBA-4CFE1CB7B319}"/>
              </a:ext>
            </a:extLst>
          </p:cNvPr>
          <p:cNvPicPr>
            <a:picLocks noChangeAspect="1"/>
          </p:cNvPicPr>
          <p:nvPr/>
        </p:nvPicPr>
        <p:blipFill>
          <a:blip r:embed="rId3"/>
          <a:stretch>
            <a:fillRect/>
          </a:stretch>
        </p:blipFill>
        <p:spPr>
          <a:xfrm>
            <a:off x="3049244" y="2425445"/>
            <a:ext cx="437058" cy="865630"/>
          </a:xfrm>
          <a:prstGeom prst="rect">
            <a:avLst/>
          </a:prstGeom>
        </p:spPr>
      </p:pic>
      <p:pic>
        <p:nvPicPr>
          <p:cNvPr id="17" name="그림 16">
            <a:extLst>
              <a:ext uri="{FF2B5EF4-FFF2-40B4-BE49-F238E27FC236}">
                <a16:creationId xmlns:a16="http://schemas.microsoft.com/office/drawing/2014/main" id="{D84E0FA1-7C1E-FA2D-301C-2B4C94B72F56}"/>
              </a:ext>
            </a:extLst>
          </p:cNvPr>
          <p:cNvPicPr>
            <a:picLocks noChangeAspect="1"/>
          </p:cNvPicPr>
          <p:nvPr/>
        </p:nvPicPr>
        <p:blipFill>
          <a:blip r:embed="rId4"/>
          <a:stretch>
            <a:fillRect/>
          </a:stretch>
        </p:blipFill>
        <p:spPr>
          <a:xfrm>
            <a:off x="3072270" y="3410900"/>
            <a:ext cx="646056" cy="865630"/>
          </a:xfrm>
          <a:prstGeom prst="rect">
            <a:avLst/>
          </a:prstGeom>
        </p:spPr>
      </p:pic>
      <p:pic>
        <p:nvPicPr>
          <p:cNvPr id="19" name="그림 18">
            <a:extLst>
              <a:ext uri="{FF2B5EF4-FFF2-40B4-BE49-F238E27FC236}">
                <a16:creationId xmlns:a16="http://schemas.microsoft.com/office/drawing/2014/main" id="{2BCE10EE-9AAF-F370-428A-114BC9C52A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44239" y="4463762"/>
            <a:ext cx="940203" cy="792337"/>
          </a:xfrm>
          <a:prstGeom prst="rect">
            <a:avLst/>
          </a:prstGeom>
        </p:spPr>
      </p:pic>
      <p:grpSp>
        <p:nvGrpSpPr>
          <p:cNvPr id="20" name="그룹 19">
            <a:extLst>
              <a:ext uri="{FF2B5EF4-FFF2-40B4-BE49-F238E27FC236}">
                <a16:creationId xmlns:a16="http://schemas.microsoft.com/office/drawing/2014/main" id="{94D1BC71-A6D5-A47F-DCA3-D60122E95F46}"/>
              </a:ext>
            </a:extLst>
          </p:cNvPr>
          <p:cNvGrpSpPr/>
          <p:nvPr/>
        </p:nvGrpSpPr>
        <p:grpSpPr>
          <a:xfrm>
            <a:off x="2926228" y="5415602"/>
            <a:ext cx="938140" cy="914420"/>
            <a:chOff x="2964283" y="7900058"/>
            <a:chExt cx="938140" cy="914420"/>
          </a:xfrm>
        </p:grpSpPr>
        <p:pic>
          <p:nvPicPr>
            <p:cNvPr id="21" name="그림 20">
              <a:extLst>
                <a:ext uri="{FF2B5EF4-FFF2-40B4-BE49-F238E27FC236}">
                  <a16:creationId xmlns:a16="http://schemas.microsoft.com/office/drawing/2014/main" id="{BCB35CDF-8696-836B-264B-974B414DC16E}"/>
                </a:ext>
              </a:extLst>
            </p:cNvPr>
            <p:cNvPicPr>
              <a:picLocks noChangeAspect="1"/>
            </p:cNvPicPr>
            <p:nvPr/>
          </p:nvPicPr>
          <p:blipFill>
            <a:blip r:embed="rId6"/>
            <a:stretch>
              <a:fillRect/>
            </a:stretch>
          </p:blipFill>
          <p:spPr>
            <a:xfrm>
              <a:off x="2964283" y="7929356"/>
              <a:ext cx="938140" cy="885122"/>
            </a:xfrm>
            <a:prstGeom prst="rect">
              <a:avLst/>
            </a:prstGeom>
          </p:spPr>
        </p:pic>
        <p:sp>
          <p:nvSpPr>
            <p:cNvPr id="22" name="TextBox 21">
              <a:extLst>
                <a:ext uri="{FF2B5EF4-FFF2-40B4-BE49-F238E27FC236}">
                  <a16:creationId xmlns:a16="http://schemas.microsoft.com/office/drawing/2014/main" id="{5649710E-FA56-C1A4-EBBC-EE070D4A0661}"/>
                </a:ext>
              </a:extLst>
            </p:cNvPr>
            <p:cNvSpPr txBox="1"/>
            <p:nvPr/>
          </p:nvSpPr>
          <p:spPr>
            <a:xfrm>
              <a:off x="3253344" y="7900058"/>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pic>
        <p:nvPicPr>
          <p:cNvPr id="23" name="그림 22">
            <a:extLst>
              <a:ext uri="{FF2B5EF4-FFF2-40B4-BE49-F238E27FC236}">
                <a16:creationId xmlns:a16="http://schemas.microsoft.com/office/drawing/2014/main" id="{B52147DE-6BF3-46C4-6019-A25E63947D03}"/>
              </a:ext>
            </a:extLst>
          </p:cNvPr>
          <p:cNvPicPr>
            <a:picLocks noChangeAspect="1"/>
          </p:cNvPicPr>
          <p:nvPr/>
        </p:nvPicPr>
        <p:blipFill>
          <a:blip r:embed="rId3"/>
          <a:stretch>
            <a:fillRect/>
          </a:stretch>
        </p:blipFill>
        <p:spPr>
          <a:xfrm>
            <a:off x="3072270" y="1463841"/>
            <a:ext cx="437058" cy="865630"/>
          </a:xfrm>
          <a:prstGeom prst="rect">
            <a:avLst/>
          </a:prstGeom>
        </p:spPr>
      </p:pic>
    </p:spTree>
    <p:extLst>
      <p:ext uri="{BB962C8B-B14F-4D97-AF65-F5344CB8AC3E}">
        <p14:creationId xmlns:p14="http://schemas.microsoft.com/office/powerpoint/2010/main" val="381672209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23" name="표 22">
            <a:extLst>
              <a:ext uri="{FF2B5EF4-FFF2-40B4-BE49-F238E27FC236}">
                <a16:creationId xmlns:a16="http://schemas.microsoft.com/office/drawing/2014/main" id="{4A1FBA28-82AD-43E1-A504-169C043335A3}"/>
              </a:ext>
            </a:extLst>
          </p:cNvPr>
          <p:cNvGraphicFramePr>
            <a:graphicFrameLocks noGrp="1"/>
          </p:cNvGraphicFramePr>
          <p:nvPr>
            <p:extLst>
              <p:ext uri="{D42A27DB-BD31-4B8C-83A1-F6EECF244321}">
                <p14:modId xmlns:p14="http://schemas.microsoft.com/office/powerpoint/2010/main" val="276963113"/>
              </p:ext>
            </p:extLst>
          </p:nvPr>
        </p:nvGraphicFramePr>
        <p:xfrm>
          <a:off x="404812" y="1111214"/>
          <a:ext cx="6048375" cy="3929756"/>
        </p:xfrm>
        <a:graphic>
          <a:graphicData uri="http://schemas.openxmlformats.org/drawingml/2006/table">
            <a:tbl>
              <a:tblPr>
                <a:tableStyleId>{5C22544A-7EE6-4342-B048-85BDC9FD1C3A}</a:tableStyleId>
              </a:tblPr>
              <a:tblGrid>
                <a:gridCol w="2430229">
                  <a:extLst>
                    <a:ext uri="{9D8B030D-6E8A-4147-A177-3AD203B41FA5}">
                      <a16:colId xmlns:a16="http://schemas.microsoft.com/office/drawing/2014/main" val="1199541810"/>
                    </a:ext>
                  </a:extLst>
                </a:gridCol>
                <a:gridCol w="935806">
                  <a:extLst>
                    <a:ext uri="{9D8B030D-6E8A-4147-A177-3AD203B41FA5}">
                      <a16:colId xmlns:a16="http://schemas.microsoft.com/office/drawing/2014/main" val="2771136683"/>
                    </a:ext>
                  </a:extLst>
                </a:gridCol>
                <a:gridCol w="2119886">
                  <a:extLst>
                    <a:ext uri="{9D8B030D-6E8A-4147-A177-3AD203B41FA5}">
                      <a16:colId xmlns:a16="http://schemas.microsoft.com/office/drawing/2014/main" val="112759525"/>
                    </a:ext>
                  </a:extLst>
                </a:gridCol>
                <a:gridCol w="562454">
                  <a:extLst>
                    <a:ext uri="{9D8B030D-6E8A-4147-A177-3AD203B41FA5}">
                      <a16:colId xmlns:a16="http://schemas.microsoft.com/office/drawing/2014/main" val="3900317923"/>
                    </a:ext>
                  </a:extLst>
                </a:gridCol>
              </a:tblGrid>
              <a:tr h="321319">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Parameter</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Symbol</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Value</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Supply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-0.3 ~ 6.0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MCLK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VSYNC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VSYNC</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212261">
                <a:tc>
                  <a:txBody>
                    <a:bodyPr/>
                    <a:lstStyle/>
                    <a:p>
                      <a:pPr algn="ctr" fontAlgn="ctr"/>
                      <a:r>
                        <a:rPr lang="da-DK"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SCS</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2768681"/>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9918571"/>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353795"/>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-0.3 ~ 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7066672"/>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DIO</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0.5</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7276827"/>
                  </a:ext>
                </a:extLst>
              </a:tr>
              <a:tr h="212261">
                <a:tc gridSpan="4">
                  <a:txBody>
                    <a:bodyPr/>
                    <a:lstStyle/>
                    <a:p>
                      <a:pPr marL="0" indent="0"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Thermal Resistance</a:t>
                      </a:r>
                    </a:p>
                  </a:txBody>
                  <a:tcPr marL="36000" marR="9525" marT="9525" marB="0" anchor="ctr">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67207615"/>
                  </a:ext>
                </a:extLst>
              </a:tr>
              <a:tr h="212261">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Junction</a:t>
                      </a:r>
                      <a:r>
                        <a:rPr lang="en-US" altLang="ko-KR" sz="900" spc="-5" dirty="0">
                          <a:solidFill>
                            <a:schemeClr val="tx1"/>
                          </a:solidFill>
                          <a:effectLst/>
                          <a:latin typeface="Arial" panose="020B0604020202020204" pitchFamily="34" charset="0"/>
                          <a:ea typeface="Arial" panose="020B0604020202020204" pitchFamily="34" charset="0"/>
                          <a:cs typeface="Arial" panose="020B0604020202020204" pitchFamily="34" charset="0"/>
                        </a:rPr>
                        <a:t> </a:t>
                      </a: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to</a:t>
                      </a:r>
                      <a:r>
                        <a:rPr lang="en-US" altLang="ko-KR" sz="900" spc="-15" dirty="0">
                          <a:solidFill>
                            <a:schemeClr val="tx1"/>
                          </a:solidFill>
                          <a:effectLst/>
                          <a:latin typeface="Arial" panose="020B0604020202020204" pitchFamily="34" charset="0"/>
                          <a:ea typeface="Arial" panose="020B0604020202020204" pitchFamily="34" charset="0"/>
                          <a:cs typeface="Arial" panose="020B0604020202020204" pitchFamily="34" charset="0"/>
                        </a:rPr>
                        <a:t> Ambient </a:t>
                      </a:r>
                      <a:endParaRPr lang="ko-KR"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endParaRPr>
                    </a:p>
                  </a:txBody>
                  <a:tcPr marL="0" marR="72000" marT="0"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a:t>
                      </a:r>
                      <a:r>
                        <a:rPr lang="el-G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θ</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JA</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68 </a:t>
                      </a:r>
                      <a:r>
                        <a:rPr lang="en-US" altLang="ko-KR"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rPr>
                        <a:t>1)</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℃/W</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782142"/>
                  </a:ext>
                </a:extLst>
              </a:tr>
              <a:tr h="212261">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Junction</a:t>
                      </a:r>
                      <a:r>
                        <a:rPr lang="en-US" altLang="ko-KR" sz="900" spc="-5" dirty="0">
                          <a:solidFill>
                            <a:schemeClr val="tx1"/>
                          </a:solidFill>
                          <a:effectLst/>
                          <a:latin typeface="Arial" panose="020B0604020202020204" pitchFamily="34" charset="0"/>
                          <a:ea typeface="Arial" panose="020B0604020202020204" pitchFamily="34" charset="0"/>
                          <a:cs typeface="Arial" panose="020B0604020202020204" pitchFamily="34" charset="0"/>
                        </a:rPr>
                        <a:t> </a:t>
                      </a: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to</a:t>
                      </a:r>
                      <a:r>
                        <a:rPr lang="en-US" altLang="ko-KR" sz="900" spc="-15" dirty="0">
                          <a:solidFill>
                            <a:schemeClr val="tx1"/>
                          </a:solidFill>
                          <a:effectLst/>
                          <a:latin typeface="Arial" panose="020B0604020202020204" pitchFamily="34" charset="0"/>
                          <a:ea typeface="Arial" panose="020B0604020202020204" pitchFamily="34" charset="0"/>
                          <a:cs typeface="Arial" panose="020B0604020202020204" pitchFamily="34" charset="0"/>
                        </a:rPr>
                        <a:t> Case</a:t>
                      </a:r>
                      <a:endParaRPr lang="ko-KR"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endParaRPr>
                    </a:p>
                  </a:txBody>
                  <a:tcPr marL="9525" marR="72000"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a:t>
                      </a:r>
                      <a:r>
                        <a:rPr lang="el-G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θ</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JC</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10 </a:t>
                      </a:r>
                      <a:r>
                        <a:rPr lang="en-US" altLang="ko-KR"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rPr>
                        <a:t>1)</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℃/W</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7589962"/>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Power Dissipation on package</a:t>
                      </a:r>
                      <a:endParaRPr lang="en-US"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P</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TOT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1.03 </a:t>
                      </a:r>
                      <a:r>
                        <a:rPr lang="en-US" altLang="ko-KR"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rPr>
                        <a:t>1)</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W</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57105525"/>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Ambient temperature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A</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-20 ~ 85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Junction temperature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J</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-20 ~ 150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0151205"/>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Storage temperature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STG</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-45 ~ 150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84738261"/>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Relative Humidity(non-condensing)</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RH</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NC</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5 ~ 85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53496677"/>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Moisture Sensitivity </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Level</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MSL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Maximum Floor Life-time </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of 168 </a:t>
                      </a:r>
                      <a:r>
                        <a:rPr kumimoji="0" lang="en-US" altLang="ko-KR" sz="900" b="0" i="0" u="none" strike="noStrike" kern="1200" cap="none" spc="0" normalizeH="0" baseline="0" noProof="0" dirty="0" err="1">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hr</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69059752"/>
                  </a:ext>
                </a:extLst>
              </a:tr>
            </a:tbl>
          </a:graphicData>
        </a:graphic>
      </p:graphicFrame>
      <p:sp>
        <p:nvSpPr>
          <p:cNvPr id="3" name="TextBox 2">
            <a:extLst>
              <a:ext uri="{FF2B5EF4-FFF2-40B4-BE49-F238E27FC236}">
                <a16:creationId xmlns:a16="http://schemas.microsoft.com/office/drawing/2014/main" id="{A5E3B89D-E592-CB97-F0FA-90157D6545C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object 11">
            <a:extLst>
              <a:ext uri="{FF2B5EF4-FFF2-40B4-BE49-F238E27FC236}">
                <a16:creationId xmlns:a16="http://schemas.microsoft.com/office/drawing/2014/main" id="{074000B5-D40C-C169-0A79-FDBCBAD566A8}"/>
              </a:ext>
            </a:extLst>
          </p:cNvPr>
          <p:cNvSpPr txBox="1"/>
          <p:nvPr/>
        </p:nvSpPr>
        <p:spPr>
          <a:xfrm>
            <a:off x="2495468" y="5555278"/>
            <a:ext cx="1987088"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lang="en-US" sz="881" b="1" dirty="0">
                <a:solidFill>
                  <a:prstClr val="black"/>
                </a:solidFill>
                <a:latin typeface="Arial" panose="020B0604020202020204" pitchFamily="34" charset="0"/>
                <a:cs typeface="Arial" panose="020B0604020202020204" pitchFamily="34" charset="0"/>
              </a:rPr>
              <a:t>2</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Maximum Absolute ratings </a:t>
            </a:r>
            <a:endParaRPr kumimoji="0" sz="881" dirty="0">
              <a:solidFill>
                <a:prstClr val="black"/>
              </a:solidFill>
              <a:latin typeface="Arial" panose="020B0604020202020204" pitchFamily="34" charset="0"/>
              <a:ea typeface="+mn-ea"/>
              <a:cs typeface="Arial" panose="020B0604020202020204" pitchFamily="34" charset="0"/>
            </a:endParaRPr>
          </a:p>
        </p:txBody>
      </p:sp>
      <p:sp>
        <p:nvSpPr>
          <p:cNvPr id="7" name="TextBox 6">
            <a:extLst>
              <a:ext uri="{FF2B5EF4-FFF2-40B4-BE49-F238E27FC236}">
                <a16:creationId xmlns:a16="http://schemas.microsoft.com/office/drawing/2014/main" id="{DAB3C624-C751-5737-45EB-52A79F4D74B1}"/>
              </a:ext>
            </a:extLst>
          </p:cNvPr>
          <p:cNvSpPr txBox="1"/>
          <p:nvPr/>
        </p:nvSpPr>
        <p:spPr>
          <a:xfrm>
            <a:off x="400853" y="6950863"/>
            <a:ext cx="605258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ESD  Ratings</a:t>
            </a:r>
          </a:p>
        </p:txBody>
      </p:sp>
      <p:sp>
        <p:nvSpPr>
          <p:cNvPr id="8" name="object 11">
            <a:extLst>
              <a:ext uri="{FF2B5EF4-FFF2-40B4-BE49-F238E27FC236}">
                <a16:creationId xmlns:a16="http://schemas.microsoft.com/office/drawing/2014/main" id="{B70FEA8D-8D38-F760-534E-752DF83C5991}"/>
              </a:ext>
            </a:extLst>
          </p:cNvPr>
          <p:cNvSpPr txBox="1"/>
          <p:nvPr/>
        </p:nvSpPr>
        <p:spPr>
          <a:xfrm>
            <a:off x="2554451" y="8626005"/>
            <a:ext cx="1167756" cy="128240"/>
          </a:xfrm>
          <a:prstGeom prst="rect">
            <a:avLst/>
          </a:prstGeom>
        </p:spPr>
        <p:txBody>
          <a:bodyPr vert="horz" wrap="none" lIns="0" tIns="0" rIns="0" bIns="0" rtlCol="0" anchor="ctr" anchorCtr="0">
            <a:spAutoFit/>
          </a:bodyPr>
          <a:lstStyle/>
          <a:p>
            <a:pPr marL="62176"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 </a:t>
            </a:r>
            <a:r>
              <a:rPr kumimoji="0" lang="en-US" sz="900" b="1" dirty="0">
                <a:solidFill>
                  <a:prstClr val="black"/>
                </a:solidFill>
                <a:latin typeface="Arial" panose="020B0604020202020204" pitchFamily="34" charset="0"/>
                <a:ea typeface="+mn-ea"/>
                <a:cs typeface="Arial" panose="020B0604020202020204" pitchFamily="34" charset="0"/>
              </a:rPr>
              <a:t>3</a:t>
            </a:r>
            <a:r>
              <a:rPr kumimoji="0" sz="900" b="1" dirty="0">
                <a:solidFill>
                  <a:prstClr val="black"/>
                </a:solidFill>
                <a:latin typeface="Arial" panose="020B0604020202020204" pitchFamily="34" charset="0"/>
                <a:ea typeface="+mn-ea"/>
                <a:cs typeface="Arial" panose="020B0604020202020204" pitchFamily="34" charset="0"/>
              </a:rPr>
              <a:t>.</a:t>
            </a:r>
            <a:r>
              <a:rPr kumimoji="0" lang="en-US" sz="900" b="1" dirty="0">
                <a:solidFill>
                  <a:prstClr val="black"/>
                </a:solidFill>
                <a:latin typeface="Arial" panose="020B0604020202020204" pitchFamily="34" charset="0"/>
                <a:ea typeface="+mn-ea"/>
                <a:cs typeface="Arial" panose="020B0604020202020204" pitchFamily="34" charset="0"/>
              </a:rPr>
              <a:t> ESD r</a:t>
            </a:r>
            <a:r>
              <a:rPr lang="en-US" sz="900" b="1" dirty="0">
                <a:solidFill>
                  <a:prstClr val="black"/>
                </a:solidFill>
                <a:latin typeface="Arial" panose="020B0604020202020204" pitchFamily="34" charset="0"/>
                <a:cs typeface="Arial" panose="020B0604020202020204" pitchFamily="34" charset="0"/>
              </a:rPr>
              <a:t>atings</a:t>
            </a:r>
            <a:endParaRPr kumimoji="0" lang="en-US" sz="900" b="1" dirty="0">
              <a:solidFill>
                <a:prstClr val="black"/>
              </a:solidFill>
              <a:latin typeface="Arial" panose="020B0604020202020204" pitchFamily="34" charset="0"/>
              <a:ea typeface="+mn-ea"/>
              <a:cs typeface="Arial" panose="020B0604020202020204" pitchFamily="34" charset="0"/>
            </a:endParaRPr>
          </a:p>
        </p:txBody>
      </p:sp>
      <p:graphicFrame>
        <p:nvGraphicFramePr>
          <p:cNvPr id="9" name="표 8">
            <a:extLst>
              <a:ext uri="{FF2B5EF4-FFF2-40B4-BE49-F238E27FC236}">
                <a16:creationId xmlns:a16="http://schemas.microsoft.com/office/drawing/2014/main" id="{C70E100F-5C07-10E7-39D3-C273A01815EE}"/>
              </a:ext>
            </a:extLst>
          </p:cNvPr>
          <p:cNvGraphicFramePr>
            <a:graphicFrameLocks noGrp="1"/>
          </p:cNvGraphicFramePr>
          <p:nvPr>
            <p:extLst>
              <p:ext uri="{D42A27DB-BD31-4B8C-83A1-F6EECF244321}">
                <p14:modId xmlns:p14="http://schemas.microsoft.com/office/powerpoint/2010/main" val="2782064944"/>
              </p:ext>
            </p:extLst>
          </p:nvPr>
        </p:nvGraphicFramePr>
        <p:xfrm>
          <a:off x="400853" y="7264937"/>
          <a:ext cx="6048621" cy="1122562"/>
        </p:xfrm>
        <a:graphic>
          <a:graphicData uri="http://schemas.openxmlformats.org/drawingml/2006/table">
            <a:tbl>
              <a:tblPr>
                <a:tableStyleId>{5C22544A-7EE6-4342-B048-85BDC9FD1C3A}</a:tableStyleId>
              </a:tblPr>
              <a:tblGrid>
                <a:gridCol w="2424503">
                  <a:extLst>
                    <a:ext uri="{9D8B030D-6E8A-4147-A177-3AD203B41FA5}">
                      <a16:colId xmlns:a16="http://schemas.microsoft.com/office/drawing/2014/main" val="1320303658"/>
                    </a:ext>
                  </a:extLst>
                </a:gridCol>
                <a:gridCol w="941668">
                  <a:extLst>
                    <a:ext uri="{9D8B030D-6E8A-4147-A177-3AD203B41FA5}">
                      <a16:colId xmlns:a16="http://schemas.microsoft.com/office/drawing/2014/main" val="1181630776"/>
                    </a:ext>
                  </a:extLst>
                </a:gridCol>
                <a:gridCol w="805877">
                  <a:extLst>
                    <a:ext uri="{9D8B030D-6E8A-4147-A177-3AD203B41FA5}">
                      <a16:colId xmlns:a16="http://schemas.microsoft.com/office/drawing/2014/main" val="3949318443"/>
                    </a:ext>
                  </a:extLst>
                </a:gridCol>
                <a:gridCol w="401076">
                  <a:extLst>
                    <a:ext uri="{9D8B030D-6E8A-4147-A177-3AD203B41FA5}">
                      <a16:colId xmlns:a16="http://schemas.microsoft.com/office/drawing/2014/main" val="3257084413"/>
                    </a:ext>
                  </a:extLst>
                </a:gridCol>
                <a:gridCol w="1475497">
                  <a:extLst>
                    <a:ext uri="{9D8B030D-6E8A-4147-A177-3AD203B41FA5}">
                      <a16:colId xmlns:a16="http://schemas.microsoft.com/office/drawing/2014/main" val="3840390301"/>
                    </a:ext>
                  </a:extLst>
                </a:gridCol>
              </a:tblGrid>
              <a:tr h="289490">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Parameter</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Symbol</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Value</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Remark</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1316782134"/>
                  </a:ext>
                </a:extLst>
              </a:tr>
              <a:tr h="374962">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Electrostatic Discharge HBM</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ESD</a:t>
                      </a:r>
                      <a:r>
                        <a:rPr lang="en-US" sz="900" kern="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HBM</a:t>
                      </a:r>
                      <a:endParaRPr lang="ko-KR" sz="900" kern="10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zh-CN" sz="900" kern="0" dirty="0">
                          <a:solidFill>
                            <a:schemeClr val="tx1"/>
                          </a:solidFill>
                          <a:effectLst/>
                          <a:latin typeface="Arial" panose="020B0604020202020204" pitchFamily="34" charset="0"/>
                          <a:ea typeface="MyriadPro-Regular"/>
                          <a:cs typeface="Arial" panose="020B0604020202020204" pitchFamily="34" charset="0"/>
                        </a:rPr>
                        <a:t>±</a:t>
                      </a: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2000</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V</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Norm:</a:t>
                      </a:r>
                    </a:p>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JEDEC JS-001-2017</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251016"/>
                  </a:ext>
                </a:extLst>
              </a:tr>
              <a:tr h="458110">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Electrostatic Discharge CDM</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ESD</a:t>
                      </a:r>
                      <a:r>
                        <a:rPr lang="en-US" sz="900" kern="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CDM</a:t>
                      </a:r>
                      <a:endParaRPr lang="ko-KR" sz="900" kern="10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zh-CN" sz="900" kern="0" dirty="0">
                          <a:solidFill>
                            <a:schemeClr val="tx1"/>
                          </a:solidFill>
                          <a:effectLst/>
                          <a:latin typeface="Arial" panose="020B0604020202020204" pitchFamily="34" charset="0"/>
                          <a:ea typeface="MyriadPro-Regular"/>
                          <a:cs typeface="Arial" panose="020B0604020202020204" pitchFamily="34" charset="0"/>
                        </a:rPr>
                        <a:t>±</a:t>
                      </a: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500</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V</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Norm:</a:t>
                      </a:r>
                    </a:p>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 JEDEC JESD22-C101F Oct 2013</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2623322"/>
                  </a:ext>
                </a:extLst>
              </a:tr>
            </a:tbl>
          </a:graphicData>
        </a:graphic>
      </p:graphicFrame>
      <p:sp>
        <p:nvSpPr>
          <p:cNvPr id="2" name="object 16">
            <a:extLst>
              <a:ext uri="{FF2B5EF4-FFF2-40B4-BE49-F238E27FC236}">
                <a16:creationId xmlns:a16="http://schemas.microsoft.com/office/drawing/2014/main" id="{32E10E9E-7FB6-842A-D37D-10F072FACCB2}"/>
              </a:ext>
            </a:extLst>
          </p:cNvPr>
          <p:cNvSpPr txBox="1"/>
          <p:nvPr/>
        </p:nvSpPr>
        <p:spPr>
          <a:xfrm>
            <a:off x="400853" y="5659985"/>
            <a:ext cx="6044661" cy="605294"/>
          </a:xfrm>
          <a:prstGeom prst="rect">
            <a:avLst/>
          </a:prstGeom>
        </p:spPr>
        <p:txBody>
          <a:bodyPr vert="horz" wrap="square" lIns="0" tIns="12700" rIns="0" bIns="0" rtlCol="0">
            <a:spAutoFit/>
          </a:bodyPr>
          <a:lstStyle/>
          <a:p>
            <a:pPr marL="38100">
              <a:spcBef>
                <a:spcPts val="100"/>
              </a:spcBef>
            </a:pPr>
            <a:r>
              <a:rPr lang="en-US" altLang="ko-KR" sz="900" dirty="0">
                <a:latin typeface="Arial" panose="020B0604020202020204" pitchFamily="34" charset="0"/>
                <a:cs typeface="Arial" panose="020B0604020202020204" pitchFamily="34" charset="0"/>
              </a:rPr>
              <a:t>Note :</a:t>
            </a:r>
          </a:p>
          <a:p>
            <a:pPr marL="38100">
              <a:spcBef>
                <a:spcPts val="100"/>
              </a:spcBef>
            </a:pPr>
            <a:r>
              <a:rPr lang="en-US" altLang="ko-KR" sz="900" dirty="0">
                <a:latin typeface="Arial" panose="020B0604020202020204" pitchFamily="34" charset="0"/>
                <a:cs typeface="Arial" panose="020B0604020202020204" pitchFamily="34" charset="0"/>
              </a:rPr>
              <a:t>  1) Surface mounted on FR-4 substrate PC Board 1” x 1” inch 2-oz copper plate, T</a:t>
            </a:r>
            <a:r>
              <a:rPr lang="en-US" altLang="ko-KR" sz="900" baseline="-25000" dirty="0">
                <a:latin typeface="Arial" panose="020B0604020202020204" pitchFamily="34" charset="0"/>
                <a:cs typeface="Arial" panose="020B0604020202020204" pitchFamily="34" charset="0"/>
              </a:rPr>
              <a:t>A </a:t>
            </a:r>
            <a:r>
              <a:rPr lang="en-US" altLang="ko-KR" sz="900" dirty="0">
                <a:latin typeface="Arial" panose="020B0604020202020204" pitchFamily="34" charset="0"/>
                <a:cs typeface="Arial" panose="020B0604020202020204" pitchFamily="34" charset="0"/>
              </a:rPr>
              <a:t>= 55</a:t>
            </a:r>
            <a:r>
              <a:rPr lang="en-US" altLang="ko-KR" sz="900" dirty="0">
                <a:latin typeface="맑은 고딕" panose="020B0503020000020004" pitchFamily="50" charset="-127"/>
                <a:cs typeface="Arial" panose="020B0604020202020204" pitchFamily="34" charset="0"/>
              </a:rPr>
              <a:t>℃</a:t>
            </a:r>
            <a:endParaRPr lang="en-US" altLang="ko-KR" sz="900" spc="-5" dirty="0">
              <a:latin typeface="Arial" panose="020B0604020202020204" pitchFamily="34" charset="0"/>
              <a:cs typeface="Arial" panose="020B0604020202020204" pitchFamily="34" charset="0"/>
            </a:endParaRPr>
          </a:p>
          <a:p>
            <a:pPr marL="38100">
              <a:lnSpc>
                <a:spcPct val="100000"/>
              </a:lnSpc>
              <a:spcBef>
                <a:spcPts val="100"/>
              </a:spcBef>
            </a:pPr>
            <a:r>
              <a:rPr lang="en-US" sz="900" dirty="0">
                <a:latin typeface="Arial" panose="020B0604020202020204" pitchFamily="34" charset="0"/>
                <a:cs typeface="Arial" panose="020B0604020202020204" pitchFamily="34" charset="0"/>
              </a:rPr>
              <a:t>  2) Stresses beyond the Maximum Absolute ratings may cause permanent damage to the device</a:t>
            </a:r>
          </a:p>
          <a:p>
            <a:pPr marL="38100">
              <a:spcBef>
                <a:spcPts val="100"/>
              </a:spcBef>
            </a:pPr>
            <a:r>
              <a:rPr lang="en-US" altLang="ko-KR" sz="900" dirty="0">
                <a:latin typeface="Arial" panose="020B0604020202020204" pitchFamily="34" charset="0"/>
                <a:cs typeface="Arial" panose="020B0604020202020204" pitchFamily="34" charset="0"/>
              </a:rPr>
              <a:t>  3) Exposure to absolute maximum rating conditions for extended periods may affect device reliability.</a:t>
            </a:r>
            <a:r>
              <a:rPr lang="en-US" sz="9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46FDFF8F-CF86-A506-59A4-CAA125579B28}"/>
              </a:ext>
            </a:extLst>
          </p:cNvPr>
          <p:cNvSpPr txBox="1"/>
          <p:nvPr/>
        </p:nvSpPr>
        <p:spPr>
          <a:xfrm>
            <a:off x="400853"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Absolute Maximum Ratings </a:t>
            </a:r>
            <a:r>
              <a:rPr lang="en-US" altLang="ko-KR" sz="900" dirty="0">
                <a:latin typeface="Arial" panose="020B0604020202020204" pitchFamily="34" charset="0"/>
                <a:cs typeface="Arial" panose="020B0604020202020204" pitchFamily="34" charset="0"/>
              </a:rPr>
              <a:t>(Ta = 25℃ unless otherwise noted)</a:t>
            </a:r>
            <a:endParaRPr lang="ko-KR" alt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371249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605C94F-A7C5-7600-26B1-113075E21BD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657C8506-A81A-75DB-C29B-18C98DF1BD98}"/>
              </a:ext>
            </a:extLst>
          </p:cNvPr>
          <p:cNvSpPr txBox="1"/>
          <p:nvPr/>
        </p:nvSpPr>
        <p:spPr>
          <a:xfrm>
            <a:off x="413545" y="774866"/>
            <a:ext cx="603090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Electrical Characteristic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dirty="0">
              <a:latin typeface="Arial" panose="020B0604020202020204" pitchFamily="34" charset="0"/>
              <a:cs typeface="Arial" panose="020B0604020202020204" pitchFamily="34" charset="0"/>
            </a:endParaRPr>
          </a:p>
        </p:txBody>
      </p:sp>
      <p:graphicFrame>
        <p:nvGraphicFramePr>
          <p:cNvPr id="4" name="표 3">
            <a:extLst>
              <a:ext uri="{FF2B5EF4-FFF2-40B4-BE49-F238E27FC236}">
                <a16:creationId xmlns:a16="http://schemas.microsoft.com/office/drawing/2014/main" id="{EAB808FE-3BE4-67BE-00F4-41CC8BFAD2C0}"/>
              </a:ext>
            </a:extLst>
          </p:cNvPr>
          <p:cNvGraphicFramePr>
            <a:graphicFrameLocks noGrp="1"/>
          </p:cNvGraphicFramePr>
          <p:nvPr>
            <p:extLst>
              <p:ext uri="{D42A27DB-BD31-4B8C-83A1-F6EECF244321}">
                <p14:modId xmlns:p14="http://schemas.microsoft.com/office/powerpoint/2010/main" val="3192015800"/>
              </p:ext>
            </p:extLst>
          </p:nvPr>
        </p:nvGraphicFramePr>
        <p:xfrm>
          <a:off x="404812" y="1103055"/>
          <a:ext cx="6048376" cy="7553829"/>
        </p:xfrm>
        <a:graphic>
          <a:graphicData uri="http://schemas.openxmlformats.org/drawingml/2006/table">
            <a:tbl>
              <a:tblPr>
                <a:tableStyleId>{5C22544A-7EE6-4342-B048-85BDC9FD1C3A}</a:tableStyleId>
              </a:tblPr>
              <a:tblGrid>
                <a:gridCol w="1402465">
                  <a:extLst>
                    <a:ext uri="{9D8B030D-6E8A-4147-A177-3AD203B41FA5}">
                      <a16:colId xmlns:a16="http://schemas.microsoft.com/office/drawing/2014/main" val="1199541810"/>
                    </a:ext>
                  </a:extLst>
                </a:gridCol>
                <a:gridCol w="683999">
                  <a:extLst>
                    <a:ext uri="{9D8B030D-6E8A-4147-A177-3AD203B41FA5}">
                      <a16:colId xmlns:a16="http://schemas.microsoft.com/office/drawing/2014/main" val="2771136683"/>
                    </a:ext>
                  </a:extLst>
                </a:gridCol>
                <a:gridCol w="1809542">
                  <a:extLst>
                    <a:ext uri="{9D8B030D-6E8A-4147-A177-3AD203B41FA5}">
                      <a16:colId xmlns:a16="http://schemas.microsoft.com/office/drawing/2014/main" val="112759525"/>
                    </a:ext>
                  </a:extLst>
                </a:gridCol>
                <a:gridCol w="529972">
                  <a:extLst>
                    <a:ext uri="{9D8B030D-6E8A-4147-A177-3AD203B41FA5}">
                      <a16:colId xmlns:a16="http://schemas.microsoft.com/office/drawing/2014/main" val="2315189607"/>
                    </a:ext>
                  </a:extLst>
                </a:gridCol>
                <a:gridCol w="529972">
                  <a:extLst>
                    <a:ext uri="{9D8B030D-6E8A-4147-A177-3AD203B41FA5}">
                      <a16:colId xmlns:a16="http://schemas.microsoft.com/office/drawing/2014/main" val="1695008994"/>
                    </a:ext>
                  </a:extLst>
                </a:gridCol>
                <a:gridCol w="529972">
                  <a:extLst>
                    <a:ext uri="{9D8B030D-6E8A-4147-A177-3AD203B41FA5}">
                      <a16:colId xmlns:a16="http://schemas.microsoft.com/office/drawing/2014/main" val="1448189180"/>
                    </a:ext>
                  </a:extLst>
                </a:gridCol>
                <a:gridCol w="562454">
                  <a:extLst>
                    <a:ext uri="{9D8B030D-6E8A-4147-A177-3AD203B41FA5}">
                      <a16:colId xmlns:a16="http://schemas.microsoft.com/office/drawing/2014/main" val="3900317923"/>
                    </a:ext>
                  </a:extLst>
                </a:gridCol>
              </a:tblGrid>
              <a:tr h="0">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Characteristics</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Symbol</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Condition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Value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5">
                        <a:lumMod val="20000"/>
                        <a:lumOff val="80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153113">
                <a:tc vMerge="1">
                  <a:txBody>
                    <a:bodyPr/>
                    <a:lstStyle/>
                    <a:p>
                      <a:pPr latinLnBrk="1"/>
                      <a:endParaRPr lang="ko-KR" altLang="en-US"/>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typ</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max</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vMerge="1">
                  <a:txBody>
                    <a:bodyPr/>
                    <a:lstStyle/>
                    <a:p>
                      <a:pPr latinLnBrk="1"/>
                      <a:endParaRPr lang="ko-KR" alt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27951154"/>
                  </a:ext>
                </a:extLst>
              </a:tr>
              <a:tr h="251599">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Supply</a:t>
                      </a:r>
                    </a:p>
                  </a:txBody>
                  <a:tcPr marL="0" marR="9525"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Operating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3.3</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3.6</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Operating Current </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FF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6.95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mA</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Quiescent current</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2.80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mA</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9918571"/>
                  </a:ext>
                </a:extLst>
              </a:tr>
              <a:tr h="252457">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 (external)</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353795"/>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Frequency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706667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Duty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1.5V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45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50</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55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0380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Jitter</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R="76835" algn="r">
                        <a:lnSpc>
                          <a:spcPct val="100000"/>
                        </a:lnSpc>
                        <a:spcBef>
                          <a:spcPts val="710"/>
                        </a:spcBef>
                      </a:pPr>
                      <a:r>
                        <a:rPr lang="en-US" altLang="ko-KR" sz="900" spc="7" baseline="0" dirty="0">
                          <a:latin typeface="Arial" panose="020B0604020202020204" pitchFamily="34" charset="0"/>
                          <a:cs typeface="Arial" panose="020B0604020202020204" pitchFamily="34" charset="0"/>
                        </a:rPr>
                        <a:t>△F</a:t>
                      </a:r>
                      <a:r>
                        <a:rPr lang="en-US" altLang="ko-KR" sz="900" spc="5" baseline="-25000" dirty="0">
                          <a:latin typeface="Arial" panose="020B0604020202020204" pitchFamily="34" charset="0"/>
                          <a:cs typeface="Arial" panose="020B0604020202020204" pitchFamily="34" charset="0"/>
                        </a:rPr>
                        <a:t>MCLK</a:t>
                      </a:r>
                      <a:endParaRPr lang="en-US" altLang="ko-KR" sz="900" baseline="-25000" dirty="0">
                        <a:latin typeface="Arial" panose="020B0604020202020204" pitchFamily="34" charset="0"/>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949784"/>
                  </a:ext>
                </a:extLst>
              </a:tr>
              <a:tr h="236923">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 (internal OSC)</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87289"/>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Frequency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523241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Duty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3238338"/>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Jitter</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R="76835" algn="r">
                        <a:lnSpc>
                          <a:spcPct val="100000"/>
                        </a:lnSpc>
                        <a:spcBef>
                          <a:spcPts val="710"/>
                        </a:spcBef>
                      </a:pPr>
                      <a:r>
                        <a:rPr lang="en-US" altLang="ko-KR" sz="900" spc="7" baseline="0" dirty="0">
                          <a:latin typeface="Arial" panose="020B0604020202020204" pitchFamily="34" charset="0"/>
                          <a:cs typeface="Arial" panose="020B0604020202020204" pitchFamily="34" charset="0"/>
                        </a:rPr>
                        <a:t>△F</a:t>
                      </a:r>
                      <a:r>
                        <a:rPr lang="en-US" altLang="ko-KR" sz="900" spc="5" baseline="-25000" dirty="0">
                          <a:latin typeface="Arial" panose="020B0604020202020204" pitchFamily="34" charset="0"/>
                          <a:cs typeface="Arial" panose="020B0604020202020204" pitchFamily="34" charset="0"/>
                        </a:rPr>
                        <a:t>MCLK</a:t>
                      </a:r>
                      <a:endParaRPr lang="en-US" altLang="ko-KR" sz="900" baseline="-25000" dirty="0">
                        <a:latin typeface="Arial" panose="020B0604020202020204" pitchFamily="34" charset="0"/>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1755820"/>
                  </a:ext>
                </a:extLst>
              </a:tr>
              <a:tr h="236923">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 (Serial data OSC </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 </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36000" marT="9525" marB="0" anchor="b">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68834723"/>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Frequency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5520251"/>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Duty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5694915"/>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Jitter</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R="76835" algn="r">
                        <a:lnSpc>
                          <a:spcPct val="100000"/>
                        </a:lnSpc>
                        <a:spcBef>
                          <a:spcPts val="710"/>
                        </a:spcBef>
                      </a:pPr>
                      <a:r>
                        <a:rPr lang="en-US" altLang="ko-KR" sz="900" spc="7" baseline="0" dirty="0">
                          <a:latin typeface="Arial" panose="020B0604020202020204" pitchFamily="34" charset="0"/>
                          <a:cs typeface="Arial" panose="020B0604020202020204" pitchFamily="34" charset="0"/>
                        </a:rPr>
                        <a:t>△F</a:t>
                      </a:r>
                      <a:r>
                        <a:rPr lang="en-US" altLang="ko-KR" sz="900" spc="5" baseline="-25000" dirty="0">
                          <a:latin typeface="Arial" panose="020B0604020202020204" pitchFamily="34" charset="0"/>
                          <a:cs typeface="Arial" panose="020B0604020202020204" pitchFamily="34" charset="0"/>
                        </a:rPr>
                        <a:t>MCLK</a:t>
                      </a:r>
                      <a:endParaRPr lang="en-US" altLang="ko-KR" sz="900" baseline="-25000" dirty="0">
                        <a:latin typeface="Arial" panose="020B0604020202020204" pitchFamily="34" charset="0"/>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54593142"/>
                  </a:ext>
                </a:extLst>
              </a:tr>
              <a:tr h="236923">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Input</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8299677"/>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nSCS 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SCSL</a:t>
                      </a:r>
                      <a:endParaRPr lang="ko-KR" altLang="en-US" sz="900" b="0" i="0" u="none" strike="noStrike" baseline="-250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Chip Select,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7733949"/>
                  </a:ext>
                </a:extLst>
              </a:tr>
              <a:tr h="236923">
                <a:tc vMerge="1">
                  <a:txBody>
                    <a:bodyPr/>
                    <a:lstStyle/>
                    <a:p>
                      <a:pPr algn="ctr" fontAlgn="ct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SCSH</a:t>
                      </a:r>
                      <a:endParaRPr lang="ko-KR" altLang="en-US" sz="900" b="0" i="0" u="none" strike="noStrike" baseline="-25000" dirty="0">
                        <a:solidFill>
                          <a:srgbClr val="000000"/>
                        </a:solidFill>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Chip Select,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04094"/>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 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SCLKL</a:t>
                      </a:r>
                      <a:r>
                        <a:rPr lang="ko-KR" altLang="en-US" sz="900" b="0" i="0" u="none" strike="noStrike" baseline="-250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Clock,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11456397"/>
                  </a:ext>
                </a:extLst>
              </a:tr>
              <a:tr h="236923">
                <a:tc vMerge="1">
                  <a:txBody>
                    <a:bodyPr/>
                    <a:lstStyle/>
                    <a:p>
                      <a:pPr algn="ctr" fontAlgn="ct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SCLKH</a:t>
                      </a:r>
                      <a:r>
                        <a:rPr lang="ko-KR" altLang="en-US" sz="900" b="0" i="0" u="none" strike="noStrike" baseline="-250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Clock</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8922571"/>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 Input Voltage</a:t>
                      </a: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6649966"/>
                  </a:ext>
                </a:extLst>
              </a:tr>
              <a:tr h="236923">
                <a:tc vMerge="1">
                  <a:txBody>
                    <a:bodyPr/>
                    <a:lstStyle/>
                    <a:p>
                      <a:pPr algn="ctr" fontAlgn="ct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MOSIH</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8268812"/>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 </a:t>
                      </a: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VSYNCL</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7368197"/>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VSYNCH</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8069737"/>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 </a:t>
                      </a: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VSYNCL</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6458837"/>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VSYNCH</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3907176"/>
                  </a:ext>
                </a:extLst>
              </a:tr>
              <a:tr h="234532">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 Output voltage</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 low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69059752"/>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MISOH</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high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1039164"/>
                  </a:ext>
                </a:extLst>
              </a:tr>
            </a:tbl>
          </a:graphicData>
        </a:graphic>
      </p:graphicFrame>
      <p:sp>
        <p:nvSpPr>
          <p:cNvPr id="5" name="TextBox 4">
            <a:extLst>
              <a:ext uri="{FF2B5EF4-FFF2-40B4-BE49-F238E27FC236}">
                <a16:creationId xmlns:a16="http://schemas.microsoft.com/office/drawing/2014/main" id="{7102FB22-1C1E-51E1-9CCE-4B1870BE1BBF}"/>
              </a:ext>
            </a:extLst>
          </p:cNvPr>
          <p:cNvSpPr txBox="1"/>
          <p:nvPr/>
        </p:nvSpPr>
        <p:spPr>
          <a:xfrm>
            <a:off x="246647" y="8628922"/>
            <a:ext cx="6206541" cy="382156"/>
          </a:xfrm>
          <a:prstGeom prst="rect">
            <a:avLst/>
          </a:prstGeom>
          <a:noFill/>
        </p:spPr>
        <p:txBody>
          <a:bodyPr wrap="square">
            <a:spAutoFit/>
          </a:bodyPr>
          <a:lstStyle/>
          <a:p>
            <a:pPr marL="38100">
              <a:spcBef>
                <a:spcPts val="100"/>
              </a:spcBef>
            </a:pPr>
            <a:r>
              <a:rPr lang="en-US" altLang="ko-KR" sz="900" dirty="0">
                <a:latin typeface="Arial" panose="020B0604020202020204" pitchFamily="34" charset="0"/>
                <a:cs typeface="Arial" panose="020B0604020202020204" pitchFamily="34" charset="0"/>
              </a:rPr>
              <a:t>Note :</a:t>
            </a:r>
          </a:p>
          <a:p>
            <a:pPr marL="38100">
              <a:spcBef>
                <a:spcPts val="100"/>
              </a:spcBef>
            </a:pPr>
            <a:r>
              <a:rPr lang="en-US" altLang="ko-KR" sz="900" dirty="0">
                <a:latin typeface="Arial" panose="020B0604020202020204" pitchFamily="34" charset="0"/>
                <a:cs typeface="Arial" panose="020B0604020202020204" pitchFamily="34" charset="0"/>
              </a:rPr>
              <a:t>  1) Serial data out OSC need to set faster than internal OSC for transferring data stable. </a:t>
            </a:r>
            <a:endParaRPr lang="en-US" altLang="ko-KR" sz="900" spc="-5"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2741435"/>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9B256-B9BE-16E1-FD9A-4A3920CD0441}"/>
            </a:ext>
          </a:extLst>
        </p:cNvPr>
        <p:cNvGrpSpPr/>
        <p:nvPr/>
      </p:nvGrpSpPr>
      <p:grpSpPr>
        <a:xfrm>
          <a:off x="0" y="0"/>
          <a:ext cx="0" cy="0"/>
          <a:chOff x="0" y="0"/>
          <a:chExt cx="0" cy="0"/>
        </a:xfrm>
      </p:grpSpPr>
      <p:graphicFrame>
        <p:nvGraphicFramePr>
          <p:cNvPr id="23" name="표 22">
            <a:extLst>
              <a:ext uri="{FF2B5EF4-FFF2-40B4-BE49-F238E27FC236}">
                <a16:creationId xmlns:a16="http://schemas.microsoft.com/office/drawing/2014/main" id="{ACCC08F7-AF28-9743-AF29-A02D0BEBDE2A}"/>
              </a:ext>
            </a:extLst>
          </p:cNvPr>
          <p:cNvGraphicFramePr>
            <a:graphicFrameLocks noGrp="1"/>
          </p:cNvGraphicFramePr>
          <p:nvPr>
            <p:extLst>
              <p:ext uri="{D42A27DB-BD31-4B8C-83A1-F6EECF244321}">
                <p14:modId xmlns:p14="http://schemas.microsoft.com/office/powerpoint/2010/main" val="3638151082"/>
              </p:ext>
            </p:extLst>
          </p:nvPr>
        </p:nvGraphicFramePr>
        <p:xfrm>
          <a:off x="404812" y="1103055"/>
          <a:ext cx="6048376" cy="5846959"/>
        </p:xfrm>
        <a:graphic>
          <a:graphicData uri="http://schemas.openxmlformats.org/drawingml/2006/table">
            <a:tbl>
              <a:tblPr>
                <a:tableStyleId>{5C22544A-7EE6-4342-B048-85BDC9FD1C3A}</a:tableStyleId>
              </a:tblPr>
              <a:tblGrid>
                <a:gridCol w="1402465">
                  <a:extLst>
                    <a:ext uri="{9D8B030D-6E8A-4147-A177-3AD203B41FA5}">
                      <a16:colId xmlns:a16="http://schemas.microsoft.com/office/drawing/2014/main" val="1199541810"/>
                    </a:ext>
                  </a:extLst>
                </a:gridCol>
                <a:gridCol w="683999">
                  <a:extLst>
                    <a:ext uri="{9D8B030D-6E8A-4147-A177-3AD203B41FA5}">
                      <a16:colId xmlns:a16="http://schemas.microsoft.com/office/drawing/2014/main" val="2771136683"/>
                    </a:ext>
                  </a:extLst>
                </a:gridCol>
                <a:gridCol w="1809542">
                  <a:extLst>
                    <a:ext uri="{9D8B030D-6E8A-4147-A177-3AD203B41FA5}">
                      <a16:colId xmlns:a16="http://schemas.microsoft.com/office/drawing/2014/main" val="112759525"/>
                    </a:ext>
                  </a:extLst>
                </a:gridCol>
                <a:gridCol w="529972">
                  <a:extLst>
                    <a:ext uri="{9D8B030D-6E8A-4147-A177-3AD203B41FA5}">
                      <a16:colId xmlns:a16="http://schemas.microsoft.com/office/drawing/2014/main" val="2315189607"/>
                    </a:ext>
                  </a:extLst>
                </a:gridCol>
                <a:gridCol w="529972">
                  <a:extLst>
                    <a:ext uri="{9D8B030D-6E8A-4147-A177-3AD203B41FA5}">
                      <a16:colId xmlns:a16="http://schemas.microsoft.com/office/drawing/2014/main" val="1695008994"/>
                    </a:ext>
                  </a:extLst>
                </a:gridCol>
                <a:gridCol w="529972">
                  <a:extLst>
                    <a:ext uri="{9D8B030D-6E8A-4147-A177-3AD203B41FA5}">
                      <a16:colId xmlns:a16="http://schemas.microsoft.com/office/drawing/2014/main" val="1448189180"/>
                    </a:ext>
                  </a:extLst>
                </a:gridCol>
                <a:gridCol w="562454">
                  <a:extLst>
                    <a:ext uri="{9D8B030D-6E8A-4147-A177-3AD203B41FA5}">
                      <a16:colId xmlns:a16="http://schemas.microsoft.com/office/drawing/2014/main" val="3900317923"/>
                    </a:ext>
                  </a:extLst>
                </a:gridCol>
              </a:tblGrid>
              <a:tr h="0">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Characteristics</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Symbol</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Condition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Value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5">
                        <a:lumMod val="20000"/>
                        <a:lumOff val="80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153113">
                <a:tc vMerge="1">
                  <a:txBody>
                    <a:bodyPr/>
                    <a:lstStyle/>
                    <a:p>
                      <a:pPr latinLnBrk="1"/>
                      <a:endParaRPr lang="ko-KR" altLang="en-US"/>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typ</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max</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vMerge="1">
                  <a:txBody>
                    <a:bodyPr/>
                    <a:lstStyle/>
                    <a:p>
                      <a:pPr latinLnBrk="1"/>
                      <a:endParaRPr lang="ko-KR" alt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27951154"/>
                  </a:ext>
                </a:extLst>
              </a:tr>
              <a:tr h="251599">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Bi-direction</a:t>
                      </a:r>
                    </a:p>
                  </a:txBody>
                  <a:tcPr marL="0" marR="9525"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236923">
                <a:tc rowSpan="5">
                  <a:txBody>
                    <a:bodyPr/>
                    <a:lstStyle/>
                    <a:p>
                      <a:pPr algn="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IO</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IL </a:t>
                      </a:r>
                    </a:p>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IH</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Input logic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Input logic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2.0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dirty="0"/>
                    </a:p>
                  </a:txBody>
                  <a:tcP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236923">
                <a:tc vMerge="1">
                  <a:txBody>
                    <a:bodyPr/>
                    <a:lstStyle/>
                    <a:p>
                      <a:endParaRPr dirty="0"/>
                    </a:p>
                  </a:txBody>
                  <a:tcPr marL="0" marR="72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OL </a:t>
                      </a:r>
                    </a:p>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OH</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 logic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66FF"/>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9918571"/>
                  </a:ext>
                </a:extLst>
              </a:tr>
              <a:tr h="236923">
                <a:tc vMerge="1">
                  <a:txBody>
                    <a:bodyPr/>
                    <a:lstStyle/>
                    <a:p>
                      <a:pPr latinLnBrk="1"/>
                      <a:endParaRPr lang="ko-KR" altLang="en-US"/>
                    </a:p>
                  </a:txBody>
                  <a:tcP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 logic high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03802"/>
                  </a:ext>
                </a:extLst>
              </a:tr>
              <a:tr h="236923">
                <a:tc vMerge="1">
                  <a:txBody>
                    <a:bodyPr/>
                    <a:lstStyle/>
                    <a:p>
                      <a:pPr algn="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R</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PD</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Internal pull-down resistance</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48</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KΩ</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949784"/>
                  </a:ext>
                </a:extLst>
              </a:tr>
              <a:tr h="236923">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Bi-direction : Input signal decoding capability</a:t>
                      </a:r>
                    </a:p>
                  </a:txBody>
                  <a:tcPr marL="0" marR="9525"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11456397"/>
                  </a:ext>
                </a:extLst>
              </a:tr>
              <a:tr h="236923">
                <a:tc>
                  <a:txBody>
                    <a:bodyPr/>
                    <a:lstStyle/>
                    <a:p>
                      <a:pPr algn="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Logical long time </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2)</a:t>
                      </a:r>
                    </a:p>
                  </a:txBody>
                  <a:tcPr marL="0" marR="72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1H</a:t>
                      </a: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 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0L</a:t>
                      </a:r>
                      <a:endPar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6</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63</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6649966"/>
                  </a:ext>
                </a:extLst>
              </a:tr>
              <a:tr h="236923">
                <a:tc>
                  <a:txBody>
                    <a:bodyPr/>
                    <a:lstStyle/>
                    <a:p>
                      <a:pPr algn="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Logical short time </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2)</a:t>
                      </a:r>
                    </a:p>
                  </a:txBody>
                  <a:tcPr marL="0" marR="72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1L</a:t>
                      </a: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 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0H</a:t>
                      </a:r>
                      <a:endPar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32</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7368197"/>
                  </a:ext>
                </a:extLst>
              </a:tr>
              <a:tr h="818582">
                <a:tc gridSpan="7">
                  <a:txBody>
                    <a:bodyPr/>
                    <a:lstStyle/>
                    <a:p>
                      <a:pPr algn="l"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36923">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DAC</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5107981"/>
                  </a:ext>
                </a:extLst>
              </a:tr>
              <a:tr h="236923">
                <a:tc rowSpan="4">
                  <a:txBody>
                    <a:bodyPr/>
                    <a:lstStyle/>
                    <a:p>
                      <a:pPr algn="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DACO</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Operating</a:t>
                      </a:r>
                    </a:p>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voltage</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3.0</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3.3</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3.6</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5216645"/>
                  </a:ext>
                </a:extLst>
              </a:tr>
              <a:tr h="236923">
                <a:tc vMerge="1">
                  <a:txBody>
                    <a:bodyPr/>
                    <a:lstStyle/>
                    <a:p>
                      <a:endParaRPr dirty="0"/>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Resolution </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Available Min value decimal 100</a:t>
                      </a:r>
                    </a:p>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Available Max value decimal 4,000</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endParaRPr lang="en-US" sz="900" b="0" i="0" u="none" strike="noStrike" dirty="0">
                        <a:solidFill>
                          <a:srgbClr val="FF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12</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Bit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1884479"/>
                  </a:ext>
                </a:extLst>
              </a:tr>
              <a:tr h="236923">
                <a:tc vMerge="1">
                  <a:txBody>
                    <a:bodyPr/>
                    <a:lstStyle/>
                    <a:p>
                      <a:pPr algn="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a:t>
                      </a:r>
                    </a:p>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voltage</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dirty="0"/>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0.1</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3.2</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991895"/>
                  </a:ext>
                </a:extLst>
              </a:tr>
              <a:tr h="236923">
                <a:tc vMerge="1">
                  <a:txBody>
                    <a:bodyPr/>
                    <a:lstStyle/>
                    <a:p>
                      <a:pPr algn="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Code error</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spc="7" baseline="0" dirty="0">
                          <a:latin typeface="Arial" panose="020B0604020202020204" pitchFamily="34" charset="0"/>
                          <a:cs typeface="Arial" panose="020B0604020202020204" pitchFamily="34" charset="0"/>
                        </a:rPr>
                        <a:t>△V</a:t>
                      </a:r>
                      <a:r>
                        <a:rPr lang="en-US" altLang="ko-KR" sz="900" spc="7" baseline="-25000" dirty="0">
                          <a:latin typeface="Arial" panose="020B0604020202020204" pitchFamily="34" charset="0"/>
                          <a:cs typeface="Arial" panose="020B0604020202020204" pitchFamily="34" charset="0"/>
                        </a:rPr>
                        <a:t>out</a:t>
                      </a:r>
                      <a:endPar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94967651"/>
                  </a:ext>
                </a:extLst>
              </a:tr>
              <a:tr h="236923">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Ramp-up and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LED  </a:t>
                      </a: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Start</a:t>
                      </a:r>
                    </a:p>
                  </a:txBody>
                  <a:tcPr marL="0" marR="9525" marT="9525" marB="0" anchor="ctr">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10362"/>
                  </a:ext>
                </a:extLst>
              </a:tr>
              <a:tr h="236923">
                <a:tc>
                  <a:txBody>
                    <a:bodyPr/>
                    <a:lstStyle/>
                    <a:p>
                      <a:pPr algn="r" fontAlgn="ct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baseline="0" dirty="0">
                          <a:latin typeface="Arial" panose="020B0604020202020204" pitchFamily="34" charset="0"/>
                          <a:cs typeface="Arial" panose="020B0604020202020204" pitchFamily="34" charset="0"/>
                        </a:rPr>
                        <a:t>Ramp-up time</a:t>
                      </a:r>
                      <a:endPar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VDD</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67945" algn="ctr">
                        <a:lnSpc>
                          <a:spcPct val="100000"/>
                        </a:lnSpc>
                      </a:pPr>
                      <a:r>
                        <a:rPr lang="en-US" altLang="ko-KR" sz="900" b="0" dirty="0">
                          <a:solidFill>
                            <a:schemeClr val="tx1"/>
                          </a:solidFill>
                          <a:latin typeface="Arial" panose="020B0604020202020204" pitchFamily="34" charset="0"/>
                          <a:ea typeface="+mn-ea"/>
                          <a:cs typeface="Arial" panose="020B0604020202020204" pitchFamily="34" charset="0"/>
                        </a:rPr>
                        <a:t>from 0 to stable 3.3V</a:t>
                      </a: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66FF"/>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ms</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5898982"/>
                  </a:ext>
                </a:extLst>
              </a:tr>
              <a:tr h="236923">
                <a:tc gridSpan="7">
                  <a:txBody>
                    <a:bodyPr/>
                    <a:lstStyle/>
                    <a:p>
                      <a:pPr algn="l"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Internal Initialization after 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3.3V stable</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67945" algn="ctr">
                        <a:lnSpc>
                          <a:spcPct val="100000"/>
                        </a:lnSpc>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pPr algn="ct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66FF"/>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26756991"/>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Initial time</a:t>
                      </a: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INIT</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after V</a:t>
                      </a:r>
                      <a:r>
                        <a:rPr kumimoji="0" lang="en-US" altLang="ko-KR" sz="900" b="0" i="0" u="none" strike="noStrike" kern="1200" cap="none" spc="0" normalizeH="0" baseline="-2500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 3.3V</a:t>
                      </a: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100</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ms</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6609338"/>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Allowed 1</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st</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access</a:t>
                      </a: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FACC</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after </a:t>
                      </a: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INIT</a:t>
                      </a: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 is completed</a:t>
                      </a: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ms</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52367939"/>
                  </a:ext>
                </a:extLst>
              </a:tr>
            </a:tbl>
          </a:graphicData>
        </a:graphic>
      </p:graphicFrame>
      <p:cxnSp>
        <p:nvCxnSpPr>
          <p:cNvPr id="84" name="직선 연결선 83">
            <a:extLst>
              <a:ext uri="{FF2B5EF4-FFF2-40B4-BE49-F238E27FC236}">
                <a16:creationId xmlns:a16="http://schemas.microsoft.com/office/drawing/2014/main" id="{7AC84710-EB32-1043-4826-AC09907C5E3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4A52BA7-8C46-370D-CCA5-9F5460E84D9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pSp>
        <p:nvGrpSpPr>
          <p:cNvPr id="4" name="그룹 3">
            <a:extLst>
              <a:ext uri="{FF2B5EF4-FFF2-40B4-BE49-F238E27FC236}">
                <a16:creationId xmlns:a16="http://schemas.microsoft.com/office/drawing/2014/main" id="{80CEC2B7-0210-5140-18BF-A5069B8799B5}"/>
              </a:ext>
            </a:extLst>
          </p:cNvPr>
          <p:cNvGrpSpPr/>
          <p:nvPr/>
        </p:nvGrpSpPr>
        <p:grpSpPr>
          <a:xfrm>
            <a:off x="2771733" y="3815961"/>
            <a:ext cx="3085632" cy="580851"/>
            <a:chOff x="1832248" y="5427240"/>
            <a:chExt cx="3333652" cy="580812"/>
          </a:xfrm>
        </p:grpSpPr>
        <p:grpSp>
          <p:nvGrpSpPr>
            <p:cNvPr id="5" name="그룹 4">
              <a:extLst>
                <a:ext uri="{FF2B5EF4-FFF2-40B4-BE49-F238E27FC236}">
                  <a16:creationId xmlns:a16="http://schemas.microsoft.com/office/drawing/2014/main" id="{2FFB5554-1FE1-B69F-3125-2F270934A533}"/>
                </a:ext>
              </a:extLst>
            </p:cNvPr>
            <p:cNvGrpSpPr/>
            <p:nvPr/>
          </p:nvGrpSpPr>
          <p:grpSpPr>
            <a:xfrm>
              <a:off x="1832248" y="5427240"/>
              <a:ext cx="3331009" cy="135033"/>
              <a:chOff x="1348682" y="5433237"/>
              <a:chExt cx="2215377" cy="212651"/>
            </a:xfrm>
          </p:grpSpPr>
          <p:cxnSp>
            <p:nvCxnSpPr>
              <p:cNvPr id="24" name="직선 연결선 23">
                <a:extLst>
                  <a:ext uri="{FF2B5EF4-FFF2-40B4-BE49-F238E27FC236}">
                    <a16:creationId xmlns:a16="http://schemas.microsoft.com/office/drawing/2014/main" id="{736414D4-29D7-7BC7-9384-821B0FE493A0}"/>
                  </a:ext>
                </a:extLst>
              </p:cNvPr>
              <p:cNvCxnSpPr/>
              <p:nvPr/>
            </p:nvCxnSpPr>
            <p:spPr>
              <a:xfrm>
                <a:off x="1398181"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직선 연결선 24">
                <a:extLst>
                  <a:ext uri="{FF2B5EF4-FFF2-40B4-BE49-F238E27FC236}">
                    <a16:creationId xmlns:a16="http://schemas.microsoft.com/office/drawing/2014/main" id="{ACAF89A7-0264-7FD4-D7D6-72CA820139BF}"/>
                  </a:ext>
                </a:extLst>
              </p:cNvPr>
              <p:cNvCxnSpPr/>
              <p:nvPr/>
            </p:nvCxnSpPr>
            <p:spPr>
              <a:xfrm>
                <a:off x="2081793"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직선 연결선 25">
                <a:extLst>
                  <a:ext uri="{FF2B5EF4-FFF2-40B4-BE49-F238E27FC236}">
                    <a16:creationId xmlns:a16="http://schemas.microsoft.com/office/drawing/2014/main" id="{67403D06-7B8C-F2CB-4BBC-371AC5BDFF64}"/>
                  </a:ext>
                </a:extLst>
              </p:cNvPr>
              <p:cNvCxnSpPr/>
              <p:nvPr/>
            </p:nvCxnSpPr>
            <p:spPr>
              <a:xfrm>
                <a:off x="2484059"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직선 연결선 26">
                <a:extLst>
                  <a:ext uri="{FF2B5EF4-FFF2-40B4-BE49-F238E27FC236}">
                    <a16:creationId xmlns:a16="http://schemas.microsoft.com/office/drawing/2014/main" id="{767019D2-7BF5-3055-D4A0-E1CFE13A17E4}"/>
                  </a:ext>
                </a:extLst>
              </p:cNvPr>
              <p:cNvCxnSpPr>
                <a:cxnSpLocks/>
              </p:cNvCxnSpPr>
              <p:nvPr/>
            </p:nvCxnSpPr>
            <p:spPr>
              <a:xfrm flipH="1">
                <a:off x="1398181" y="5433237"/>
                <a:ext cx="68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직선 연결선 27">
                <a:extLst>
                  <a:ext uri="{FF2B5EF4-FFF2-40B4-BE49-F238E27FC236}">
                    <a16:creationId xmlns:a16="http://schemas.microsoft.com/office/drawing/2014/main" id="{EE7C4DDB-33F3-F37C-F040-E3241EA1671D}"/>
                  </a:ext>
                </a:extLst>
              </p:cNvPr>
              <p:cNvCxnSpPr>
                <a:cxnSpLocks/>
              </p:cNvCxnSpPr>
              <p:nvPr/>
            </p:nvCxnSpPr>
            <p:spPr>
              <a:xfrm flipH="1">
                <a:off x="2081793" y="5645888"/>
                <a:ext cx="39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a:extLst>
                  <a:ext uri="{FF2B5EF4-FFF2-40B4-BE49-F238E27FC236}">
                    <a16:creationId xmlns:a16="http://schemas.microsoft.com/office/drawing/2014/main" id="{D55B7461-68DF-B24D-A7A8-30713892BDC3}"/>
                  </a:ext>
                </a:extLst>
              </p:cNvPr>
              <p:cNvCxnSpPr>
                <a:cxnSpLocks/>
              </p:cNvCxnSpPr>
              <p:nvPr/>
            </p:nvCxnSpPr>
            <p:spPr>
              <a:xfrm flipH="1">
                <a:off x="2484059" y="5433237"/>
                <a:ext cx="39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직선 연결선 29">
                <a:extLst>
                  <a:ext uri="{FF2B5EF4-FFF2-40B4-BE49-F238E27FC236}">
                    <a16:creationId xmlns:a16="http://schemas.microsoft.com/office/drawing/2014/main" id="{93374103-0E17-2F5B-3302-FB8E1CF25767}"/>
                  </a:ext>
                </a:extLst>
              </p:cNvPr>
              <p:cNvCxnSpPr/>
              <p:nvPr/>
            </p:nvCxnSpPr>
            <p:spPr>
              <a:xfrm>
                <a:off x="2880059"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직선 연결선 30">
                <a:extLst>
                  <a:ext uri="{FF2B5EF4-FFF2-40B4-BE49-F238E27FC236}">
                    <a16:creationId xmlns:a16="http://schemas.microsoft.com/office/drawing/2014/main" id="{1A7D2C5F-F7A6-7B15-44A2-9C903AA5DA40}"/>
                  </a:ext>
                </a:extLst>
              </p:cNvPr>
              <p:cNvCxnSpPr>
                <a:cxnSpLocks/>
              </p:cNvCxnSpPr>
              <p:nvPr/>
            </p:nvCxnSpPr>
            <p:spPr>
              <a:xfrm flipH="1">
                <a:off x="2880059" y="5645888"/>
                <a:ext cx="68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직선 연결선 31">
                <a:extLst>
                  <a:ext uri="{FF2B5EF4-FFF2-40B4-BE49-F238E27FC236}">
                    <a16:creationId xmlns:a16="http://schemas.microsoft.com/office/drawing/2014/main" id="{0AE0DE9B-A3AD-F4D5-8AA2-4AE70B2EC6FB}"/>
                  </a:ext>
                </a:extLst>
              </p:cNvPr>
              <p:cNvCxnSpPr>
                <a:cxnSpLocks/>
              </p:cNvCxnSpPr>
              <p:nvPr/>
            </p:nvCxnSpPr>
            <p:spPr>
              <a:xfrm flipH="1">
                <a:off x="1348682" y="5645888"/>
                <a:ext cx="478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직선 연결선 32">
                <a:extLst>
                  <a:ext uri="{FF2B5EF4-FFF2-40B4-BE49-F238E27FC236}">
                    <a16:creationId xmlns:a16="http://schemas.microsoft.com/office/drawing/2014/main" id="{626368EA-C5C3-309F-745B-03C6AAB0A49E}"/>
                  </a:ext>
                </a:extLst>
              </p:cNvPr>
              <p:cNvCxnSpPr/>
              <p:nvPr/>
            </p:nvCxnSpPr>
            <p:spPr>
              <a:xfrm>
                <a:off x="3564059"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 name="직선 연결선 5">
              <a:extLst>
                <a:ext uri="{FF2B5EF4-FFF2-40B4-BE49-F238E27FC236}">
                  <a16:creationId xmlns:a16="http://schemas.microsoft.com/office/drawing/2014/main" id="{B6237C76-EA0A-DA4D-B5C6-0B843708C1B5}"/>
                </a:ext>
              </a:extLst>
            </p:cNvPr>
            <p:cNvCxnSpPr>
              <a:cxnSpLocks/>
            </p:cNvCxnSpPr>
            <p:nvPr/>
          </p:nvCxnSpPr>
          <p:spPr>
            <a:xfrm>
              <a:off x="1904720" y="5602561"/>
              <a:ext cx="0" cy="396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직선 연결선 6">
              <a:extLst>
                <a:ext uri="{FF2B5EF4-FFF2-40B4-BE49-F238E27FC236}">
                  <a16:creationId xmlns:a16="http://schemas.microsoft.com/office/drawing/2014/main" id="{EB30CF02-5724-7FD1-A0DF-09EE19B65522}"/>
                </a:ext>
              </a:extLst>
            </p:cNvPr>
            <p:cNvCxnSpPr>
              <a:cxnSpLocks/>
            </p:cNvCxnSpPr>
            <p:nvPr/>
          </p:nvCxnSpPr>
          <p:spPr>
            <a:xfrm>
              <a:off x="3539246" y="5606248"/>
              <a:ext cx="0" cy="396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 name="직선 연결선 7">
              <a:extLst>
                <a:ext uri="{FF2B5EF4-FFF2-40B4-BE49-F238E27FC236}">
                  <a16:creationId xmlns:a16="http://schemas.microsoft.com/office/drawing/2014/main" id="{E708DDB6-921E-A90F-D5A4-FE726A0AF89D}"/>
                </a:ext>
              </a:extLst>
            </p:cNvPr>
            <p:cNvCxnSpPr>
              <a:cxnSpLocks/>
            </p:cNvCxnSpPr>
            <p:nvPr/>
          </p:nvCxnSpPr>
          <p:spPr>
            <a:xfrm>
              <a:off x="5163246" y="5612052"/>
              <a:ext cx="0" cy="396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 name="직선 연결선 8">
              <a:extLst>
                <a:ext uri="{FF2B5EF4-FFF2-40B4-BE49-F238E27FC236}">
                  <a16:creationId xmlns:a16="http://schemas.microsoft.com/office/drawing/2014/main" id="{92552017-06E0-A6D7-D70F-667BEA25A3B9}"/>
                </a:ext>
              </a:extLst>
            </p:cNvPr>
            <p:cNvCxnSpPr>
              <a:cxnSpLocks/>
            </p:cNvCxnSpPr>
            <p:nvPr/>
          </p:nvCxnSpPr>
          <p:spPr>
            <a:xfrm>
              <a:off x="2921795" y="5795235"/>
              <a:ext cx="0" cy="18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0" name="직선 연결선 9">
              <a:extLst>
                <a:ext uri="{FF2B5EF4-FFF2-40B4-BE49-F238E27FC236}">
                  <a16:creationId xmlns:a16="http://schemas.microsoft.com/office/drawing/2014/main" id="{535CF17D-439D-DF4D-9A9B-420DFB2274DE}"/>
                </a:ext>
              </a:extLst>
            </p:cNvPr>
            <p:cNvCxnSpPr>
              <a:cxnSpLocks/>
            </p:cNvCxnSpPr>
            <p:nvPr/>
          </p:nvCxnSpPr>
          <p:spPr>
            <a:xfrm flipH="1">
              <a:off x="1904720" y="5717955"/>
              <a:ext cx="1620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1" name="직선 연결선 10">
              <a:extLst>
                <a:ext uri="{FF2B5EF4-FFF2-40B4-BE49-F238E27FC236}">
                  <a16:creationId xmlns:a16="http://schemas.microsoft.com/office/drawing/2014/main" id="{94EA7513-A8BA-FB5A-E105-4F191384F380}"/>
                </a:ext>
              </a:extLst>
            </p:cNvPr>
            <p:cNvCxnSpPr>
              <a:cxnSpLocks/>
            </p:cNvCxnSpPr>
            <p:nvPr/>
          </p:nvCxnSpPr>
          <p:spPr>
            <a:xfrm>
              <a:off x="4148845" y="5819491"/>
              <a:ext cx="0" cy="18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2" name="직선 연결선 11">
              <a:extLst>
                <a:ext uri="{FF2B5EF4-FFF2-40B4-BE49-F238E27FC236}">
                  <a16:creationId xmlns:a16="http://schemas.microsoft.com/office/drawing/2014/main" id="{C3EE4F0C-6C47-CBF7-1D9A-9D4B9F691155}"/>
                </a:ext>
              </a:extLst>
            </p:cNvPr>
            <p:cNvCxnSpPr>
              <a:cxnSpLocks/>
            </p:cNvCxnSpPr>
            <p:nvPr/>
          </p:nvCxnSpPr>
          <p:spPr>
            <a:xfrm flipH="1">
              <a:off x="3545900" y="5721640"/>
              <a:ext cx="1620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C882F9C-B829-C3B8-FAF3-45BF02D7CBC4}"/>
                </a:ext>
              </a:extLst>
            </p:cNvPr>
            <p:cNvSpPr txBox="1"/>
            <p:nvPr/>
          </p:nvSpPr>
          <p:spPr>
            <a:xfrm>
              <a:off x="2451854" y="5590263"/>
              <a:ext cx="495896"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Logic ‘1’</a:t>
              </a:r>
              <a:endParaRPr lang="ko-KR" altLang="en-US" sz="9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98200C49-467A-A182-B10D-10A53D6B92CF}"/>
                </a:ext>
              </a:extLst>
            </p:cNvPr>
            <p:cNvSpPr txBox="1"/>
            <p:nvPr/>
          </p:nvSpPr>
          <p:spPr>
            <a:xfrm>
              <a:off x="4120217" y="5610615"/>
              <a:ext cx="495896"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Logic ‘0’</a:t>
              </a:r>
              <a:endParaRPr lang="ko-KR" altLang="en-US" sz="900" dirty="0">
                <a:latin typeface="Arial" panose="020B0604020202020204" pitchFamily="34" charset="0"/>
                <a:cs typeface="Arial" panose="020B0604020202020204" pitchFamily="34" charset="0"/>
              </a:endParaRPr>
            </a:p>
          </p:txBody>
        </p:sp>
        <p:cxnSp>
          <p:nvCxnSpPr>
            <p:cNvPr id="15" name="직선 연결선 14">
              <a:extLst>
                <a:ext uri="{FF2B5EF4-FFF2-40B4-BE49-F238E27FC236}">
                  <a16:creationId xmlns:a16="http://schemas.microsoft.com/office/drawing/2014/main" id="{D72D10B1-A747-C88A-E24D-4DA8573E7614}"/>
                </a:ext>
              </a:extLst>
            </p:cNvPr>
            <p:cNvCxnSpPr>
              <a:cxnSpLocks/>
            </p:cNvCxnSpPr>
            <p:nvPr/>
          </p:nvCxnSpPr>
          <p:spPr>
            <a:xfrm flipH="1">
              <a:off x="1906058" y="5911122"/>
              <a:ext cx="1008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 name="직선 연결선 15">
              <a:extLst>
                <a:ext uri="{FF2B5EF4-FFF2-40B4-BE49-F238E27FC236}">
                  <a16:creationId xmlns:a16="http://schemas.microsoft.com/office/drawing/2014/main" id="{90321285-14AE-A2E2-3F29-F340CBC0B5D1}"/>
                </a:ext>
              </a:extLst>
            </p:cNvPr>
            <p:cNvCxnSpPr>
              <a:cxnSpLocks/>
            </p:cNvCxnSpPr>
            <p:nvPr/>
          </p:nvCxnSpPr>
          <p:spPr>
            <a:xfrm flipH="1">
              <a:off x="2926485" y="5911122"/>
              <a:ext cx="612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 name="직선 연결선 16">
              <a:extLst>
                <a:ext uri="{FF2B5EF4-FFF2-40B4-BE49-F238E27FC236}">
                  <a16:creationId xmlns:a16="http://schemas.microsoft.com/office/drawing/2014/main" id="{E50165F2-5237-B872-65E9-40C810A724E6}"/>
                </a:ext>
              </a:extLst>
            </p:cNvPr>
            <p:cNvCxnSpPr>
              <a:cxnSpLocks/>
            </p:cNvCxnSpPr>
            <p:nvPr/>
          </p:nvCxnSpPr>
          <p:spPr>
            <a:xfrm flipH="1">
              <a:off x="4154161" y="5916438"/>
              <a:ext cx="1008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8" name="직선 연결선 17">
              <a:extLst>
                <a:ext uri="{FF2B5EF4-FFF2-40B4-BE49-F238E27FC236}">
                  <a16:creationId xmlns:a16="http://schemas.microsoft.com/office/drawing/2014/main" id="{928B3F3D-3616-09E2-DD70-C546CABEDEDB}"/>
                </a:ext>
              </a:extLst>
            </p:cNvPr>
            <p:cNvCxnSpPr>
              <a:cxnSpLocks/>
            </p:cNvCxnSpPr>
            <p:nvPr/>
          </p:nvCxnSpPr>
          <p:spPr>
            <a:xfrm flipH="1">
              <a:off x="3540196" y="5909491"/>
              <a:ext cx="612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F934A71-6767-CE86-F4E7-8D3084FF2455}"/>
                </a:ext>
              </a:extLst>
            </p:cNvPr>
            <p:cNvSpPr txBox="1"/>
            <p:nvPr/>
          </p:nvSpPr>
          <p:spPr>
            <a:xfrm>
              <a:off x="2263618" y="5791180"/>
              <a:ext cx="242621"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1H</a:t>
              </a:r>
              <a:endParaRPr lang="ko-KR" altLang="en-US" sz="900" baseline="-250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36B1B0EB-5A97-281C-F8D7-1C450F0475EF}"/>
                </a:ext>
              </a:extLst>
            </p:cNvPr>
            <p:cNvSpPr txBox="1"/>
            <p:nvPr/>
          </p:nvSpPr>
          <p:spPr>
            <a:xfrm>
              <a:off x="3108771" y="5786045"/>
              <a:ext cx="248268" cy="211189"/>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1L</a:t>
              </a:r>
              <a:endParaRPr lang="ko-KR" altLang="en-US" sz="900" baseline="-250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29566FF2-6B9C-C2C8-43D1-DAE3FBCB2C9E}"/>
                </a:ext>
              </a:extLst>
            </p:cNvPr>
            <p:cNvSpPr txBox="1"/>
            <p:nvPr/>
          </p:nvSpPr>
          <p:spPr>
            <a:xfrm>
              <a:off x="3728386" y="5795242"/>
              <a:ext cx="262123" cy="211189"/>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0H</a:t>
              </a:r>
              <a:endParaRPr lang="ko-KR" altLang="en-US" sz="900" baseline="-250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AA309FC6-C6EC-7603-A15C-F3A1CA77C5BE}"/>
                </a:ext>
              </a:extLst>
            </p:cNvPr>
            <p:cNvSpPr txBox="1"/>
            <p:nvPr/>
          </p:nvSpPr>
          <p:spPr>
            <a:xfrm>
              <a:off x="4538057" y="5791909"/>
              <a:ext cx="229797"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0L</a:t>
              </a:r>
              <a:endParaRPr lang="ko-KR" altLang="en-US" sz="900" baseline="-25000" dirty="0">
                <a:latin typeface="Arial" panose="020B0604020202020204" pitchFamily="34" charset="0"/>
                <a:cs typeface="Arial" panose="020B0604020202020204" pitchFamily="34" charset="0"/>
              </a:endParaRPr>
            </a:p>
          </p:txBody>
        </p:sp>
      </p:grpSp>
      <p:sp>
        <p:nvSpPr>
          <p:cNvPr id="36" name="object 11">
            <a:extLst>
              <a:ext uri="{FF2B5EF4-FFF2-40B4-BE49-F238E27FC236}">
                <a16:creationId xmlns:a16="http://schemas.microsoft.com/office/drawing/2014/main" id="{3E134670-5B14-7388-EE3F-5C6E92436339}"/>
              </a:ext>
            </a:extLst>
          </p:cNvPr>
          <p:cNvSpPr txBox="1"/>
          <p:nvPr/>
        </p:nvSpPr>
        <p:spPr>
          <a:xfrm>
            <a:off x="2426121" y="7304037"/>
            <a:ext cx="2005511" cy="141524"/>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4</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DC Electrical Characteristic </a:t>
            </a:r>
          </a:p>
        </p:txBody>
      </p:sp>
      <p:sp>
        <p:nvSpPr>
          <p:cNvPr id="37" name="TextBox 36">
            <a:extLst>
              <a:ext uri="{FF2B5EF4-FFF2-40B4-BE49-F238E27FC236}">
                <a16:creationId xmlns:a16="http://schemas.microsoft.com/office/drawing/2014/main" id="{D39AEEAC-0223-5870-2785-924142526F22}"/>
              </a:ext>
            </a:extLst>
          </p:cNvPr>
          <p:cNvSpPr txBox="1"/>
          <p:nvPr/>
        </p:nvSpPr>
        <p:spPr>
          <a:xfrm>
            <a:off x="404812" y="7581182"/>
            <a:ext cx="6048376" cy="756617"/>
          </a:xfrm>
          <a:prstGeom prst="rect">
            <a:avLst/>
          </a:prstGeom>
        </p:spPr>
        <p:txBody>
          <a:bodyPr vert="horz" wrap="square" lIns="0" tIns="12700" rIns="0" bIns="0" rtlCol="0">
            <a:spAutoFit/>
          </a:bodyPr>
          <a:lstStyle>
            <a:defPPr>
              <a:defRPr lang="en-US"/>
            </a:defPPr>
            <a:lvl1pPr marL="38100">
              <a:lnSpc>
                <a:spcPct val="100000"/>
              </a:lnSpc>
              <a:spcBef>
                <a:spcPts val="100"/>
              </a:spcBef>
              <a:defRPr sz="900">
                <a:latin typeface="Arial" panose="020B0604020202020204" pitchFamily="34" charset="0"/>
                <a:cs typeface="Arial" panose="020B0604020202020204" pitchFamily="34" charset="0"/>
              </a:defRPr>
            </a:lvl1pPr>
          </a:lstStyle>
          <a:p>
            <a:r>
              <a:rPr lang="en-US" altLang="ko-KR" dirty="0"/>
              <a:t>Note :  1) It is recommended the minimum MCLK should not be more than twice as slow as the SCLK for stable fast-</a:t>
            </a:r>
          </a:p>
          <a:p>
            <a:r>
              <a:rPr lang="en-US" altLang="ko-KR" dirty="0"/>
              <a:t>                readout. If MCLK will be more than twice as slow as SCLK, then an appropriate latency is needed between</a:t>
            </a:r>
          </a:p>
          <a:p>
            <a:r>
              <a:rPr lang="en-US" altLang="ko-KR" dirty="0"/>
              <a:t>                the first 16 SCLKs for a command and the second 16 SCLKs for readout.</a:t>
            </a:r>
          </a:p>
          <a:p>
            <a:pPr algn="just"/>
            <a:r>
              <a:rPr lang="en-US" altLang="ko-KR" dirty="0"/>
              <a:t>            2) The conditions, </a:t>
            </a:r>
            <a:r>
              <a:rPr lang="en-US" altLang="ko-KR" dirty="0">
                <a:solidFill>
                  <a:srgbClr val="000000"/>
                </a:solidFill>
                <a:ea typeface="굴림" panose="020B0600000101010101" pitchFamily="50" charset="-127"/>
              </a:rPr>
              <a:t>T</a:t>
            </a:r>
            <a:r>
              <a:rPr lang="en-US" altLang="ko-KR" baseline="-25000" dirty="0">
                <a:solidFill>
                  <a:srgbClr val="000000"/>
                </a:solidFill>
                <a:ea typeface="굴림" panose="020B0600000101010101" pitchFamily="50" charset="-127"/>
              </a:rPr>
              <a:t>1H </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0H</a:t>
            </a:r>
            <a:r>
              <a:rPr lang="en-US" altLang="ko-KR" dirty="0">
                <a:solidFill>
                  <a:srgbClr val="000000"/>
                </a:solidFill>
                <a:ea typeface="굴림" panose="020B0600000101010101" pitchFamily="50" charset="-127"/>
              </a:rPr>
              <a:t> * 2,</a:t>
            </a:r>
            <a:r>
              <a:rPr lang="en-US" altLang="ko-KR" baseline="-25000" dirty="0">
                <a:solidFill>
                  <a:srgbClr val="000000"/>
                </a:solidFill>
                <a:ea typeface="굴림" panose="020B0600000101010101" pitchFamily="50" charset="-127"/>
              </a:rPr>
              <a:t>    </a:t>
            </a:r>
            <a:r>
              <a:rPr lang="en-US" altLang="ko-KR" dirty="0">
                <a:solidFill>
                  <a:srgbClr val="000000"/>
                </a:solidFill>
                <a:ea typeface="굴림" panose="020B0600000101010101" pitchFamily="50" charset="-127"/>
              </a:rPr>
              <a:t>T</a:t>
            </a:r>
            <a:r>
              <a:rPr lang="en-US" altLang="ko-KR" baseline="-25000" dirty="0">
                <a:solidFill>
                  <a:srgbClr val="000000"/>
                </a:solidFill>
                <a:ea typeface="굴림" panose="020B0600000101010101" pitchFamily="50" charset="-127"/>
              </a:rPr>
              <a:t>0L</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1L</a:t>
            </a:r>
            <a:r>
              <a:rPr lang="en-US" altLang="ko-KR" dirty="0">
                <a:solidFill>
                  <a:srgbClr val="000000"/>
                </a:solidFill>
                <a:ea typeface="굴림" panose="020B0600000101010101" pitchFamily="50" charset="-127"/>
              </a:rPr>
              <a:t> * 2,  (T</a:t>
            </a:r>
            <a:r>
              <a:rPr lang="en-US" altLang="ko-KR" baseline="-25000" dirty="0">
                <a:solidFill>
                  <a:srgbClr val="000000"/>
                </a:solidFill>
                <a:ea typeface="굴림" panose="020B0600000101010101" pitchFamily="50" charset="-127"/>
              </a:rPr>
              <a:t>1H  </a:t>
            </a:r>
            <a:r>
              <a:rPr lang="en-US" altLang="ko-KR" dirty="0">
                <a:solidFill>
                  <a:srgbClr val="000000"/>
                </a:solidFill>
                <a:ea typeface="굴림" panose="020B0600000101010101" pitchFamily="50" charset="-127"/>
              </a:rPr>
              <a:t>+ T</a:t>
            </a:r>
            <a:r>
              <a:rPr lang="en-US" altLang="ko-KR" baseline="-25000" dirty="0">
                <a:solidFill>
                  <a:srgbClr val="000000"/>
                </a:solidFill>
                <a:ea typeface="굴림" panose="020B0600000101010101" pitchFamily="50" charset="-127"/>
              </a:rPr>
              <a:t>0H</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0L</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1L</a:t>
            </a:r>
            <a:r>
              <a:rPr lang="en-US" altLang="ko-KR" dirty="0">
                <a:solidFill>
                  <a:srgbClr val="000000"/>
                </a:solidFill>
                <a:ea typeface="굴림" panose="020B0600000101010101" pitchFamily="50" charset="-127"/>
              </a:rPr>
              <a:t>) &lt; 80 are normally recommended.</a:t>
            </a:r>
          </a:p>
          <a:p>
            <a:pPr algn="just"/>
            <a:r>
              <a:rPr lang="en-US" altLang="ko-KR" dirty="0">
                <a:solidFill>
                  <a:srgbClr val="000000"/>
                </a:solidFill>
                <a:ea typeface="굴림" panose="020B0600000101010101" pitchFamily="50" charset="-127"/>
              </a:rPr>
              <a:t>                 However, the value depends on the baud-rate of the XDR..</a:t>
            </a:r>
          </a:p>
        </p:txBody>
      </p:sp>
      <p:sp>
        <p:nvSpPr>
          <p:cNvPr id="38" name="object 8">
            <a:extLst>
              <a:ext uri="{FF2B5EF4-FFF2-40B4-BE49-F238E27FC236}">
                <a16:creationId xmlns:a16="http://schemas.microsoft.com/office/drawing/2014/main" id="{AF88FA11-CF17-4E46-6A46-8295373DACC6}"/>
              </a:ext>
            </a:extLst>
          </p:cNvPr>
          <p:cNvSpPr txBox="1"/>
          <p:nvPr/>
        </p:nvSpPr>
        <p:spPr>
          <a:xfrm>
            <a:off x="404566" y="8633453"/>
            <a:ext cx="6048622" cy="342900"/>
          </a:xfrm>
          <a:prstGeom prst="rect">
            <a:avLst/>
          </a:prstGeom>
        </p:spPr>
        <p:txBody>
          <a:bodyPr vert="horz" wrap="square" lIns="0" tIns="55880" rIns="0" bIns="0" rtlCol="0">
            <a:spAutoFit/>
          </a:bodyPr>
          <a:lstStyle/>
          <a:p>
            <a:pPr marL="12700">
              <a:lnSpc>
                <a:spcPct val="100000"/>
              </a:lnSpc>
              <a:spcBef>
                <a:spcPts val="440"/>
              </a:spcBef>
            </a:pPr>
            <a:r>
              <a:rPr sz="750" b="1" spc="15" dirty="0">
                <a:latin typeface="Arial"/>
                <a:cs typeface="Arial"/>
              </a:rPr>
              <a:t>Impo</a:t>
            </a:r>
            <a:r>
              <a:rPr sz="750" b="1" spc="5" dirty="0">
                <a:latin typeface="Arial"/>
                <a:cs typeface="Arial"/>
              </a:rPr>
              <a:t>r</a:t>
            </a:r>
            <a:r>
              <a:rPr sz="750" b="1" spc="10" dirty="0">
                <a:latin typeface="Arial"/>
                <a:cs typeface="Arial"/>
              </a:rPr>
              <a:t>ta</a:t>
            </a:r>
            <a:r>
              <a:rPr sz="750" b="1" spc="5" dirty="0">
                <a:latin typeface="Arial"/>
                <a:cs typeface="Arial"/>
              </a:rPr>
              <a:t>n</a:t>
            </a:r>
            <a:r>
              <a:rPr sz="750" b="1" spc="10" dirty="0">
                <a:latin typeface="Arial"/>
                <a:cs typeface="Arial"/>
              </a:rPr>
              <a:t>t</a:t>
            </a:r>
            <a:r>
              <a:rPr sz="750" b="1" spc="-55" dirty="0">
                <a:latin typeface="Arial"/>
                <a:cs typeface="Arial"/>
              </a:rPr>
              <a:t> </a:t>
            </a:r>
            <a:r>
              <a:rPr sz="750" b="1" spc="15" dirty="0">
                <a:latin typeface="Arial"/>
                <a:cs typeface="Arial"/>
              </a:rPr>
              <a:t>statemen</a:t>
            </a:r>
            <a:r>
              <a:rPr sz="750" b="1" spc="10" dirty="0">
                <a:latin typeface="Arial"/>
                <a:cs typeface="Arial"/>
              </a:rPr>
              <a:t>t</a:t>
            </a:r>
            <a:endParaRPr sz="750" dirty="0">
              <a:latin typeface="Arial"/>
              <a:cs typeface="Arial"/>
            </a:endParaRPr>
          </a:p>
          <a:p>
            <a:pPr marL="12700">
              <a:lnSpc>
                <a:spcPct val="100000"/>
              </a:lnSpc>
              <a:spcBef>
                <a:spcPts val="350"/>
              </a:spcBef>
            </a:pPr>
            <a:r>
              <a:rPr sz="750" spc="10" dirty="0">
                <a:latin typeface="Arial"/>
                <a:cs typeface="Arial"/>
              </a:rPr>
              <a:t>Global</a:t>
            </a:r>
            <a:r>
              <a:rPr sz="750" spc="-5" dirty="0">
                <a:latin typeface="Arial"/>
                <a:cs typeface="Arial"/>
              </a:rPr>
              <a:t> </a:t>
            </a:r>
            <a:r>
              <a:rPr sz="750" spc="10" dirty="0">
                <a:latin typeface="Arial"/>
                <a:cs typeface="Arial"/>
              </a:rPr>
              <a:t>Technologies</a:t>
            </a:r>
            <a:r>
              <a:rPr sz="750" spc="170" dirty="0">
                <a:latin typeface="Arial"/>
                <a:cs typeface="Arial"/>
              </a:rPr>
              <a:t> </a:t>
            </a:r>
            <a:r>
              <a:rPr sz="750" spc="15" dirty="0">
                <a:latin typeface="Arial"/>
                <a:cs typeface="Arial"/>
              </a:rPr>
              <a:t>reserves</a:t>
            </a:r>
            <a:r>
              <a:rPr sz="750" spc="10" dirty="0">
                <a:latin typeface="Arial"/>
                <a:cs typeface="Arial"/>
              </a:rPr>
              <a:t> the</a:t>
            </a:r>
            <a:r>
              <a:rPr sz="750" spc="15" dirty="0">
                <a:latin typeface="Arial"/>
                <a:cs typeface="Arial"/>
              </a:rPr>
              <a:t> </a:t>
            </a:r>
            <a:r>
              <a:rPr sz="750" spc="5" dirty="0">
                <a:latin typeface="Arial"/>
                <a:cs typeface="Arial"/>
              </a:rPr>
              <a:t>right </a:t>
            </a:r>
            <a:r>
              <a:rPr sz="750" spc="10" dirty="0">
                <a:latin typeface="Arial"/>
                <a:cs typeface="Arial"/>
              </a:rPr>
              <a:t>to </a:t>
            </a:r>
            <a:r>
              <a:rPr sz="750" spc="15" dirty="0">
                <a:latin typeface="Arial"/>
                <a:cs typeface="Arial"/>
              </a:rPr>
              <a:t>change </a:t>
            </a:r>
            <a:r>
              <a:rPr sz="750" spc="10" dirty="0">
                <a:latin typeface="Arial"/>
                <a:cs typeface="Arial"/>
              </a:rPr>
              <a:t>the</a:t>
            </a:r>
            <a:r>
              <a:rPr sz="750" spc="15" dirty="0">
                <a:latin typeface="Arial"/>
                <a:cs typeface="Arial"/>
              </a:rPr>
              <a:t> </a:t>
            </a:r>
            <a:r>
              <a:rPr sz="750" spc="10" dirty="0">
                <a:latin typeface="Arial"/>
                <a:cs typeface="Arial"/>
              </a:rPr>
              <a:t>above-mentioned</a:t>
            </a:r>
            <a:r>
              <a:rPr sz="750" spc="-15" dirty="0">
                <a:latin typeface="Arial"/>
                <a:cs typeface="Arial"/>
              </a:rPr>
              <a:t> </a:t>
            </a:r>
            <a:r>
              <a:rPr sz="750" spc="10" dirty="0">
                <a:latin typeface="Arial"/>
                <a:cs typeface="Arial"/>
              </a:rPr>
              <a:t>information</a:t>
            </a:r>
            <a:r>
              <a:rPr sz="750" spc="-20" dirty="0">
                <a:latin typeface="Arial"/>
                <a:cs typeface="Arial"/>
              </a:rPr>
              <a:t> </a:t>
            </a:r>
            <a:r>
              <a:rPr sz="750" spc="10" dirty="0">
                <a:latin typeface="Arial"/>
                <a:cs typeface="Arial"/>
              </a:rPr>
              <a:t>without</a:t>
            </a:r>
            <a:r>
              <a:rPr sz="750" dirty="0">
                <a:latin typeface="Arial"/>
                <a:cs typeface="Arial"/>
              </a:rPr>
              <a:t> </a:t>
            </a:r>
            <a:r>
              <a:rPr sz="750" spc="5" dirty="0">
                <a:latin typeface="Arial"/>
                <a:cs typeface="Arial"/>
              </a:rPr>
              <a:t>prior</a:t>
            </a:r>
            <a:r>
              <a:rPr sz="750" spc="20" dirty="0">
                <a:latin typeface="Arial"/>
                <a:cs typeface="Arial"/>
              </a:rPr>
              <a:t> </a:t>
            </a:r>
            <a:r>
              <a:rPr sz="750" spc="10" dirty="0">
                <a:latin typeface="Arial"/>
                <a:cs typeface="Arial"/>
              </a:rPr>
              <a:t>notice.</a:t>
            </a:r>
            <a:endParaRPr sz="750" dirty="0">
              <a:latin typeface="Arial"/>
              <a:cs typeface="Arial"/>
            </a:endParaRPr>
          </a:p>
        </p:txBody>
      </p:sp>
      <p:sp>
        <p:nvSpPr>
          <p:cNvPr id="3" name="TextBox 2">
            <a:extLst>
              <a:ext uri="{FF2B5EF4-FFF2-40B4-BE49-F238E27FC236}">
                <a16:creationId xmlns:a16="http://schemas.microsoft.com/office/drawing/2014/main" id="{EAB714ED-4CC7-37D1-9DA3-2D07A464F3C8}"/>
              </a:ext>
            </a:extLst>
          </p:cNvPr>
          <p:cNvSpPr txBox="1"/>
          <p:nvPr/>
        </p:nvSpPr>
        <p:spPr>
          <a:xfrm>
            <a:off x="413545" y="774866"/>
            <a:ext cx="603090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Electrical Characteristic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4881068"/>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638BE65-95D8-8F8B-6251-87F18B8366B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object 2">
            <a:extLst>
              <a:ext uri="{FF2B5EF4-FFF2-40B4-BE49-F238E27FC236}">
                <a16:creationId xmlns:a16="http://schemas.microsoft.com/office/drawing/2014/main" id="{CD48450D-AAAB-2583-EED8-0BCC88A74B8A}"/>
              </a:ext>
            </a:extLst>
          </p:cNvPr>
          <p:cNvSpPr txBox="1"/>
          <p:nvPr/>
        </p:nvSpPr>
        <p:spPr>
          <a:xfrm>
            <a:off x="404812" y="1314184"/>
            <a:ext cx="6048616" cy="215444"/>
          </a:xfrm>
          <a:prstGeom prst="rect">
            <a:avLst/>
          </a:prstGeom>
        </p:spPr>
        <p:txBody>
          <a:bodyPr vert="horz" wrap="square" lIns="0" tIns="0" rIns="0" bIns="0" rtlCol="0" anchor="ctr">
            <a:spAutoFit/>
          </a:bodyPr>
          <a:lstStyle/>
          <a:p>
            <a:pPr>
              <a:lnSpc>
                <a:spcPct val="100000"/>
              </a:lnSpc>
              <a:spcBef>
                <a:spcPts val="0"/>
              </a:spcBef>
            </a:pPr>
            <a:r>
              <a:rPr sz="1400" b="1" spc="-10" dirty="0">
                <a:latin typeface="Arial" panose="020B0604020202020204" pitchFamily="34" charset="0"/>
                <a:cs typeface="Arial" panose="020B0604020202020204" pitchFamily="34" charset="0"/>
              </a:rPr>
              <a:t>Power</a:t>
            </a:r>
            <a:r>
              <a:rPr sz="1400" b="1" spc="-25" dirty="0">
                <a:latin typeface="Arial" panose="020B0604020202020204" pitchFamily="34" charset="0"/>
                <a:cs typeface="Arial" panose="020B0604020202020204" pitchFamily="34" charset="0"/>
              </a:rPr>
              <a:t> </a:t>
            </a:r>
            <a:r>
              <a:rPr sz="1400" b="1" spc="-5" dirty="0">
                <a:latin typeface="Arial" panose="020B0604020202020204" pitchFamily="34" charset="0"/>
                <a:cs typeface="Arial" panose="020B0604020202020204" pitchFamily="34" charset="0"/>
              </a:rPr>
              <a:t>Sequence</a:t>
            </a:r>
            <a:endParaRPr sz="1400" dirty="0">
              <a:latin typeface="Arial" panose="020B0604020202020204" pitchFamily="34" charset="0"/>
              <a:cs typeface="Arial" panose="020B0604020202020204" pitchFamily="34" charset="0"/>
            </a:endParaRPr>
          </a:p>
        </p:txBody>
      </p:sp>
      <p:sp>
        <p:nvSpPr>
          <p:cNvPr id="13" name="object 84">
            <a:extLst>
              <a:ext uri="{FF2B5EF4-FFF2-40B4-BE49-F238E27FC236}">
                <a16:creationId xmlns:a16="http://schemas.microsoft.com/office/drawing/2014/main" id="{6E80A39A-D48B-4452-225C-25D94219399C}"/>
              </a:ext>
            </a:extLst>
          </p:cNvPr>
          <p:cNvSpPr txBox="1"/>
          <p:nvPr/>
        </p:nvSpPr>
        <p:spPr>
          <a:xfrm>
            <a:off x="2081836" y="3499410"/>
            <a:ext cx="269432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5. Power up sequence and ramp-up time</a:t>
            </a:r>
          </a:p>
        </p:txBody>
      </p:sp>
      <p:grpSp>
        <p:nvGrpSpPr>
          <p:cNvPr id="5" name="그룹 4">
            <a:extLst>
              <a:ext uri="{FF2B5EF4-FFF2-40B4-BE49-F238E27FC236}">
                <a16:creationId xmlns:a16="http://schemas.microsoft.com/office/drawing/2014/main" id="{E1FFC8AE-FDB5-392A-9182-96567F88987A}"/>
              </a:ext>
            </a:extLst>
          </p:cNvPr>
          <p:cNvGrpSpPr/>
          <p:nvPr/>
        </p:nvGrpSpPr>
        <p:grpSpPr>
          <a:xfrm>
            <a:off x="542692" y="1728280"/>
            <a:ext cx="5674426" cy="1507425"/>
            <a:chOff x="542692" y="3977073"/>
            <a:chExt cx="5674426" cy="1507425"/>
          </a:xfrm>
        </p:grpSpPr>
        <p:sp>
          <p:nvSpPr>
            <p:cNvPr id="24" name="TextBox 23">
              <a:extLst>
                <a:ext uri="{FF2B5EF4-FFF2-40B4-BE49-F238E27FC236}">
                  <a16:creationId xmlns:a16="http://schemas.microsoft.com/office/drawing/2014/main" id="{5B7604C7-0683-E723-1F13-96CE5D37548C}"/>
                </a:ext>
              </a:extLst>
            </p:cNvPr>
            <p:cNvSpPr txBox="1"/>
            <p:nvPr/>
          </p:nvSpPr>
          <p:spPr>
            <a:xfrm>
              <a:off x="1904785" y="3977073"/>
              <a:ext cx="592076" cy="138499"/>
            </a:xfrm>
            <a:prstGeom prst="rect">
              <a:avLst/>
            </a:prstGeom>
            <a:solidFill>
              <a:schemeClr val="bg1"/>
            </a:solidFill>
          </p:spPr>
          <p:txBody>
            <a:bodyPr wrap="none" lIns="36000" tIns="0" rIns="36000" bIns="0" rtlCol="0" anchor="ctr" anchorCtr="0">
              <a:spAutoFit/>
            </a:bodyPr>
            <a:lstStyle/>
            <a:p>
              <a:r>
                <a:rPr lang="en-US" altLang="ko-KR" sz="900" dirty="0"/>
                <a:t>3.3V stable</a:t>
              </a:r>
              <a:endParaRPr lang="ko-KR" altLang="en-US" sz="900" dirty="0"/>
            </a:p>
          </p:txBody>
        </p:sp>
        <p:cxnSp>
          <p:nvCxnSpPr>
            <p:cNvPr id="6" name="직선 연결선 5">
              <a:extLst>
                <a:ext uri="{FF2B5EF4-FFF2-40B4-BE49-F238E27FC236}">
                  <a16:creationId xmlns:a16="http://schemas.microsoft.com/office/drawing/2014/main" id="{F321B945-C5C3-9C50-0D23-E008CE6E58E2}"/>
                </a:ext>
              </a:extLst>
            </p:cNvPr>
            <p:cNvCxnSpPr>
              <a:cxnSpLocks/>
            </p:cNvCxnSpPr>
            <p:nvPr/>
          </p:nvCxnSpPr>
          <p:spPr>
            <a:xfrm flipH="1">
              <a:off x="1626057" y="4114471"/>
              <a:ext cx="281318" cy="136938"/>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직선 연결선 6">
              <a:extLst>
                <a:ext uri="{FF2B5EF4-FFF2-40B4-BE49-F238E27FC236}">
                  <a16:creationId xmlns:a16="http://schemas.microsoft.com/office/drawing/2014/main" id="{3F5BA838-F6A8-D22E-19D4-84E122724A3E}"/>
                </a:ext>
              </a:extLst>
            </p:cNvPr>
            <p:cNvCxnSpPr>
              <a:cxnSpLocks/>
            </p:cNvCxnSpPr>
            <p:nvPr/>
          </p:nvCxnSpPr>
          <p:spPr>
            <a:xfrm flipH="1">
              <a:off x="1907435" y="4111524"/>
              <a:ext cx="424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직선 연결선 7">
              <a:extLst>
                <a:ext uri="{FF2B5EF4-FFF2-40B4-BE49-F238E27FC236}">
                  <a16:creationId xmlns:a16="http://schemas.microsoft.com/office/drawing/2014/main" id="{68E2483B-96BF-97AC-3A56-BE35C9F62CFA}"/>
                </a:ext>
              </a:extLst>
            </p:cNvPr>
            <p:cNvCxnSpPr>
              <a:cxnSpLocks/>
            </p:cNvCxnSpPr>
            <p:nvPr/>
          </p:nvCxnSpPr>
          <p:spPr>
            <a:xfrm flipH="1">
              <a:off x="1250645" y="4250362"/>
              <a:ext cx="375412"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C64FFED9-6CC3-BD3D-A6D8-32FD9CFC90F4}"/>
                </a:ext>
              </a:extLst>
            </p:cNvPr>
            <p:cNvSpPr txBox="1"/>
            <p:nvPr/>
          </p:nvSpPr>
          <p:spPr>
            <a:xfrm>
              <a:off x="965395" y="4055041"/>
              <a:ext cx="346570" cy="230832"/>
            </a:xfrm>
            <a:prstGeom prst="rect">
              <a:avLst/>
            </a:prstGeom>
            <a:noFill/>
          </p:spPr>
          <p:txBody>
            <a:bodyPr wrap="none" rtlCol="0">
              <a:spAutoFit/>
            </a:bodyPr>
            <a:lstStyle/>
            <a:p>
              <a:r>
                <a:rPr lang="en-US" altLang="ko-KR" sz="900" dirty="0"/>
                <a:t>V</a:t>
              </a:r>
              <a:r>
                <a:rPr lang="en-US" altLang="ko-KR" sz="900" baseline="-25000" dirty="0"/>
                <a:t>DD</a:t>
              </a:r>
              <a:endParaRPr lang="ko-KR" altLang="en-US" sz="900" baseline="-25000" dirty="0"/>
            </a:p>
          </p:txBody>
        </p:sp>
        <p:cxnSp>
          <p:nvCxnSpPr>
            <p:cNvPr id="11" name="직선 연결선 10">
              <a:extLst>
                <a:ext uri="{FF2B5EF4-FFF2-40B4-BE49-F238E27FC236}">
                  <a16:creationId xmlns:a16="http://schemas.microsoft.com/office/drawing/2014/main" id="{94A75676-166D-ED1F-E066-BD310167EC71}"/>
                </a:ext>
              </a:extLst>
            </p:cNvPr>
            <p:cNvCxnSpPr>
              <a:cxnSpLocks/>
            </p:cNvCxnSpPr>
            <p:nvPr/>
          </p:nvCxnSpPr>
          <p:spPr>
            <a:xfrm>
              <a:off x="1626057" y="4160299"/>
              <a:ext cx="0" cy="216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 name="직선 연결선 15">
              <a:extLst>
                <a:ext uri="{FF2B5EF4-FFF2-40B4-BE49-F238E27FC236}">
                  <a16:creationId xmlns:a16="http://schemas.microsoft.com/office/drawing/2014/main" id="{E81E2EA2-CDE0-A680-1765-AA2C47A2782F}"/>
                </a:ext>
              </a:extLst>
            </p:cNvPr>
            <p:cNvCxnSpPr>
              <a:cxnSpLocks/>
            </p:cNvCxnSpPr>
            <p:nvPr/>
          </p:nvCxnSpPr>
          <p:spPr>
            <a:xfrm flipH="1">
              <a:off x="1247021" y="4821022"/>
              <a:ext cx="490576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직사각형 16">
              <a:extLst>
                <a:ext uri="{FF2B5EF4-FFF2-40B4-BE49-F238E27FC236}">
                  <a16:creationId xmlns:a16="http://schemas.microsoft.com/office/drawing/2014/main" id="{E42A3C56-E58E-C58F-31E4-6BD9FA42D80D}"/>
                </a:ext>
              </a:extLst>
            </p:cNvPr>
            <p:cNvSpPr/>
            <p:nvPr/>
          </p:nvSpPr>
          <p:spPr>
            <a:xfrm>
              <a:off x="3892844" y="4603917"/>
              <a:ext cx="2294969" cy="216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cs typeface="Arial" panose="020B0604020202020204" pitchFamily="34" charset="0"/>
                </a:rPr>
                <a:t>accessible</a:t>
              </a:r>
              <a:endParaRPr lang="ko-KR" altLang="en-US" sz="900" dirty="0">
                <a:solidFill>
                  <a:schemeClr val="tx1"/>
                </a:solidFill>
                <a:cs typeface="Arial" panose="020B0604020202020204" pitchFamily="34" charset="0"/>
              </a:endParaRPr>
            </a:p>
          </p:txBody>
        </p:sp>
        <p:sp>
          <p:nvSpPr>
            <p:cNvPr id="22" name="TextBox 21">
              <a:extLst>
                <a:ext uri="{FF2B5EF4-FFF2-40B4-BE49-F238E27FC236}">
                  <a16:creationId xmlns:a16="http://schemas.microsoft.com/office/drawing/2014/main" id="{5F03580D-9443-5EDD-831E-597E7316B45E}"/>
                </a:ext>
              </a:extLst>
            </p:cNvPr>
            <p:cNvSpPr txBox="1"/>
            <p:nvPr/>
          </p:nvSpPr>
          <p:spPr>
            <a:xfrm>
              <a:off x="1659390" y="4327581"/>
              <a:ext cx="195566"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VDD</a:t>
              </a:r>
              <a:endParaRPr lang="ko-KR" altLang="en-US" sz="900" dirty="0"/>
            </a:p>
          </p:txBody>
        </p:sp>
        <p:sp>
          <p:nvSpPr>
            <p:cNvPr id="56" name="TextBox 55">
              <a:extLst>
                <a:ext uri="{FF2B5EF4-FFF2-40B4-BE49-F238E27FC236}">
                  <a16:creationId xmlns:a16="http://schemas.microsoft.com/office/drawing/2014/main" id="{AE2C7FFD-54CF-D935-D998-95B1B4CC3071}"/>
                </a:ext>
              </a:extLst>
            </p:cNvPr>
            <p:cNvSpPr txBox="1"/>
            <p:nvPr/>
          </p:nvSpPr>
          <p:spPr>
            <a:xfrm>
              <a:off x="944649" y="5253666"/>
              <a:ext cx="367408" cy="230832"/>
            </a:xfrm>
            <a:prstGeom prst="rect">
              <a:avLst/>
            </a:prstGeom>
            <a:noFill/>
          </p:spPr>
          <p:txBody>
            <a:bodyPr wrap="none" rtlCol="0">
              <a:spAutoFit/>
            </a:bodyPr>
            <a:lstStyle/>
            <a:p>
              <a:r>
                <a:rPr lang="en-US" altLang="ko-KR" sz="900" dirty="0"/>
                <a:t>V</a:t>
              </a:r>
              <a:r>
                <a:rPr lang="en-US" altLang="ko-KR" sz="900" baseline="-25000" dirty="0"/>
                <a:t>LED</a:t>
              </a:r>
              <a:endParaRPr lang="ko-KR" altLang="en-US" sz="900" baseline="-25000" dirty="0"/>
            </a:p>
          </p:txBody>
        </p:sp>
        <p:cxnSp>
          <p:nvCxnSpPr>
            <p:cNvPr id="58" name="직선 연결선 57">
              <a:extLst>
                <a:ext uri="{FF2B5EF4-FFF2-40B4-BE49-F238E27FC236}">
                  <a16:creationId xmlns:a16="http://schemas.microsoft.com/office/drawing/2014/main" id="{7E2E7C1C-550D-4CBA-CDC0-B204DE038C63}"/>
                </a:ext>
              </a:extLst>
            </p:cNvPr>
            <p:cNvCxnSpPr>
              <a:cxnSpLocks/>
            </p:cNvCxnSpPr>
            <p:nvPr/>
          </p:nvCxnSpPr>
          <p:spPr>
            <a:xfrm>
              <a:off x="1626057" y="4316549"/>
              <a:ext cx="2880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 name="직선 연결선 14">
              <a:extLst>
                <a:ext uri="{FF2B5EF4-FFF2-40B4-BE49-F238E27FC236}">
                  <a16:creationId xmlns:a16="http://schemas.microsoft.com/office/drawing/2014/main" id="{ABA484C7-ABE7-2766-FAAA-02A1909572D0}"/>
                </a:ext>
              </a:extLst>
            </p:cNvPr>
            <p:cNvCxnSpPr>
              <a:cxnSpLocks/>
            </p:cNvCxnSpPr>
            <p:nvPr/>
          </p:nvCxnSpPr>
          <p:spPr>
            <a:xfrm>
              <a:off x="1914057" y="4159498"/>
              <a:ext cx="0" cy="468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7" name="직선 연결선 96">
              <a:extLst>
                <a:ext uri="{FF2B5EF4-FFF2-40B4-BE49-F238E27FC236}">
                  <a16:creationId xmlns:a16="http://schemas.microsoft.com/office/drawing/2014/main" id="{592E9B57-B653-8A40-DC7C-F9E2E086F90C}"/>
                </a:ext>
              </a:extLst>
            </p:cNvPr>
            <p:cNvCxnSpPr>
              <a:cxnSpLocks/>
            </p:cNvCxnSpPr>
            <p:nvPr/>
          </p:nvCxnSpPr>
          <p:spPr>
            <a:xfrm>
              <a:off x="1914057" y="4563140"/>
              <a:ext cx="1591337"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98" name="TextBox 97">
              <a:extLst>
                <a:ext uri="{FF2B5EF4-FFF2-40B4-BE49-F238E27FC236}">
                  <a16:creationId xmlns:a16="http://schemas.microsoft.com/office/drawing/2014/main" id="{ABAC57FC-4223-029D-6B5B-71A6EA926A3D}"/>
                </a:ext>
              </a:extLst>
            </p:cNvPr>
            <p:cNvSpPr txBox="1"/>
            <p:nvPr/>
          </p:nvSpPr>
          <p:spPr>
            <a:xfrm>
              <a:off x="2679586" y="4404335"/>
              <a:ext cx="181140"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INIT</a:t>
              </a:r>
              <a:endParaRPr lang="ko-KR" altLang="en-US" sz="900" dirty="0"/>
            </a:p>
          </p:txBody>
        </p:sp>
        <p:cxnSp>
          <p:nvCxnSpPr>
            <p:cNvPr id="99" name="직선 연결선 98">
              <a:extLst>
                <a:ext uri="{FF2B5EF4-FFF2-40B4-BE49-F238E27FC236}">
                  <a16:creationId xmlns:a16="http://schemas.microsoft.com/office/drawing/2014/main" id="{01BE3813-15E5-B07A-0C5F-3F0C79A1005F}"/>
                </a:ext>
              </a:extLst>
            </p:cNvPr>
            <p:cNvCxnSpPr>
              <a:cxnSpLocks/>
            </p:cNvCxnSpPr>
            <p:nvPr/>
          </p:nvCxnSpPr>
          <p:spPr>
            <a:xfrm>
              <a:off x="3504216" y="4468907"/>
              <a:ext cx="0" cy="18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0E7E93F2-3F12-E2A1-62E9-AC0528792B03}"/>
                </a:ext>
              </a:extLst>
            </p:cNvPr>
            <p:cNvCxnSpPr>
              <a:cxnSpLocks/>
            </p:cNvCxnSpPr>
            <p:nvPr/>
          </p:nvCxnSpPr>
          <p:spPr>
            <a:xfrm>
              <a:off x="3504216" y="4564207"/>
              <a:ext cx="3960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63970B44-F9B5-559D-C1E2-8A4FD62FEFA5}"/>
                </a:ext>
              </a:extLst>
            </p:cNvPr>
            <p:cNvSpPr txBox="1"/>
            <p:nvPr/>
          </p:nvSpPr>
          <p:spPr>
            <a:xfrm>
              <a:off x="3547708" y="4397956"/>
              <a:ext cx="219612"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FACC</a:t>
              </a:r>
              <a:endParaRPr lang="ko-KR" altLang="en-US" sz="900" dirty="0"/>
            </a:p>
          </p:txBody>
        </p:sp>
        <p:cxnSp>
          <p:nvCxnSpPr>
            <p:cNvPr id="102" name="직선 연결선 101">
              <a:extLst>
                <a:ext uri="{FF2B5EF4-FFF2-40B4-BE49-F238E27FC236}">
                  <a16:creationId xmlns:a16="http://schemas.microsoft.com/office/drawing/2014/main" id="{19D94DFE-0A9D-9FD7-60C5-869F4CD646C8}"/>
                </a:ext>
              </a:extLst>
            </p:cNvPr>
            <p:cNvCxnSpPr>
              <a:cxnSpLocks/>
            </p:cNvCxnSpPr>
            <p:nvPr/>
          </p:nvCxnSpPr>
          <p:spPr>
            <a:xfrm>
              <a:off x="3894508" y="4475480"/>
              <a:ext cx="0" cy="828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5" name="TextBox 104">
              <a:extLst>
                <a:ext uri="{FF2B5EF4-FFF2-40B4-BE49-F238E27FC236}">
                  <a16:creationId xmlns:a16="http://schemas.microsoft.com/office/drawing/2014/main" id="{10B8D3AE-D7AD-5562-D816-F5482F6ACBE4}"/>
                </a:ext>
              </a:extLst>
            </p:cNvPr>
            <p:cNvSpPr txBox="1"/>
            <p:nvPr/>
          </p:nvSpPr>
          <p:spPr>
            <a:xfrm>
              <a:off x="542692" y="4655480"/>
              <a:ext cx="766557" cy="230832"/>
            </a:xfrm>
            <a:prstGeom prst="rect">
              <a:avLst/>
            </a:prstGeom>
            <a:noFill/>
          </p:spPr>
          <p:txBody>
            <a:bodyPr wrap="none" rtlCol="0">
              <a:spAutoFit/>
            </a:bodyPr>
            <a:lstStyle/>
            <a:p>
              <a:r>
                <a:rPr lang="en-US" altLang="ko-KR" sz="900" dirty="0"/>
                <a:t>Access to XC</a:t>
              </a:r>
              <a:endParaRPr lang="ko-KR" altLang="en-US" sz="900" baseline="-25000" dirty="0"/>
            </a:p>
          </p:txBody>
        </p:sp>
        <p:cxnSp>
          <p:nvCxnSpPr>
            <p:cNvPr id="108" name="직선 연결선 107">
              <a:extLst>
                <a:ext uri="{FF2B5EF4-FFF2-40B4-BE49-F238E27FC236}">
                  <a16:creationId xmlns:a16="http://schemas.microsoft.com/office/drawing/2014/main" id="{D50ADE98-548D-888E-9585-5525625E69C1}"/>
                </a:ext>
              </a:extLst>
            </p:cNvPr>
            <p:cNvCxnSpPr>
              <a:cxnSpLocks/>
            </p:cNvCxnSpPr>
            <p:nvPr/>
          </p:nvCxnSpPr>
          <p:spPr>
            <a:xfrm>
              <a:off x="3891668" y="5221273"/>
              <a:ext cx="11880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09" name="직선 연결선 108">
              <a:extLst>
                <a:ext uri="{FF2B5EF4-FFF2-40B4-BE49-F238E27FC236}">
                  <a16:creationId xmlns:a16="http://schemas.microsoft.com/office/drawing/2014/main" id="{DC765350-A292-33E3-B709-6E04E148655B}"/>
                </a:ext>
              </a:extLst>
            </p:cNvPr>
            <p:cNvCxnSpPr>
              <a:cxnSpLocks/>
            </p:cNvCxnSpPr>
            <p:nvPr/>
          </p:nvCxnSpPr>
          <p:spPr>
            <a:xfrm flipH="1">
              <a:off x="5131963" y="5248933"/>
              <a:ext cx="157001" cy="18960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직선 연결선 109">
              <a:extLst>
                <a:ext uri="{FF2B5EF4-FFF2-40B4-BE49-F238E27FC236}">
                  <a16:creationId xmlns:a16="http://schemas.microsoft.com/office/drawing/2014/main" id="{2652D6C7-9100-42EB-D496-CDB6AF9ACA5E}"/>
                </a:ext>
              </a:extLst>
            </p:cNvPr>
            <p:cNvCxnSpPr>
              <a:cxnSpLocks/>
            </p:cNvCxnSpPr>
            <p:nvPr/>
          </p:nvCxnSpPr>
          <p:spPr>
            <a:xfrm flipH="1">
              <a:off x="5287813" y="5246283"/>
              <a:ext cx="86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DCB90A14-2235-F56E-2222-8C18E8A3E218}"/>
                </a:ext>
              </a:extLst>
            </p:cNvPr>
            <p:cNvCxnSpPr>
              <a:cxnSpLocks/>
            </p:cNvCxnSpPr>
            <p:nvPr/>
          </p:nvCxnSpPr>
          <p:spPr>
            <a:xfrm flipH="1">
              <a:off x="1243963" y="5439565"/>
              <a:ext cx="388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직선 연결선 114">
              <a:extLst>
                <a:ext uri="{FF2B5EF4-FFF2-40B4-BE49-F238E27FC236}">
                  <a16:creationId xmlns:a16="http://schemas.microsoft.com/office/drawing/2014/main" id="{33EEEB88-ECA0-95F9-048A-69C0D9564F2D}"/>
                </a:ext>
              </a:extLst>
            </p:cNvPr>
            <p:cNvCxnSpPr>
              <a:cxnSpLocks/>
            </p:cNvCxnSpPr>
            <p:nvPr/>
          </p:nvCxnSpPr>
          <p:spPr>
            <a:xfrm>
              <a:off x="5067629" y="5148866"/>
              <a:ext cx="0" cy="252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18" name="TextBox 117">
              <a:extLst>
                <a:ext uri="{FF2B5EF4-FFF2-40B4-BE49-F238E27FC236}">
                  <a16:creationId xmlns:a16="http://schemas.microsoft.com/office/drawing/2014/main" id="{883B65AB-F5FB-C360-A1B2-5552D15AA42B}"/>
                </a:ext>
              </a:extLst>
            </p:cNvPr>
            <p:cNvSpPr txBox="1"/>
            <p:nvPr/>
          </p:nvSpPr>
          <p:spPr>
            <a:xfrm>
              <a:off x="4315605" y="5164980"/>
              <a:ext cx="312586"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SU</a:t>
              </a:r>
              <a:r>
                <a:rPr lang="en-US" altLang="ko-KR" sz="900" baseline="-25000" dirty="0">
                  <a:solidFill>
                    <a:srgbClr val="000000"/>
                  </a:solidFill>
                  <a:ea typeface="굴림" panose="020B0600000101010101" pitchFamily="50" charset="-127"/>
                  <a:cs typeface="Arial" panose="020B0604020202020204" pitchFamily="34" charset="0"/>
                </a:rPr>
                <a:t>_</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DIM</a:t>
              </a:r>
              <a:endParaRPr lang="ko-KR" altLang="en-US" sz="900" dirty="0"/>
            </a:p>
          </p:txBody>
        </p:sp>
        <p:sp>
          <p:nvSpPr>
            <p:cNvPr id="120" name="TextBox 119">
              <a:extLst>
                <a:ext uri="{FF2B5EF4-FFF2-40B4-BE49-F238E27FC236}">
                  <a16:creationId xmlns:a16="http://schemas.microsoft.com/office/drawing/2014/main" id="{7CC138E7-3186-B7FA-DC76-86DA1440FC5D}"/>
                </a:ext>
              </a:extLst>
            </p:cNvPr>
            <p:cNvSpPr txBox="1"/>
            <p:nvPr/>
          </p:nvSpPr>
          <p:spPr>
            <a:xfrm>
              <a:off x="542692" y="4985852"/>
              <a:ext cx="833883" cy="230832"/>
            </a:xfrm>
            <a:prstGeom prst="rect">
              <a:avLst/>
            </a:prstGeom>
            <a:noFill/>
          </p:spPr>
          <p:txBody>
            <a:bodyPr wrap="none" rtlCol="0">
              <a:spAutoFit/>
            </a:bodyPr>
            <a:lstStyle/>
            <a:p>
              <a:r>
                <a:rPr lang="en-US" altLang="ko-KR" sz="900" dirty="0"/>
                <a:t>Set-up to XDR</a:t>
              </a:r>
              <a:endParaRPr lang="ko-KR" altLang="en-US" sz="900" baseline="-25000" dirty="0"/>
            </a:p>
          </p:txBody>
        </p:sp>
        <p:cxnSp>
          <p:nvCxnSpPr>
            <p:cNvPr id="121" name="직선 연결선 120">
              <a:extLst>
                <a:ext uri="{FF2B5EF4-FFF2-40B4-BE49-F238E27FC236}">
                  <a16:creationId xmlns:a16="http://schemas.microsoft.com/office/drawing/2014/main" id="{4F2C4BD9-9A0D-23EE-F628-2A82ED681CFE}"/>
                </a:ext>
              </a:extLst>
            </p:cNvPr>
            <p:cNvCxnSpPr>
              <a:cxnSpLocks/>
            </p:cNvCxnSpPr>
            <p:nvPr/>
          </p:nvCxnSpPr>
          <p:spPr>
            <a:xfrm flipH="1">
              <a:off x="1258560" y="5127128"/>
              <a:ext cx="490576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직사각형 121">
              <a:extLst>
                <a:ext uri="{FF2B5EF4-FFF2-40B4-BE49-F238E27FC236}">
                  <a16:creationId xmlns:a16="http://schemas.microsoft.com/office/drawing/2014/main" id="{BBF82BD6-78AB-738F-FF0B-2FB3B2F8D7C0}"/>
                </a:ext>
              </a:extLst>
            </p:cNvPr>
            <p:cNvSpPr/>
            <p:nvPr/>
          </p:nvSpPr>
          <p:spPr>
            <a:xfrm>
              <a:off x="3893783" y="4910023"/>
              <a:ext cx="1173846" cy="216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dirty="0">
                  <a:solidFill>
                    <a:schemeClr val="tx1"/>
                  </a:solidFill>
                  <a:cs typeface="Arial" panose="020B0604020202020204" pitchFamily="34" charset="0"/>
                </a:rPr>
                <a:t>XDR setup for dimming</a:t>
              </a:r>
              <a:endParaRPr lang="ko-KR" altLang="en-US" sz="900" dirty="0">
                <a:solidFill>
                  <a:schemeClr val="tx1"/>
                </a:solidFill>
                <a:cs typeface="Arial" panose="020B0604020202020204" pitchFamily="34" charset="0"/>
              </a:endParaRPr>
            </a:p>
          </p:txBody>
        </p:sp>
        <p:sp>
          <p:nvSpPr>
            <p:cNvPr id="107" name="직사각형 106">
              <a:extLst>
                <a:ext uri="{FF2B5EF4-FFF2-40B4-BE49-F238E27FC236}">
                  <a16:creationId xmlns:a16="http://schemas.microsoft.com/office/drawing/2014/main" id="{16B36634-65D9-EBE6-F7CF-AE8FAC7788D8}"/>
                </a:ext>
              </a:extLst>
            </p:cNvPr>
            <p:cNvSpPr/>
            <p:nvPr/>
          </p:nvSpPr>
          <p:spPr>
            <a:xfrm>
              <a:off x="6159468" y="4066818"/>
              <a:ext cx="57650" cy="1334043"/>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900" dirty="0">
                <a:solidFill>
                  <a:schemeClr val="tx1"/>
                </a:solidFill>
                <a:cs typeface="Arial" panose="020B0604020202020204" pitchFamily="34" charset="0"/>
              </a:endParaRPr>
            </a:p>
          </p:txBody>
        </p:sp>
      </p:grpSp>
      <p:sp>
        <p:nvSpPr>
          <p:cNvPr id="4" name="TextBox 3">
            <a:extLst>
              <a:ext uri="{FF2B5EF4-FFF2-40B4-BE49-F238E27FC236}">
                <a16:creationId xmlns:a16="http://schemas.microsoft.com/office/drawing/2014/main" id="{89012F0F-9E2D-249B-B4AC-400813B7673A}"/>
              </a:ext>
            </a:extLst>
          </p:cNvPr>
          <p:cNvSpPr txBox="1"/>
          <p:nvPr/>
        </p:nvSpPr>
        <p:spPr>
          <a:xfrm>
            <a:off x="413545" y="774866"/>
            <a:ext cx="603090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Electrical Characteristic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57278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표 11">
            <a:extLst>
              <a:ext uri="{FF2B5EF4-FFF2-40B4-BE49-F238E27FC236}">
                <a16:creationId xmlns:a16="http://schemas.microsoft.com/office/drawing/2014/main" id="{99228BA4-29ED-9280-E1D6-65BAE5BFAEEF}"/>
              </a:ext>
            </a:extLst>
          </p:cNvPr>
          <p:cNvGraphicFramePr>
            <a:graphicFrameLocks noGrp="1"/>
          </p:cNvGraphicFramePr>
          <p:nvPr>
            <p:extLst>
              <p:ext uri="{D42A27DB-BD31-4B8C-83A1-F6EECF244321}">
                <p14:modId xmlns:p14="http://schemas.microsoft.com/office/powerpoint/2010/main" val="4222418600"/>
              </p:ext>
            </p:extLst>
          </p:nvPr>
        </p:nvGraphicFramePr>
        <p:xfrm>
          <a:off x="404814" y="1109403"/>
          <a:ext cx="6032329" cy="3525345"/>
        </p:xfrm>
        <a:graphic>
          <a:graphicData uri="http://schemas.openxmlformats.org/drawingml/2006/table">
            <a:tbl>
              <a:tblPr>
                <a:tableStyleId>{5C22544A-7EE6-4342-B048-85BDC9FD1C3A}</a:tableStyleId>
              </a:tblPr>
              <a:tblGrid>
                <a:gridCol w="2160195">
                  <a:extLst>
                    <a:ext uri="{9D8B030D-6E8A-4147-A177-3AD203B41FA5}">
                      <a16:colId xmlns:a16="http://schemas.microsoft.com/office/drawing/2014/main" val="1199541810"/>
                    </a:ext>
                  </a:extLst>
                </a:gridCol>
                <a:gridCol w="648059">
                  <a:extLst>
                    <a:ext uri="{9D8B030D-6E8A-4147-A177-3AD203B41FA5}">
                      <a16:colId xmlns:a16="http://schemas.microsoft.com/office/drawing/2014/main" val="2771136683"/>
                    </a:ext>
                  </a:extLst>
                </a:gridCol>
                <a:gridCol w="1162503">
                  <a:extLst>
                    <a:ext uri="{9D8B030D-6E8A-4147-A177-3AD203B41FA5}">
                      <a16:colId xmlns:a16="http://schemas.microsoft.com/office/drawing/2014/main" val="112759525"/>
                    </a:ext>
                  </a:extLst>
                </a:gridCol>
                <a:gridCol w="515393">
                  <a:extLst>
                    <a:ext uri="{9D8B030D-6E8A-4147-A177-3AD203B41FA5}">
                      <a16:colId xmlns:a16="http://schemas.microsoft.com/office/drawing/2014/main" val="485717321"/>
                    </a:ext>
                  </a:extLst>
                </a:gridCol>
                <a:gridCol w="515393">
                  <a:extLst>
                    <a:ext uri="{9D8B030D-6E8A-4147-A177-3AD203B41FA5}">
                      <a16:colId xmlns:a16="http://schemas.microsoft.com/office/drawing/2014/main" val="1695008994"/>
                    </a:ext>
                  </a:extLst>
                </a:gridCol>
                <a:gridCol w="515393">
                  <a:extLst>
                    <a:ext uri="{9D8B030D-6E8A-4147-A177-3AD203B41FA5}">
                      <a16:colId xmlns:a16="http://schemas.microsoft.com/office/drawing/2014/main" val="1448189180"/>
                    </a:ext>
                  </a:extLst>
                </a:gridCol>
                <a:gridCol w="515393">
                  <a:extLst>
                    <a:ext uri="{9D8B030D-6E8A-4147-A177-3AD203B41FA5}">
                      <a16:colId xmlns:a16="http://schemas.microsoft.com/office/drawing/2014/main" val="3900317923"/>
                    </a:ext>
                  </a:extLst>
                </a:gridCol>
              </a:tblGrid>
              <a:tr h="0">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Characteristics</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mpd="sng">
                      <a:noFill/>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Symbol</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Condition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gridSpan="3">
                  <a:txBody>
                    <a:bodyPr/>
                    <a:lstStyle/>
                    <a:p>
                      <a:pPr algn="ctr" latinLnBrk="1"/>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Value</a:t>
                      </a:r>
                      <a:endParaRPr lang="ko-KR" altLang="en-US" dirty="0"/>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hMerge="1">
                  <a:txBody>
                    <a:bodyPr/>
                    <a:lstStyle/>
                    <a:p>
                      <a:pPr latinLnBrk="1"/>
                      <a:endParaRPr lang="ko-KR" altLang="en-US"/>
                    </a:p>
                  </a:txBody>
                  <a:tcPr>
                    <a:lnL w="31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198076">
                <a:tc vMerge="1">
                  <a:txBody>
                    <a:bodyPr/>
                    <a:lstStyle/>
                    <a:p>
                      <a:pPr latinLnBrk="1"/>
                      <a:endParaRPr lang="ko-KR" altLang="en-US"/>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typ</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max</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vMerge="1">
                  <a:txBody>
                    <a:bodyPr/>
                    <a:lstStyle/>
                    <a:p>
                      <a:pPr latinLnBrk="1"/>
                      <a:endParaRPr lang="ko-KR" alt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27951154"/>
                  </a:ext>
                </a:extLst>
              </a:tr>
              <a:tr h="198076">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a:t>
                      </a:r>
                    </a:p>
                  </a:txBody>
                  <a:tcPr marL="0" marR="9525" marT="9525" marB="0" anchor="b">
                    <a:lnL w="12700" cmpd="sng">
                      <a:noFill/>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lnL w="12700" cmpd="sng">
                      <a:noFill/>
                    </a:lnL>
                    <a:lnT w="3175" cap="flat" cmpd="sng" algn="ctr">
                      <a:solidFill>
                        <a:schemeClr val="tx1"/>
                      </a:solidFill>
                      <a:prstDash val="solid"/>
                      <a:round/>
                      <a:headEnd type="none" w="med" len="med"/>
                      <a:tailEnd type="none" w="med" len="med"/>
                    </a:lnT>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353795"/>
                  </a:ext>
                </a:extLst>
              </a:tr>
              <a:tr h="24644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 frequency</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f</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30</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7066672"/>
                  </a:ext>
                </a:extLst>
              </a:tr>
              <a:tr h="24644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duty</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CLK_DUTY</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48</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52</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949784"/>
                  </a:ext>
                </a:extLst>
              </a:tr>
              <a:tr h="24644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SCLK high time</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CH</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8</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1585427"/>
                  </a:ext>
                </a:extLst>
              </a:tr>
              <a:tr h="246443">
                <a:tc>
                  <a:txBody>
                    <a:bodyPr/>
                    <a:lstStyle/>
                    <a:p>
                      <a:pPr algn="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low time</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CL</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8</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8291924"/>
                  </a:ext>
                </a:extLst>
              </a:tr>
              <a:tr h="198076">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dependent time</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b">
                    <a:lnL w="12700" cmpd="sng">
                      <a:noFill/>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lnL w="12700" cmpd="sng">
                      <a:noFill/>
                    </a:lnL>
                    <a:lnT w="3175" cap="flat" cmpd="sng" algn="ctr">
                      <a:solidFill>
                        <a:schemeClr val="tx1"/>
                      </a:solidFill>
                      <a:prstDash val="solid"/>
                      <a:round/>
                      <a:headEnd type="none" w="med" len="med"/>
                      <a:tailEnd type="none" w="med" len="med"/>
                    </a:lnT>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setup to the first rising SCLK</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CSS</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5892426"/>
                  </a:ext>
                </a:extLst>
              </a:tr>
              <a:tr h="246443">
                <a:tc>
                  <a:txBody>
                    <a:bodyPr/>
                    <a:lstStyle/>
                    <a:p>
                      <a:pPr algn="l"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hold time from the last falling SCLK</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CSH</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07042043"/>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high latency time </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CSHG</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4072429"/>
                  </a:ext>
                </a:extLst>
              </a:tr>
              <a:tr h="246443">
                <a:tc>
                  <a:txBody>
                    <a:bodyPr/>
                    <a:lstStyle/>
                    <a:p>
                      <a:pPr marL="0" marR="0" lvl="0" indent="0" algn="l" defTabSz="685800" rtl="0" eaLnBrk="1" fontAlgn="ctr" latinLnBrk="1"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 setup time</a:t>
                      </a: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DS</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272938"/>
                  </a:ext>
                </a:extLst>
              </a:tr>
              <a:tr h="246443">
                <a:tc>
                  <a:txBody>
                    <a:bodyPr/>
                    <a:lstStyle/>
                    <a:p>
                      <a:pPr marL="0" marR="0" lvl="0" indent="0" algn="l" defTabSz="685800" rtl="0" eaLnBrk="1" fontAlgn="ctr" latinLnBrk="1"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 hold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time</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DH</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4064556"/>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 delay from the rising edge SCLK</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DO</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12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7778560"/>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 high-Z from the nSCS de-assertion</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DOZ</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23270250"/>
                  </a:ext>
                </a:extLst>
              </a:tr>
            </a:tbl>
          </a:graphicData>
        </a:graphic>
      </p:graphicFrame>
      <p:sp>
        <p:nvSpPr>
          <p:cNvPr id="70" name="TextBox 69">
            <a:extLst>
              <a:ext uri="{FF2B5EF4-FFF2-40B4-BE49-F238E27FC236}">
                <a16:creationId xmlns:a16="http://schemas.microsoft.com/office/drawing/2014/main" id="{83968C52-2D17-46C0-A84D-B482DF945C71}"/>
              </a:ext>
            </a:extLst>
          </p:cNvPr>
          <p:cNvSpPr txBox="1"/>
          <p:nvPr/>
        </p:nvSpPr>
        <p:spPr>
          <a:xfrm>
            <a:off x="404813" y="771691"/>
            <a:ext cx="603232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AC Characteristics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S</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baseline="-25000" dirty="0">
              <a:latin typeface="Arial" panose="020B0604020202020204" pitchFamily="34" charset="0"/>
              <a:cs typeface="Arial" panose="020B0604020202020204" pitchFamily="34" charset="0"/>
            </a:endParaRP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1" name="object 16">
            <a:extLst>
              <a:ext uri="{FF2B5EF4-FFF2-40B4-BE49-F238E27FC236}">
                <a16:creationId xmlns:a16="http://schemas.microsoft.com/office/drawing/2014/main" id="{1F9B78A2-3099-D6B0-C2AC-5B206EDA7F82}"/>
              </a:ext>
            </a:extLst>
          </p:cNvPr>
          <p:cNvSpPr txBox="1"/>
          <p:nvPr/>
        </p:nvSpPr>
        <p:spPr>
          <a:xfrm>
            <a:off x="371723" y="5457738"/>
            <a:ext cx="6081712" cy="453970"/>
          </a:xfrm>
          <a:prstGeom prst="rect">
            <a:avLst/>
          </a:prstGeom>
        </p:spPr>
        <p:txBody>
          <a:bodyPr vert="horz" wrap="square" lIns="0" tIns="12700" rIns="0" bIns="0" rtlCol="0">
            <a:spAutoFit/>
          </a:bodyPr>
          <a:lstStyle/>
          <a:p>
            <a:pPr marL="38100">
              <a:spcBef>
                <a:spcPts val="100"/>
              </a:spcBef>
            </a:pPr>
            <a:r>
              <a:rPr sz="900" dirty="0">
                <a:latin typeface="Arial" panose="020B0604020202020204" pitchFamily="34" charset="0"/>
                <a:cs typeface="Arial" panose="020B0604020202020204" pitchFamily="34" charset="0"/>
              </a:rPr>
              <a:t>Note</a:t>
            </a:r>
            <a:r>
              <a:rPr lang="en-US" sz="900" dirty="0">
                <a:latin typeface="Arial" panose="020B0604020202020204" pitchFamily="34" charset="0"/>
                <a:cs typeface="Arial" panose="020B0604020202020204" pitchFamily="34" charset="0"/>
              </a:rPr>
              <a:t>  (3) It should be careful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CO_DELAY</a:t>
            </a:r>
            <a:r>
              <a:rPr lang="en-US" altLang="ko-KR" sz="900" baseline="-25000" dirty="0">
                <a:solidFill>
                  <a:prstClr val="black"/>
                </a:solidFill>
                <a:latin typeface="Arial" panose="020B0604020202020204" pitchFamily="34" charset="0"/>
                <a:ea typeface="굴림" panose="020B0600000101010101" pitchFamily="50" charset="-127"/>
                <a:cs typeface="Arial" panose="020B0604020202020204" pitchFamily="34" charset="0"/>
              </a:rPr>
              <a:t>,</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 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SKEW</a:t>
            </a:r>
            <a:r>
              <a:rPr lang="en-US" altLang="ko-KR" sz="900" baseline="-25000" dirty="0">
                <a:solidFill>
                  <a:prstClr val="black"/>
                </a:solidFill>
                <a:latin typeface="Arial" panose="020B0604020202020204" pitchFamily="34" charset="0"/>
                <a:ea typeface="굴림" panose="020B0600000101010101"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OCH</a:t>
            </a:r>
            <a:r>
              <a:rPr lang="en-US" sz="900" dirty="0">
                <a:latin typeface="Arial" panose="020B0604020202020204" pitchFamily="34" charset="0"/>
                <a:cs typeface="Arial" panose="020B0604020202020204" pitchFamily="34" charset="0"/>
              </a:rPr>
              <a:t> and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DO </a:t>
            </a:r>
            <a:r>
              <a:rPr lang="en-US" sz="900" dirty="0">
                <a:latin typeface="Arial" panose="020B0604020202020204" pitchFamily="34" charset="0"/>
                <a:cs typeface="Arial" panose="020B0604020202020204" pitchFamily="34" charset="0"/>
              </a:rPr>
              <a:t>are accumulated by the number of daisy devices if the</a:t>
            </a:r>
          </a:p>
          <a:p>
            <a:pPr marL="38100">
              <a:spcBef>
                <a:spcPts val="100"/>
              </a:spcBef>
            </a:pPr>
            <a:r>
              <a:rPr lang="en-US" sz="900" dirty="0">
                <a:latin typeface="Arial" panose="020B0604020202020204" pitchFamily="34" charset="0"/>
                <a:cs typeface="Arial" panose="020B0604020202020204" pitchFamily="34" charset="0"/>
              </a:rPr>
              <a:t>               daisy chain connection is used. So, for the read transaction, the proper timing should be considered in daisy</a:t>
            </a:r>
          </a:p>
          <a:p>
            <a:pPr marL="38100">
              <a:spcBef>
                <a:spcPts val="100"/>
              </a:spcBef>
            </a:pPr>
            <a:r>
              <a:rPr lang="en-US" sz="900" dirty="0">
                <a:latin typeface="Arial" panose="020B0604020202020204" pitchFamily="34" charset="0"/>
                <a:cs typeface="Arial" panose="020B0604020202020204" pitchFamily="34" charset="0"/>
              </a:rPr>
              <a:t>               chain.</a:t>
            </a:r>
            <a:endParaRPr lang="ko-KR" altLang="en-US" sz="900" baseline="-25000" dirty="0">
              <a:latin typeface="Arial" panose="020B0604020202020204" pitchFamily="34" charset="0"/>
              <a:cs typeface="Arial" panose="020B0604020202020204" pitchFamily="34" charset="0"/>
            </a:endParaRPr>
          </a:p>
        </p:txBody>
      </p:sp>
      <p:sp>
        <p:nvSpPr>
          <p:cNvPr id="3" name="object 84">
            <a:extLst>
              <a:ext uri="{FF2B5EF4-FFF2-40B4-BE49-F238E27FC236}">
                <a16:creationId xmlns:a16="http://schemas.microsoft.com/office/drawing/2014/main" id="{8F6E2C20-E91A-8B80-7AD5-57F5594C7257}"/>
              </a:ext>
            </a:extLst>
          </p:cNvPr>
          <p:cNvSpPr txBox="1"/>
          <p:nvPr/>
        </p:nvSpPr>
        <p:spPr>
          <a:xfrm>
            <a:off x="2556966" y="8658098"/>
            <a:ext cx="174406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6. SPI timing sequence </a:t>
            </a:r>
          </a:p>
        </p:txBody>
      </p:sp>
      <p:sp>
        <p:nvSpPr>
          <p:cNvPr id="5" name="object 11">
            <a:extLst>
              <a:ext uri="{FF2B5EF4-FFF2-40B4-BE49-F238E27FC236}">
                <a16:creationId xmlns:a16="http://schemas.microsoft.com/office/drawing/2014/main" id="{BEDC7DF3-B49C-82D7-EE3F-2AA3727F8CDE}"/>
              </a:ext>
            </a:extLst>
          </p:cNvPr>
          <p:cNvSpPr txBox="1"/>
          <p:nvPr/>
        </p:nvSpPr>
        <p:spPr>
          <a:xfrm>
            <a:off x="2420552" y="5955571"/>
            <a:ext cx="2016894"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5</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AC Electrical Characteristic </a:t>
            </a:r>
          </a:p>
        </p:txBody>
      </p:sp>
      <p:grpSp>
        <p:nvGrpSpPr>
          <p:cNvPr id="4" name="그룹 3">
            <a:extLst>
              <a:ext uri="{FF2B5EF4-FFF2-40B4-BE49-F238E27FC236}">
                <a16:creationId xmlns:a16="http://schemas.microsoft.com/office/drawing/2014/main" id="{43381941-45BB-08DD-805C-9636912A38D9}"/>
              </a:ext>
            </a:extLst>
          </p:cNvPr>
          <p:cNvGrpSpPr/>
          <p:nvPr/>
        </p:nvGrpSpPr>
        <p:grpSpPr>
          <a:xfrm>
            <a:off x="1177749" y="6477424"/>
            <a:ext cx="4752000" cy="1996014"/>
            <a:chOff x="1177749" y="6477424"/>
            <a:chExt cx="4752000" cy="1996014"/>
          </a:xfrm>
        </p:grpSpPr>
        <p:pic>
          <p:nvPicPr>
            <p:cNvPr id="6" name="그림 5">
              <a:extLst>
                <a:ext uri="{FF2B5EF4-FFF2-40B4-BE49-F238E27FC236}">
                  <a16:creationId xmlns:a16="http://schemas.microsoft.com/office/drawing/2014/main" id="{82067DB7-4E02-1462-01FA-0009B1607AAF}"/>
                </a:ext>
              </a:extLst>
            </p:cNvPr>
            <p:cNvPicPr>
              <a:picLocks noChangeAspect="1"/>
            </p:cNvPicPr>
            <p:nvPr/>
          </p:nvPicPr>
          <p:blipFill>
            <a:blip r:embed="rId3"/>
            <a:stretch>
              <a:fillRect/>
            </a:stretch>
          </p:blipFill>
          <p:spPr>
            <a:xfrm>
              <a:off x="1177749" y="6477424"/>
              <a:ext cx="4752000" cy="1996014"/>
            </a:xfrm>
            <a:prstGeom prst="rect">
              <a:avLst/>
            </a:prstGeom>
          </p:spPr>
        </p:pic>
        <p:grpSp>
          <p:nvGrpSpPr>
            <p:cNvPr id="7" name="그룹 6">
              <a:extLst>
                <a:ext uri="{FF2B5EF4-FFF2-40B4-BE49-F238E27FC236}">
                  <a16:creationId xmlns:a16="http://schemas.microsoft.com/office/drawing/2014/main" id="{8FD461F9-3A0C-E5F9-AE74-5291663BC161}"/>
                </a:ext>
              </a:extLst>
            </p:cNvPr>
            <p:cNvGrpSpPr/>
            <p:nvPr/>
          </p:nvGrpSpPr>
          <p:grpSpPr>
            <a:xfrm>
              <a:off x="1977886" y="7127880"/>
              <a:ext cx="106280" cy="180000"/>
              <a:chOff x="1977886" y="7127880"/>
              <a:chExt cx="106280" cy="180000"/>
            </a:xfrm>
          </p:grpSpPr>
          <p:sp>
            <p:nvSpPr>
              <p:cNvPr id="8" name="직사각형 7">
                <a:extLst>
                  <a:ext uri="{FF2B5EF4-FFF2-40B4-BE49-F238E27FC236}">
                    <a16:creationId xmlns:a16="http://schemas.microsoft.com/office/drawing/2014/main" id="{D66E7962-1237-8274-AF89-4DCDB6F0F333}"/>
                  </a:ext>
                </a:extLst>
              </p:cNvPr>
              <p:cNvSpPr/>
              <p:nvPr/>
            </p:nvSpPr>
            <p:spPr>
              <a:xfrm>
                <a:off x="1977886" y="7136294"/>
                <a:ext cx="72000" cy="72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이등변 삼각형 8">
                <a:extLst>
                  <a:ext uri="{FF2B5EF4-FFF2-40B4-BE49-F238E27FC236}">
                    <a16:creationId xmlns:a16="http://schemas.microsoft.com/office/drawing/2014/main" id="{42B1509F-74A9-CDEF-42F7-813B87D8AE40}"/>
                  </a:ext>
                </a:extLst>
              </p:cNvPr>
              <p:cNvSpPr/>
              <p:nvPr/>
            </p:nvSpPr>
            <p:spPr>
              <a:xfrm rot="16200000">
                <a:off x="2033766" y="7147094"/>
                <a:ext cx="50400" cy="50400"/>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10" name="직선 연결선 9">
                <a:extLst>
                  <a:ext uri="{FF2B5EF4-FFF2-40B4-BE49-F238E27FC236}">
                    <a16:creationId xmlns:a16="http://schemas.microsoft.com/office/drawing/2014/main" id="{E873BBC9-F057-67D9-4093-2839D21043EE}"/>
                  </a:ext>
                </a:extLst>
              </p:cNvPr>
              <p:cNvCxnSpPr/>
              <p:nvPr/>
            </p:nvCxnSpPr>
            <p:spPr>
              <a:xfrm>
                <a:off x="2036442" y="7127880"/>
                <a:ext cx="0" cy="180000"/>
              </a:xfrm>
              <a:prstGeom prst="line">
                <a:avLst/>
              </a:prstGeom>
              <a:ln w="6350">
                <a:solidFill>
                  <a:schemeClr val="tx1">
                    <a:lumMod val="50000"/>
                    <a:lumOff val="50000"/>
                  </a:schemeClr>
                </a:solidFill>
                <a:prstDash val="sysDash"/>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861681503"/>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F4661ED3-F388-F4AB-5C23-BEB4DB79B539}"/>
              </a:ext>
            </a:extLst>
          </p:cNvPr>
          <p:cNvSpPr txBox="1"/>
          <p:nvPr/>
        </p:nvSpPr>
        <p:spPr>
          <a:xfrm>
            <a:off x="404805"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CE15CF93-C58E-2539-3312-0DA974903B61}"/>
              </a:ext>
            </a:extLst>
          </p:cNvPr>
          <p:cNvSpPr txBox="1"/>
          <p:nvPr/>
        </p:nvSpPr>
        <p:spPr>
          <a:xfrm>
            <a:off x="404805" y="1612565"/>
            <a:ext cx="6048615" cy="276999"/>
          </a:xfrm>
          <a:prstGeom prst="rect">
            <a:avLst/>
          </a:prstGeom>
          <a:noFill/>
        </p:spPr>
        <p:txBody>
          <a:bodyPr wrap="square" lIns="0" tIns="0" rIns="0" bIns="0" rtlCol="0">
            <a:spAutoFit/>
          </a:bodyPr>
          <a:lstStyle/>
          <a:p>
            <a:pPr algn="just"/>
            <a:r>
              <a:rPr lang="en-US" altLang="ko-KR" sz="900" dirty="0">
                <a:latin typeface="Arial" panose="020B0604020202020204" pitchFamily="34" charset="0"/>
                <a:cs typeface="Arial" panose="020B0604020202020204" pitchFamily="34" charset="0"/>
              </a:rPr>
              <a:t>The local dimming data is transmitted through a Serial Peripheral Interface (SPI). The SPI is configured to operate as an SPI slave and supports clock frequencies of up to 30 </a:t>
            </a:r>
            <a:r>
              <a:rPr lang="en-US" altLang="ko-KR" sz="900" dirty="0" err="1">
                <a:latin typeface="Arial" panose="020B0604020202020204" pitchFamily="34" charset="0"/>
                <a:cs typeface="Arial" panose="020B0604020202020204" pitchFamily="34" charset="0"/>
              </a:rPr>
              <a:t>MHz.</a:t>
            </a:r>
            <a:endParaRPr lang="en-US" altLang="ko-KR" sz="9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E81D0F4D-EB10-088A-D45A-4E17F92C5355}"/>
              </a:ext>
            </a:extLst>
          </p:cNvPr>
          <p:cNvSpPr txBox="1"/>
          <p:nvPr/>
        </p:nvSpPr>
        <p:spPr>
          <a:xfrm>
            <a:off x="404799" y="2294923"/>
            <a:ext cx="6048622" cy="661720"/>
          </a:xfrm>
          <a:prstGeom prst="rect">
            <a:avLst/>
          </a:prstGeom>
          <a:noFill/>
        </p:spPr>
        <p:txBody>
          <a:bodyPr wrap="square" lIns="0" tIns="0" rIns="0" bIns="0" rtlCol="0">
            <a:spAutoFit/>
          </a:bodyPr>
          <a:lstStyle/>
          <a:p>
            <a:pPr algn="just"/>
            <a:r>
              <a:rPr lang="en-US" altLang="ko-KR" sz="1400" b="1" dirty="0">
                <a:latin typeface="Arial" panose="020B0604020202020204" pitchFamily="34" charset="0"/>
                <a:cs typeface="Arial" panose="020B0604020202020204" pitchFamily="34" charset="0"/>
              </a:rPr>
              <a:t>SPI Chip</a:t>
            </a:r>
            <a:r>
              <a:rPr lang="ko-KR" altLang="en-US" sz="1400" b="1" dirty="0">
                <a:latin typeface="Arial" panose="020B0604020202020204" pitchFamily="34" charset="0"/>
                <a:cs typeface="Arial" panose="020B0604020202020204" pitchFamily="34" charset="0"/>
              </a:rPr>
              <a:t> </a:t>
            </a:r>
            <a:r>
              <a:rPr lang="en-US" altLang="ko-KR" sz="1400" b="1" dirty="0">
                <a:latin typeface="Arial" panose="020B0604020202020204" pitchFamily="34" charset="0"/>
                <a:cs typeface="Arial" panose="020B0604020202020204" pitchFamily="34" charset="0"/>
              </a:rPr>
              <a:t>Select Structure</a:t>
            </a:r>
          </a:p>
          <a:p>
            <a:pPr algn="just"/>
            <a:endParaRPr lang="en-US" altLang="ko-KR" sz="1100" b="1" dirty="0">
              <a:latin typeface="Arial" panose="020B0604020202020204" pitchFamily="34" charset="0"/>
              <a:cs typeface="Arial" panose="020B0604020202020204" pitchFamily="34" charset="0"/>
            </a:endParaRPr>
          </a:p>
          <a:p>
            <a:pPr algn="just"/>
            <a:r>
              <a:rPr lang="en-US" altLang="ko-KR" sz="900" dirty="0">
                <a:latin typeface="Arial" panose="020B0604020202020204" pitchFamily="34" charset="0"/>
                <a:cs typeface="Arial" panose="020B0604020202020204" pitchFamily="34" charset="0"/>
              </a:rPr>
              <a:t>Multiple SPI slave devices are supported. Each device has an independent Chip Select (CS) signal, allowing the SPI master to communicate with each device individually.</a:t>
            </a:r>
          </a:p>
        </p:txBody>
      </p:sp>
      <p:sp>
        <p:nvSpPr>
          <p:cNvPr id="11" name="TextBox 10">
            <a:extLst>
              <a:ext uri="{FF2B5EF4-FFF2-40B4-BE49-F238E27FC236}">
                <a16:creationId xmlns:a16="http://schemas.microsoft.com/office/drawing/2014/main" id="{02CAB0E2-A84E-3B86-8889-B8AE86A3934F}"/>
              </a:ext>
            </a:extLst>
          </p:cNvPr>
          <p:cNvSpPr txBox="1"/>
          <p:nvPr/>
        </p:nvSpPr>
        <p:spPr>
          <a:xfrm>
            <a:off x="404805" y="1266807"/>
            <a:ext cx="604861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1. SPI Interface</a:t>
            </a:r>
          </a:p>
        </p:txBody>
      </p:sp>
      <p:sp>
        <p:nvSpPr>
          <p:cNvPr id="14" name="TextBox 13">
            <a:extLst>
              <a:ext uri="{FF2B5EF4-FFF2-40B4-BE49-F238E27FC236}">
                <a16:creationId xmlns:a16="http://schemas.microsoft.com/office/drawing/2014/main" id="{4E8D75F6-579D-B054-7973-D9944B0B0A02}"/>
              </a:ext>
            </a:extLst>
          </p:cNvPr>
          <p:cNvSpPr txBox="1"/>
          <p:nvPr/>
        </p:nvSpPr>
        <p:spPr>
          <a:xfrm>
            <a:off x="404799" y="4694361"/>
            <a:ext cx="6048621" cy="800219"/>
          </a:xfrm>
          <a:prstGeom prst="rect">
            <a:avLst/>
          </a:prstGeom>
          <a:noFill/>
        </p:spPr>
        <p:txBody>
          <a:bodyPr wrap="square" lIns="0" tIns="0" rIns="0" bIns="0" rtlCol="0">
            <a:spAutoFit/>
          </a:bodyPr>
          <a:lstStyle/>
          <a:p>
            <a:pPr algn="just"/>
            <a:r>
              <a:rPr lang="en-US" altLang="ko-KR" sz="1400" b="1" dirty="0">
                <a:latin typeface="Arial" panose="020B0604020202020204" pitchFamily="34" charset="0"/>
                <a:cs typeface="Arial" panose="020B0604020202020204" pitchFamily="34" charset="0"/>
              </a:rPr>
              <a:t>SPI Protocol</a:t>
            </a:r>
          </a:p>
          <a:p>
            <a:pPr algn="just"/>
            <a:endParaRPr lang="en-US" altLang="ko-KR" sz="1100" b="1" dirty="0">
              <a:latin typeface="Arial" panose="020B0604020202020204" pitchFamily="34" charset="0"/>
              <a:cs typeface="Arial" panose="020B0604020202020204" pitchFamily="34" charset="0"/>
            </a:endParaRPr>
          </a:p>
          <a:p>
            <a:pPr algn="just"/>
            <a:r>
              <a:rPr lang="en-US" altLang="ko-KR" sz="900" dirty="0">
                <a:latin typeface="Arial" panose="020B0604020202020204" pitchFamily="34" charset="0"/>
                <a:cs typeface="Arial" panose="020B0604020202020204" pitchFamily="34" charset="0"/>
              </a:rPr>
              <a:t>The XC24R has 3 types of the SPI Interface protocol, the register-read, the register-write and the LD data-transfer. The SPI protocol’s format consists of a 16-bit command and a 16-bit register data or a series of 24(or 16)-bit LD data following the 16-bit command.</a:t>
            </a:r>
          </a:p>
        </p:txBody>
      </p:sp>
      <p:graphicFrame>
        <p:nvGraphicFramePr>
          <p:cNvPr id="16" name="표 6">
            <a:extLst>
              <a:ext uri="{FF2B5EF4-FFF2-40B4-BE49-F238E27FC236}">
                <a16:creationId xmlns:a16="http://schemas.microsoft.com/office/drawing/2014/main" id="{441FD678-3002-3D72-8903-13EA8DD85E1B}"/>
              </a:ext>
            </a:extLst>
          </p:cNvPr>
          <p:cNvGraphicFramePr>
            <a:graphicFrameLocks noGrp="1"/>
          </p:cNvGraphicFramePr>
          <p:nvPr>
            <p:extLst>
              <p:ext uri="{D42A27DB-BD31-4B8C-83A1-F6EECF244321}">
                <p14:modId xmlns:p14="http://schemas.microsoft.com/office/powerpoint/2010/main" val="3747367689"/>
              </p:ext>
            </p:extLst>
          </p:nvPr>
        </p:nvGraphicFramePr>
        <p:xfrm>
          <a:off x="413545" y="5778096"/>
          <a:ext cx="6039880" cy="1046611"/>
        </p:xfrm>
        <a:graphic>
          <a:graphicData uri="http://schemas.openxmlformats.org/drawingml/2006/table">
            <a:tbl>
              <a:tblPr firstRow="1" bandRow="1">
                <a:tableStyleId>{5C22544A-7EE6-4342-B048-85BDC9FD1C3A}</a:tableStyleId>
              </a:tblPr>
              <a:tblGrid>
                <a:gridCol w="799991">
                  <a:extLst>
                    <a:ext uri="{9D8B030D-6E8A-4147-A177-3AD203B41FA5}">
                      <a16:colId xmlns:a16="http://schemas.microsoft.com/office/drawing/2014/main" val="3527309149"/>
                    </a:ext>
                  </a:extLst>
                </a:gridCol>
                <a:gridCol w="571855">
                  <a:extLst>
                    <a:ext uri="{9D8B030D-6E8A-4147-A177-3AD203B41FA5}">
                      <a16:colId xmlns:a16="http://schemas.microsoft.com/office/drawing/2014/main" val="3318574675"/>
                    </a:ext>
                  </a:extLst>
                </a:gridCol>
                <a:gridCol w="151020">
                  <a:extLst>
                    <a:ext uri="{9D8B030D-6E8A-4147-A177-3AD203B41FA5}">
                      <a16:colId xmlns:a16="http://schemas.microsoft.com/office/drawing/2014/main" val="3356110079"/>
                    </a:ext>
                  </a:extLst>
                </a:gridCol>
                <a:gridCol w="300978">
                  <a:extLst>
                    <a:ext uri="{9D8B030D-6E8A-4147-A177-3AD203B41FA5}">
                      <a16:colId xmlns:a16="http://schemas.microsoft.com/office/drawing/2014/main" val="1037286305"/>
                    </a:ext>
                  </a:extLst>
                </a:gridCol>
                <a:gridCol w="300978">
                  <a:extLst>
                    <a:ext uri="{9D8B030D-6E8A-4147-A177-3AD203B41FA5}">
                      <a16:colId xmlns:a16="http://schemas.microsoft.com/office/drawing/2014/main" val="2063085555"/>
                    </a:ext>
                  </a:extLst>
                </a:gridCol>
                <a:gridCol w="300978">
                  <a:extLst>
                    <a:ext uri="{9D8B030D-6E8A-4147-A177-3AD203B41FA5}">
                      <a16:colId xmlns:a16="http://schemas.microsoft.com/office/drawing/2014/main" val="3340661124"/>
                    </a:ext>
                  </a:extLst>
                </a:gridCol>
                <a:gridCol w="300978">
                  <a:extLst>
                    <a:ext uri="{9D8B030D-6E8A-4147-A177-3AD203B41FA5}">
                      <a16:colId xmlns:a16="http://schemas.microsoft.com/office/drawing/2014/main" val="2642307584"/>
                    </a:ext>
                  </a:extLst>
                </a:gridCol>
                <a:gridCol w="300978">
                  <a:extLst>
                    <a:ext uri="{9D8B030D-6E8A-4147-A177-3AD203B41FA5}">
                      <a16:colId xmlns:a16="http://schemas.microsoft.com/office/drawing/2014/main" val="2146912518"/>
                    </a:ext>
                  </a:extLst>
                </a:gridCol>
                <a:gridCol w="300978">
                  <a:extLst>
                    <a:ext uri="{9D8B030D-6E8A-4147-A177-3AD203B41FA5}">
                      <a16:colId xmlns:a16="http://schemas.microsoft.com/office/drawing/2014/main" val="3075362027"/>
                    </a:ext>
                  </a:extLst>
                </a:gridCol>
                <a:gridCol w="300978">
                  <a:extLst>
                    <a:ext uri="{9D8B030D-6E8A-4147-A177-3AD203B41FA5}">
                      <a16:colId xmlns:a16="http://schemas.microsoft.com/office/drawing/2014/main" val="2777817410"/>
                    </a:ext>
                  </a:extLst>
                </a:gridCol>
                <a:gridCol w="300978">
                  <a:extLst>
                    <a:ext uri="{9D8B030D-6E8A-4147-A177-3AD203B41FA5}">
                      <a16:colId xmlns:a16="http://schemas.microsoft.com/office/drawing/2014/main" val="1761166115"/>
                    </a:ext>
                  </a:extLst>
                </a:gridCol>
                <a:gridCol w="300978">
                  <a:extLst>
                    <a:ext uri="{9D8B030D-6E8A-4147-A177-3AD203B41FA5}">
                      <a16:colId xmlns:a16="http://schemas.microsoft.com/office/drawing/2014/main" val="2354294575"/>
                    </a:ext>
                  </a:extLst>
                </a:gridCol>
                <a:gridCol w="300978">
                  <a:extLst>
                    <a:ext uri="{9D8B030D-6E8A-4147-A177-3AD203B41FA5}">
                      <a16:colId xmlns:a16="http://schemas.microsoft.com/office/drawing/2014/main" val="3169995494"/>
                    </a:ext>
                  </a:extLst>
                </a:gridCol>
                <a:gridCol w="300978">
                  <a:extLst>
                    <a:ext uri="{9D8B030D-6E8A-4147-A177-3AD203B41FA5}">
                      <a16:colId xmlns:a16="http://schemas.microsoft.com/office/drawing/2014/main" val="4006842131"/>
                    </a:ext>
                  </a:extLst>
                </a:gridCol>
                <a:gridCol w="300978">
                  <a:extLst>
                    <a:ext uri="{9D8B030D-6E8A-4147-A177-3AD203B41FA5}">
                      <a16:colId xmlns:a16="http://schemas.microsoft.com/office/drawing/2014/main" val="4212098897"/>
                    </a:ext>
                  </a:extLst>
                </a:gridCol>
                <a:gridCol w="300978">
                  <a:extLst>
                    <a:ext uri="{9D8B030D-6E8A-4147-A177-3AD203B41FA5}">
                      <a16:colId xmlns:a16="http://schemas.microsoft.com/office/drawing/2014/main" val="639039716"/>
                    </a:ext>
                  </a:extLst>
                </a:gridCol>
                <a:gridCol w="300978">
                  <a:extLst>
                    <a:ext uri="{9D8B030D-6E8A-4147-A177-3AD203B41FA5}">
                      <a16:colId xmlns:a16="http://schemas.microsoft.com/office/drawing/2014/main" val="2200152522"/>
                    </a:ext>
                  </a:extLst>
                </a:gridCol>
                <a:gridCol w="303322">
                  <a:extLst>
                    <a:ext uri="{9D8B030D-6E8A-4147-A177-3AD203B41FA5}">
                      <a16:colId xmlns:a16="http://schemas.microsoft.com/office/drawing/2014/main" val="1967541485"/>
                    </a:ext>
                  </a:extLst>
                </a:gridCol>
              </a:tblGrid>
              <a:tr h="154849">
                <a:tc gridSpan="18">
                  <a:txBody>
                    <a:bodyPr/>
                    <a:lstStyle/>
                    <a:p>
                      <a:pPr algn="l" latinLnBrk="1"/>
                      <a:r>
                        <a:rPr lang="en-US" altLang="ko-KR" sz="800" b="0" dirty="0">
                          <a:solidFill>
                            <a:schemeClr val="tx1"/>
                          </a:solidFill>
                          <a:latin typeface="Arial" panose="020B0604020202020204" pitchFamily="34" charset="0"/>
                          <a:cs typeface="Arial" panose="020B0604020202020204" pitchFamily="34" charset="0"/>
                        </a:rPr>
                        <a:t>[</a:t>
                      </a:r>
                      <a:r>
                        <a:rPr lang="en-US" altLang="ko-KR" sz="800" b="1" dirty="0">
                          <a:solidFill>
                            <a:schemeClr val="tx1"/>
                          </a:solidFill>
                          <a:latin typeface="Arial" panose="020B0604020202020204" pitchFamily="34" charset="0"/>
                          <a:cs typeface="Arial" panose="020B0604020202020204" pitchFamily="34" charset="0"/>
                        </a:rPr>
                        <a:t>Command format]</a:t>
                      </a:r>
                      <a:endParaRPr lang="ko-KR" altLang="en-US" sz="800" b="1" dirty="0">
                        <a:solidFill>
                          <a:schemeClr val="tx1"/>
                        </a:solidFill>
                        <a:latin typeface="Arial" panose="020B0604020202020204" pitchFamily="34" charset="0"/>
                        <a:cs typeface="Arial" panose="020B0604020202020204" pitchFamily="34" charset="0"/>
                      </a:endParaRPr>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2291141"/>
                  </a:ext>
                </a:extLst>
              </a:tr>
              <a:tr h="154849">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it15</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Bit14</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Bit14</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Bit9</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Bit8</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it7</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Bit6</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Bit5</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Bit4</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Bit0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1140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Command code [1:0]</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latinLnBrk="1"/>
                      <a:endParaRPr lang="ko-KR" altLang="en-US"/>
                    </a:p>
                  </a:txBody>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Address [7:0]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Burst size [5:0]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0">
                <a:tc gridSpan="18">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4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54849">
                <a:tc>
                  <a:txBody>
                    <a:bodyPr/>
                    <a:lstStyle/>
                    <a:p>
                      <a:pPr algn="r" latinLnBrk="1"/>
                      <a:r>
                        <a:rPr lang="en-US" altLang="ko-KR" sz="800" b="0" dirty="0">
                          <a:solidFill>
                            <a:schemeClr val="tx1"/>
                          </a:solidFill>
                          <a:latin typeface="Arial" panose="020B0604020202020204" pitchFamily="34" charset="0"/>
                          <a:cs typeface="Arial" panose="020B0604020202020204" pitchFamily="34" charset="0"/>
                        </a:rPr>
                        <a:t>Register-read</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Start address [7:0]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Burst size [5:0]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54849">
                <a:tc>
                  <a:txBody>
                    <a:bodyPr/>
                    <a:lstStyle/>
                    <a:p>
                      <a:pPr algn="r" latinLnBrk="1"/>
                      <a:r>
                        <a:rPr lang="en-US" altLang="ko-KR" sz="800" b="0" dirty="0">
                          <a:solidFill>
                            <a:schemeClr val="tx1"/>
                          </a:solidFill>
                          <a:latin typeface="Arial" panose="020B0604020202020204" pitchFamily="34" charset="0"/>
                          <a:cs typeface="Arial" panose="020B0604020202020204" pitchFamily="34" charset="0"/>
                        </a:rPr>
                        <a:t>Register-write</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Start address [7:0]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Burst size [5:0]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504334072"/>
                  </a:ext>
                </a:extLst>
              </a:tr>
              <a:tr h="154849">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LD-transfer</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don’t care</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Line size [5:0]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4494678"/>
                  </a:ext>
                </a:extLst>
              </a:tr>
            </a:tbl>
          </a:graphicData>
        </a:graphic>
      </p:graphicFrame>
      <p:graphicFrame>
        <p:nvGraphicFramePr>
          <p:cNvPr id="17" name="표 6">
            <a:extLst>
              <a:ext uri="{FF2B5EF4-FFF2-40B4-BE49-F238E27FC236}">
                <a16:creationId xmlns:a16="http://schemas.microsoft.com/office/drawing/2014/main" id="{4B8E6CB9-7BAF-1419-99B7-7DCC713F8C91}"/>
              </a:ext>
            </a:extLst>
          </p:cNvPr>
          <p:cNvGraphicFramePr>
            <a:graphicFrameLocks noGrp="1"/>
          </p:cNvGraphicFramePr>
          <p:nvPr>
            <p:extLst>
              <p:ext uri="{D42A27DB-BD31-4B8C-83A1-F6EECF244321}">
                <p14:modId xmlns:p14="http://schemas.microsoft.com/office/powerpoint/2010/main" val="3174715531"/>
              </p:ext>
            </p:extLst>
          </p:nvPr>
        </p:nvGraphicFramePr>
        <p:xfrm>
          <a:off x="413545" y="7206466"/>
          <a:ext cx="6039871" cy="895805"/>
        </p:xfrm>
        <a:graphic>
          <a:graphicData uri="http://schemas.openxmlformats.org/drawingml/2006/table">
            <a:tbl>
              <a:tblPr firstRow="1" bandRow="1">
                <a:tableStyleId>{5C22544A-7EE6-4342-B048-85BDC9FD1C3A}</a:tableStyleId>
              </a:tblPr>
              <a:tblGrid>
                <a:gridCol w="751887">
                  <a:extLst>
                    <a:ext uri="{9D8B030D-6E8A-4147-A177-3AD203B41FA5}">
                      <a16:colId xmlns:a16="http://schemas.microsoft.com/office/drawing/2014/main" val="3527309149"/>
                    </a:ext>
                  </a:extLst>
                </a:gridCol>
                <a:gridCol w="347812">
                  <a:extLst>
                    <a:ext uri="{9D8B030D-6E8A-4147-A177-3AD203B41FA5}">
                      <a16:colId xmlns:a16="http://schemas.microsoft.com/office/drawing/2014/main" val="3318574675"/>
                    </a:ext>
                  </a:extLst>
                </a:gridCol>
                <a:gridCol w="329073">
                  <a:extLst>
                    <a:ext uri="{9D8B030D-6E8A-4147-A177-3AD203B41FA5}">
                      <a16:colId xmlns:a16="http://schemas.microsoft.com/office/drawing/2014/main" val="3356110079"/>
                    </a:ext>
                  </a:extLst>
                </a:gridCol>
                <a:gridCol w="329073">
                  <a:extLst>
                    <a:ext uri="{9D8B030D-6E8A-4147-A177-3AD203B41FA5}">
                      <a16:colId xmlns:a16="http://schemas.microsoft.com/office/drawing/2014/main" val="2063085555"/>
                    </a:ext>
                  </a:extLst>
                </a:gridCol>
                <a:gridCol w="329073">
                  <a:extLst>
                    <a:ext uri="{9D8B030D-6E8A-4147-A177-3AD203B41FA5}">
                      <a16:colId xmlns:a16="http://schemas.microsoft.com/office/drawing/2014/main" val="3340661124"/>
                    </a:ext>
                  </a:extLst>
                </a:gridCol>
                <a:gridCol w="329199">
                  <a:extLst>
                    <a:ext uri="{9D8B030D-6E8A-4147-A177-3AD203B41FA5}">
                      <a16:colId xmlns:a16="http://schemas.microsoft.com/office/drawing/2014/main" val="2642307584"/>
                    </a:ext>
                  </a:extLst>
                </a:gridCol>
                <a:gridCol w="329199">
                  <a:extLst>
                    <a:ext uri="{9D8B030D-6E8A-4147-A177-3AD203B41FA5}">
                      <a16:colId xmlns:a16="http://schemas.microsoft.com/office/drawing/2014/main" val="2146912518"/>
                    </a:ext>
                  </a:extLst>
                </a:gridCol>
                <a:gridCol w="329199">
                  <a:extLst>
                    <a:ext uri="{9D8B030D-6E8A-4147-A177-3AD203B41FA5}">
                      <a16:colId xmlns:a16="http://schemas.microsoft.com/office/drawing/2014/main" val="3075362027"/>
                    </a:ext>
                  </a:extLst>
                </a:gridCol>
                <a:gridCol w="329199">
                  <a:extLst>
                    <a:ext uri="{9D8B030D-6E8A-4147-A177-3AD203B41FA5}">
                      <a16:colId xmlns:a16="http://schemas.microsoft.com/office/drawing/2014/main" val="2777817410"/>
                    </a:ext>
                  </a:extLst>
                </a:gridCol>
                <a:gridCol w="329199">
                  <a:extLst>
                    <a:ext uri="{9D8B030D-6E8A-4147-A177-3AD203B41FA5}">
                      <a16:colId xmlns:a16="http://schemas.microsoft.com/office/drawing/2014/main" val="1761166115"/>
                    </a:ext>
                  </a:extLst>
                </a:gridCol>
                <a:gridCol w="329199">
                  <a:extLst>
                    <a:ext uri="{9D8B030D-6E8A-4147-A177-3AD203B41FA5}">
                      <a16:colId xmlns:a16="http://schemas.microsoft.com/office/drawing/2014/main" val="2354294575"/>
                    </a:ext>
                  </a:extLst>
                </a:gridCol>
                <a:gridCol w="329199">
                  <a:extLst>
                    <a:ext uri="{9D8B030D-6E8A-4147-A177-3AD203B41FA5}">
                      <a16:colId xmlns:a16="http://schemas.microsoft.com/office/drawing/2014/main" val="3169995494"/>
                    </a:ext>
                  </a:extLst>
                </a:gridCol>
                <a:gridCol w="329199">
                  <a:extLst>
                    <a:ext uri="{9D8B030D-6E8A-4147-A177-3AD203B41FA5}">
                      <a16:colId xmlns:a16="http://schemas.microsoft.com/office/drawing/2014/main" val="4006842131"/>
                    </a:ext>
                  </a:extLst>
                </a:gridCol>
                <a:gridCol w="329199">
                  <a:extLst>
                    <a:ext uri="{9D8B030D-6E8A-4147-A177-3AD203B41FA5}">
                      <a16:colId xmlns:a16="http://schemas.microsoft.com/office/drawing/2014/main" val="4212098897"/>
                    </a:ext>
                  </a:extLst>
                </a:gridCol>
                <a:gridCol w="329199">
                  <a:extLst>
                    <a:ext uri="{9D8B030D-6E8A-4147-A177-3AD203B41FA5}">
                      <a16:colId xmlns:a16="http://schemas.microsoft.com/office/drawing/2014/main" val="639039716"/>
                    </a:ext>
                  </a:extLst>
                </a:gridCol>
                <a:gridCol w="329199">
                  <a:extLst>
                    <a:ext uri="{9D8B030D-6E8A-4147-A177-3AD203B41FA5}">
                      <a16:colId xmlns:a16="http://schemas.microsoft.com/office/drawing/2014/main" val="2200152522"/>
                    </a:ext>
                  </a:extLst>
                </a:gridCol>
                <a:gridCol w="331764">
                  <a:extLst>
                    <a:ext uri="{9D8B030D-6E8A-4147-A177-3AD203B41FA5}">
                      <a16:colId xmlns:a16="http://schemas.microsoft.com/office/drawing/2014/main" val="1967541485"/>
                    </a:ext>
                  </a:extLst>
                </a:gridCol>
              </a:tblGrid>
              <a:tr h="154849">
                <a:tc gridSpan="17">
                  <a:txBody>
                    <a:bodyPr/>
                    <a:lstStyle/>
                    <a:p>
                      <a:pPr algn="l" latinLnBrk="1"/>
                      <a:r>
                        <a:rPr lang="en-US" altLang="ko-KR" sz="800" b="1" dirty="0">
                          <a:solidFill>
                            <a:schemeClr val="tx1"/>
                          </a:solidFill>
                          <a:latin typeface="Arial" panose="020B0604020202020204" pitchFamily="34" charset="0"/>
                          <a:cs typeface="Arial" panose="020B0604020202020204" pitchFamily="34" charset="0"/>
                        </a:rPr>
                        <a:t>[Data format]</a:t>
                      </a:r>
                      <a:endParaRPr lang="ko-KR" altLang="en-US" sz="800" b="1" dirty="0">
                        <a:solidFill>
                          <a:schemeClr val="tx1"/>
                        </a:solidFill>
                        <a:latin typeface="Arial" panose="020B0604020202020204" pitchFamily="34" charset="0"/>
                        <a:cs typeface="Arial" panose="020B0604020202020204" pitchFamily="34" charset="0"/>
                      </a:endParaRPr>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606892"/>
                  </a:ext>
                </a:extLst>
              </a:tr>
              <a:tr h="154849">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it15</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Bit14</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Bit9</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Bit8</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it7</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Bit6</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Bit5</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Bit4</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Bit0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15449">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Data [15:0]</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latinLnBrk="1"/>
                      <a:endParaRPr lang="ko-KR" altLang="en-US"/>
                    </a:p>
                  </a:txBody>
                  <a:tcPr/>
                </a:tc>
                <a:tc hMerge="1">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Address [7:0]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Burst size [5:0]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0">
                <a:tc gridSpan="17">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4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54849">
                <a:tc>
                  <a:txBody>
                    <a:bodyPr/>
                    <a:lstStyle/>
                    <a:p>
                      <a:pPr algn="r" latinLnBrk="1"/>
                      <a:r>
                        <a:rPr lang="en-US" altLang="ko-KR" sz="800" b="0" dirty="0">
                          <a:solidFill>
                            <a:schemeClr val="tx1"/>
                          </a:solidFill>
                          <a:latin typeface="Arial" panose="020B0604020202020204" pitchFamily="34" charset="0"/>
                          <a:cs typeface="Arial" panose="020B0604020202020204" pitchFamily="34" charset="0"/>
                        </a:rPr>
                        <a:t>Register-RW</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Register data [15:0]</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Start address [7:0]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Burst size [5:0]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54849">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LD transfer</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16</a:t>
                      </a:r>
                      <a:r>
                        <a:rPr lang="en-US" altLang="ko-KR" sz="700" b="0" dirty="0">
                          <a:solidFill>
                            <a:schemeClr val="tx1"/>
                          </a:solidFill>
                          <a:latin typeface="Arial" panose="020B0604020202020204" pitchFamily="34" charset="0"/>
                          <a:cs typeface="Arial" panose="020B0604020202020204" pitchFamily="34" charset="0"/>
                        </a:rPr>
                        <a:t> bits /block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095620804"/>
                  </a:ext>
                </a:extLst>
              </a:tr>
            </a:tbl>
          </a:graphicData>
        </a:graphic>
      </p:graphicFrame>
      <p:sp>
        <p:nvSpPr>
          <p:cNvPr id="8" name="object 84">
            <a:extLst>
              <a:ext uri="{FF2B5EF4-FFF2-40B4-BE49-F238E27FC236}">
                <a16:creationId xmlns:a16="http://schemas.microsoft.com/office/drawing/2014/main" id="{43BB72D4-83FC-E132-9A17-51D7519D2B8C}"/>
              </a:ext>
            </a:extLst>
          </p:cNvPr>
          <p:cNvSpPr txBox="1"/>
          <p:nvPr/>
        </p:nvSpPr>
        <p:spPr>
          <a:xfrm>
            <a:off x="2718871" y="4431562"/>
            <a:ext cx="1420261"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7. SPI Chip Select</a:t>
            </a:r>
          </a:p>
        </p:txBody>
      </p:sp>
      <p:pic>
        <p:nvPicPr>
          <p:cNvPr id="4" name="그림 3">
            <a:extLst>
              <a:ext uri="{FF2B5EF4-FFF2-40B4-BE49-F238E27FC236}">
                <a16:creationId xmlns:a16="http://schemas.microsoft.com/office/drawing/2014/main" id="{1B70D59F-7078-DDBD-635C-BB0445C34164}"/>
              </a:ext>
            </a:extLst>
          </p:cNvPr>
          <p:cNvPicPr>
            <a:picLocks noChangeAspect="1"/>
          </p:cNvPicPr>
          <p:nvPr/>
        </p:nvPicPr>
        <p:blipFill>
          <a:blip r:embed="rId3"/>
          <a:stretch>
            <a:fillRect/>
          </a:stretch>
        </p:blipFill>
        <p:spPr>
          <a:xfrm>
            <a:off x="929384" y="3292500"/>
            <a:ext cx="4401742" cy="803205"/>
          </a:xfrm>
          <a:prstGeom prst="rect">
            <a:avLst/>
          </a:prstGeom>
        </p:spPr>
      </p:pic>
    </p:spTree>
    <p:extLst>
      <p:ext uri="{BB962C8B-B14F-4D97-AF65-F5344CB8AC3E}">
        <p14:creationId xmlns:p14="http://schemas.microsoft.com/office/powerpoint/2010/main" val="40396182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F4661ED3-F388-F4AB-5C23-BEB4DB79B539}"/>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cxnSp>
        <p:nvCxnSpPr>
          <p:cNvPr id="80" name="직선 연결선 79">
            <a:extLst>
              <a:ext uri="{FF2B5EF4-FFF2-40B4-BE49-F238E27FC236}">
                <a16:creationId xmlns:a16="http://schemas.microsoft.com/office/drawing/2014/main" id="{8C10A405-A701-C0FD-DBA0-56F5B3413BDA}"/>
              </a:ext>
            </a:extLst>
          </p:cNvPr>
          <p:cNvCxnSpPr/>
          <p:nvPr/>
        </p:nvCxnSpPr>
        <p:spPr>
          <a:xfrm>
            <a:off x="1457780" y="5908290"/>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직선 연결선 80">
            <a:extLst>
              <a:ext uri="{FF2B5EF4-FFF2-40B4-BE49-F238E27FC236}">
                <a16:creationId xmlns:a16="http://schemas.microsoft.com/office/drawing/2014/main" id="{737C1337-B12D-A7DA-8312-016053EF76D8}"/>
              </a:ext>
            </a:extLst>
          </p:cNvPr>
          <p:cNvCxnSpPr>
            <a:cxnSpLocks/>
          </p:cNvCxnSpPr>
          <p:nvPr/>
        </p:nvCxnSpPr>
        <p:spPr>
          <a:xfrm>
            <a:off x="1635580" y="591199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직선 연결선 81">
            <a:extLst>
              <a:ext uri="{FF2B5EF4-FFF2-40B4-BE49-F238E27FC236}">
                <a16:creationId xmlns:a16="http://schemas.microsoft.com/office/drawing/2014/main" id="{F88A64FD-F634-4E6E-63A5-9B3E16299D0E}"/>
              </a:ext>
            </a:extLst>
          </p:cNvPr>
          <p:cNvCxnSpPr>
            <a:cxnSpLocks/>
          </p:cNvCxnSpPr>
          <p:nvPr/>
        </p:nvCxnSpPr>
        <p:spPr>
          <a:xfrm flipV="1">
            <a:off x="1635580" y="6055759"/>
            <a:ext cx="38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직선 연결선 82">
            <a:extLst>
              <a:ext uri="{FF2B5EF4-FFF2-40B4-BE49-F238E27FC236}">
                <a16:creationId xmlns:a16="http://schemas.microsoft.com/office/drawing/2014/main" id="{978385AA-D9DC-7592-D21A-D300CC3B583A}"/>
              </a:ext>
            </a:extLst>
          </p:cNvPr>
          <p:cNvCxnSpPr/>
          <p:nvPr/>
        </p:nvCxnSpPr>
        <p:spPr>
          <a:xfrm>
            <a:off x="5452066" y="5911992"/>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a:extLst>
              <a:ext uri="{FF2B5EF4-FFF2-40B4-BE49-F238E27FC236}">
                <a16:creationId xmlns:a16="http://schemas.microsoft.com/office/drawing/2014/main" id="{F410A1EE-D934-B7CB-8AA9-BDB35A1763CE}"/>
              </a:ext>
            </a:extLst>
          </p:cNvPr>
          <p:cNvCxnSpPr>
            <a:cxnSpLocks/>
          </p:cNvCxnSpPr>
          <p:nvPr/>
        </p:nvCxnSpPr>
        <p:spPr>
          <a:xfrm>
            <a:off x="5451042" y="591199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직사각형 85">
            <a:extLst>
              <a:ext uri="{FF2B5EF4-FFF2-40B4-BE49-F238E27FC236}">
                <a16:creationId xmlns:a16="http://schemas.microsoft.com/office/drawing/2014/main" id="{DB8FA04B-CFDD-0A40-C5CD-EE0FF7CA201F}"/>
              </a:ext>
            </a:extLst>
          </p:cNvPr>
          <p:cNvSpPr/>
          <p:nvPr/>
        </p:nvSpPr>
        <p:spPr>
          <a:xfrm>
            <a:off x="1653854" y="6891346"/>
            <a:ext cx="43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Command</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09" name="직사각형 108">
            <a:extLst>
              <a:ext uri="{FF2B5EF4-FFF2-40B4-BE49-F238E27FC236}">
                <a16:creationId xmlns:a16="http://schemas.microsoft.com/office/drawing/2014/main" id="{76D3D276-97C6-89E1-A469-37FDED511B49}"/>
              </a:ext>
            </a:extLst>
          </p:cNvPr>
          <p:cNvSpPr/>
          <p:nvPr/>
        </p:nvSpPr>
        <p:spPr>
          <a:xfrm>
            <a:off x="1094461" y="595750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28" name="직사각형 127">
            <a:extLst>
              <a:ext uri="{FF2B5EF4-FFF2-40B4-BE49-F238E27FC236}">
                <a16:creationId xmlns:a16="http://schemas.microsoft.com/office/drawing/2014/main" id="{6C2954B5-62DB-CB19-AD11-4D28F6B9F4FA}"/>
              </a:ext>
            </a:extLst>
          </p:cNvPr>
          <p:cNvSpPr/>
          <p:nvPr/>
        </p:nvSpPr>
        <p:spPr>
          <a:xfrm>
            <a:off x="2086115" y="6891346"/>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ch1</a:t>
            </a:r>
            <a:endParaRPr lang="ko-KR" altLang="en-US" sz="600" dirty="0">
              <a:solidFill>
                <a:schemeClr val="tx1"/>
              </a:solidFill>
              <a:latin typeface="Arial" panose="020B0604020202020204" pitchFamily="34" charset="0"/>
              <a:cs typeface="Arial" panose="020B0604020202020204" pitchFamily="34" charset="0"/>
            </a:endParaRPr>
          </a:p>
        </p:txBody>
      </p:sp>
      <p:sp>
        <p:nvSpPr>
          <p:cNvPr id="147" name="직사각형 146">
            <a:extLst>
              <a:ext uri="{FF2B5EF4-FFF2-40B4-BE49-F238E27FC236}">
                <a16:creationId xmlns:a16="http://schemas.microsoft.com/office/drawing/2014/main" id="{0C3ADA4B-0B87-4FC0-4382-B370B461A527}"/>
              </a:ext>
            </a:extLst>
          </p:cNvPr>
          <p:cNvSpPr/>
          <p:nvPr/>
        </p:nvSpPr>
        <p:spPr>
          <a:xfrm>
            <a:off x="1101838" y="693198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48" name="직선 연결선 147">
            <a:extLst>
              <a:ext uri="{FF2B5EF4-FFF2-40B4-BE49-F238E27FC236}">
                <a16:creationId xmlns:a16="http://schemas.microsoft.com/office/drawing/2014/main" id="{532D4104-6912-9F49-6F9B-B9E78F973250}"/>
              </a:ext>
            </a:extLst>
          </p:cNvPr>
          <p:cNvCxnSpPr>
            <a:cxnSpLocks/>
          </p:cNvCxnSpPr>
          <p:nvPr/>
        </p:nvCxnSpPr>
        <p:spPr>
          <a:xfrm flipV="1">
            <a:off x="2085031" y="6648084"/>
            <a:ext cx="8892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49" name="직선 연결선 148">
            <a:extLst>
              <a:ext uri="{FF2B5EF4-FFF2-40B4-BE49-F238E27FC236}">
                <a16:creationId xmlns:a16="http://schemas.microsoft.com/office/drawing/2014/main" id="{50DA2F2C-ACD5-A9B3-FDEF-39DC7B7D1A56}"/>
              </a:ext>
            </a:extLst>
          </p:cNvPr>
          <p:cNvCxnSpPr>
            <a:cxnSpLocks/>
          </p:cNvCxnSpPr>
          <p:nvPr/>
        </p:nvCxnSpPr>
        <p:spPr>
          <a:xfrm flipH="1">
            <a:off x="2086002" y="6167950"/>
            <a:ext cx="0" cy="54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0" name="직선 연결선 149">
            <a:extLst>
              <a:ext uri="{FF2B5EF4-FFF2-40B4-BE49-F238E27FC236}">
                <a16:creationId xmlns:a16="http://schemas.microsoft.com/office/drawing/2014/main" id="{6FCF3355-A979-8163-C14A-617FCEC93E65}"/>
              </a:ext>
            </a:extLst>
          </p:cNvPr>
          <p:cNvCxnSpPr>
            <a:cxnSpLocks/>
          </p:cNvCxnSpPr>
          <p:nvPr/>
        </p:nvCxnSpPr>
        <p:spPr>
          <a:xfrm>
            <a:off x="2977526" y="6577965"/>
            <a:ext cx="0" cy="14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1" name="직사각형 150">
            <a:extLst>
              <a:ext uri="{FF2B5EF4-FFF2-40B4-BE49-F238E27FC236}">
                <a16:creationId xmlns:a16="http://schemas.microsoft.com/office/drawing/2014/main" id="{53A9CB18-C157-7BF8-3A33-D32F3036E719}"/>
              </a:ext>
            </a:extLst>
          </p:cNvPr>
          <p:cNvSpPr/>
          <p:nvPr/>
        </p:nvSpPr>
        <p:spPr>
          <a:xfrm>
            <a:off x="2537015" y="7193936"/>
            <a:ext cx="360000" cy="3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 width</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752" name="그룹 751">
            <a:extLst>
              <a:ext uri="{FF2B5EF4-FFF2-40B4-BE49-F238E27FC236}">
                <a16:creationId xmlns:a16="http://schemas.microsoft.com/office/drawing/2014/main" id="{6AC0BBC1-341F-130A-5C8F-098B8EC2F269}"/>
              </a:ext>
            </a:extLst>
          </p:cNvPr>
          <p:cNvGrpSpPr/>
          <p:nvPr/>
        </p:nvGrpSpPr>
        <p:grpSpPr>
          <a:xfrm>
            <a:off x="2589724" y="6849814"/>
            <a:ext cx="136800" cy="262800"/>
            <a:chOff x="2665741" y="6344787"/>
            <a:chExt cx="136800" cy="216000"/>
          </a:xfrm>
        </p:grpSpPr>
        <p:sp>
          <p:nvSpPr>
            <p:cNvPr id="750" name="직사각형 749">
              <a:extLst>
                <a:ext uri="{FF2B5EF4-FFF2-40B4-BE49-F238E27FC236}">
                  <a16:creationId xmlns:a16="http://schemas.microsoft.com/office/drawing/2014/main" id="{606A8741-78D5-7D2E-C216-99863287DAC0}"/>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751" name="직사각형 750">
              <a:extLst>
                <a:ext uri="{FF2B5EF4-FFF2-40B4-BE49-F238E27FC236}">
                  <a16:creationId xmlns:a16="http://schemas.microsoft.com/office/drawing/2014/main" id="{4374DEE8-6AFA-97B2-D4FF-2E468AB2C27E}"/>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41" name="그룹 140">
              <a:extLst>
                <a:ext uri="{FF2B5EF4-FFF2-40B4-BE49-F238E27FC236}">
                  <a16:creationId xmlns:a16="http://schemas.microsoft.com/office/drawing/2014/main" id="{70874C92-3D9E-A6D1-724F-FD0FF8133775}"/>
                </a:ext>
              </a:extLst>
            </p:cNvPr>
            <p:cNvGrpSpPr/>
            <p:nvPr/>
          </p:nvGrpSpPr>
          <p:grpSpPr>
            <a:xfrm>
              <a:off x="2698358" y="6385964"/>
              <a:ext cx="54000" cy="144000"/>
              <a:chOff x="2402600" y="3979676"/>
              <a:chExt cx="64467" cy="147702"/>
            </a:xfrm>
          </p:grpSpPr>
          <p:sp>
            <p:nvSpPr>
              <p:cNvPr id="142" name="자유형: 도형 141">
                <a:extLst>
                  <a:ext uri="{FF2B5EF4-FFF2-40B4-BE49-F238E27FC236}">
                    <a16:creationId xmlns:a16="http://schemas.microsoft.com/office/drawing/2014/main" id="{722A4181-C3D1-2F1A-D345-7FA717DE9EEC}"/>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3" name="자유형: 도형 142">
                <a:extLst>
                  <a:ext uri="{FF2B5EF4-FFF2-40B4-BE49-F238E27FC236}">
                    <a16:creationId xmlns:a16="http://schemas.microsoft.com/office/drawing/2014/main" id="{B9619653-D6F0-D6F7-083B-8B23978E59C0}"/>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5" name="직사각형 4">
            <a:extLst>
              <a:ext uri="{FF2B5EF4-FFF2-40B4-BE49-F238E27FC236}">
                <a16:creationId xmlns:a16="http://schemas.microsoft.com/office/drawing/2014/main" id="{79229E54-C333-1005-5DAF-97B504CFA7C1}"/>
              </a:ext>
            </a:extLst>
          </p:cNvPr>
          <p:cNvSpPr/>
          <p:nvPr/>
        </p:nvSpPr>
        <p:spPr>
          <a:xfrm>
            <a:off x="2338115" y="6891346"/>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ch2</a:t>
            </a:r>
            <a:endParaRPr lang="ko-KR" altLang="en-US" sz="600" dirty="0">
              <a:solidFill>
                <a:schemeClr val="tx1"/>
              </a:solidFill>
              <a:latin typeface="Arial" panose="020B0604020202020204" pitchFamily="34" charset="0"/>
              <a:cs typeface="Arial" panose="020B0604020202020204" pitchFamily="34" charset="0"/>
            </a:endParaRPr>
          </a:p>
        </p:txBody>
      </p:sp>
      <p:sp>
        <p:nvSpPr>
          <p:cNvPr id="7" name="직사각형 6">
            <a:extLst>
              <a:ext uri="{FF2B5EF4-FFF2-40B4-BE49-F238E27FC236}">
                <a16:creationId xmlns:a16="http://schemas.microsoft.com/office/drawing/2014/main" id="{3C905965-48F1-FDD7-3BFB-D6576BBCB2FB}"/>
              </a:ext>
            </a:extLst>
          </p:cNvPr>
          <p:cNvSpPr/>
          <p:nvPr/>
        </p:nvSpPr>
        <p:spPr>
          <a:xfrm>
            <a:off x="2726524" y="6891177"/>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chx</a:t>
            </a:r>
            <a:endParaRPr lang="ko-KR" altLang="en-US" sz="600" dirty="0">
              <a:solidFill>
                <a:schemeClr val="tx1"/>
              </a:solidFill>
              <a:latin typeface="Arial" panose="020B0604020202020204" pitchFamily="34" charset="0"/>
              <a:cs typeface="Arial" panose="020B0604020202020204" pitchFamily="34" charset="0"/>
            </a:endParaRPr>
          </a:p>
        </p:txBody>
      </p:sp>
      <p:sp>
        <p:nvSpPr>
          <p:cNvPr id="12" name="직사각형 11">
            <a:extLst>
              <a:ext uri="{FF2B5EF4-FFF2-40B4-BE49-F238E27FC236}">
                <a16:creationId xmlns:a16="http://schemas.microsoft.com/office/drawing/2014/main" id="{04686CB1-A171-5A24-3CD4-48C08DA99827}"/>
              </a:ext>
            </a:extLst>
          </p:cNvPr>
          <p:cNvSpPr/>
          <p:nvPr/>
        </p:nvSpPr>
        <p:spPr>
          <a:xfrm>
            <a:off x="2977332" y="6890994"/>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ch1</a:t>
            </a:r>
            <a:endParaRPr lang="ko-KR" altLang="en-US" sz="600" dirty="0">
              <a:solidFill>
                <a:schemeClr val="tx1"/>
              </a:solidFill>
              <a:latin typeface="Arial" panose="020B0604020202020204" pitchFamily="34" charset="0"/>
              <a:cs typeface="Arial" panose="020B0604020202020204" pitchFamily="34" charset="0"/>
            </a:endParaRPr>
          </a:p>
        </p:txBody>
      </p:sp>
      <p:grpSp>
        <p:nvGrpSpPr>
          <p:cNvPr id="13" name="그룹 12">
            <a:extLst>
              <a:ext uri="{FF2B5EF4-FFF2-40B4-BE49-F238E27FC236}">
                <a16:creationId xmlns:a16="http://schemas.microsoft.com/office/drawing/2014/main" id="{75D9130F-7C9F-EBB5-BB5E-C1866632DC78}"/>
              </a:ext>
            </a:extLst>
          </p:cNvPr>
          <p:cNvGrpSpPr/>
          <p:nvPr/>
        </p:nvGrpSpPr>
        <p:grpSpPr>
          <a:xfrm>
            <a:off x="3480941" y="6849462"/>
            <a:ext cx="136800" cy="262800"/>
            <a:chOff x="2665741" y="6344787"/>
            <a:chExt cx="136800" cy="216000"/>
          </a:xfrm>
        </p:grpSpPr>
        <p:sp>
          <p:nvSpPr>
            <p:cNvPr id="14" name="직사각형 13">
              <a:extLst>
                <a:ext uri="{FF2B5EF4-FFF2-40B4-BE49-F238E27FC236}">
                  <a16:creationId xmlns:a16="http://schemas.microsoft.com/office/drawing/2014/main" id="{627B731A-9181-291F-A971-E29A3B74B918}"/>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15" name="직사각형 14">
              <a:extLst>
                <a:ext uri="{FF2B5EF4-FFF2-40B4-BE49-F238E27FC236}">
                  <a16:creationId xmlns:a16="http://schemas.microsoft.com/office/drawing/2014/main" id="{648F0CC6-224E-940B-6974-8DFC2AD81A2B}"/>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6" name="그룹 15">
              <a:extLst>
                <a:ext uri="{FF2B5EF4-FFF2-40B4-BE49-F238E27FC236}">
                  <a16:creationId xmlns:a16="http://schemas.microsoft.com/office/drawing/2014/main" id="{695B8580-6002-AE41-3D96-865F04A5765C}"/>
                </a:ext>
              </a:extLst>
            </p:cNvPr>
            <p:cNvGrpSpPr/>
            <p:nvPr/>
          </p:nvGrpSpPr>
          <p:grpSpPr>
            <a:xfrm>
              <a:off x="2698358" y="6385964"/>
              <a:ext cx="54000" cy="144000"/>
              <a:chOff x="2402600" y="3979676"/>
              <a:chExt cx="64467" cy="147702"/>
            </a:xfrm>
          </p:grpSpPr>
          <p:sp>
            <p:nvSpPr>
              <p:cNvPr id="17" name="자유형: 도형 16">
                <a:extLst>
                  <a:ext uri="{FF2B5EF4-FFF2-40B4-BE49-F238E27FC236}">
                    <a16:creationId xmlns:a16="http://schemas.microsoft.com/office/drawing/2014/main" id="{EF3D9FCD-3E39-F53D-425A-9610FA9F74CD}"/>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 name="자유형: 도형 17">
                <a:extLst>
                  <a:ext uri="{FF2B5EF4-FFF2-40B4-BE49-F238E27FC236}">
                    <a16:creationId xmlns:a16="http://schemas.microsoft.com/office/drawing/2014/main" id="{073117F7-A8D0-5325-1D62-7836D50DBCA8}"/>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20" name="직사각형 19">
            <a:extLst>
              <a:ext uri="{FF2B5EF4-FFF2-40B4-BE49-F238E27FC236}">
                <a16:creationId xmlns:a16="http://schemas.microsoft.com/office/drawing/2014/main" id="{9BD8177C-B104-82C5-2CA2-6D633BF4A34B}"/>
              </a:ext>
            </a:extLst>
          </p:cNvPr>
          <p:cNvSpPr/>
          <p:nvPr/>
        </p:nvSpPr>
        <p:spPr>
          <a:xfrm>
            <a:off x="3229332" y="6890994"/>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ch2</a:t>
            </a:r>
            <a:endParaRPr lang="ko-KR" altLang="en-US" sz="600" dirty="0">
              <a:solidFill>
                <a:schemeClr val="tx1"/>
              </a:solidFill>
              <a:latin typeface="Arial" panose="020B0604020202020204" pitchFamily="34" charset="0"/>
              <a:cs typeface="Arial" panose="020B0604020202020204" pitchFamily="34" charset="0"/>
            </a:endParaRPr>
          </a:p>
        </p:txBody>
      </p:sp>
      <p:sp>
        <p:nvSpPr>
          <p:cNvPr id="21" name="직사각형 20">
            <a:extLst>
              <a:ext uri="{FF2B5EF4-FFF2-40B4-BE49-F238E27FC236}">
                <a16:creationId xmlns:a16="http://schemas.microsoft.com/office/drawing/2014/main" id="{2D670F0D-C6A8-6418-9047-33E84BC1CCC8}"/>
              </a:ext>
            </a:extLst>
          </p:cNvPr>
          <p:cNvSpPr/>
          <p:nvPr/>
        </p:nvSpPr>
        <p:spPr>
          <a:xfrm>
            <a:off x="3617741" y="6893719"/>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chx</a:t>
            </a:r>
            <a:endParaRPr lang="ko-KR" altLang="en-US" sz="600" dirty="0">
              <a:solidFill>
                <a:schemeClr val="tx1"/>
              </a:solidFill>
              <a:latin typeface="Arial" panose="020B0604020202020204" pitchFamily="34" charset="0"/>
              <a:cs typeface="Arial" panose="020B0604020202020204" pitchFamily="34" charset="0"/>
            </a:endParaRPr>
          </a:p>
        </p:txBody>
      </p:sp>
      <p:grpSp>
        <p:nvGrpSpPr>
          <p:cNvPr id="30" name="그룹 29">
            <a:extLst>
              <a:ext uri="{FF2B5EF4-FFF2-40B4-BE49-F238E27FC236}">
                <a16:creationId xmlns:a16="http://schemas.microsoft.com/office/drawing/2014/main" id="{AB35CC1A-4B85-3894-44DD-7D9125FB4A93}"/>
              </a:ext>
            </a:extLst>
          </p:cNvPr>
          <p:cNvGrpSpPr/>
          <p:nvPr/>
        </p:nvGrpSpPr>
        <p:grpSpPr>
          <a:xfrm>
            <a:off x="3868212" y="6849046"/>
            <a:ext cx="136800" cy="262800"/>
            <a:chOff x="2665741" y="6344787"/>
            <a:chExt cx="136800" cy="216000"/>
          </a:xfrm>
        </p:grpSpPr>
        <p:sp>
          <p:nvSpPr>
            <p:cNvPr id="36" name="직사각형 35">
              <a:extLst>
                <a:ext uri="{FF2B5EF4-FFF2-40B4-BE49-F238E27FC236}">
                  <a16:creationId xmlns:a16="http://schemas.microsoft.com/office/drawing/2014/main" id="{2E89A449-AAAA-B113-3A3B-C1352207B37D}"/>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38" name="직사각형 37">
              <a:extLst>
                <a:ext uri="{FF2B5EF4-FFF2-40B4-BE49-F238E27FC236}">
                  <a16:creationId xmlns:a16="http://schemas.microsoft.com/office/drawing/2014/main" id="{85E594A8-B1D7-EF80-F5C0-93D73492A67D}"/>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5" name="그룹 44">
              <a:extLst>
                <a:ext uri="{FF2B5EF4-FFF2-40B4-BE49-F238E27FC236}">
                  <a16:creationId xmlns:a16="http://schemas.microsoft.com/office/drawing/2014/main" id="{2C7C4584-D841-6403-60BC-F679FAB0A3C7}"/>
                </a:ext>
              </a:extLst>
            </p:cNvPr>
            <p:cNvGrpSpPr/>
            <p:nvPr/>
          </p:nvGrpSpPr>
          <p:grpSpPr>
            <a:xfrm>
              <a:off x="2698358" y="6385964"/>
              <a:ext cx="54000" cy="144000"/>
              <a:chOff x="2402600" y="3979676"/>
              <a:chExt cx="64467" cy="147702"/>
            </a:xfrm>
          </p:grpSpPr>
          <p:sp>
            <p:nvSpPr>
              <p:cNvPr id="47" name="자유형: 도형 46">
                <a:extLst>
                  <a:ext uri="{FF2B5EF4-FFF2-40B4-BE49-F238E27FC236}">
                    <a16:creationId xmlns:a16="http://schemas.microsoft.com/office/drawing/2014/main" id="{8D995F23-691C-E321-9661-486A98032901}"/>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9" name="자유형: 도형 48">
                <a:extLst>
                  <a:ext uri="{FF2B5EF4-FFF2-40B4-BE49-F238E27FC236}">
                    <a16:creationId xmlns:a16="http://schemas.microsoft.com/office/drawing/2014/main" id="{BC7A60C5-C0B7-69DF-3DF4-AE084727935C}"/>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52" name="직사각형 51">
            <a:extLst>
              <a:ext uri="{FF2B5EF4-FFF2-40B4-BE49-F238E27FC236}">
                <a16:creationId xmlns:a16="http://schemas.microsoft.com/office/drawing/2014/main" id="{27DABD47-A946-4D1C-781D-E75FB8EAE9EA}"/>
              </a:ext>
            </a:extLst>
          </p:cNvPr>
          <p:cNvSpPr/>
          <p:nvPr/>
        </p:nvSpPr>
        <p:spPr>
          <a:xfrm>
            <a:off x="4005012" y="6893055"/>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chx</a:t>
            </a:r>
            <a:endParaRPr lang="ko-KR" altLang="en-US" sz="600" dirty="0">
              <a:solidFill>
                <a:schemeClr val="tx1"/>
              </a:solidFill>
              <a:latin typeface="Arial" panose="020B0604020202020204" pitchFamily="34" charset="0"/>
              <a:cs typeface="Arial" panose="020B0604020202020204" pitchFamily="34" charset="0"/>
            </a:endParaRPr>
          </a:p>
        </p:txBody>
      </p:sp>
      <p:grpSp>
        <p:nvGrpSpPr>
          <p:cNvPr id="448" name="그룹 447">
            <a:extLst>
              <a:ext uri="{FF2B5EF4-FFF2-40B4-BE49-F238E27FC236}">
                <a16:creationId xmlns:a16="http://schemas.microsoft.com/office/drawing/2014/main" id="{C109DB54-B3A0-D01A-3AB3-0B3E4E609DD7}"/>
              </a:ext>
            </a:extLst>
          </p:cNvPr>
          <p:cNvGrpSpPr/>
          <p:nvPr/>
        </p:nvGrpSpPr>
        <p:grpSpPr>
          <a:xfrm>
            <a:off x="5191443" y="6849165"/>
            <a:ext cx="136800" cy="262800"/>
            <a:chOff x="2665741" y="6344787"/>
            <a:chExt cx="136800" cy="216000"/>
          </a:xfrm>
        </p:grpSpPr>
        <p:sp>
          <p:nvSpPr>
            <p:cNvPr id="449" name="직사각형 448">
              <a:extLst>
                <a:ext uri="{FF2B5EF4-FFF2-40B4-BE49-F238E27FC236}">
                  <a16:creationId xmlns:a16="http://schemas.microsoft.com/office/drawing/2014/main" id="{520EE254-2A9E-9AC2-C690-65A98C86E48B}"/>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450" name="직사각형 449">
              <a:extLst>
                <a:ext uri="{FF2B5EF4-FFF2-40B4-BE49-F238E27FC236}">
                  <a16:creationId xmlns:a16="http://schemas.microsoft.com/office/drawing/2014/main" id="{4E1A46A4-D48A-1E2A-8309-E661EAA01FD1}"/>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51" name="그룹 450">
              <a:extLst>
                <a:ext uri="{FF2B5EF4-FFF2-40B4-BE49-F238E27FC236}">
                  <a16:creationId xmlns:a16="http://schemas.microsoft.com/office/drawing/2014/main" id="{E7BF4F1B-26C9-5EFC-1FDE-47AC3194B269}"/>
                </a:ext>
              </a:extLst>
            </p:cNvPr>
            <p:cNvGrpSpPr/>
            <p:nvPr/>
          </p:nvGrpSpPr>
          <p:grpSpPr>
            <a:xfrm>
              <a:off x="2698358" y="6385964"/>
              <a:ext cx="54000" cy="144000"/>
              <a:chOff x="2402600" y="3979676"/>
              <a:chExt cx="64467" cy="147702"/>
            </a:xfrm>
          </p:grpSpPr>
          <p:sp>
            <p:nvSpPr>
              <p:cNvPr id="452" name="자유형: 도형 451">
                <a:extLst>
                  <a:ext uri="{FF2B5EF4-FFF2-40B4-BE49-F238E27FC236}">
                    <a16:creationId xmlns:a16="http://schemas.microsoft.com/office/drawing/2014/main" id="{C32CE08D-E02D-B9B9-0BC1-BA78575A03D4}"/>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53" name="자유형: 도형 452">
                <a:extLst>
                  <a:ext uri="{FF2B5EF4-FFF2-40B4-BE49-F238E27FC236}">
                    <a16:creationId xmlns:a16="http://schemas.microsoft.com/office/drawing/2014/main" id="{29181FD8-302D-0714-55A6-15AD73239DC5}"/>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456" name="직선 연결선 455">
            <a:extLst>
              <a:ext uri="{FF2B5EF4-FFF2-40B4-BE49-F238E27FC236}">
                <a16:creationId xmlns:a16="http://schemas.microsoft.com/office/drawing/2014/main" id="{01BA5D12-8E0E-4BCA-6165-84D0E8174986}"/>
              </a:ext>
            </a:extLst>
          </p:cNvPr>
          <p:cNvCxnSpPr>
            <a:cxnSpLocks/>
          </p:cNvCxnSpPr>
          <p:nvPr/>
        </p:nvCxnSpPr>
        <p:spPr>
          <a:xfrm flipV="1">
            <a:off x="1453554" y="7072600"/>
            <a:ext cx="41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7" name="직선 연결선 466">
            <a:extLst>
              <a:ext uri="{FF2B5EF4-FFF2-40B4-BE49-F238E27FC236}">
                <a16:creationId xmlns:a16="http://schemas.microsoft.com/office/drawing/2014/main" id="{1FDC41CF-08B9-0042-9DEA-3560F2938BBF}"/>
              </a:ext>
            </a:extLst>
          </p:cNvPr>
          <p:cNvCxnSpPr>
            <a:cxnSpLocks/>
          </p:cNvCxnSpPr>
          <p:nvPr/>
        </p:nvCxnSpPr>
        <p:spPr>
          <a:xfrm>
            <a:off x="3870828" y="6329182"/>
            <a:ext cx="0" cy="36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8" name="직선 연결선 467">
            <a:extLst>
              <a:ext uri="{FF2B5EF4-FFF2-40B4-BE49-F238E27FC236}">
                <a16:creationId xmlns:a16="http://schemas.microsoft.com/office/drawing/2014/main" id="{C6406E77-3F25-7B06-3AA2-C2EA751C9A3A}"/>
              </a:ext>
            </a:extLst>
          </p:cNvPr>
          <p:cNvCxnSpPr>
            <a:cxnSpLocks/>
          </p:cNvCxnSpPr>
          <p:nvPr/>
        </p:nvCxnSpPr>
        <p:spPr>
          <a:xfrm flipV="1">
            <a:off x="2085031" y="6438779"/>
            <a:ext cx="17892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69" name="직선 연결선 468">
            <a:extLst>
              <a:ext uri="{FF2B5EF4-FFF2-40B4-BE49-F238E27FC236}">
                <a16:creationId xmlns:a16="http://schemas.microsoft.com/office/drawing/2014/main" id="{3DC3B996-02F8-6114-A85F-947D0FF222B9}"/>
              </a:ext>
            </a:extLst>
          </p:cNvPr>
          <p:cNvCxnSpPr>
            <a:cxnSpLocks/>
          </p:cNvCxnSpPr>
          <p:nvPr/>
        </p:nvCxnSpPr>
        <p:spPr>
          <a:xfrm>
            <a:off x="2085031" y="6228432"/>
            <a:ext cx="2175468"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0" name="직선 연결선 469">
            <a:extLst>
              <a:ext uri="{FF2B5EF4-FFF2-40B4-BE49-F238E27FC236}">
                <a16:creationId xmlns:a16="http://schemas.microsoft.com/office/drawing/2014/main" id="{8435D0D6-530A-D639-D6C1-432129074A85}"/>
              </a:ext>
            </a:extLst>
          </p:cNvPr>
          <p:cNvCxnSpPr>
            <a:cxnSpLocks/>
          </p:cNvCxnSpPr>
          <p:nvPr/>
        </p:nvCxnSpPr>
        <p:spPr>
          <a:xfrm>
            <a:off x="4260499" y="6167945"/>
            <a:ext cx="0" cy="54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75" name="직사각형 474">
            <a:extLst>
              <a:ext uri="{FF2B5EF4-FFF2-40B4-BE49-F238E27FC236}">
                <a16:creationId xmlns:a16="http://schemas.microsoft.com/office/drawing/2014/main" id="{5D3C6B71-43CA-9C99-A1E8-D3C7323F4AA9}"/>
              </a:ext>
            </a:extLst>
          </p:cNvPr>
          <p:cNvSpPr/>
          <p:nvPr/>
        </p:nvSpPr>
        <p:spPr>
          <a:xfrm>
            <a:off x="2306447" y="6631655"/>
            <a:ext cx="468000" cy="4571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Burst size 1</a:t>
            </a:r>
            <a:endParaRPr lang="ko-KR" altLang="en-US" sz="700" dirty="0">
              <a:solidFill>
                <a:schemeClr val="tx1"/>
              </a:solidFill>
              <a:latin typeface="Arial" panose="020B0604020202020204" pitchFamily="34" charset="0"/>
              <a:cs typeface="Arial" panose="020B0604020202020204" pitchFamily="34" charset="0"/>
            </a:endParaRPr>
          </a:p>
        </p:txBody>
      </p:sp>
      <p:sp>
        <p:nvSpPr>
          <p:cNvPr id="478" name="직사각형 477">
            <a:extLst>
              <a:ext uri="{FF2B5EF4-FFF2-40B4-BE49-F238E27FC236}">
                <a16:creationId xmlns:a16="http://schemas.microsoft.com/office/drawing/2014/main" id="{F245A92B-05EB-8F47-809E-46CFAB6C4A04}"/>
              </a:ext>
            </a:extLst>
          </p:cNvPr>
          <p:cNvSpPr/>
          <p:nvPr/>
        </p:nvSpPr>
        <p:spPr>
          <a:xfrm>
            <a:off x="2705251" y="6421308"/>
            <a:ext cx="468000" cy="4571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Burst size 2</a:t>
            </a:r>
            <a:endParaRPr lang="ko-KR" altLang="en-US" sz="700" dirty="0">
              <a:solidFill>
                <a:schemeClr val="tx1"/>
              </a:solidFill>
              <a:latin typeface="Arial" panose="020B0604020202020204" pitchFamily="34" charset="0"/>
              <a:cs typeface="Arial" panose="020B0604020202020204" pitchFamily="34" charset="0"/>
            </a:endParaRPr>
          </a:p>
        </p:txBody>
      </p:sp>
      <p:sp>
        <p:nvSpPr>
          <p:cNvPr id="479" name="직사각형 478">
            <a:extLst>
              <a:ext uri="{FF2B5EF4-FFF2-40B4-BE49-F238E27FC236}">
                <a16:creationId xmlns:a16="http://schemas.microsoft.com/office/drawing/2014/main" id="{AE141BB9-5099-53AF-92A3-3F20F99C3D0E}"/>
              </a:ext>
            </a:extLst>
          </p:cNvPr>
          <p:cNvSpPr/>
          <p:nvPr/>
        </p:nvSpPr>
        <p:spPr>
          <a:xfrm>
            <a:off x="2902179" y="6206615"/>
            <a:ext cx="576000" cy="4571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Burst size = n</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482" name="직선 연결선 481">
            <a:extLst>
              <a:ext uri="{FF2B5EF4-FFF2-40B4-BE49-F238E27FC236}">
                <a16:creationId xmlns:a16="http://schemas.microsoft.com/office/drawing/2014/main" id="{F76703DE-E0E2-F0B7-5CCD-8086293FD6E7}"/>
              </a:ext>
            </a:extLst>
          </p:cNvPr>
          <p:cNvCxnSpPr>
            <a:cxnSpLocks/>
          </p:cNvCxnSpPr>
          <p:nvPr/>
        </p:nvCxnSpPr>
        <p:spPr>
          <a:xfrm flipH="1">
            <a:off x="2088183" y="7131387"/>
            <a:ext cx="0" cy="32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83" name="직선 연결선 482">
            <a:extLst>
              <a:ext uri="{FF2B5EF4-FFF2-40B4-BE49-F238E27FC236}">
                <a16:creationId xmlns:a16="http://schemas.microsoft.com/office/drawing/2014/main" id="{EC838283-0652-7CA8-94CE-5B28CFEB8817}"/>
              </a:ext>
            </a:extLst>
          </p:cNvPr>
          <p:cNvCxnSpPr>
            <a:cxnSpLocks/>
          </p:cNvCxnSpPr>
          <p:nvPr/>
        </p:nvCxnSpPr>
        <p:spPr>
          <a:xfrm flipV="1">
            <a:off x="2343446" y="7206886"/>
            <a:ext cx="180000" cy="0"/>
          </a:xfrm>
          <a:prstGeom prst="line">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484" name="직선 연결선 483">
            <a:extLst>
              <a:ext uri="{FF2B5EF4-FFF2-40B4-BE49-F238E27FC236}">
                <a16:creationId xmlns:a16="http://schemas.microsoft.com/office/drawing/2014/main" id="{2A7F720D-BB63-D881-48B4-5D64E40E5713}"/>
              </a:ext>
            </a:extLst>
          </p:cNvPr>
          <p:cNvCxnSpPr>
            <a:cxnSpLocks/>
          </p:cNvCxnSpPr>
          <p:nvPr/>
        </p:nvCxnSpPr>
        <p:spPr>
          <a:xfrm flipV="1">
            <a:off x="1904213" y="7205527"/>
            <a:ext cx="180000" cy="0"/>
          </a:xfrm>
          <a:prstGeom prst="line">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5" name="직선 연결선 484">
            <a:extLst>
              <a:ext uri="{FF2B5EF4-FFF2-40B4-BE49-F238E27FC236}">
                <a16:creationId xmlns:a16="http://schemas.microsoft.com/office/drawing/2014/main" id="{DCAA22AB-BB61-2BC1-2B80-10BBC4217184}"/>
              </a:ext>
            </a:extLst>
          </p:cNvPr>
          <p:cNvCxnSpPr>
            <a:cxnSpLocks/>
          </p:cNvCxnSpPr>
          <p:nvPr/>
        </p:nvCxnSpPr>
        <p:spPr>
          <a:xfrm flipH="1">
            <a:off x="2340472" y="7131384"/>
            <a:ext cx="0" cy="14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9" name="직선 연결선 88">
            <a:extLst>
              <a:ext uri="{FF2B5EF4-FFF2-40B4-BE49-F238E27FC236}">
                <a16:creationId xmlns:a16="http://schemas.microsoft.com/office/drawing/2014/main" id="{6135F500-6920-3924-8258-5732C272A6FD}"/>
              </a:ext>
            </a:extLst>
          </p:cNvPr>
          <p:cNvCxnSpPr>
            <a:cxnSpLocks/>
          </p:cNvCxnSpPr>
          <p:nvPr/>
        </p:nvCxnSpPr>
        <p:spPr>
          <a:xfrm flipV="1">
            <a:off x="2086002" y="7412302"/>
            <a:ext cx="8892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90" name="직선 연결선 89">
            <a:extLst>
              <a:ext uri="{FF2B5EF4-FFF2-40B4-BE49-F238E27FC236}">
                <a16:creationId xmlns:a16="http://schemas.microsoft.com/office/drawing/2014/main" id="{76C5F903-70C0-0E82-D720-1F98A41BA962}"/>
              </a:ext>
            </a:extLst>
          </p:cNvPr>
          <p:cNvCxnSpPr>
            <a:cxnSpLocks/>
          </p:cNvCxnSpPr>
          <p:nvPr/>
        </p:nvCxnSpPr>
        <p:spPr>
          <a:xfrm>
            <a:off x="2978649" y="7133083"/>
            <a:ext cx="0" cy="32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2" name="직사각형 91">
            <a:extLst>
              <a:ext uri="{FF2B5EF4-FFF2-40B4-BE49-F238E27FC236}">
                <a16:creationId xmlns:a16="http://schemas.microsoft.com/office/drawing/2014/main" id="{F32F6F2C-F61E-5EEB-3D20-5DB0F547EB4A}"/>
              </a:ext>
            </a:extLst>
          </p:cNvPr>
          <p:cNvSpPr/>
          <p:nvPr/>
        </p:nvSpPr>
        <p:spPr>
          <a:xfrm>
            <a:off x="2270153" y="7382813"/>
            <a:ext cx="533723" cy="6508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CH_SIZE = x</a:t>
            </a:r>
            <a:endParaRPr lang="ko-KR" altLang="en-US" sz="700" dirty="0">
              <a:solidFill>
                <a:schemeClr val="tx1"/>
              </a:solidFill>
              <a:latin typeface="Arial" panose="020B0604020202020204" pitchFamily="34" charset="0"/>
              <a:cs typeface="Arial" panose="020B0604020202020204" pitchFamily="34" charset="0"/>
            </a:endParaRPr>
          </a:p>
        </p:txBody>
      </p:sp>
      <p:sp>
        <p:nvSpPr>
          <p:cNvPr id="93" name="직사각형 92">
            <a:extLst>
              <a:ext uri="{FF2B5EF4-FFF2-40B4-BE49-F238E27FC236}">
                <a16:creationId xmlns:a16="http://schemas.microsoft.com/office/drawing/2014/main" id="{2457FC3F-1F67-87FC-F9CC-AD544CB562E1}"/>
              </a:ext>
            </a:extLst>
          </p:cNvPr>
          <p:cNvSpPr/>
          <p:nvPr/>
        </p:nvSpPr>
        <p:spPr>
          <a:xfrm>
            <a:off x="2237498" y="6702921"/>
            <a:ext cx="540000" cy="119484"/>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b="1" i="1" dirty="0">
                <a:solidFill>
                  <a:schemeClr val="tx1"/>
                </a:solidFill>
                <a:latin typeface="Arial" panose="020B0604020202020204" pitchFamily="34" charset="0"/>
                <a:cs typeface="Arial" panose="020B0604020202020204" pitchFamily="34" charset="0"/>
              </a:rPr>
              <a:t>= 1-Line size</a:t>
            </a:r>
            <a:endParaRPr lang="ko-KR" altLang="en-US" sz="700" b="1" i="1" dirty="0">
              <a:solidFill>
                <a:schemeClr val="tx1"/>
              </a:solidFill>
              <a:latin typeface="Arial" panose="020B0604020202020204" pitchFamily="34" charset="0"/>
              <a:cs typeface="Arial" panose="020B0604020202020204" pitchFamily="34" charset="0"/>
            </a:endParaRPr>
          </a:p>
        </p:txBody>
      </p:sp>
      <p:sp>
        <p:nvSpPr>
          <p:cNvPr id="50" name="TextBox 49">
            <a:extLst>
              <a:ext uri="{FF2B5EF4-FFF2-40B4-BE49-F238E27FC236}">
                <a16:creationId xmlns:a16="http://schemas.microsoft.com/office/drawing/2014/main" id="{8DE93E9C-0946-3819-2651-7B8B4F5FF7CF}"/>
              </a:ext>
            </a:extLst>
          </p:cNvPr>
          <p:cNvSpPr txBox="1"/>
          <p:nvPr/>
        </p:nvSpPr>
        <p:spPr>
          <a:xfrm>
            <a:off x="404561" y="1612565"/>
            <a:ext cx="6048625" cy="6924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SPI sequence for the LD transfer is as follows.  The LD width depends on the LD_WIDTH value of the CHANNEL ENABLE 2 register. </a:t>
            </a:r>
            <a:r>
              <a:rPr lang="en-US" altLang="ko-KR" sz="900" dirty="0">
                <a:solidFill>
                  <a:srgbClr val="000000"/>
                </a:solidFill>
                <a:latin typeface="Arial" panose="020B0604020202020204" pitchFamily="34" charset="0"/>
                <a:cs typeface="Arial" panose="020B0604020202020204" pitchFamily="34" charset="0"/>
              </a:rPr>
              <a:t> If the LD_WIDTH = 2’b00, then the LD data size of one block zone transferred through the SPI becomes 24 bits consisted of PAM 12 bits and PWM 12 bits.  Even if the transmitted width is 24 bits, the valid bits are actually 20 bits, PAM 10 bits + PWM 10 bits. Therefore, the data size per block to be transmitted to the daisied devices is 20 bits.</a:t>
            </a:r>
            <a:endParaRPr lang="en-US" altLang="ko-KR" sz="900" dirty="0">
              <a:latin typeface="Arial" panose="020B0604020202020204" pitchFamily="34" charset="0"/>
              <a:cs typeface="Arial" panose="020B0604020202020204" pitchFamily="34" charset="0"/>
            </a:endParaRPr>
          </a:p>
        </p:txBody>
      </p:sp>
      <p:sp>
        <p:nvSpPr>
          <p:cNvPr id="466" name="TextBox 465">
            <a:extLst>
              <a:ext uri="{FF2B5EF4-FFF2-40B4-BE49-F238E27FC236}">
                <a16:creationId xmlns:a16="http://schemas.microsoft.com/office/drawing/2014/main" id="{287494D8-8ADE-D1FC-1DBB-CBAEEC2B5D6A}"/>
              </a:ext>
            </a:extLst>
          </p:cNvPr>
          <p:cNvSpPr txBox="1"/>
          <p:nvPr/>
        </p:nvSpPr>
        <p:spPr>
          <a:xfrm>
            <a:off x="413545" y="1266807"/>
            <a:ext cx="603964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SPI LD transfer sequence</a:t>
            </a:r>
          </a:p>
        </p:txBody>
      </p:sp>
      <p:sp>
        <p:nvSpPr>
          <p:cNvPr id="477" name="TextBox 476">
            <a:extLst>
              <a:ext uri="{FF2B5EF4-FFF2-40B4-BE49-F238E27FC236}">
                <a16:creationId xmlns:a16="http://schemas.microsoft.com/office/drawing/2014/main" id="{91496AF8-ABFE-EE72-5C7D-2D151BA2EA9D}"/>
              </a:ext>
            </a:extLst>
          </p:cNvPr>
          <p:cNvSpPr txBox="1"/>
          <p:nvPr/>
        </p:nvSpPr>
        <p:spPr>
          <a:xfrm>
            <a:off x="404562" y="4350395"/>
            <a:ext cx="6048620" cy="8309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burst size </a:t>
            </a:r>
            <a:r>
              <a:rPr lang="en-US" altLang="ko-KR" sz="900" dirty="0">
                <a:solidFill>
                  <a:srgbClr val="000000"/>
                </a:solidFill>
                <a:latin typeface="Arial" panose="020B0604020202020204" pitchFamily="34" charset="0"/>
                <a:cs typeface="Arial" panose="020B0604020202020204" pitchFamily="34" charset="0"/>
              </a:rPr>
              <a:t>unit means the amount of LD data corresponding to one line and the one line of LD data corresponds to the total LD data of all activated channels, and the number of active channel is determined by the CH_SIZE value of the ENABLE CHANNEL 2 register. Here, the CH_SIZE value should be equal to the number of activated channels by the CHx_EN of the ENABLE CHANNEL 1/2 registers.</a:t>
            </a:r>
          </a:p>
          <a:p>
            <a:pPr algn="just"/>
            <a:r>
              <a:rPr lang="en-US" altLang="ko-KR" sz="900" dirty="0">
                <a:solidFill>
                  <a:srgbClr val="000000"/>
                </a:solidFill>
                <a:latin typeface="Arial" panose="020B0604020202020204" pitchFamily="34" charset="0"/>
                <a:cs typeface="Arial" panose="020B0604020202020204" pitchFamily="34" charset="0"/>
              </a:rPr>
              <a:t>                  </a:t>
            </a:r>
          </a:p>
          <a:p>
            <a:pPr algn="just"/>
            <a:r>
              <a:rPr lang="en-US" altLang="ko-KR" sz="900" dirty="0">
                <a:solidFill>
                  <a:srgbClr val="000000"/>
                </a:solidFill>
                <a:latin typeface="Arial" panose="020B0604020202020204" pitchFamily="34" charset="0"/>
                <a:cs typeface="Arial" panose="020B0604020202020204" pitchFamily="34" charset="0"/>
              </a:rPr>
              <a:t>                                                Burst size unit = 1-line LD data = CH_SIZE * LD data size</a:t>
            </a:r>
          </a:p>
        </p:txBody>
      </p:sp>
      <p:sp>
        <p:nvSpPr>
          <p:cNvPr id="6" name="object 84">
            <a:extLst>
              <a:ext uri="{FF2B5EF4-FFF2-40B4-BE49-F238E27FC236}">
                <a16:creationId xmlns:a16="http://schemas.microsoft.com/office/drawing/2014/main" id="{916AD4A2-45A4-7673-ECE8-3EF1598EA6D5}"/>
              </a:ext>
            </a:extLst>
          </p:cNvPr>
          <p:cNvSpPr txBox="1"/>
          <p:nvPr/>
        </p:nvSpPr>
        <p:spPr>
          <a:xfrm>
            <a:off x="2569662" y="7749222"/>
            <a:ext cx="1718419"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10. The SPI LD transfer</a:t>
            </a:r>
          </a:p>
        </p:txBody>
      </p:sp>
      <p:sp>
        <p:nvSpPr>
          <p:cNvPr id="8" name="object 11">
            <a:extLst>
              <a:ext uri="{FF2B5EF4-FFF2-40B4-BE49-F238E27FC236}">
                <a16:creationId xmlns:a16="http://schemas.microsoft.com/office/drawing/2014/main" id="{7988C7E5-91D3-9C8D-EF2D-D077CE9901BA}"/>
              </a:ext>
            </a:extLst>
          </p:cNvPr>
          <p:cNvSpPr txBox="1"/>
          <p:nvPr/>
        </p:nvSpPr>
        <p:spPr>
          <a:xfrm>
            <a:off x="2142879" y="3675087"/>
            <a:ext cx="2571986" cy="128240"/>
          </a:xfrm>
          <a:prstGeom prst="rect">
            <a:avLst/>
          </a:prstGeom>
        </p:spPr>
        <p:txBody>
          <a:bodyPr vert="horz" wrap="none" lIns="0" tIns="0" rIns="0" bIns="0" rtlCol="0" anchor="ctr" anchorCtr="0">
            <a:spAutoFit/>
          </a:bodyPr>
          <a:lstStyle/>
          <a:p>
            <a:pPr marL="62176" algn="ctr"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 </a:t>
            </a:r>
            <a:r>
              <a:rPr kumimoji="0" lang="en-US" sz="900" b="1" dirty="0">
                <a:solidFill>
                  <a:prstClr val="black"/>
                </a:solidFill>
                <a:latin typeface="Arial" panose="020B0604020202020204" pitchFamily="34" charset="0"/>
                <a:ea typeface="+mn-ea"/>
                <a:cs typeface="Arial" panose="020B0604020202020204" pitchFamily="34" charset="0"/>
              </a:rPr>
              <a:t>6</a:t>
            </a:r>
            <a:r>
              <a:rPr kumimoji="0" sz="900" b="1" dirty="0">
                <a:solidFill>
                  <a:prstClr val="black"/>
                </a:solidFill>
                <a:latin typeface="Arial" panose="020B0604020202020204" pitchFamily="34" charset="0"/>
                <a:ea typeface="+mn-ea"/>
                <a:cs typeface="Arial" panose="020B0604020202020204" pitchFamily="34" charset="0"/>
              </a:rPr>
              <a:t>.</a:t>
            </a:r>
            <a:r>
              <a:rPr kumimoji="0" lang="en-US" sz="900" b="1" dirty="0">
                <a:solidFill>
                  <a:prstClr val="black"/>
                </a:solidFill>
                <a:latin typeface="Arial" panose="020B0604020202020204" pitchFamily="34" charset="0"/>
                <a:ea typeface="+mn-ea"/>
                <a:cs typeface="Arial" panose="020B0604020202020204" pitchFamily="34" charset="0"/>
              </a:rPr>
              <a:t>  LD data size according to LD_WIDTH</a:t>
            </a:r>
          </a:p>
        </p:txBody>
      </p:sp>
      <p:graphicFrame>
        <p:nvGraphicFramePr>
          <p:cNvPr id="9" name="표 8">
            <a:extLst>
              <a:ext uri="{FF2B5EF4-FFF2-40B4-BE49-F238E27FC236}">
                <a16:creationId xmlns:a16="http://schemas.microsoft.com/office/drawing/2014/main" id="{E59217CE-3FDE-A16C-A0F2-104AD17C3771}"/>
              </a:ext>
            </a:extLst>
          </p:cNvPr>
          <p:cNvGraphicFramePr>
            <a:graphicFrameLocks noGrp="1"/>
          </p:cNvGraphicFramePr>
          <p:nvPr>
            <p:extLst>
              <p:ext uri="{D42A27DB-BD31-4B8C-83A1-F6EECF244321}">
                <p14:modId xmlns:p14="http://schemas.microsoft.com/office/powerpoint/2010/main" val="1197348225"/>
              </p:ext>
            </p:extLst>
          </p:nvPr>
        </p:nvGraphicFramePr>
        <p:xfrm>
          <a:off x="920750" y="2629521"/>
          <a:ext cx="5280025" cy="883579"/>
        </p:xfrm>
        <a:graphic>
          <a:graphicData uri="http://schemas.openxmlformats.org/drawingml/2006/table">
            <a:tbl>
              <a:tblPr firstRow="1" bandRow="1">
                <a:tableStyleId>{5C22544A-7EE6-4342-B048-85BDC9FD1C3A}</a:tableStyleId>
              </a:tblPr>
              <a:tblGrid>
                <a:gridCol w="1139824">
                  <a:extLst>
                    <a:ext uri="{9D8B030D-6E8A-4147-A177-3AD203B41FA5}">
                      <a16:colId xmlns:a16="http://schemas.microsoft.com/office/drawing/2014/main" val="914624312"/>
                    </a:ext>
                  </a:extLst>
                </a:gridCol>
                <a:gridCol w="664673">
                  <a:extLst>
                    <a:ext uri="{9D8B030D-6E8A-4147-A177-3AD203B41FA5}">
                      <a16:colId xmlns:a16="http://schemas.microsoft.com/office/drawing/2014/main" val="1037286305"/>
                    </a:ext>
                  </a:extLst>
                </a:gridCol>
                <a:gridCol w="1737764">
                  <a:extLst>
                    <a:ext uri="{9D8B030D-6E8A-4147-A177-3AD203B41FA5}">
                      <a16:colId xmlns:a16="http://schemas.microsoft.com/office/drawing/2014/main" val="2179058520"/>
                    </a:ext>
                  </a:extLst>
                </a:gridCol>
                <a:gridCol w="1737764">
                  <a:extLst>
                    <a:ext uri="{9D8B030D-6E8A-4147-A177-3AD203B41FA5}">
                      <a16:colId xmlns:a16="http://schemas.microsoft.com/office/drawing/2014/main" val="3371543399"/>
                    </a:ext>
                  </a:extLst>
                </a:gridCol>
              </a:tblGrid>
              <a:tr h="273829">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LD_WIDTH [1:0]</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 width </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 format</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Valid bits</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0325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2’b01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12 bits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12-bit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12-bit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r h="20325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2’b10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14 bits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14-bit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14-bit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1426353"/>
                  </a:ext>
                </a:extLst>
              </a:tr>
              <a:tr h="20325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a:solidFill>
                            <a:schemeClr val="tx1"/>
                          </a:solidFill>
                          <a:latin typeface="Arial" panose="020B0604020202020204" pitchFamily="34" charset="0"/>
                          <a:cs typeface="Arial" panose="020B0604020202020204" pitchFamily="34" charset="0"/>
                        </a:rPr>
                        <a:t>2’b11</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16 bits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 16-bit</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16-bit</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0008071"/>
                  </a:ext>
                </a:extLst>
              </a:tr>
            </a:tbl>
          </a:graphicData>
        </a:graphic>
      </p:graphicFrame>
    </p:spTree>
    <p:extLst>
      <p:ext uri="{BB962C8B-B14F-4D97-AF65-F5344CB8AC3E}">
        <p14:creationId xmlns:p14="http://schemas.microsoft.com/office/powerpoint/2010/main" val="344753513"/>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629"/>
            <a:ext cx="6048620"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11" y="1612565"/>
            <a:ext cx="6048619" cy="553998"/>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XC24R has a total of 24 channels for serial daisy connections with a total of 31 XDR devices.  </a:t>
            </a:r>
            <a:r>
              <a:rPr lang="en-US" altLang="ko-KR" sz="900" dirty="0">
                <a:latin typeface="Arial" panose="020B0604020202020204" pitchFamily="34" charset="0"/>
                <a:cs typeface="Arial" panose="020B0604020202020204" pitchFamily="34" charset="0"/>
              </a:rPr>
              <a:t>Each channel can transmit the data to the XDR and receive the data from the XDR through one line daisied to the XDR devices. </a:t>
            </a:r>
            <a:r>
              <a:rPr lang="en-US" altLang="ko-KR" sz="900" b="0" i="0" dirty="0">
                <a:solidFill>
                  <a:srgbClr val="000000"/>
                </a:solidFill>
                <a:effectLst/>
                <a:latin typeface="Arial" panose="020B0604020202020204" pitchFamily="34" charset="0"/>
                <a:cs typeface="Arial" panose="020B0604020202020204" pitchFamily="34" charset="0"/>
              </a:rPr>
              <a:t>The XC24R has a total of 6 instructions for transferring the data to the XDR and 3 instructions for receiving the data from the XDR.</a:t>
            </a:r>
            <a:endParaRPr lang="en-US" altLang="ko-KR" sz="900" dirty="0">
              <a:latin typeface="Arial" panose="020B0604020202020204" pitchFamily="34" charset="0"/>
              <a:cs typeface="Arial" panose="020B0604020202020204" pitchFamily="34" charset="0"/>
            </a:endParaRP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1" y="1266807"/>
            <a:ext cx="604861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2. Serial Interface</a:t>
            </a:r>
          </a:p>
        </p:txBody>
      </p:sp>
      <p:graphicFrame>
        <p:nvGraphicFramePr>
          <p:cNvPr id="140" name="표 139">
            <a:extLst>
              <a:ext uri="{FF2B5EF4-FFF2-40B4-BE49-F238E27FC236}">
                <a16:creationId xmlns:a16="http://schemas.microsoft.com/office/drawing/2014/main" id="{5CFB749C-CCBE-CF45-B876-EF09F3FE4874}"/>
              </a:ext>
            </a:extLst>
          </p:cNvPr>
          <p:cNvGraphicFramePr>
            <a:graphicFrameLocks noGrp="1"/>
          </p:cNvGraphicFramePr>
          <p:nvPr>
            <p:extLst>
              <p:ext uri="{D42A27DB-BD31-4B8C-83A1-F6EECF244321}">
                <p14:modId xmlns:p14="http://schemas.microsoft.com/office/powerpoint/2010/main" val="1182161936"/>
              </p:ext>
            </p:extLst>
          </p:nvPr>
        </p:nvGraphicFramePr>
        <p:xfrm>
          <a:off x="920750" y="4596285"/>
          <a:ext cx="5280024" cy="2745329"/>
        </p:xfrm>
        <a:graphic>
          <a:graphicData uri="http://schemas.openxmlformats.org/drawingml/2006/table">
            <a:tbl>
              <a:tblPr firstRow="1" bandRow="1">
                <a:tableStyleId>{5C22544A-7EE6-4342-B048-85BDC9FD1C3A}</a:tableStyleId>
              </a:tblPr>
              <a:tblGrid>
                <a:gridCol w="833912">
                  <a:extLst>
                    <a:ext uri="{9D8B030D-6E8A-4147-A177-3AD203B41FA5}">
                      <a16:colId xmlns:a16="http://schemas.microsoft.com/office/drawing/2014/main" val="914624312"/>
                    </a:ext>
                  </a:extLst>
                </a:gridCol>
                <a:gridCol w="576999">
                  <a:extLst>
                    <a:ext uri="{9D8B030D-6E8A-4147-A177-3AD203B41FA5}">
                      <a16:colId xmlns:a16="http://schemas.microsoft.com/office/drawing/2014/main" val="2179058520"/>
                    </a:ext>
                  </a:extLst>
                </a:gridCol>
                <a:gridCol w="549625">
                  <a:extLst>
                    <a:ext uri="{9D8B030D-6E8A-4147-A177-3AD203B41FA5}">
                      <a16:colId xmlns:a16="http://schemas.microsoft.com/office/drawing/2014/main" val="3371543399"/>
                    </a:ext>
                  </a:extLst>
                </a:gridCol>
                <a:gridCol w="3319488">
                  <a:extLst>
                    <a:ext uri="{9D8B030D-6E8A-4147-A177-3AD203B41FA5}">
                      <a16:colId xmlns:a16="http://schemas.microsoft.com/office/drawing/2014/main" val="3899883382"/>
                    </a:ext>
                  </a:extLst>
                </a:gridCol>
              </a:tblGrid>
              <a:tr h="280594">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Instruction</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Transaction direction</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Data direction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Description</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50937">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Command</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Data</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585956596"/>
                  </a:ext>
                </a:extLst>
              </a:tr>
              <a:tr h="237072">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Global-write</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맑은 고딕" panose="020B0503020000020004" pitchFamily="50" charset="-127"/>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Global-write command the same register data between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Local-write</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Local-write command the different register data between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LD-transfer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Dimming data-transfer command to the XDR devices</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1426353"/>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ID-gen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ID generation command of the XDR devices in daisied each channel</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293829"/>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Sync-gen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Sync-generation command to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0008071"/>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Sync-auto-gen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Automatically sync-generation command sync on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4166509"/>
                  </a:ext>
                </a:extLst>
              </a:tr>
              <a:tr h="60887">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4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4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4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endParaRPr lang="ko-KR" altLang="en-US" sz="4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42231904"/>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Local-read</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XDR </a:t>
                      </a:r>
                      <a:r>
                        <a:rPr lang="en-US" altLang="ko-KR" sz="700" b="0" dirty="0">
                          <a:solidFill>
                            <a:schemeClr val="tx1"/>
                          </a:solidFill>
                          <a:latin typeface="Arial" panose="020B0604020202020204" pitchFamily="34" charset="0"/>
                          <a:ea typeface="+mn-ea"/>
                          <a:cs typeface="Arial" panose="020B0604020202020204" pitchFamily="34" charset="0"/>
                        </a:rPr>
                        <a:t>→ XCR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Local-read command to the XDR devices and read-back from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455868"/>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Fault-read</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XDR </a:t>
                      </a:r>
                      <a:r>
                        <a:rPr lang="en-US" altLang="ko-KR" sz="700" b="0" dirty="0">
                          <a:solidFill>
                            <a:schemeClr val="tx1"/>
                          </a:solidFill>
                          <a:latin typeface="Arial" panose="020B0604020202020204" pitchFamily="34" charset="0"/>
                          <a:ea typeface="+mn-ea"/>
                          <a:cs typeface="Arial" panose="020B0604020202020204" pitchFamily="34" charset="0"/>
                        </a:rPr>
                        <a:t>→ XCR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Fault-read command to the XDR devices and read-back from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3386186"/>
                  </a:ext>
                </a:extLst>
              </a:tr>
              <a:tr h="25626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Fault-auto-read</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XDR </a:t>
                      </a:r>
                      <a:r>
                        <a:rPr lang="en-US" altLang="ko-KR" sz="700" b="0" dirty="0">
                          <a:solidFill>
                            <a:schemeClr val="tx1"/>
                          </a:solidFill>
                          <a:latin typeface="Arial" panose="020B0604020202020204" pitchFamily="34" charset="0"/>
                          <a:ea typeface="+mn-ea"/>
                          <a:cs typeface="Arial" panose="020B0604020202020204" pitchFamily="34" charset="0"/>
                        </a:rPr>
                        <a:t>→ XCR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Automatically fault-read command to the XDR devices and read-back from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0974672"/>
                  </a:ext>
                </a:extLst>
              </a:tr>
            </a:tbl>
          </a:graphicData>
        </a:graphic>
      </p:graphicFrame>
      <p:grpSp>
        <p:nvGrpSpPr>
          <p:cNvPr id="158" name="그룹 157">
            <a:extLst>
              <a:ext uri="{FF2B5EF4-FFF2-40B4-BE49-F238E27FC236}">
                <a16:creationId xmlns:a16="http://schemas.microsoft.com/office/drawing/2014/main" id="{2B73FFE5-E2BF-10E4-E093-448FCCF8A4B1}"/>
              </a:ext>
            </a:extLst>
          </p:cNvPr>
          <p:cNvGrpSpPr/>
          <p:nvPr/>
        </p:nvGrpSpPr>
        <p:grpSpPr>
          <a:xfrm>
            <a:off x="1132613" y="2488856"/>
            <a:ext cx="4592774" cy="947144"/>
            <a:chOff x="1310184" y="2629068"/>
            <a:chExt cx="4592774" cy="947144"/>
          </a:xfrm>
        </p:grpSpPr>
        <p:grpSp>
          <p:nvGrpSpPr>
            <p:cNvPr id="142" name="그룹 141">
              <a:extLst>
                <a:ext uri="{FF2B5EF4-FFF2-40B4-BE49-F238E27FC236}">
                  <a16:creationId xmlns:a16="http://schemas.microsoft.com/office/drawing/2014/main" id="{EBC16A94-4671-6E36-ABAA-2A455195DA96}"/>
                </a:ext>
              </a:extLst>
            </p:cNvPr>
            <p:cNvGrpSpPr/>
            <p:nvPr/>
          </p:nvGrpSpPr>
          <p:grpSpPr>
            <a:xfrm>
              <a:off x="1310184" y="2646999"/>
              <a:ext cx="972401" cy="929213"/>
              <a:chOff x="1310184" y="2646999"/>
              <a:chExt cx="972401" cy="929213"/>
            </a:xfrm>
          </p:grpSpPr>
          <p:sp>
            <p:nvSpPr>
              <p:cNvPr id="5" name="직사각형 4">
                <a:extLst>
                  <a:ext uri="{FF2B5EF4-FFF2-40B4-BE49-F238E27FC236}">
                    <a16:creationId xmlns:a16="http://schemas.microsoft.com/office/drawing/2014/main" id="{93AA9436-3245-1414-5846-F1422D5BEDEC}"/>
                  </a:ext>
                </a:extLst>
              </p:cNvPr>
              <p:cNvSpPr/>
              <p:nvPr/>
            </p:nvSpPr>
            <p:spPr>
              <a:xfrm>
                <a:off x="1310184" y="2652214"/>
                <a:ext cx="900000" cy="90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solidFill>
                      <a:schemeClr val="tx1"/>
                    </a:solidFill>
                  </a:rPr>
                  <a:t>XC24R</a:t>
                </a:r>
                <a:endParaRPr lang="ko-KR" altLang="en-US" b="1" dirty="0">
                  <a:solidFill>
                    <a:schemeClr val="tx1"/>
                  </a:solidFill>
                </a:endParaRPr>
              </a:p>
            </p:txBody>
          </p:sp>
          <p:sp>
            <p:nvSpPr>
              <p:cNvPr id="76" name="TextBox 75">
                <a:extLst>
                  <a:ext uri="{FF2B5EF4-FFF2-40B4-BE49-F238E27FC236}">
                    <a16:creationId xmlns:a16="http://schemas.microsoft.com/office/drawing/2014/main" id="{6D6BFD98-E2E9-37C6-1B48-C3C7E7D455B3}"/>
                  </a:ext>
                </a:extLst>
              </p:cNvPr>
              <p:cNvSpPr txBox="1"/>
              <p:nvPr/>
            </p:nvSpPr>
            <p:spPr>
              <a:xfrm>
                <a:off x="1937619" y="2646999"/>
                <a:ext cx="344966" cy="215444"/>
              </a:xfrm>
              <a:prstGeom prst="rect">
                <a:avLst/>
              </a:prstGeom>
              <a:noFill/>
            </p:spPr>
            <p:txBody>
              <a:bodyPr wrap="none" rtlCol="0">
                <a:spAutoFit/>
              </a:bodyPr>
              <a:lstStyle/>
              <a:p>
                <a:r>
                  <a:rPr lang="en-US" altLang="ko-KR" sz="800" dirty="0"/>
                  <a:t>Ch1</a:t>
                </a:r>
                <a:endParaRPr lang="ko-KR" altLang="en-US" sz="800" dirty="0"/>
              </a:p>
            </p:txBody>
          </p:sp>
          <p:sp>
            <p:nvSpPr>
              <p:cNvPr id="78" name="TextBox 77">
                <a:extLst>
                  <a:ext uri="{FF2B5EF4-FFF2-40B4-BE49-F238E27FC236}">
                    <a16:creationId xmlns:a16="http://schemas.microsoft.com/office/drawing/2014/main" id="{57CE5C01-9DA4-467F-4C99-B377753F0E21}"/>
                  </a:ext>
                </a:extLst>
              </p:cNvPr>
              <p:cNvSpPr txBox="1"/>
              <p:nvPr/>
            </p:nvSpPr>
            <p:spPr>
              <a:xfrm>
                <a:off x="1854245" y="3360768"/>
                <a:ext cx="418704" cy="215444"/>
              </a:xfrm>
              <a:prstGeom prst="rect">
                <a:avLst/>
              </a:prstGeom>
              <a:noFill/>
            </p:spPr>
            <p:txBody>
              <a:bodyPr wrap="none" rtlCol="0">
                <a:spAutoFit/>
              </a:bodyPr>
              <a:lstStyle/>
              <a:p>
                <a:r>
                  <a:rPr lang="en-US" altLang="ko-KR" sz="800" dirty="0"/>
                  <a:t> Ch24</a:t>
                </a:r>
                <a:endParaRPr lang="ko-KR" altLang="en-US" sz="800" dirty="0"/>
              </a:p>
            </p:txBody>
          </p:sp>
          <p:grpSp>
            <p:nvGrpSpPr>
              <p:cNvPr id="105" name="그룹 104">
                <a:extLst>
                  <a:ext uri="{FF2B5EF4-FFF2-40B4-BE49-F238E27FC236}">
                    <a16:creationId xmlns:a16="http://schemas.microsoft.com/office/drawing/2014/main" id="{5B38C0A4-6837-6236-08FB-5806E747D3EF}"/>
                  </a:ext>
                </a:extLst>
              </p:cNvPr>
              <p:cNvGrpSpPr/>
              <p:nvPr/>
            </p:nvGrpSpPr>
            <p:grpSpPr>
              <a:xfrm>
                <a:off x="2095702" y="2987694"/>
                <a:ext cx="28800" cy="214330"/>
                <a:chOff x="528825" y="6490024"/>
                <a:chExt cx="28800" cy="214330"/>
              </a:xfrm>
            </p:grpSpPr>
            <p:sp>
              <p:nvSpPr>
                <p:cNvPr id="134" name="타원 133">
                  <a:extLst>
                    <a:ext uri="{FF2B5EF4-FFF2-40B4-BE49-F238E27FC236}">
                      <a16:creationId xmlns:a16="http://schemas.microsoft.com/office/drawing/2014/main" id="{AF301ACB-B526-862B-3334-991AC157475B}"/>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5" name="타원 134">
                  <a:extLst>
                    <a:ext uri="{FF2B5EF4-FFF2-40B4-BE49-F238E27FC236}">
                      <a16:creationId xmlns:a16="http://schemas.microsoft.com/office/drawing/2014/main" id="{45D068B1-AA48-26E8-572C-0D19937B4BAC}"/>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6" name="타원 135">
                  <a:extLst>
                    <a:ext uri="{FF2B5EF4-FFF2-40B4-BE49-F238E27FC236}">
                      <a16:creationId xmlns:a16="http://schemas.microsoft.com/office/drawing/2014/main" id="{FC251A13-EF13-DB43-D301-A50BDA2CD1B0}"/>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106" name="그룹 105">
              <a:extLst>
                <a:ext uri="{FF2B5EF4-FFF2-40B4-BE49-F238E27FC236}">
                  <a16:creationId xmlns:a16="http://schemas.microsoft.com/office/drawing/2014/main" id="{66EC24E3-D04C-BD2E-979A-8FE079E918B0}"/>
                </a:ext>
              </a:extLst>
            </p:cNvPr>
            <p:cNvGrpSpPr/>
            <p:nvPr/>
          </p:nvGrpSpPr>
          <p:grpSpPr>
            <a:xfrm rot="16200000">
              <a:off x="4749222" y="2839219"/>
              <a:ext cx="28800" cy="214330"/>
              <a:chOff x="1254494" y="6490024"/>
              <a:chExt cx="28800" cy="214330"/>
            </a:xfrm>
          </p:grpSpPr>
          <p:sp>
            <p:nvSpPr>
              <p:cNvPr id="131" name="타원 130">
                <a:extLst>
                  <a:ext uri="{FF2B5EF4-FFF2-40B4-BE49-F238E27FC236}">
                    <a16:creationId xmlns:a16="http://schemas.microsoft.com/office/drawing/2014/main" id="{863C6F26-7D84-1FB5-53C7-B00FA85E50C5}"/>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2" name="타원 131">
                <a:extLst>
                  <a:ext uri="{FF2B5EF4-FFF2-40B4-BE49-F238E27FC236}">
                    <a16:creationId xmlns:a16="http://schemas.microsoft.com/office/drawing/2014/main" id="{6B1E2250-C74F-DC6B-1155-2B61D0D49B8C}"/>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3" name="타원 132">
                <a:extLst>
                  <a:ext uri="{FF2B5EF4-FFF2-40B4-BE49-F238E27FC236}">
                    <a16:creationId xmlns:a16="http://schemas.microsoft.com/office/drawing/2014/main" id="{0865998F-5BBF-7BAA-E5F3-4DD431D4B7CF}"/>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41" name="그룹 140">
              <a:extLst>
                <a:ext uri="{FF2B5EF4-FFF2-40B4-BE49-F238E27FC236}">
                  <a16:creationId xmlns:a16="http://schemas.microsoft.com/office/drawing/2014/main" id="{6EE2EE79-64D2-420E-9D5C-3A68DEDFBD25}"/>
                </a:ext>
              </a:extLst>
            </p:cNvPr>
            <p:cNvGrpSpPr/>
            <p:nvPr/>
          </p:nvGrpSpPr>
          <p:grpSpPr>
            <a:xfrm>
              <a:off x="2722443" y="2629068"/>
              <a:ext cx="702583" cy="562352"/>
              <a:chOff x="2722443" y="2610872"/>
              <a:chExt cx="702583" cy="562352"/>
            </a:xfrm>
          </p:grpSpPr>
          <p:sp>
            <p:nvSpPr>
              <p:cNvPr id="137" name="직사각형 136">
                <a:extLst>
                  <a:ext uri="{FF2B5EF4-FFF2-40B4-BE49-F238E27FC236}">
                    <a16:creationId xmlns:a16="http://schemas.microsoft.com/office/drawing/2014/main" id="{865AB734-7975-17FB-5371-31AF82ABB92A}"/>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#1</a:t>
                </a:r>
              </a:p>
            </p:txBody>
          </p:sp>
          <p:sp>
            <p:nvSpPr>
              <p:cNvPr id="138" name="TextBox 137">
                <a:extLst>
                  <a:ext uri="{FF2B5EF4-FFF2-40B4-BE49-F238E27FC236}">
                    <a16:creationId xmlns:a16="http://schemas.microsoft.com/office/drawing/2014/main" id="{0087BE72-8712-F908-D4D9-F92006B767C9}"/>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139" name="TextBox 138">
                <a:extLst>
                  <a:ext uri="{FF2B5EF4-FFF2-40B4-BE49-F238E27FC236}">
                    <a16:creationId xmlns:a16="http://schemas.microsoft.com/office/drawing/2014/main" id="{698E0F5D-003A-3147-055E-6D725C5F141D}"/>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143" name="그룹 142">
              <a:extLst>
                <a:ext uri="{FF2B5EF4-FFF2-40B4-BE49-F238E27FC236}">
                  <a16:creationId xmlns:a16="http://schemas.microsoft.com/office/drawing/2014/main" id="{1A5ADAAF-0EEE-F842-28E4-9D5CCD0CC3D2}"/>
                </a:ext>
              </a:extLst>
            </p:cNvPr>
            <p:cNvGrpSpPr/>
            <p:nvPr/>
          </p:nvGrpSpPr>
          <p:grpSpPr>
            <a:xfrm>
              <a:off x="3592926" y="2639632"/>
              <a:ext cx="702583" cy="562352"/>
              <a:chOff x="2722443" y="2610872"/>
              <a:chExt cx="702583" cy="562352"/>
            </a:xfrm>
          </p:grpSpPr>
          <p:sp>
            <p:nvSpPr>
              <p:cNvPr id="144" name="직사각형 143">
                <a:extLst>
                  <a:ext uri="{FF2B5EF4-FFF2-40B4-BE49-F238E27FC236}">
                    <a16:creationId xmlns:a16="http://schemas.microsoft.com/office/drawing/2014/main" id="{AA4F8AE8-B09C-2D05-31E6-FC75ABE33786}"/>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#2</a:t>
                </a:r>
              </a:p>
            </p:txBody>
          </p:sp>
          <p:sp>
            <p:nvSpPr>
              <p:cNvPr id="145" name="TextBox 144">
                <a:extLst>
                  <a:ext uri="{FF2B5EF4-FFF2-40B4-BE49-F238E27FC236}">
                    <a16:creationId xmlns:a16="http://schemas.microsoft.com/office/drawing/2014/main" id="{18D3DD17-FE2B-83B3-9ACD-1119FEEEC8BB}"/>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146" name="TextBox 145">
                <a:extLst>
                  <a:ext uri="{FF2B5EF4-FFF2-40B4-BE49-F238E27FC236}">
                    <a16:creationId xmlns:a16="http://schemas.microsoft.com/office/drawing/2014/main" id="{E5E7C60B-BEF9-E6C8-4A43-26C710FB4F9D}"/>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147" name="그룹 146">
              <a:extLst>
                <a:ext uri="{FF2B5EF4-FFF2-40B4-BE49-F238E27FC236}">
                  <a16:creationId xmlns:a16="http://schemas.microsoft.com/office/drawing/2014/main" id="{E4997655-7851-BE60-5C05-F7FC9D7EB747}"/>
                </a:ext>
              </a:extLst>
            </p:cNvPr>
            <p:cNvGrpSpPr/>
            <p:nvPr/>
          </p:nvGrpSpPr>
          <p:grpSpPr>
            <a:xfrm>
              <a:off x="5200375" y="2639632"/>
              <a:ext cx="702583" cy="562352"/>
              <a:chOff x="2722443" y="2610872"/>
              <a:chExt cx="702583" cy="562352"/>
            </a:xfrm>
          </p:grpSpPr>
          <p:sp>
            <p:nvSpPr>
              <p:cNvPr id="148" name="직사각형 147">
                <a:extLst>
                  <a:ext uri="{FF2B5EF4-FFF2-40B4-BE49-F238E27FC236}">
                    <a16:creationId xmlns:a16="http://schemas.microsoft.com/office/drawing/2014/main" id="{3F92AD70-F8E8-AE0A-F52F-0192E52A01B6}"/>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#31</a:t>
                </a:r>
              </a:p>
            </p:txBody>
          </p:sp>
          <p:sp>
            <p:nvSpPr>
              <p:cNvPr id="149" name="TextBox 148">
                <a:extLst>
                  <a:ext uri="{FF2B5EF4-FFF2-40B4-BE49-F238E27FC236}">
                    <a16:creationId xmlns:a16="http://schemas.microsoft.com/office/drawing/2014/main" id="{1ACC586F-4287-F8E6-FB7D-1DD5A2CB63D5}"/>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150" name="TextBox 149">
                <a:extLst>
                  <a:ext uri="{FF2B5EF4-FFF2-40B4-BE49-F238E27FC236}">
                    <a16:creationId xmlns:a16="http://schemas.microsoft.com/office/drawing/2014/main" id="{E758B0E5-9480-9011-3050-5CE826FF04EA}"/>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cxnSp>
          <p:nvCxnSpPr>
            <p:cNvPr id="152" name="직선 화살표 연결선 151">
              <a:extLst>
                <a:ext uri="{FF2B5EF4-FFF2-40B4-BE49-F238E27FC236}">
                  <a16:creationId xmlns:a16="http://schemas.microsoft.com/office/drawing/2014/main" id="{8A39A40C-1F32-BCE6-D8F0-E56FE0BA86D2}"/>
                </a:ext>
              </a:extLst>
            </p:cNvPr>
            <p:cNvCxnSpPr/>
            <p:nvPr/>
          </p:nvCxnSpPr>
          <p:spPr>
            <a:xfrm>
              <a:off x="2210184" y="2750171"/>
              <a:ext cx="576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5" name="직선 화살표 연결선 154">
              <a:extLst>
                <a:ext uri="{FF2B5EF4-FFF2-40B4-BE49-F238E27FC236}">
                  <a16:creationId xmlns:a16="http://schemas.microsoft.com/office/drawing/2014/main" id="{4BCB493E-6D03-B771-7526-68F24406A1EA}"/>
                </a:ext>
              </a:extLst>
            </p:cNvPr>
            <p:cNvCxnSpPr/>
            <p:nvPr/>
          </p:nvCxnSpPr>
          <p:spPr>
            <a:xfrm>
              <a:off x="3339645"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6" name="직선 화살표 연결선 155">
              <a:extLst>
                <a:ext uri="{FF2B5EF4-FFF2-40B4-BE49-F238E27FC236}">
                  <a16:creationId xmlns:a16="http://schemas.microsoft.com/office/drawing/2014/main" id="{20078CEB-9233-DB47-9D74-42DCA7AE7D67}"/>
                </a:ext>
              </a:extLst>
            </p:cNvPr>
            <p:cNvCxnSpPr/>
            <p:nvPr/>
          </p:nvCxnSpPr>
          <p:spPr>
            <a:xfrm>
              <a:off x="4211131" y="2754868"/>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7" name="직선 화살표 연결선 156">
              <a:extLst>
                <a:ext uri="{FF2B5EF4-FFF2-40B4-BE49-F238E27FC236}">
                  <a16:creationId xmlns:a16="http://schemas.microsoft.com/office/drawing/2014/main" id="{37DAB89A-6E40-6896-FECB-34529A70FA7F}"/>
                </a:ext>
              </a:extLst>
            </p:cNvPr>
            <p:cNvCxnSpPr/>
            <p:nvPr/>
          </p:nvCxnSpPr>
          <p:spPr>
            <a:xfrm>
              <a:off x="4949076"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60" name="TextBox 159">
            <a:extLst>
              <a:ext uri="{FF2B5EF4-FFF2-40B4-BE49-F238E27FC236}">
                <a16:creationId xmlns:a16="http://schemas.microsoft.com/office/drawing/2014/main" id="{53C8AF69-B10B-C15D-776C-3149F6D99F7B}"/>
              </a:ext>
            </a:extLst>
          </p:cNvPr>
          <p:cNvSpPr txBox="1"/>
          <p:nvPr/>
        </p:nvSpPr>
        <p:spPr>
          <a:xfrm>
            <a:off x="404811" y="4292813"/>
            <a:ext cx="6048620" cy="138498"/>
          </a:xfrm>
          <a:prstGeom prst="rect">
            <a:avLst/>
          </a:prstGeom>
          <a:noFill/>
        </p:spPr>
        <p:txBody>
          <a:bodyPr wrap="square" lIns="0" tIns="0" rIns="0" bIns="0" rtlCol="0">
            <a:spAutoFit/>
          </a:bodyPr>
          <a:lstStyle/>
          <a:p>
            <a:r>
              <a:rPr lang="en-US" altLang="ko-KR" sz="900" b="0" i="0" dirty="0">
                <a:solidFill>
                  <a:srgbClr val="000000"/>
                </a:solidFill>
                <a:effectLst/>
                <a:latin typeface="Arial" panose="020B0604020202020204" pitchFamily="34" charset="0"/>
                <a:cs typeface="Arial" panose="020B0604020202020204" pitchFamily="34" charset="0"/>
              </a:rPr>
              <a:t>The commands are listed as shown in the Table 7. and described in more detail below.</a:t>
            </a:r>
            <a:endParaRPr lang="en-US" altLang="ko-KR" sz="900" dirty="0">
              <a:latin typeface="Arial" panose="020B0604020202020204" pitchFamily="34" charset="0"/>
              <a:cs typeface="Arial" panose="020B0604020202020204" pitchFamily="34" charset="0"/>
            </a:endParaRPr>
          </a:p>
        </p:txBody>
      </p:sp>
      <p:sp>
        <p:nvSpPr>
          <p:cNvPr id="6" name="object 84">
            <a:extLst>
              <a:ext uri="{FF2B5EF4-FFF2-40B4-BE49-F238E27FC236}">
                <a16:creationId xmlns:a16="http://schemas.microsoft.com/office/drawing/2014/main" id="{BAAE80CB-9424-4270-E90B-DBCF55B0D443}"/>
              </a:ext>
            </a:extLst>
          </p:cNvPr>
          <p:cNvSpPr txBox="1"/>
          <p:nvPr/>
        </p:nvSpPr>
        <p:spPr>
          <a:xfrm>
            <a:off x="2557928" y="3674933"/>
            <a:ext cx="174214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11. The daisied scheme</a:t>
            </a:r>
          </a:p>
        </p:txBody>
      </p:sp>
      <p:sp>
        <p:nvSpPr>
          <p:cNvPr id="7" name="object 11">
            <a:extLst>
              <a:ext uri="{FF2B5EF4-FFF2-40B4-BE49-F238E27FC236}">
                <a16:creationId xmlns:a16="http://schemas.microsoft.com/office/drawing/2014/main" id="{2203A00A-04D2-2558-C9F2-5032D8531B8E}"/>
              </a:ext>
            </a:extLst>
          </p:cNvPr>
          <p:cNvSpPr txBox="1"/>
          <p:nvPr/>
        </p:nvSpPr>
        <p:spPr>
          <a:xfrm>
            <a:off x="2774590" y="7527661"/>
            <a:ext cx="1308820" cy="128240"/>
          </a:xfrm>
          <a:prstGeom prst="rect">
            <a:avLst/>
          </a:prstGeom>
        </p:spPr>
        <p:txBody>
          <a:bodyPr vert="horz" wrap="none" lIns="0" tIns="0" rIns="0" bIns="0" rtlCol="0" anchor="ctr" anchorCtr="0">
            <a:spAutoFit/>
          </a:bodyPr>
          <a:lstStyle/>
          <a:p>
            <a:pPr marL="62176" algn="ctr"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 </a:t>
            </a:r>
            <a:r>
              <a:rPr kumimoji="0" lang="en-US" sz="900" b="1" dirty="0">
                <a:solidFill>
                  <a:prstClr val="black"/>
                </a:solidFill>
                <a:latin typeface="Arial" panose="020B0604020202020204" pitchFamily="34" charset="0"/>
                <a:ea typeface="+mn-ea"/>
                <a:cs typeface="Arial" panose="020B0604020202020204" pitchFamily="34" charset="0"/>
              </a:rPr>
              <a:t>7</a:t>
            </a:r>
            <a:r>
              <a:rPr kumimoji="0" sz="900" b="1" dirty="0">
                <a:solidFill>
                  <a:prstClr val="black"/>
                </a:solidFill>
                <a:latin typeface="Arial" panose="020B0604020202020204" pitchFamily="34" charset="0"/>
                <a:ea typeface="+mn-ea"/>
                <a:cs typeface="Arial" panose="020B0604020202020204" pitchFamily="34" charset="0"/>
              </a:rPr>
              <a:t>.</a:t>
            </a:r>
            <a:r>
              <a:rPr kumimoji="0" lang="en-US" sz="900" b="1" dirty="0">
                <a:solidFill>
                  <a:prstClr val="black"/>
                </a:solidFill>
                <a:latin typeface="Arial" panose="020B0604020202020204" pitchFamily="34" charset="0"/>
                <a:ea typeface="+mn-ea"/>
                <a:cs typeface="Arial" panose="020B0604020202020204" pitchFamily="34" charset="0"/>
              </a:rPr>
              <a:t> Instruction list</a:t>
            </a:r>
          </a:p>
        </p:txBody>
      </p:sp>
    </p:spTree>
    <p:extLst>
      <p:ext uri="{BB962C8B-B14F-4D97-AF65-F5344CB8AC3E}">
        <p14:creationId xmlns:p14="http://schemas.microsoft.com/office/powerpoint/2010/main" val="7809843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3C315069-ECE9-729F-5D32-0B7061C2BA58}"/>
              </a:ext>
            </a:extLst>
          </p:cNvPr>
          <p:cNvSpPr txBox="1"/>
          <p:nvPr/>
        </p:nvSpPr>
        <p:spPr>
          <a:xfrm>
            <a:off x="404811" y="1612565"/>
            <a:ext cx="6048621" cy="1384995"/>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ID-GEN COMMAND register is used to set a unique ID for each device and each device’s ID</a:t>
            </a:r>
            <a:r>
              <a:rPr lang="en-US" altLang="ko-KR" sz="900" b="0" i="0" dirty="0">
                <a:solidFill>
                  <a:srgbClr val="000000"/>
                </a:solidFill>
                <a:effectLst/>
                <a:latin typeface="Arial" panose="020B0604020202020204" pitchFamily="34" charset="0"/>
                <a:cs typeface="Arial" panose="020B0604020202020204" pitchFamily="34" charset="0"/>
              </a:rPr>
              <a:t> helps identifying when </a:t>
            </a:r>
            <a:r>
              <a:rPr lang="en-US" altLang="ko-KR" sz="900" dirty="0">
                <a:solidFill>
                  <a:srgbClr val="000000"/>
                </a:solidFill>
                <a:latin typeface="Arial" panose="020B0604020202020204" pitchFamily="34" charset="0"/>
                <a:cs typeface="Arial" panose="020B0604020202020204" pitchFamily="34" charset="0"/>
              </a:rPr>
              <a:t>each device should react on a read-back operation. Therefore, after POR this command</a:t>
            </a:r>
            <a:r>
              <a:rPr lang="en-US" altLang="ko-KR" sz="900" b="0" i="0" dirty="0">
                <a:solidFill>
                  <a:srgbClr val="000000"/>
                </a:solidFill>
                <a:effectLst/>
                <a:latin typeface="Arial" panose="020B0604020202020204" pitchFamily="34" charset="0"/>
                <a:cs typeface="Arial" panose="020B0604020202020204" pitchFamily="34" charset="0"/>
              </a:rPr>
              <a:t> should be transacted at the first time for proper operation of the XDR devices before transacting other commands. </a:t>
            </a:r>
            <a:r>
              <a:rPr lang="en-US" altLang="ko-KR" sz="900" dirty="0">
                <a:solidFill>
                  <a:srgbClr val="000000"/>
                </a:solidFill>
                <a:latin typeface="Arial" panose="020B0604020202020204" pitchFamily="34" charset="0"/>
                <a:cs typeface="Arial" panose="020B0604020202020204" pitchFamily="34" charset="0"/>
              </a:rPr>
              <a:t>If the START bit of ID-GEN COMMAND register is set, then all activated channels begin issuing the command signals to all XDRs daisied in each channel and the command signal streams repeat continuously for the number of daisied devices.</a:t>
            </a:r>
          </a:p>
          <a:p>
            <a:pPr algn="just"/>
            <a:r>
              <a:rPr lang="en-US" altLang="ko-KR" sz="900" dirty="0">
                <a:solidFill>
                  <a:srgbClr val="000000"/>
                </a:solidFill>
                <a:latin typeface="Arial" panose="020B0604020202020204" pitchFamily="34" charset="0"/>
                <a:cs typeface="Arial" panose="020B0604020202020204" pitchFamily="34" charset="0"/>
              </a:rPr>
              <a:t>The number of daisied devices is determined by the DAISY SIZE register of each channel.  After the command signal streams are completed, all devices will have their own ID respectively.  The ID is numbered in opposite direction of daisied line.  It is careful that the writing data is transferred from the first located device, the last number ID, to the last located device, the first number ID, in daisied line but the reading data is received from the last located device to the first located device sequentially.</a:t>
            </a:r>
            <a:endParaRPr lang="en-US" altLang="ko-KR" sz="9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7DC4C418-1502-F4AA-0E00-9FD7DCF73933}"/>
              </a:ext>
            </a:extLst>
          </p:cNvPr>
          <p:cNvSpPr txBox="1"/>
          <p:nvPr/>
        </p:nvSpPr>
        <p:spPr>
          <a:xfrm>
            <a:off x="413545" y="1266807"/>
            <a:ext cx="6039887"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ID-generation</a:t>
            </a:r>
          </a:p>
        </p:txBody>
      </p:sp>
      <p:sp>
        <p:nvSpPr>
          <p:cNvPr id="158" name="TextBox 157">
            <a:extLst>
              <a:ext uri="{FF2B5EF4-FFF2-40B4-BE49-F238E27FC236}">
                <a16:creationId xmlns:a16="http://schemas.microsoft.com/office/drawing/2014/main" id="{B01DE06A-CA3D-2AE9-9E23-7F223310570A}"/>
              </a:ext>
            </a:extLst>
          </p:cNvPr>
          <p:cNvSpPr txBox="1"/>
          <p:nvPr/>
        </p:nvSpPr>
        <p:spPr>
          <a:xfrm>
            <a:off x="404811" y="82762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grpSp>
        <p:nvGrpSpPr>
          <p:cNvPr id="493" name="그룹 492">
            <a:extLst>
              <a:ext uri="{FF2B5EF4-FFF2-40B4-BE49-F238E27FC236}">
                <a16:creationId xmlns:a16="http://schemas.microsoft.com/office/drawing/2014/main" id="{79DFA77E-79C5-25AF-40A4-94C6E8713668}"/>
              </a:ext>
            </a:extLst>
          </p:cNvPr>
          <p:cNvGrpSpPr/>
          <p:nvPr/>
        </p:nvGrpSpPr>
        <p:grpSpPr>
          <a:xfrm>
            <a:off x="905549" y="4902067"/>
            <a:ext cx="5046902" cy="1733495"/>
            <a:chOff x="826182" y="2644350"/>
            <a:chExt cx="5046902" cy="1733495"/>
          </a:xfrm>
        </p:grpSpPr>
        <p:grpSp>
          <p:nvGrpSpPr>
            <p:cNvPr id="457" name="그룹 456">
              <a:extLst>
                <a:ext uri="{FF2B5EF4-FFF2-40B4-BE49-F238E27FC236}">
                  <a16:creationId xmlns:a16="http://schemas.microsoft.com/office/drawing/2014/main" id="{5F90EE6F-7D3C-52B9-D51B-76A5A54B91BB}"/>
                </a:ext>
              </a:extLst>
            </p:cNvPr>
            <p:cNvGrpSpPr/>
            <p:nvPr/>
          </p:nvGrpSpPr>
          <p:grpSpPr>
            <a:xfrm>
              <a:off x="826182" y="2681430"/>
              <a:ext cx="5046902" cy="1696415"/>
              <a:chOff x="848407" y="2443561"/>
              <a:chExt cx="5046902" cy="1696415"/>
            </a:xfrm>
          </p:grpSpPr>
          <p:cxnSp>
            <p:nvCxnSpPr>
              <p:cNvPr id="15" name="직선 연결선 14">
                <a:extLst>
                  <a:ext uri="{FF2B5EF4-FFF2-40B4-BE49-F238E27FC236}">
                    <a16:creationId xmlns:a16="http://schemas.microsoft.com/office/drawing/2014/main" id="{22F8D687-5089-B12C-40D8-C1D36A1BFD82}"/>
                  </a:ext>
                </a:extLst>
              </p:cNvPr>
              <p:cNvCxnSpPr>
                <a:cxnSpLocks/>
              </p:cNvCxnSpPr>
              <p:nvPr/>
            </p:nvCxnSpPr>
            <p:spPr>
              <a:xfrm flipV="1">
                <a:off x="1244653" y="3290354"/>
                <a:ext cx="46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직사각형 15">
                <a:extLst>
                  <a:ext uri="{FF2B5EF4-FFF2-40B4-BE49-F238E27FC236}">
                    <a16:creationId xmlns:a16="http://schemas.microsoft.com/office/drawing/2014/main" id="{C45E9457-4AC3-C35D-538A-F19A8A739196}"/>
                  </a:ext>
                </a:extLst>
              </p:cNvPr>
              <p:cNvSpPr/>
              <p:nvPr/>
            </p:nvSpPr>
            <p:spPr>
              <a:xfrm>
                <a:off x="860838" y="281227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7" name="직사각형 16">
                <a:extLst>
                  <a:ext uri="{FF2B5EF4-FFF2-40B4-BE49-F238E27FC236}">
                    <a16:creationId xmlns:a16="http://schemas.microsoft.com/office/drawing/2014/main" id="{1C8E90B5-C176-8AAD-7781-A05F0359B2D6}"/>
                  </a:ext>
                </a:extLst>
              </p:cNvPr>
              <p:cNvSpPr/>
              <p:nvPr/>
            </p:nvSpPr>
            <p:spPr>
              <a:xfrm>
                <a:off x="870289" y="3188786"/>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8" name="직사각형 17">
                <a:extLst>
                  <a:ext uri="{FF2B5EF4-FFF2-40B4-BE49-F238E27FC236}">
                    <a16:creationId xmlns:a16="http://schemas.microsoft.com/office/drawing/2014/main" id="{AAF9922F-E4EE-368D-BA40-09E6B134EDA2}"/>
                  </a:ext>
                </a:extLst>
              </p:cNvPr>
              <p:cNvSpPr/>
              <p:nvPr/>
            </p:nvSpPr>
            <p:spPr>
              <a:xfrm>
                <a:off x="2963510" y="3073058"/>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ID-GEN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9" name="직선 연결선 18">
                <a:extLst>
                  <a:ext uri="{FF2B5EF4-FFF2-40B4-BE49-F238E27FC236}">
                    <a16:creationId xmlns:a16="http://schemas.microsoft.com/office/drawing/2014/main" id="{CFF92CD2-D291-56E2-4219-241C17102655}"/>
                  </a:ext>
                </a:extLst>
              </p:cNvPr>
              <p:cNvCxnSpPr>
                <a:cxnSpLocks/>
              </p:cNvCxnSpPr>
              <p:nvPr/>
            </p:nvCxnSpPr>
            <p:spPr>
              <a:xfrm flipV="1">
                <a:off x="2863950" y="2905980"/>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 name="그룹 20">
                <a:extLst>
                  <a:ext uri="{FF2B5EF4-FFF2-40B4-BE49-F238E27FC236}">
                    <a16:creationId xmlns:a16="http://schemas.microsoft.com/office/drawing/2014/main" id="{A340354B-2944-1129-9B45-964664D3F817}"/>
                  </a:ext>
                </a:extLst>
              </p:cNvPr>
              <p:cNvGrpSpPr/>
              <p:nvPr/>
            </p:nvGrpSpPr>
            <p:grpSpPr>
              <a:xfrm>
                <a:off x="1271111" y="2765854"/>
                <a:ext cx="1586064" cy="146277"/>
                <a:chOff x="1843806" y="2637183"/>
                <a:chExt cx="1586064" cy="146277"/>
              </a:xfrm>
            </p:grpSpPr>
            <p:cxnSp>
              <p:nvCxnSpPr>
                <p:cNvPr id="154" name="직선 연결선 153">
                  <a:extLst>
                    <a:ext uri="{FF2B5EF4-FFF2-40B4-BE49-F238E27FC236}">
                      <a16:creationId xmlns:a16="http://schemas.microsoft.com/office/drawing/2014/main" id="{1152FDAE-FC74-FB49-6BAB-0ABECE11BA2B}"/>
                    </a:ext>
                  </a:extLst>
                </p:cNvPr>
                <p:cNvCxnSpPr/>
                <p:nvPr/>
              </p:nvCxnSpPr>
              <p:spPr>
                <a:xfrm>
                  <a:off x="1843806" y="2637183"/>
                  <a:ext cx="15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직선 연결선 152">
                  <a:extLst>
                    <a:ext uri="{FF2B5EF4-FFF2-40B4-BE49-F238E27FC236}">
                      <a16:creationId xmlns:a16="http://schemas.microsoft.com/office/drawing/2014/main" id="{7000DA57-D72A-1C5F-6EAE-E1121A7CC8E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 name="직선 연결선 21">
                <a:extLst>
                  <a:ext uri="{FF2B5EF4-FFF2-40B4-BE49-F238E27FC236}">
                    <a16:creationId xmlns:a16="http://schemas.microsoft.com/office/drawing/2014/main" id="{11D3CDB9-EDB3-3FF6-A4E8-A4673E7E0599}"/>
                  </a:ext>
                </a:extLst>
              </p:cNvPr>
              <p:cNvCxnSpPr>
                <a:cxnSpLocks/>
              </p:cNvCxnSpPr>
              <p:nvPr/>
            </p:nvCxnSpPr>
            <p:spPr>
              <a:xfrm flipV="1">
                <a:off x="1214994" y="3647251"/>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직사각형 22">
                <a:extLst>
                  <a:ext uri="{FF2B5EF4-FFF2-40B4-BE49-F238E27FC236}">
                    <a16:creationId xmlns:a16="http://schemas.microsoft.com/office/drawing/2014/main" id="{BC80A8AA-8831-A1C1-5D22-2AA80F313200}"/>
                  </a:ext>
                </a:extLst>
              </p:cNvPr>
              <p:cNvSpPr/>
              <p:nvPr/>
            </p:nvSpPr>
            <p:spPr>
              <a:xfrm>
                <a:off x="860838" y="354423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36" name="직선 연결선 35">
                <a:extLst>
                  <a:ext uri="{FF2B5EF4-FFF2-40B4-BE49-F238E27FC236}">
                    <a16:creationId xmlns:a16="http://schemas.microsoft.com/office/drawing/2014/main" id="{2E361921-F2CE-6680-9F8B-24394D7EB7B2}"/>
                  </a:ext>
                </a:extLst>
              </p:cNvPr>
              <p:cNvCxnSpPr>
                <a:cxnSpLocks/>
              </p:cNvCxnSpPr>
              <p:nvPr/>
            </p:nvCxnSpPr>
            <p:spPr>
              <a:xfrm flipV="1">
                <a:off x="1215266" y="3867614"/>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4818C8C6-B2F6-8793-1306-D8F0F7639E0E}"/>
                  </a:ext>
                </a:extLst>
              </p:cNvPr>
              <p:cNvSpPr/>
              <p:nvPr/>
            </p:nvSpPr>
            <p:spPr>
              <a:xfrm>
                <a:off x="853532" y="3764596"/>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50" name="직선 연결선 49">
                <a:extLst>
                  <a:ext uri="{FF2B5EF4-FFF2-40B4-BE49-F238E27FC236}">
                    <a16:creationId xmlns:a16="http://schemas.microsoft.com/office/drawing/2014/main" id="{96406A2E-943C-1057-49F1-B8B9FE16DF17}"/>
                  </a:ext>
                </a:extLst>
              </p:cNvPr>
              <p:cNvCxnSpPr>
                <a:cxnSpLocks/>
              </p:cNvCxnSpPr>
              <p:nvPr/>
            </p:nvCxnSpPr>
            <p:spPr>
              <a:xfrm flipV="1">
                <a:off x="1215193" y="4108430"/>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직사각형 51">
                <a:extLst>
                  <a:ext uri="{FF2B5EF4-FFF2-40B4-BE49-F238E27FC236}">
                    <a16:creationId xmlns:a16="http://schemas.microsoft.com/office/drawing/2014/main" id="{BC6B0713-0C20-FE1D-9268-39FFAB3E6B0C}"/>
                  </a:ext>
                </a:extLst>
              </p:cNvPr>
              <p:cNvSpPr/>
              <p:nvPr/>
            </p:nvSpPr>
            <p:spPr>
              <a:xfrm>
                <a:off x="848407" y="400541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71" name="그룹 70">
                <a:extLst>
                  <a:ext uri="{FF2B5EF4-FFF2-40B4-BE49-F238E27FC236}">
                    <a16:creationId xmlns:a16="http://schemas.microsoft.com/office/drawing/2014/main" id="{A5D70E9C-C732-AD31-125B-D762C3C8E375}"/>
                  </a:ext>
                </a:extLst>
              </p:cNvPr>
              <p:cNvGrpSpPr/>
              <p:nvPr/>
            </p:nvGrpSpPr>
            <p:grpSpPr>
              <a:xfrm>
                <a:off x="4130018" y="2759186"/>
                <a:ext cx="1693024" cy="144000"/>
                <a:chOff x="5453592" y="2641965"/>
                <a:chExt cx="1693024" cy="144000"/>
              </a:xfrm>
            </p:grpSpPr>
            <p:cxnSp>
              <p:nvCxnSpPr>
                <p:cNvPr id="77" name="직선 연결선 76">
                  <a:extLst>
                    <a:ext uri="{FF2B5EF4-FFF2-40B4-BE49-F238E27FC236}">
                      <a16:creationId xmlns:a16="http://schemas.microsoft.com/office/drawing/2014/main" id="{263E53CC-38A5-7702-2F53-137D7B9D1771}"/>
                    </a:ext>
                  </a:extLst>
                </p:cNvPr>
                <p:cNvCxnSpPr/>
                <p:nvPr/>
              </p:nvCxnSpPr>
              <p:spPr>
                <a:xfrm>
                  <a:off x="5454616" y="2641965"/>
                  <a:ext cx="16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F20F07E-517E-C4E5-3F76-18B3D2406E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1" name="그룹 270">
                <a:extLst>
                  <a:ext uri="{FF2B5EF4-FFF2-40B4-BE49-F238E27FC236}">
                    <a16:creationId xmlns:a16="http://schemas.microsoft.com/office/drawing/2014/main" id="{96900D37-5357-656C-5526-FC8CC189D6E7}"/>
                  </a:ext>
                </a:extLst>
              </p:cNvPr>
              <p:cNvGrpSpPr/>
              <p:nvPr/>
            </p:nvGrpSpPr>
            <p:grpSpPr>
              <a:xfrm>
                <a:off x="4427634" y="3962182"/>
                <a:ext cx="1240371" cy="150612"/>
                <a:chOff x="4422133" y="3959581"/>
                <a:chExt cx="1240371" cy="150612"/>
              </a:xfrm>
            </p:grpSpPr>
            <p:grpSp>
              <p:nvGrpSpPr>
                <p:cNvPr id="180" name="그룹 179">
                  <a:extLst>
                    <a:ext uri="{FF2B5EF4-FFF2-40B4-BE49-F238E27FC236}">
                      <a16:creationId xmlns:a16="http://schemas.microsoft.com/office/drawing/2014/main" id="{C9438C6B-EDE6-F46C-3833-8236D4BAB2E8}"/>
                    </a:ext>
                  </a:extLst>
                </p:cNvPr>
                <p:cNvGrpSpPr/>
                <p:nvPr/>
              </p:nvGrpSpPr>
              <p:grpSpPr>
                <a:xfrm>
                  <a:off x="4422133" y="3962535"/>
                  <a:ext cx="413384" cy="147658"/>
                  <a:chOff x="4422133" y="3962535"/>
                  <a:chExt cx="413384" cy="147658"/>
                </a:xfrm>
              </p:grpSpPr>
              <p:grpSp>
                <p:nvGrpSpPr>
                  <p:cNvPr id="53" name="그룹 52">
                    <a:extLst>
                      <a:ext uri="{FF2B5EF4-FFF2-40B4-BE49-F238E27FC236}">
                        <a16:creationId xmlns:a16="http://schemas.microsoft.com/office/drawing/2014/main" id="{C4B04D96-B359-2A53-972A-AD7E55143107}"/>
                      </a:ext>
                    </a:extLst>
                  </p:cNvPr>
                  <p:cNvGrpSpPr/>
                  <p:nvPr/>
                </p:nvGrpSpPr>
                <p:grpSpPr>
                  <a:xfrm>
                    <a:off x="4422133" y="3963143"/>
                    <a:ext cx="72000" cy="146277"/>
                    <a:chOff x="3250176" y="2637183"/>
                    <a:chExt cx="179694" cy="146277"/>
                  </a:xfrm>
                </p:grpSpPr>
                <p:grpSp>
                  <p:nvGrpSpPr>
                    <p:cNvPr id="100" name="그룹 99">
                      <a:extLst>
                        <a:ext uri="{FF2B5EF4-FFF2-40B4-BE49-F238E27FC236}">
                          <a16:creationId xmlns:a16="http://schemas.microsoft.com/office/drawing/2014/main" id="{EC183A7C-24AF-E3EE-3C9A-334E82684FD8}"/>
                        </a:ext>
                      </a:extLst>
                    </p:cNvPr>
                    <p:cNvGrpSpPr/>
                    <p:nvPr/>
                  </p:nvGrpSpPr>
                  <p:grpSpPr>
                    <a:xfrm>
                      <a:off x="3250176" y="2637183"/>
                      <a:ext cx="178824" cy="144000"/>
                      <a:chOff x="5453592" y="2641965"/>
                      <a:chExt cx="178824" cy="144000"/>
                    </a:xfrm>
                  </p:grpSpPr>
                  <p:cxnSp>
                    <p:nvCxnSpPr>
                      <p:cNvPr id="102" name="직선 연결선 101">
                        <a:extLst>
                          <a:ext uri="{FF2B5EF4-FFF2-40B4-BE49-F238E27FC236}">
                            <a16:creationId xmlns:a16="http://schemas.microsoft.com/office/drawing/2014/main" id="{4F6D6A64-0E40-9F8F-691E-DD837873E7E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직선 연결선 102">
                        <a:extLst>
                          <a:ext uri="{FF2B5EF4-FFF2-40B4-BE49-F238E27FC236}">
                            <a16:creationId xmlns:a16="http://schemas.microsoft.com/office/drawing/2014/main" id="{B2C63216-0707-5376-C80E-F702D93D4C3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765F088C-4C1D-ACF2-C803-FAB1FFBC3D7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4" name="직선 연결선 53">
                    <a:extLst>
                      <a:ext uri="{FF2B5EF4-FFF2-40B4-BE49-F238E27FC236}">
                        <a16:creationId xmlns:a16="http://schemas.microsoft.com/office/drawing/2014/main" id="{41889144-A4DB-37B2-4E44-6BAA7244D6BE}"/>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9" name="그룹 158">
                    <a:extLst>
                      <a:ext uri="{FF2B5EF4-FFF2-40B4-BE49-F238E27FC236}">
                        <a16:creationId xmlns:a16="http://schemas.microsoft.com/office/drawing/2014/main" id="{9F8C2F34-9FCF-4F52-D4F2-FFE7890A6ADB}"/>
                      </a:ext>
                    </a:extLst>
                  </p:cNvPr>
                  <p:cNvGrpSpPr/>
                  <p:nvPr/>
                </p:nvGrpSpPr>
                <p:grpSpPr>
                  <a:xfrm>
                    <a:off x="4529042" y="3962535"/>
                    <a:ext cx="101416" cy="146277"/>
                    <a:chOff x="4545844" y="3971199"/>
                    <a:chExt cx="101416" cy="146277"/>
                  </a:xfrm>
                </p:grpSpPr>
                <p:grpSp>
                  <p:nvGrpSpPr>
                    <p:cNvPr id="59" name="그룹 58">
                      <a:extLst>
                        <a:ext uri="{FF2B5EF4-FFF2-40B4-BE49-F238E27FC236}">
                          <a16:creationId xmlns:a16="http://schemas.microsoft.com/office/drawing/2014/main" id="{5520A347-D73A-2191-CD03-0773FD55C27B}"/>
                        </a:ext>
                      </a:extLst>
                    </p:cNvPr>
                    <p:cNvGrpSpPr/>
                    <p:nvPr/>
                  </p:nvGrpSpPr>
                  <p:grpSpPr>
                    <a:xfrm>
                      <a:off x="4545844" y="3971199"/>
                      <a:ext cx="35826" cy="146277"/>
                      <a:chOff x="3250176" y="2637183"/>
                      <a:chExt cx="178824" cy="146277"/>
                    </a:xfrm>
                  </p:grpSpPr>
                  <p:grpSp>
                    <p:nvGrpSpPr>
                      <p:cNvPr id="88" name="그룹 87">
                        <a:extLst>
                          <a:ext uri="{FF2B5EF4-FFF2-40B4-BE49-F238E27FC236}">
                            <a16:creationId xmlns:a16="http://schemas.microsoft.com/office/drawing/2014/main" id="{3C3CE512-9FDB-49C9-7FA3-F29B086F9956}"/>
                          </a:ext>
                        </a:extLst>
                      </p:cNvPr>
                      <p:cNvGrpSpPr/>
                      <p:nvPr/>
                    </p:nvGrpSpPr>
                    <p:grpSpPr>
                      <a:xfrm>
                        <a:off x="3250176" y="2637183"/>
                        <a:ext cx="178824" cy="144000"/>
                        <a:chOff x="5453592" y="2641965"/>
                        <a:chExt cx="178824" cy="144000"/>
                      </a:xfrm>
                    </p:grpSpPr>
                    <p:cxnSp>
                      <p:nvCxnSpPr>
                        <p:cNvPr id="90" name="직선 연결선 89">
                          <a:extLst>
                            <a:ext uri="{FF2B5EF4-FFF2-40B4-BE49-F238E27FC236}">
                              <a16:creationId xmlns:a16="http://schemas.microsoft.com/office/drawing/2014/main" id="{3EC8472C-4AB7-314B-71AD-3E63BE0A01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직선 연결선 90">
                          <a:extLst>
                            <a:ext uri="{FF2B5EF4-FFF2-40B4-BE49-F238E27FC236}">
                              <a16:creationId xmlns:a16="http://schemas.microsoft.com/office/drawing/2014/main" id="{CB36F059-CF22-9479-A668-94221EBC6E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 name="직선 연결선 88">
                        <a:extLst>
                          <a:ext uri="{FF2B5EF4-FFF2-40B4-BE49-F238E27FC236}">
                            <a16:creationId xmlns:a16="http://schemas.microsoft.com/office/drawing/2014/main" id="{227BDB0D-B56C-372D-B3B1-A72173B7ADC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직선 연결선 59">
                      <a:extLst>
                        <a:ext uri="{FF2B5EF4-FFF2-40B4-BE49-F238E27FC236}">
                          <a16:creationId xmlns:a16="http://schemas.microsoft.com/office/drawing/2014/main" id="{2CDBA58B-0C25-4748-5B4B-833F90641B2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60" name="그룹 159">
                    <a:extLst>
                      <a:ext uri="{FF2B5EF4-FFF2-40B4-BE49-F238E27FC236}">
                        <a16:creationId xmlns:a16="http://schemas.microsoft.com/office/drawing/2014/main" id="{2212B7E3-75A0-EBBA-0813-4332F0891373}"/>
                      </a:ext>
                    </a:extLst>
                  </p:cNvPr>
                  <p:cNvGrpSpPr/>
                  <p:nvPr/>
                </p:nvGrpSpPr>
                <p:grpSpPr>
                  <a:xfrm>
                    <a:off x="4734101" y="3962886"/>
                    <a:ext cx="101416" cy="146277"/>
                    <a:chOff x="4545844" y="3971199"/>
                    <a:chExt cx="101416" cy="146277"/>
                  </a:xfrm>
                </p:grpSpPr>
                <p:grpSp>
                  <p:nvGrpSpPr>
                    <p:cNvPr id="161" name="그룹 160">
                      <a:extLst>
                        <a:ext uri="{FF2B5EF4-FFF2-40B4-BE49-F238E27FC236}">
                          <a16:creationId xmlns:a16="http://schemas.microsoft.com/office/drawing/2014/main" id="{955FF216-BF2C-AC43-0BAF-16DCD4C524A0}"/>
                        </a:ext>
                      </a:extLst>
                    </p:cNvPr>
                    <p:cNvGrpSpPr/>
                    <p:nvPr/>
                  </p:nvGrpSpPr>
                  <p:grpSpPr>
                    <a:xfrm>
                      <a:off x="4545844" y="3971199"/>
                      <a:ext cx="35826" cy="146277"/>
                      <a:chOff x="3250176" y="2637183"/>
                      <a:chExt cx="178824" cy="146277"/>
                    </a:xfrm>
                  </p:grpSpPr>
                  <p:grpSp>
                    <p:nvGrpSpPr>
                      <p:cNvPr id="164" name="그룹 163">
                        <a:extLst>
                          <a:ext uri="{FF2B5EF4-FFF2-40B4-BE49-F238E27FC236}">
                            <a16:creationId xmlns:a16="http://schemas.microsoft.com/office/drawing/2014/main" id="{71E97365-0870-2FD6-2CA0-F20CF92385BD}"/>
                          </a:ext>
                        </a:extLst>
                      </p:cNvPr>
                      <p:cNvGrpSpPr/>
                      <p:nvPr/>
                    </p:nvGrpSpPr>
                    <p:grpSpPr>
                      <a:xfrm>
                        <a:off x="3250176" y="2637183"/>
                        <a:ext cx="178824" cy="144000"/>
                        <a:chOff x="5453592" y="2641965"/>
                        <a:chExt cx="178824" cy="144000"/>
                      </a:xfrm>
                    </p:grpSpPr>
                    <p:cxnSp>
                      <p:nvCxnSpPr>
                        <p:cNvPr id="171" name="직선 연결선 170">
                          <a:extLst>
                            <a:ext uri="{FF2B5EF4-FFF2-40B4-BE49-F238E27FC236}">
                              <a16:creationId xmlns:a16="http://schemas.microsoft.com/office/drawing/2014/main" id="{BE3452B3-F74F-DEAF-0569-E52C4F91454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직선 연결선 171">
                          <a:extLst>
                            <a:ext uri="{FF2B5EF4-FFF2-40B4-BE49-F238E27FC236}">
                              <a16:creationId xmlns:a16="http://schemas.microsoft.com/office/drawing/2014/main" id="{550241C2-44CD-453C-9764-1A5A7CD8A35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0" name="직선 연결선 169">
                        <a:extLst>
                          <a:ext uri="{FF2B5EF4-FFF2-40B4-BE49-F238E27FC236}">
                            <a16:creationId xmlns:a16="http://schemas.microsoft.com/office/drawing/2014/main" id="{72AAC4C9-AEFD-19C9-4638-66CB735A77E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2" name="직선 연결선 161">
                      <a:extLst>
                        <a:ext uri="{FF2B5EF4-FFF2-40B4-BE49-F238E27FC236}">
                          <a16:creationId xmlns:a16="http://schemas.microsoft.com/office/drawing/2014/main" id="{50146F5A-5710-3AC7-9BF1-163A1F33CA5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3" name="그룹 172">
                    <a:extLst>
                      <a:ext uri="{FF2B5EF4-FFF2-40B4-BE49-F238E27FC236}">
                        <a16:creationId xmlns:a16="http://schemas.microsoft.com/office/drawing/2014/main" id="{4572F1B5-80F7-E137-DF82-AADA7C14B80C}"/>
                      </a:ext>
                    </a:extLst>
                  </p:cNvPr>
                  <p:cNvGrpSpPr/>
                  <p:nvPr/>
                </p:nvGrpSpPr>
                <p:grpSpPr>
                  <a:xfrm>
                    <a:off x="4629560" y="3963916"/>
                    <a:ext cx="101416" cy="146277"/>
                    <a:chOff x="4545844" y="3971199"/>
                    <a:chExt cx="101416" cy="146277"/>
                  </a:xfrm>
                </p:grpSpPr>
                <p:grpSp>
                  <p:nvGrpSpPr>
                    <p:cNvPr id="174" name="그룹 173">
                      <a:extLst>
                        <a:ext uri="{FF2B5EF4-FFF2-40B4-BE49-F238E27FC236}">
                          <a16:creationId xmlns:a16="http://schemas.microsoft.com/office/drawing/2014/main" id="{FCDCCDA1-D011-ABD0-8264-38617865718D}"/>
                        </a:ext>
                      </a:extLst>
                    </p:cNvPr>
                    <p:cNvGrpSpPr/>
                    <p:nvPr/>
                  </p:nvGrpSpPr>
                  <p:grpSpPr>
                    <a:xfrm>
                      <a:off x="4545844" y="3971199"/>
                      <a:ext cx="35826" cy="146277"/>
                      <a:chOff x="3250176" y="2637183"/>
                      <a:chExt cx="178824" cy="146277"/>
                    </a:xfrm>
                  </p:grpSpPr>
                  <p:grpSp>
                    <p:nvGrpSpPr>
                      <p:cNvPr id="176" name="그룹 175">
                        <a:extLst>
                          <a:ext uri="{FF2B5EF4-FFF2-40B4-BE49-F238E27FC236}">
                            <a16:creationId xmlns:a16="http://schemas.microsoft.com/office/drawing/2014/main" id="{D4F8FC36-F1B2-E7AD-4DC3-293117D8DC2E}"/>
                          </a:ext>
                        </a:extLst>
                      </p:cNvPr>
                      <p:cNvGrpSpPr/>
                      <p:nvPr/>
                    </p:nvGrpSpPr>
                    <p:grpSpPr>
                      <a:xfrm>
                        <a:off x="3250176" y="2637183"/>
                        <a:ext cx="178824" cy="144000"/>
                        <a:chOff x="5453592" y="2641965"/>
                        <a:chExt cx="178824" cy="144000"/>
                      </a:xfrm>
                    </p:grpSpPr>
                    <p:cxnSp>
                      <p:nvCxnSpPr>
                        <p:cNvPr id="178" name="직선 연결선 177">
                          <a:extLst>
                            <a:ext uri="{FF2B5EF4-FFF2-40B4-BE49-F238E27FC236}">
                              <a16:creationId xmlns:a16="http://schemas.microsoft.com/office/drawing/2014/main" id="{FAC27B66-7578-7730-C40D-EAE3FC3738F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9" name="직선 연결선 178">
                          <a:extLst>
                            <a:ext uri="{FF2B5EF4-FFF2-40B4-BE49-F238E27FC236}">
                              <a16:creationId xmlns:a16="http://schemas.microsoft.com/office/drawing/2014/main" id="{F9E45DBC-742D-F83E-AC3D-7C97B88936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7" name="직선 연결선 176">
                        <a:extLst>
                          <a:ext uri="{FF2B5EF4-FFF2-40B4-BE49-F238E27FC236}">
                            <a16:creationId xmlns:a16="http://schemas.microsoft.com/office/drawing/2014/main" id="{03682608-04FF-E086-D523-D818E77BB4B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5" name="직선 연결선 174">
                      <a:extLst>
                        <a:ext uri="{FF2B5EF4-FFF2-40B4-BE49-F238E27FC236}">
                          <a16:creationId xmlns:a16="http://schemas.microsoft.com/office/drawing/2014/main" id="{73253FCD-F4FB-E07D-AD56-61296062B03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81" name="그룹 180">
                  <a:extLst>
                    <a:ext uri="{FF2B5EF4-FFF2-40B4-BE49-F238E27FC236}">
                      <a16:creationId xmlns:a16="http://schemas.microsoft.com/office/drawing/2014/main" id="{5FF361C0-A80B-63E8-4B39-D69120ED7298}"/>
                    </a:ext>
                  </a:extLst>
                </p:cNvPr>
                <p:cNvGrpSpPr/>
                <p:nvPr/>
              </p:nvGrpSpPr>
              <p:grpSpPr>
                <a:xfrm>
                  <a:off x="4835119" y="3961058"/>
                  <a:ext cx="413384" cy="147658"/>
                  <a:chOff x="4422133" y="3962535"/>
                  <a:chExt cx="413384" cy="147658"/>
                </a:xfrm>
              </p:grpSpPr>
              <p:grpSp>
                <p:nvGrpSpPr>
                  <p:cNvPr id="182" name="그룹 181">
                    <a:extLst>
                      <a:ext uri="{FF2B5EF4-FFF2-40B4-BE49-F238E27FC236}">
                        <a16:creationId xmlns:a16="http://schemas.microsoft.com/office/drawing/2014/main" id="{C8163603-ED30-CD60-7E26-D1CB5FE70B81}"/>
                      </a:ext>
                    </a:extLst>
                  </p:cNvPr>
                  <p:cNvGrpSpPr/>
                  <p:nvPr/>
                </p:nvGrpSpPr>
                <p:grpSpPr>
                  <a:xfrm>
                    <a:off x="4422133" y="3963143"/>
                    <a:ext cx="72000" cy="146277"/>
                    <a:chOff x="3250176" y="2637183"/>
                    <a:chExt cx="179694" cy="146277"/>
                  </a:xfrm>
                </p:grpSpPr>
                <p:grpSp>
                  <p:nvGrpSpPr>
                    <p:cNvPr id="239" name="그룹 238">
                      <a:extLst>
                        <a:ext uri="{FF2B5EF4-FFF2-40B4-BE49-F238E27FC236}">
                          <a16:creationId xmlns:a16="http://schemas.microsoft.com/office/drawing/2014/main" id="{5862993B-FC2F-3E8F-8365-0104DF90258D}"/>
                        </a:ext>
                      </a:extLst>
                    </p:cNvPr>
                    <p:cNvGrpSpPr/>
                    <p:nvPr/>
                  </p:nvGrpSpPr>
                  <p:grpSpPr>
                    <a:xfrm>
                      <a:off x="3250176" y="2637183"/>
                      <a:ext cx="178824" cy="144000"/>
                      <a:chOff x="5453592" y="2641965"/>
                      <a:chExt cx="178824" cy="144000"/>
                    </a:xfrm>
                  </p:grpSpPr>
                  <p:cxnSp>
                    <p:nvCxnSpPr>
                      <p:cNvPr id="241" name="직선 연결선 240">
                        <a:extLst>
                          <a:ext uri="{FF2B5EF4-FFF2-40B4-BE49-F238E27FC236}">
                            <a16:creationId xmlns:a16="http://schemas.microsoft.com/office/drawing/2014/main" id="{A0628309-D5D9-0536-D7FD-6E37B191B7D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2" name="직선 연결선 241">
                        <a:extLst>
                          <a:ext uri="{FF2B5EF4-FFF2-40B4-BE49-F238E27FC236}">
                            <a16:creationId xmlns:a16="http://schemas.microsoft.com/office/drawing/2014/main" id="{8135EF38-7838-756D-DFE1-1274D851FA9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 name="직선 연결선 239">
                      <a:extLst>
                        <a:ext uri="{FF2B5EF4-FFF2-40B4-BE49-F238E27FC236}">
                          <a16:creationId xmlns:a16="http://schemas.microsoft.com/office/drawing/2014/main" id="{7B0E9212-B652-1EE1-33D6-C31DBD905C8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3" name="직선 연결선 182">
                    <a:extLst>
                      <a:ext uri="{FF2B5EF4-FFF2-40B4-BE49-F238E27FC236}">
                        <a16:creationId xmlns:a16="http://schemas.microsoft.com/office/drawing/2014/main" id="{6437D3C0-F5CA-8423-544F-311565F9187F}"/>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4" name="그룹 183">
                    <a:extLst>
                      <a:ext uri="{FF2B5EF4-FFF2-40B4-BE49-F238E27FC236}">
                        <a16:creationId xmlns:a16="http://schemas.microsoft.com/office/drawing/2014/main" id="{FBD399C3-BA52-BCFB-5E0C-7A285554548E}"/>
                      </a:ext>
                    </a:extLst>
                  </p:cNvPr>
                  <p:cNvGrpSpPr/>
                  <p:nvPr/>
                </p:nvGrpSpPr>
                <p:grpSpPr>
                  <a:xfrm>
                    <a:off x="4529042" y="3962535"/>
                    <a:ext cx="101416" cy="146277"/>
                    <a:chOff x="4545844" y="3971199"/>
                    <a:chExt cx="101416" cy="146277"/>
                  </a:xfrm>
                </p:grpSpPr>
                <p:grpSp>
                  <p:nvGrpSpPr>
                    <p:cNvPr id="233" name="그룹 232">
                      <a:extLst>
                        <a:ext uri="{FF2B5EF4-FFF2-40B4-BE49-F238E27FC236}">
                          <a16:creationId xmlns:a16="http://schemas.microsoft.com/office/drawing/2014/main" id="{E99B9C51-B132-67EB-CF27-550687CC1B04}"/>
                        </a:ext>
                      </a:extLst>
                    </p:cNvPr>
                    <p:cNvGrpSpPr/>
                    <p:nvPr/>
                  </p:nvGrpSpPr>
                  <p:grpSpPr>
                    <a:xfrm>
                      <a:off x="4545844" y="3971199"/>
                      <a:ext cx="35826" cy="146277"/>
                      <a:chOff x="3250176" y="2637183"/>
                      <a:chExt cx="178824" cy="146277"/>
                    </a:xfrm>
                  </p:grpSpPr>
                  <p:grpSp>
                    <p:nvGrpSpPr>
                      <p:cNvPr id="235" name="그룹 234">
                        <a:extLst>
                          <a:ext uri="{FF2B5EF4-FFF2-40B4-BE49-F238E27FC236}">
                            <a16:creationId xmlns:a16="http://schemas.microsoft.com/office/drawing/2014/main" id="{F118B5DC-6292-6EC2-9A3A-9A2A3EFCF5D9}"/>
                          </a:ext>
                        </a:extLst>
                      </p:cNvPr>
                      <p:cNvGrpSpPr/>
                      <p:nvPr/>
                    </p:nvGrpSpPr>
                    <p:grpSpPr>
                      <a:xfrm>
                        <a:off x="3250176" y="2637183"/>
                        <a:ext cx="178824" cy="144000"/>
                        <a:chOff x="5453592" y="2641965"/>
                        <a:chExt cx="178824" cy="144000"/>
                      </a:xfrm>
                    </p:grpSpPr>
                    <p:cxnSp>
                      <p:nvCxnSpPr>
                        <p:cNvPr id="237" name="직선 연결선 236">
                          <a:extLst>
                            <a:ext uri="{FF2B5EF4-FFF2-40B4-BE49-F238E27FC236}">
                              <a16:creationId xmlns:a16="http://schemas.microsoft.com/office/drawing/2014/main" id="{37CC29D5-6D3D-A5BB-4768-F2E4ECBF580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8" name="직선 연결선 237">
                          <a:extLst>
                            <a:ext uri="{FF2B5EF4-FFF2-40B4-BE49-F238E27FC236}">
                              <a16:creationId xmlns:a16="http://schemas.microsoft.com/office/drawing/2014/main" id="{E1AAAEAA-C392-EC46-4ACA-A2F66245C34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 name="직선 연결선 235">
                        <a:extLst>
                          <a:ext uri="{FF2B5EF4-FFF2-40B4-BE49-F238E27FC236}">
                            <a16:creationId xmlns:a16="http://schemas.microsoft.com/office/drawing/2014/main" id="{C25094B6-A690-00EC-C77E-44D9AF70632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 name="직선 연결선 233">
                      <a:extLst>
                        <a:ext uri="{FF2B5EF4-FFF2-40B4-BE49-F238E27FC236}">
                          <a16:creationId xmlns:a16="http://schemas.microsoft.com/office/drawing/2014/main" id="{3B7E1A34-8ED6-4661-A39A-5AE89F28953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9" name="그룹 218">
                    <a:extLst>
                      <a:ext uri="{FF2B5EF4-FFF2-40B4-BE49-F238E27FC236}">
                        <a16:creationId xmlns:a16="http://schemas.microsoft.com/office/drawing/2014/main" id="{49083471-2B68-4F01-5516-75A5BD09585E}"/>
                      </a:ext>
                    </a:extLst>
                  </p:cNvPr>
                  <p:cNvGrpSpPr/>
                  <p:nvPr/>
                </p:nvGrpSpPr>
                <p:grpSpPr>
                  <a:xfrm>
                    <a:off x="4734101" y="3962886"/>
                    <a:ext cx="101416" cy="146277"/>
                    <a:chOff x="4545844" y="3971199"/>
                    <a:chExt cx="101416" cy="146277"/>
                  </a:xfrm>
                </p:grpSpPr>
                <p:grpSp>
                  <p:nvGrpSpPr>
                    <p:cNvPr id="227" name="그룹 226">
                      <a:extLst>
                        <a:ext uri="{FF2B5EF4-FFF2-40B4-BE49-F238E27FC236}">
                          <a16:creationId xmlns:a16="http://schemas.microsoft.com/office/drawing/2014/main" id="{3A88BFFD-C570-40EE-83D1-4C905445E593}"/>
                        </a:ext>
                      </a:extLst>
                    </p:cNvPr>
                    <p:cNvGrpSpPr/>
                    <p:nvPr/>
                  </p:nvGrpSpPr>
                  <p:grpSpPr>
                    <a:xfrm>
                      <a:off x="4545844" y="3971199"/>
                      <a:ext cx="35826" cy="146277"/>
                      <a:chOff x="3250176" y="2637183"/>
                      <a:chExt cx="178824" cy="146277"/>
                    </a:xfrm>
                  </p:grpSpPr>
                  <p:grpSp>
                    <p:nvGrpSpPr>
                      <p:cNvPr id="229" name="그룹 228">
                        <a:extLst>
                          <a:ext uri="{FF2B5EF4-FFF2-40B4-BE49-F238E27FC236}">
                            <a16:creationId xmlns:a16="http://schemas.microsoft.com/office/drawing/2014/main" id="{16F33322-D0D5-BF61-B1C8-874D642222F9}"/>
                          </a:ext>
                        </a:extLst>
                      </p:cNvPr>
                      <p:cNvGrpSpPr/>
                      <p:nvPr/>
                    </p:nvGrpSpPr>
                    <p:grpSpPr>
                      <a:xfrm>
                        <a:off x="3250176" y="2637183"/>
                        <a:ext cx="178824" cy="144000"/>
                        <a:chOff x="5453592" y="2641965"/>
                        <a:chExt cx="178824" cy="144000"/>
                      </a:xfrm>
                    </p:grpSpPr>
                    <p:cxnSp>
                      <p:nvCxnSpPr>
                        <p:cNvPr id="231" name="직선 연결선 230">
                          <a:extLst>
                            <a:ext uri="{FF2B5EF4-FFF2-40B4-BE49-F238E27FC236}">
                              <a16:creationId xmlns:a16="http://schemas.microsoft.com/office/drawing/2014/main" id="{472EA309-E445-2725-1DED-2171DCB644F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2" name="직선 연결선 231">
                          <a:extLst>
                            <a:ext uri="{FF2B5EF4-FFF2-40B4-BE49-F238E27FC236}">
                              <a16:creationId xmlns:a16="http://schemas.microsoft.com/office/drawing/2014/main" id="{F6651CAB-2F0A-918D-17D9-51743F20D3B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 name="직선 연결선 229">
                        <a:extLst>
                          <a:ext uri="{FF2B5EF4-FFF2-40B4-BE49-F238E27FC236}">
                            <a16:creationId xmlns:a16="http://schemas.microsoft.com/office/drawing/2014/main" id="{2E9A8B64-8788-F8CF-36FC-057C0DD6870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 name="직선 연결선 227">
                      <a:extLst>
                        <a:ext uri="{FF2B5EF4-FFF2-40B4-BE49-F238E27FC236}">
                          <a16:creationId xmlns:a16="http://schemas.microsoft.com/office/drawing/2014/main" id="{B03F948D-9312-6811-1EE2-0571D4ED361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0" name="그룹 219">
                    <a:extLst>
                      <a:ext uri="{FF2B5EF4-FFF2-40B4-BE49-F238E27FC236}">
                        <a16:creationId xmlns:a16="http://schemas.microsoft.com/office/drawing/2014/main" id="{B8E68027-5651-235B-DA47-1012789CF61D}"/>
                      </a:ext>
                    </a:extLst>
                  </p:cNvPr>
                  <p:cNvGrpSpPr/>
                  <p:nvPr/>
                </p:nvGrpSpPr>
                <p:grpSpPr>
                  <a:xfrm>
                    <a:off x="4629560" y="3963916"/>
                    <a:ext cx="101416" cy="146277"/>
                    <a:chOff x="4545844" y="3971199"/>
                    <a:chExt cx="101416" cy="146277"/>
                  </a:xfrm>
                </p:grpSpPr>
                <p:grpSp>
                  <p:nvGrpSpPr>
                    <p:cNvPr id="221" name="그룹 220">
                      <a:extLst>
                        <a:ext uri="{FF2B5EF4-FFF2-40B4-BE49-F238E27FC236}">
                          <a16:creationId xmlns:a16="http://schemas.microsoft.com/office/drawing/2014/main" id="{D22B9A59-42F4-DE33-8794-A4F1783C1DE7}"/>
                        </a:ext>
                      </a:extLst>
                    </p:cNvPr>
                    <p:cNvGrpSpPr/>
                    <p:nvPr/>
                  </p:nvGrpSpPr>
                  <p:grpSpPr>
                    <a:xfrm>
                      <a:off x="4545844" y="3971199"/>
                      <a:ext cx="35826" cy="146277"/>
                      <a:chOff x="3250176" y="2637183"/>
                      <a:chExt cx="178824" cy="146277"/>
                    </a:xfrm>
                  </p:grpSpPr>
                  <p:grpSp>
                    <p:nvGrpSpPr>
                      <p:cNvPr id="223" name="그룹 222">
                        <a:extLst>
                          <a:ext uri="{FF2B5EF4-FFF2-40B4-BE49-F238E27FC236}">
                            <a16:creationId xmlns:a16="http://schemas.microsoft.com/office/drawing/2014/main" id="{2830C5EE-3513-92D9-61C6-CCB4F3581384}"/>
                          </a:ext>
                        </a:extLst>
                      </p:cNvPr>
                      <p:cNvGrpSpPr/>
                      <p:nvPr/>
                    </p:nvGrpSpPr>
                    <p:grpSpPr>
                      <a:xfrm>
                        <a:off x="3250176" y="2637183"/>
                        <a:ext cx="178824" cy="144000"/>
                        <a:chOff x="5453592" y="2641965"/>
                        <a:chExt cx="178824" cy="144000"/>
                      </a:xfrm>
                    </p:grpSpPr>
                    <p:cxnSp>
                      <p:nvCxnSpPr>
                        <p:cNvPr id="225" name="직선 연결선 224">
                          <a:extLst>
                            <a:ext uri="{FF2B5EF4-FFF2-40B4-BE49-F238E27FC236}">
                              <a16:creationId xmlns:a16="http://schemas.microsoft.com/office/drawing/2014/main" id="{10977EB6-3F80-7922-CD44-EAE9283B8AA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 name="직선 연결선 225">
                          <a:extLst>
                            <a:ext uri="{FF2B5EF4-FFF2-40B4-BE49-F238E27FC236}">
                              <a16:creationId xmlns:a16="http://schemas.microsoft.com/office/drawing/2014/main" id="{7C9B71C2-8209-440E-33AC-1F08D0B6529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 name="직선 연결선 223">
                        <a:extLst>
                          <a:ext uri="{FF2B5EF4-FFF2-40B4-BE49-F238E27FC236}">
                            <a16:creationId xmlns:a16="http://schemas.microsoft.com/office/drawing/2014/main" id="{A94FDB80-8D40-7C23-8636-0FBBF73E159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 name="직선 연결선 221">
                      <a:extLst>
                        <a:ext uri="{FF2B5EF4-FFF2-40B4-BE49-F238E27FC236}">
                          <a16:creationId xmlns:a16="http://schemas.microsoft.com/office/drawing/2014/main" id="{5721C24B-A36C-1BA6-2716-36C3CEA9228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43" name="그룹 242">
                  <a:extLst>
                    <a:ext uri="{FF2B5EF4-FFF2-40B4-BE49-F238E27FC236}">
                      <a16:creationId xmlns:a16="http://schemas.microsoft.com/office/drawing/2014/main" id="{A0C97BC6-DFEF-CF0C-0946-C4D70184EDEF}"/>
                    </a:ext>
                  </a:extLst>
                </p:cNvPr>
                <p:cNvGrpSpPr/>
                <p:nvPr/>
              </p:nvGrpSpPr>
              <p:grpSpPr>
                <a:xfrm>
                  <a:off x="5249120" y="3959581"/>
                  <a:ext cx="413384" cy="147658"/>
                  <a:chOff x="4422133" y="3962535"/>
                  <a:chExt cx="413384" cy="147658"/>
                </a:xfrm>
              </p:grpSpPr>
              <p:grpSp>
                <p:nvGrpSpPr>
                  <p:cNvPr id="244" name="그룹 243">
                    <a:extLst>
                      <a:ext uri="{FF2B5EF4-FFF2-40B4-BE49-F238E27FC236}">
                        <a16:creationId xmlns:a16="http://schemas.microsoft.com/office/drawing/2014/main" id="{4F711A6B-3DA0-51C5-B1D3-D9E1D0A6AC71}"/>
                      </a:ext>
                    </a:extLst>
                  </p:cNvPr>
                  <p:cNvGrpSpPr/>
                  <p:nvPr/>
                </p:nvGrpSpPr>
                <p:grpSpPr>
                  <a:xfrm>
                    <a:off x="4422133" y="3963143"/>
                    <a:ext cx="72000" cy="146277"/>
                    <a:chOff x="3250176" y="2637183"/>
                    <a:chExt cx="179694" cy="146277"/>
                  </a:xfrm>
                </p:grpSpPr>
                <p:grpSp>
                  <p:nvGrpSpPr>
                    <p:cNvPr id="267" name="그룹 266">
                      <a:extLst>
                        <a:ext uri="{FF2B5EF4-FFF2-40B4-BE49-F238E27FC236}">
                          <a16:creationId xmlns:a16="http://schemas.microsoft.com/office/drawing/2014/main" id="{507701E8-EEDF-0CAE-6DAC-486F3A276F43}"/>
                        </a:ext>
                      </a:extLst>
                    </p:cNvPr>
                    <p:cNvGrpSpPr/>
                    <p:nvPr/>
                  </p:nvGrpSpPr>
                  <p:grpSpPr>
                    <a:xfrm>
                      <a:off x="3250176" y="2637183"/>
                      <a:ext cx="178824" cy="144000"/>
                      <a:chOff x="5453592" y="2641965"/>
                      <a:chExt cx="178824" cy="144000"/>
                    </a:xfrm>
                  </p:grpSpPr>
                  <p:cxnSp>
                    <p:nvCxnSpPr>
                      <p:cNvPr id="269" name="직선 연결선 268">
                        <a:extLst>
                          <a:ext uri="{FF2B5EF4-FFF2-40B4-BE49-F238E27FC236}">
                            <a16:creationId xmlns:a16="http://schemas.microsoft.com/office/drawing/2014/main" id="{937D16A1-B90D-A2A7-875C-B54184A018B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0" name="직선 연결선 269">
                        <a:extLst>
                          <a:ext uri="{FF2B5EF4-FFF2-40B4-BE49-F238E27FC236}">
                            <a16:creationId xmlns:a16="http://schemas.microsoft.com/office/drawing/2014/main" id="{DC8A22D5-2AD9-14A9-428B-A55D91E7DC9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68" name="직선 연결선 267">
                      <a:extLst>
                        <a:ext uri="{FF2B5EF4-FFF2-40B4-BE49-F238E27FC236}">
                          <a16:creationId xmlns:a16="http://schemas.microsoft.com/office/drawing/2014/main" id="{AEFFAC42-EC1D-21AF-D5F7-BD5102D5DE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5" name="직선 연결선 244">
                    <a:extLst>
                      <a:ext uri="{FF2B5EF4-FFF2-40B4-BE49-F238E27FC236}">
                        <a16:creationId xmlns:a16="http://schemas.microsoft.com/office/drawing/2014/main" id="{559043BE-5EED-2D13-E358-A66436F90B3C}"/>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46" name="그룹 245">
                    <a:extLst>
                      <a:ext uri="{FF2B5EF4-FFF2-40B4-BE49-F238E27FC236}">
                        <a16:creationId xmlns:a16="http://schemas.microsoft.com/office/drawing/2014/main" id="{72490CED-DC88-081D-5343-08AA4A13ADEF}"/>
                      </a:ext>
                    </a:extLst>
                  </p:cNvPr>
                  <p:cNvGrpSpPr/>
                  <p:nvPr/>
                </p:nvGrpSpPr>
                <p:grpSpPr>
                  <a:xfrm>
                    <a:off x="4529042" y="3962535"/>
                    <a:ext cx="101416" cy="146277"/>
                    <a:chOff x="4545844" y="3971199"/>
                    <a:chExt cx="101416" cy="146277"/>
                  </a:xfrm>
                </p:grpSpPr>
                <p:grpSp>
                  <p:nvGrpSpPr>
                    <p:cNvPr id="261" name="그룹 260">
                      <a:extLst>
                        <a:ext uri="{FF2B5EF4-FFF2-40B4-BE49-F238E27FC236}">
                          <a16:creationId xmlns:a16="http://schemas.microsoft.com/office/drawing/2014/main" id="{7B95CDC5-5A55-9B47-63B8-98A7CD87F569}"/>
                        </a:ext>
                      </a:extLst>
                    </p:cNvPr>
                    <p:cNvGrpSpPr/>
                    <p:nvPr/>
                  </p:nvGrpSpPr>
                  <p:grpSpPr>
                    <a:xfrm>
                      <a:off x="4545844" y="3971199"/>
                      <a:ext cx="35826" cy="146277"/>
                      <a:chOff x="3250176" y="2637183"/>
                      <a:chExt cx="178824" cy="146277"/>
                    </a:xfrm>
                  </p:grpSpPr>
                  <p:grpSp>
                    <p:nvGrpSpPr>
                      <p:cNvPr id="263" name="그룹 262">
                        <a:extLst>
                          <a:ext uri="{FF2B5EF4-FFF2-40B4-BE49-F238E27FC236}">
                            <a16:creationId xmlns:a16="http://schemas.microsoft.com/office/drawing/2014/main" id="{633CFCBA-3B96-1F6B-E620-B2CA5C9E3A70}"/>
                          </a:ext>
                        </a:extLst>
                      </p:cNvPr>
                      <p:cNvGrpSpPr/>
                      <p:nvPr/>
                    </p:nvGrpSpPr>
                    <p:grpSpPr>
                      <a:xfrm>
                        <a:off x="3250176" y="2637183"/>
                        <a:ext cx="178824" cy="144000"/>
                        <a:chOff x="5453592" y="2641965"/>
                        <a:chExt cx="178824" cy="144000"/>
                      </a:xfrm>
                    </p:grpSpPr>
                    <p:cxnSp>
                      <p:nvCxnSpPr>
                        <p:cNvPr id="265" name="직선 연결선 264">
                          <a:extLst>
                            <a:ext uri="{FF2B5EF4-FFF2-40B4-BE49-F238E27FC236}">
                              <a16:creationId xmlns:a16="http://schemas.microsoft.com/office/drawing/2014/main" id="{6069D32E-CF88-D672-3E0E-04BEB895BDD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6" name="직선 연결선 265">
                          <a:extLst>
                            <a:ext uri="{FF2B5EF4-FFF2-40B4-BE49-F238E27FC236}">
                              <a16:creationId xmlns:a16="http://schemas.microsoft.com/office/drawing/2014/main" id="{3691EA70-F138-4E9D-3C80-52B2E166B24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64" name="직선 연결선 263">
                        <a:extLst>
                          <a:ext uri="{FF2B5EF4-FFF2-40B4-BE49-F238E27FC236}">
                            <a16:creationId xmlns:a16="http://schemas.microsoft.com/office/drawing/2014/main" id="{A295BBF0-A44D-FA00-B923-18644A8FB2B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62" name="직선 연결선 261">
                      <a:extLst>
                        <a:ext uri="{FF2B5EF4-FFF2-40B4-BE49-F238E27FC236}">
                          <a16:creationId xmlns:a16="http://schemas.microsoft.com/office/drawing/2014/main" id="{5883A401-1F58-8540-B101-BBEE89CB688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7" name="그룹 246">
                    <a:extLst>
                      <a:ext uri="{FF2B5EF4-FFF2-40B4-BE49-F238E27FC236}">
                        <a16:creationId xmlns:a16="http://schemas.microsoft.com/office/drawing/2014/main" id="{30F81FFC-7B7F-93AD-9A4A-83B26FA5E857}"/>
                      </a:ext>
                    </a:extLst>
                  </p:cNvPr>
                  <p:cNvGrpSpPr/>
                  <p:nvPr/>
                </p:nvGrpSpPr>
                <p:grpSpPr>
                  <a:xfrm>
                    <a:off x="4734101" y="3962886"/>
                    <a:ext cx="101416" cy="146277"/>
                    <a:chOff x="4545844" y="3971199"/>
                    <a:chExt cx="101416" cy="146277"/>
                  </a:xfrm>
                </p:grpSpPr>
                <p:grpSp>
                  <p:nvGrpSpPr>
                    <p:cNvPr id="255" name="그룹 254">
                      <a:extLst>
                        <a:ext uri="{FF2B5EF4-FFF2-40B4-BE49-F238E27FC236}">
                          <a16:creationId xmlns:a16="http://schemas.microsoft.com/office/drawing/2014/main" id="{B126CE3E-8F90-CBE9-EDBD-FE053684958B}"/>
                        </a:ext>
                      </a:extLst>
                    </p:cNvPr>
                    <p:cNvGrpSpPr/>
                    <p:nvPr/>
                  </p:nvGrpSpPr>
                  <p:grpSpPr>
                    <a:xfrm>
                      <a:off x="4545844" y="3971199"/>
                      <a:ext cx="35826" cy="146277"/>
                      <a:chOff x="3250176" y="2637183"/>
                      <a:chExt cx="178824" cy="146277"/>
                    </a:xfrm>
                  </p:grpSpPr>
                  <p:grpSp>
                    <p:nvGrpSpPr>
                      <p:cNvPr id="257" name="그룹 256">
                        <a:extLst>
                          <a:ext uri="{FF2B5EF4-FFF2-40B4-BE49-F238E27FC236}">
                            <a16:creationId xmlns:a16="http://schemas.microsoft.com/office/drawing/2014/main" id="{9A5B4AA4-9171-FA27-BFF5-D6FC5157C39F}"/>
                          </a:ext>
                        </a:extLst>
                      </p:cNvPr>
                      <p:cNvGrpSpPr/>
                      <p:nvPr/>
                    </p:nvGrpSpPr>
                    <p:grpSpPr>
                      <a:xfrm>
                        <a:off x="3250176" y="2637183"/>
                        <a:ext cx="178824" cy="144000"/>
                        <a:chOff x="5453592" y="2641965"/>
                        <a:chExt cx="178824" cy="144000"/>
                      </a:xfrm>
                    </p:grpSpPr>
                    <p:cxnSp>
                      <p:nvCxnSpPr>
                        <p:cNvPr id="259" name="직선 연결선 258">
                          <a:extLst>
                            <a:ext uri="{FF2B5EF4-FFF2-40B4-BE49-F238E27FC236}">
                              <a16:creationId xmlns:a16="http://schemas.microsoft.com/office/drawing/2014/main" id="{301CB29A-EA32-FF25-1A78-A8D29A7C1B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0" name="직선 연결선 259">
                          <a:extLst>
                            <a:ext uri="{FF2B5EF4-FFF2-40B4-BE49-F238E27FC236}">
                              <a16:creationId xmlns:a16="http://schemas.microsoft.com/office/drawing/2014/main" id="{E618C56C-DCAC-1EE2-0B1F-3446A3D7D24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8" name="직선 연결선 257">
                        <a:extLst>
                          <a:ext uri="{FF2B5EF4-FFF2-40B4-BE49-F238E27FC236}">
                            <a16:creationId xmlns:a16="http://schemas.microsoft.com/office/drawing/2014/main" id="{7E5B6F81-229A-C376-D529-3899EE063B5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6" name="직선 연결선 255">
                      <a:extLst>
                        <a:ext uri="{FF2B5EF4-FFF2-40B4-BE49-F238E27FC236}">
                          <a16:creationId xmlns:a16="http://schemas.microsoft.com/office/drawing/2014/main" id="{DDCA41B4-D57B-813F-7FA8-75C2206D3B1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8" name="그룹 247">
                    <a:extLst>
                      <a:ext uri="{FF2B5EF4-FFF2-40B4-BE49-F238E27FC236}">
                        <a16:creationId xmlns:a16="http://schemas.microsoft.com/office/drawing/2014/main" id="{DFEBAC97-D8F7-CBC7-00A7-56C253D7C4FE}"/>
                      </a:ext>
                    </a:extLst>
                  </p:cNvPr>
                  <p:cNvGrpSpPr/>
                  <p:nvPr/>
                </p:nvGrpSpPr>
                <p:grpSpPr>
                  <a:xfrm>
                    <a:off x="4629560" y="3963916"/>
                    <a:ext cx="101416" cy="146277"/>
                    <a:chOff x="4545844" y="3971199"/>
                    <a:chExt cx="101416" cy="146277"/>
                  </a:xfrm>
                </p:grpSpPr>
                <p:grpSp>
                  <p:nvGrpSpPr>
                    <p:cNvPr id="249" name="그룹 248">
                      <a:extLst>
                        <a:ext uri="{FF2B5EF4-FFF2-40B4-BE49-F238E27FC236}">
                          <a16:creationId xmlns:a16="http://schemas.microsoft.com/office/drawing/2014/main" id="{37A7EEDE-3487-9595-605E-4FF22A16AD2E}"/>
                        </a:ext>
                      </a:extLst>
                    </p:cNvPr>
                    <p:cNvGrpSpPr/>
                    <p:nvPr/>
                  </p:nvGrpSpPr>
                  <p:grpSpPr>
                    <a:xfrm>
                      <a:off x="4545844" y="3971199"/>
                      <a:ext cx="35826" cy="146277"/>
                      <a:chOff x="3250176" y="2637183"/>
                      <a:chExt cx="178824" cy="146277"/>
                    </a:xfrm>
                  </p:grpSpPr>
                  <p:grpSp>
                    <p:nvGrpSpPr>
                      <p:cNvPr id="251" name="그룹 250">
                        <a:extLst>
                          <a:ext uri="{FF2B5EF4-FFF2-40B4-BE49-F238E27FC236}">
                            <a16:creationId xmlns:a16="http://schemas.microsoft.com/office/drawing/2014/main" id="{E354B0BF-28BB-C136-12B3-9AA1BC355E20}"/>
                          </a:ext>
                        </a:extLst>
                      </p:cNvPr>
                      <p:cNvGrpSpPr/>
                      <p:nvPr/>
                    </p:nvGrpSpPr>
                    <p:grpSpPr>
                      <a:xfrm>
                        <a:off x="3250176" y="2637183"/>
                        <a:ext cx="178824" cy="144000"/>
                        <a:chOff x="5453592" y="2641965"/>
                        <a:chExt cx="178824" cy="144000"/>
                      </a:xfrm>
                    </p:grpSpPr>
                    <p:cxnSp>
                      <p:nvCxnSpPr>
                        <p:cNvPr id="253" name="직선 연결선 252">
                          <a:extLst>
                            <a:ext uri="{FF2B5EF4-FFF2-40B4-BE49-F238E27FC236}">
                              <a16:creationId xmlns:a16="http://schemas.microsoft.com/office/drawing/2014/main" id="{78E408A3-206C-8903-B843-B205EA98704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4" name="직선 연결선 253">
                          <a:extLst>
                            <a:ext uri="{FF2B5EF4-FFF2-40B4-BE49-F238E27FC236}">
                              <a16:creationId xmlns:a16="http://schemas.microsoft.com/office/drawing/2014/main" id="{82B99CB0-722D-B755-3661-A5E11E438C9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2" name="직선 연결선 251">
                        <a:extLst>
                          <a:ext uri="{FF2B5EF4-FFF2-40B4-BE49-F238E27FC236}">
                            <a16:creationId xmlns:a16="http://schemas.microsoft.com/office/drawing/2014/main" id="{5F3F00A1-6D9E-C525-9CC1-C28039486C80}"/>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0" name="직선 연결선 249">
                      <a:extLst>
                        <a:ext uri="{FF2B5EF4-FFF2-40B4-BE49-F238E27FC236}">
                          <a16:creationId xmlns:a16="http://schemas.microsoft.com/office/drawing/2014/main" id="{2C84EA0E-9EFD-715F-B2D2-536A84C250A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nvGrpSpPr>
              <p:cNvPr id="272" name="그룹 271">
                <a:extLst>
                  <a:ext uri="{FF2B5EF4-FFF2-40B4-BE49-F238E27FC236}">
                    <a16:creationId xmlns:a16="http://schemas.microsoft.com/office/drawing/2014/main" id="{8E87F48C-D007-0A2F-3AD2-21ADF4E0DCAC}"/>
                  </a:ext>
                </a:extLst>
              </p:cNvPr>
              <p:cNvGrpSpPr/>
              <p:nvPr/>
            </p:nvGrpSpPr>
            <p:grpSpPr>
              <a:xfrm>
                <a:off x="4427634" y="3499511"/>
                <a:ext cx="1240371" cy="150612"/>
                <a:chOff x="4422133" y="3959581"/>
                <a:chExt cx="1240371" cy="150612"/>
              </a:xfrm>
            </p:grpSpPr>
            <p:grpSp>
              <p:nvGrpSpPr>
                <p:cNvPr id="273" name="그룹 272">
                  <a:extLst>
                    <a:ext uri="{FF2B5EF4-FFF2-40B4-BE49-F238E27FC236}">
                      <a16:creationId xmlns:a16="http://schemas.microsoft.com/office/drawing/2014/main" id="{FA561A48-5CB6-B0A4-2718-D95A19ED1A85}"/>
                    </a:ext>
                  </a:extLst>
                </p:cNvPr>
                <p:cNvGrpSpPr/>
                <p:nvPr/>
              </p:nvGrpSpPr>
              <p:grpSpPr>
                <a:xfrm>
                  <a:off x="4422133" y="3962535"/>
                  <a:ext cx="413384" cy="147658"/>
                  <a:chOff x="4422133" y="3962535"/>
                  <a:chExt cx="413384" cy="147658"/>
                </a:xfrm>
              </p:grpSpPr>
              <p:grpSp>
                <p:nvGrpSpPr>
                  <p:cNvPr id="330" name="그룹 329">
                    <a:extLst>
                      <a:ext uri="{FF2B5EF4-FFF2-40B4-BE49-F238E27FC236}">
                        <a16:creationId xmlns:a16="http://schemas.microsoft.com/office/drawing/2014/main" id="{77B0AF48-0FAD-169A-E990-CF52413AF91D}"/>
                      </a:ext>
                    </a:extLst>
                  </p:cNvPr>
                  <p:cNvGrpSpPr/>
                  <p:nvPr/>
                </p:nvGrpSpPr>
                <p:grpSpPr>
                  <a:xfrm>
                    <a:off x="4422133" y="3963143"/>
                    <a:ext cx="72000" cy="146277"/>
                    <a:chOff x="3250176" y="2637183"/>
                    <a:chExt cx="179694" cy="146277"/>
                  </a:xfrm>
                </p:grpSpPr>
                <p:grpSp>
                  <p:nvGrpSpPr>
                    <p:cNvPr id="353" name="그룹 352">
                      <a:extLst>
                        <a:ext uri="{FF2B5EF4-FFF2-40B4-BE49-F238E27FC236}">
                          <a16:creationId xmlns:a16="http://schemas.microsoft.com/office/drawing/2014/main" id="{85B9C9F6-195B-29C2-223F-6D7DF057D06C}"/>
                        </a:ext>
                      </a:extLst>
                    </p:cNvPr>
                    <p:cNvGrpSpPr/>
                    <p:nvPr/>
                  </p:nvGrpSpPr>
                  <p:grpSpPr>
                    <a:xfrm>
                      <a:off x="3250176" y="2637183"/>
                      <a:ext cx="178824" cy="144000"/>
                      <a:chOff x="5453592" y="2641965"/>
                      <a:chExt cx="178824" cy="144000"/>
                    </a:xfrm>
                  </p:grpSpPr>
                  <p:cxnSp>
                    <p:nvCxnSpPr>
                      <p:cNvPr id="355" name="직선 연결선 354">
                        <a:extLst>
                          <a:ext uri="{FF2B5EF4-FFF2-40B4-BE49-F238E27FC236}">
                            <a16:creationId xmlns:a16="http://schemas.microsoft.com/office/drawing/2014/main" id="{9CD8DC91-B972-5B4B-26F2-039EE21F6AF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6" name="직선 연결선 355">
                        <a:extLst>
                          <a:ext uri="{FF2B5EF4-FFF2-40B4-BE49-F238E27FC236}">
                            <a16:creationId xmlns:a16="http://schemas.microsoft.com/office/drawing/2014/main" id="{ED259010-F7CD-010A-0EE6-C80A4E53312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54" name="직선 연결선 353">
                      <a:extLst>
                        <a:ext uri="{FF2B5EF4-FFF2-40B4-BE49-F238E27FC236}">
                          <a16:creationId xmlns:a16="http://schemas.microsoft.com/office/drawing/2014/main" id="{91E351CF-594C-B9B7-4608-E75E8E8BEDC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1" name="직선 연결선 330">
                    <a:extLst>
                      <a:ext uri="{FF2B5EF4-FFF2-40B4-BE49-F238E27FC236}">
                        <a16:creationId xmlns:a16="http://schemas.microsoft.com/office/drawing/2014/main" id="{1AF3074B-40ED-9197-A49B-9A9272F862D5}"/>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2" name="그룹 331">
                    <a:extLst>
                      <a:ext uri="{FF2B5EF4-FFF2-40B4-BE49-F238E27FC236}">
                        <a16:creationId xmlns:a16="http://schemas.microsoft.com/office/drawing/2014/main" id="{34CA0F27-0AD6-CF88-6A7D-14812BA6D1D5}"/>
                      </a:ext>
                    </a:extLst>
                  </p:cNvPr>
                  <p:cNvGrpSpPr/>
                  <p:nvPr/>
                </p:nvGrpSpPr>
                <p:grpSpPr>
                  <a:xfrm>
                    <a:off x="4529042" y="3962535"/>
                    <a:ext cx="101416" cy="146277"/>
                    <a:chOff x="4545844" y="3971199"/>
                    <a:chExt cx="101416" cy="146277"/>
                  </a:xfrm>
                </p:grpSpPr>
                <p:grpSp>
                  <p:nvGrpSpPr>
                    <p:cNvPr id="347" name="그룹 346">
                      <a:extLst>
                        <a:ext uri="{FF2B5EF4-FFF2-40B4-BE49-F238E27FC236}">
                          <a16:creationId xmlns:a16="http://schemas.microsoft.com/office/drawing/2014/main" id="{42A09C56-7FB2-6BCE-9136-967DA9266C65}"/>
                        </a:ext>
                      </a:extLst>
                    </p:cNvPr>
                    <p:cNvGrpSpPr/>
                    <p:nvPr/>
                  </p:nvGrpSpPr>
                  <p:grpSpPr>
                    <a:xfrm>
                      <a:off x="4545844" y="3971199"/>
                      <a:ext cx="35826" cy="146277"/>
                      <a:chOff x="3250176" y="2637183"/>
                      <a:chExt cx="178824" cy="146277"/>
                    </a:xfrm>
                  </p:grpSpPr>
                  <p:grpSp>
                    <p:nvGrpSpPr>
                      <p:cNvPr id="349" name="그룹 348">
                        <a:extLst>
                          <a:ext uri="{FF2B5EF4-FFF2-40B4-BE49-F238E27FC236}">
                            <a16:creationId xmlns:a16="http://schemas.microsoft.com/office/drawing/2014/main" id="{7AEA1AC5-5D5B-FE15-852E-EEBF0AFDF14B}"/>
                          </a:ext>
                        </a:extLst>
                      </p:cNvPr>
                      <p:cNvGrpSpPr/>
                      <p:nvPr/>
                    </p:nvGrpSpPr>
                    <p:grpSpPr>
                      <a:xfrm>
                        <a:off x="3250176" y="2637183"/>
                        <a:ext cx="178824" cy="144000"/>
                        <a:chOff x="5453592" y="2641965"/>
                        <a:chExt cx="178824" cy="144000"/>
                      </a:xfrm>
                    </p:grpSpPr>
                    <p:cxnSp>
                      <p:nvCxnSpPr>
                        <p:cNvPr id="351" name="직선 연결선 350">
                          <a:extLst>
                            <a:ext uri="{FF2B5EF4-FFF2-40B4-BE49-F238E27FC236}">
                              <a16:creationId xmlns:a16="http://schemas.microsoft.com/office/drawing/2014/main" id="{CB68BA1D-8016-002B-5C70-318528918CD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2" name="직선 연결선 351">
                          <a:extLst>
                            <a:ext uri="{FF2B5EF4-FFF2-40B4-BE49-F238E27FC236}">
                              <a16:creationId xmlns:a16="http://schemas.microsoft.com/office/drawing/2014/main" id="{67A6FA26-62B5-4E34-6AE0-22487E2A87C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50" name="직선 연결선 349">
                        <a:extLst>
                          <a:ext uri="{FF2B5EF4-FFF2-40B4-BE49-F238E27FC236}">
                            <a16:creationId xmlns:a16="http://schemas.microsoft.com/office/drawing/2014/main" id="{EBADAFDE-F125-BC3E-D77E-15A76ABEAE8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48" name="직선 연결선 347">
                      <a:extLst>
                        <a:ext uri="{FF2B5EF4-FFF2-40B4-BE49-F238E27FC236}">
                          <a16:creationId xmlns:a16="http://schemas.microsoft.com/office/drawing/2014/main" id="{C11F5247-A58E-8854-E402-1081F73E0F57}"/>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3" name="그룹 332">
                    <a:extLst>
                      <a:ext uri="{FF2B5EF4-FFF2-40B4-BE49-F238E27FC236}">
                        <a16:creationId xmlns:a16="http://schemas.microsoft.com/office/drawing/2014/main" id="{89993E3D-0864-1CDF-C76A-C88FB84C3FDF}"/>
                      </a:ext>
                    </a:extLst>
                  </p:cNvPr>
                  <p:cNvGrpSpPr/>
                  <p:nvPr/>
                </p:nvGrpSpPr>
                <p:grpSpPr>
                  <a:xfrm>
                    <a:off x="4734101" y="3962886"/>
                    <a:ext cx="101416" cy="146277"/>
                    <a:chOff x="4545844" y="3971199"/>
                    <a:chExt cx="101416" cy="146277"/>
                  </a:xfrm>
                </p:grpSpPr>
                <p:grpSp>
                  <p:nvGrpSpPr>
                    <p:cNvPr id="341" name="그룹 340">
                      <a:extLst>
                        <a:ext uri="{FF2B5EF4-FFF2-40B4-BE49-F238E27FC236}">
                          <a16:creationId xmlns:a16="http://schemas.microsoft.com/office/drawing/2014/main" id="{80E4C1EE-951A-98C9-5728-7687321DB97D}"/>
                        </a:ext>
                      </a:extLst>
                    </p:cNvPr>
                    <p:cNvGrpSpPr/>
                    <p:nvPr/>
                  </p:nvGrpSpPr>
                  <p:grpSpPr>
                    <a:xfrm>
                      <a:off x="4545844" y="3971199"/>
                      <a:ext cx="35826" cy="146277"/>
                      <a:chOff x="3250176" y="2637183"/>
                      <a:chExt cx="178824" cy="146277"/>
                    </a:xfrm>
                  </p:grpSpPr>
                  <p:grpSp>
                    <p:nvGrpSpPr>
                      <p:cNvPr id="343" name="그룹 342">
                        <a:extLst>
                          <a:ext uri="{FF2B5EF4-FFF2-40B4-BE49-F238E27FC236}">
                            <a16:creationId xmlns:a16="http://schemas.microsoft.com/office/drawing/2014/main" id="{CB2FD9A1-E743-48D2-BAEC-7705818872EE}"/>
                          </a:ext>
                        </a:extLst>
                      </p:cNvPr>
                      <p:cNvGrpSpPr/>
                      <p:nvPr/>
                    </p:nvGrpSpPr>
                    <p:grpSpPr>
                      <a:xfrm>
                        <a:off x="3250176" y="2637183"/>
                        <a:ext cx="178824" cy="144000"/>
                        <a:chOff x="5453592" y="2641965"/>
                        <a:chExt cx="178824" cy="144000"/>
                      </a:xfrm>
                    </p:grpSpPr>
                    <p:cxnSp>
                      <p:nvCxnSpPr>
                        <p:cNvPr id="345" name="직선 연결선 344">
                          <a:extLst>
                            <a:ext uri="{FF2B5EF4-FFF2-40B4-BE49-F238E27FC236}">
                              <a16:creationId xmlns:a16="http://schemas.microsoft.com/office/drawing/2014/main" id="{9689BC6D-FE01-A1B3-B0E7-6CA82A0C061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6" name="직선 연결선 345">
                          <a:extLst>
                            <a:ext uri="{FF2B5EF4-FFF2-40B4-BE49-F238E27FC236}">
                              <a16:creationId xmlns:a16="http://schemas.microsoft.com/office/drawing/2014/main" id="{AD96D604-62C6-125C-C9B1-7D10545550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44" name="직선 연결선 343">
                        <a:extLst>
                          <a:ext uri="{FF2B5EF4-FFF2-40B4-BE49-F238E27FC236}">
                            <a16:creationId xmlns:a16="http://schemas.microsoft.com/office/drawing/2014/main" id="{368D8047-2C84-7308-E9D4-15B2546D012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42" name="직선 연결선 341">
                      <a:extLst>
                        <a:ext uri="{FF2B5EF4-FFF2-40B4-BE49-F238E27FC236}">
                          <a16:creationId xmlns:a16="http://schemas.microsoft.com/office/drawing/2014/main" id="{50771E2E-5A2C-D03B-0C24-B959E9367C5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4" name="그룹 333">
                    <a:extLst>
                      <a:ext uri="{FF2B5EF4-FFF2-40B4-BE49-F238E27FC236}">
                        <a16:creationId xmlns:a16="http://schemas.microsoft.com/office/drawing/2014/main" id="{7B8B1614-3A63-1E73-CFC5-20BC19908F7D}"/>
                      </a:ext>
                    </a:extLst>
                  </p:cNvPr>
                  <p:cNvGrpSpPr/>
                  <p:nvPr/>
                </p:nvGrpSpPr>
                <p:grpSpPr>
                  <a:xfrm>
                    <a:off x="4629560" y="3963916"/>
                    <a:ext cx="101416" cy="146277"/>
                    <a:chOff x="4545844" y="3971199"/>
                    <a:chExt cx="101416" cy="146277"/>
                  </a:xfrm>
                </p:grpSpPr>
                <p:grpSp>
                  <p:nvGrpSpPr>
                    <p:cNvPr id="335" name="그룹 334">
                      <a:extLst>
                        <a:ext uri="{FF2B5EF4-FFF2-40B4-BE49-F238E27FC236}">
                          <a16:creationId xmlns:a16="http://schemas.microsoft.com/office/drawing/2014/main" id="{EA6278FA-F759-8A7F-6C58-2C4362C9B791}"/>
                        </a:ext>
                      </a:extLst>
                    </p:cNvPr>
                    <p:cNvGrpSpPr/>
                    <p:nvPr/>
                  </p:nvGrpSpPr>
                  <p:grpSpPr>
                    <a:xfrm>
                      <a:off x="4545844" y="3971199"/>
                      <a:ext cx="35826" cy="146277"/>
                      <a:chOff x="3250176" y="2637183"/>
                      <a:chExt cx="178824" cy="146277"/>
                    </a:xfrm>
                  </p:grpSpPr>
                  <p:grpSp>
                    <p:nvGrpSpPr>
                      <p:cNvPr id="337" name="그룹 336">
                        <a:extLst>
                          <a:ext uri="{FF2B5EF4-FFF2-40B4-BE49-F238E27FC236}">
                            <a16:creationId xmlns:a16="http://schemas.microsoft.com/office/drawing/2014/main" id="{79FF92B4-0442-3E44-32DC-FD275A575F7D}"/>
                          </a:ext>
                        </a:extLst>
                      </p:cNvPr>
                      <p:cNvGrpSpPr/>
                      <p:nvPr/>
                    </p:nvGrpSpPr>
                    <p:grpSpPr>
                      <a:xfrm>
                        <a:off x="3250176" y="2637183"/>
                        <a:ext cx="178824" cy="144000"/>
                        <a:chOff x="5453592" y="2641965"/>
                        <a:chExt cx="178824" cy="144000"/>
                      </a:xfrm>
                    </p:grpSpPr>
                    <p:cxnSp>
                      <p:nvCxnSpPr>
                        <p:cNvPr id="339" name="직선 연결선 338">
                          <a:extLst>
                            <a:ext uri="{FF2B5EF4-FFF2-40B4-BE49-F238E27FC236}">
                              <a16:creationId xmlns:a16="http://schemas.microsoft.com/office/drawing/2014/main" id="{3766153B-342D-43E1-C092-EC5D9CE1693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0" name="직선 연결선 339">
                          <a:extLst>
                            <a:ext uri="{FF2B5EF4-FFF2-40B4-BE49-F238E27FC236}">
                              <a16:creationId xmlns:a16="http://schemas.microsoft.com/office/drawing/2014/main" id="{3D21484F-60EA-35FF-6F09-82B26B7D8DA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8" name="직선 연결선 337">
                        <a:extLst>
                          <a:ext uri="{FF2B5EF4-FFF2-40B4-BE49-F238E27FC236}">
                            <a16:creationId xmlns:a16="http://schemas.microsoft.com/office/drawing/2014/main" id="{98B88DFD-20AF-4518-AB68-4BE91D0E33B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6" name="직선 연결선 335">
                      <a:extLst>
                        <a:ext uri="{FF2B5EF4-FFF2-40B4-BE49-F238E27FC236}">
                          <a16:creationId xmlns:a16="http://schemas.microsoft.com/office/drawing/2014/main" id="{EDE0D8B5-28D1-4FD8-F2DA-B5B4976C935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74" name="그룹 273">
                  <a:extLst>
                    <a:ext uri="{FF2B5EF4-FFF2-40B4-BE49-F238E27FC236}">
                      <a16:creationId xmlns:a16="http://schemas.microsoft.com/office/drawing/2014/main" id="{D1A0A3D0-FA4C-0217-6D6F-890F4C6051F8}"/>
                    </a:ext>
                  </a:extLst>
                </p:cNvPr>
                <p:cNvGrpSpPr/>
                <p:nvPr/>
              </p:nvGrpSpPr>
              <p:grpSpPr>
                <a:xfrm>
                  <a:off x="4835119" y="3961058"/>
                  <a:ext cx="413384" cy="147658"/>
                  <a:chOff x="4422133" y="3962535"/>
                  <a:chExt cx="413384" cy="147658"/>
                </a:xfrm>
              </p:grpSpPr>
              <p:grpSp>
                <p:nvGrpSpPr>
                  <p:cNvPr id="303" name="그룹 302">
                    <a:extLst>
                      <a:ext uri="{FF2B5EF4-FFF2-40B4-BE49-F238E27FC236}">
                        <a16:creationId xmlns:a16="http://schemas.microsoft.com/office/drawing/2014/main" id="{AE576D3C-5F2E-9E5D-126A-65C93AE8643A}"/>
                      </a:ext>
                    </a:extLst>
                  </p:cNvPr>
                  <p:cNvGrpSpPr/>
                  <p:nvPr/>
                </p:nvGrpSpPr>
                <p:grpSpPr>
                  <a:xfrm>
                    <a:off x="4422133" y="3963143"/>
                    <a:ext cx="72000" cy="146277"/>
                    <a:chOff x="3250176" y="2637183"/>
                    <a:chExt cx="179694" cy="146277"/>
                  </a:xfrm>
                </p:grpSpPr>
                <p:grpSp>
                  <p:nvGrpSpPr>
                    <p:cNvPr id="326" name="그룹 325">
                      <a:extLst>
                        <a:ext uri="{FF2B5EF4-FFF2-40B4-BE49-F238E27FC236}">
                          <a16:creationId xmlns:a16="http://schemas.microsoft.com/office/drawing/2014/main" id="{F3EAA4EE-8341-671D-1E9F-B5ECA6A8E7CF}"/>
                        </a:ext>
                      </a:extLst>
                    </p:cNvPr>
                    <p:cNvGrpSpPr/>
                    <p:nvPr/>
                  </p:nvGrpSpPr>
                  <p:grpSpPr>
                    <a:xfrm>
                      <a:off x="3250176" y="2637183"/>
                      <a:ext cx="178824" cy="144000"/>
                      <a:chOff x="5453592" y="2641965"/>
                      <a:chExt cx="178824" cy="144000"/>
                    </a:xfrm>
                  </p:grpSpPr>
                  <p:cxnSp>
                    <p:nvCxnSpPr>
                      <p:cNvPr id="328" name="직선 연결선 327">
                        <a:extLst>
                          <a:ext uri="{FF2B5EF4-FFF2-40B4-BE49-F238E27FC236}">
                            <a16:creationId xmlns:a16="http://schemas.microsoft.com/office/drawing/2014/main" id="{ABC66D3A-1E1F-EDF9-A132-94AEB150DB5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9" name="직선 연결선 328">
                        <a:extLst>
                          <a:ext uri="{FF2B5EF4-FFF2-40B4-BE49-F238E27FC236}">
                            <a16:creationId xmlns:a16="http://schemas.microsoft.com/office/drawing/2014/main" id="{52A07F9B-BE0C-29F0-8A0A-C13C2711327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27" name="직선 연결선 326">
                      <a:extLst>
                        <a:ext uri="{FF2B5EF4-FFF2-40B4-BE49-F238E27FC236}">
                          <a16:creationId xmlns:a16="http://schemas.microsoft.com/office/drawing/2014/main" id="{BF8BA704-BE90-387A-25C8-E0F4384DA93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4" name="직선 연결선 303">
                    <a:extLst>
                      <a:ext uri="{FF2B5EF4-FFF2-40B4-BE49-F238E27FC236}">
                        <a16:creationId xmlns:a16="http://schemas.microsoft.com/office/drawing/2014/main" id="{A33A7F5C-9BDF-7B64-53F0-393011B398E3}"/>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05" name="그룹 304">
                    <a:extLst>
                      <a:ext uri="{FF2B5EF4-FFF2-40B4-BE49-F238E27FC236}">
                        <a16:creationId xmlns:a16="http://schemas.microsoft.com/office/drawing/2014/main" id="{561C1C26-F5A6-AB8A-04E4-B3B41A88B363}"/>
                      </a:ext>
                    </a:extLst>
                  </p:cNvPr>
                  <p:cNvGrpSpPr/>
                  <p:nvPr/>
                </p:nvGrpSpPr>
                <p:grpSpPr>
                  <a:xfrm>
                    <a:off x="4529042" y="3962535"/>
                    <a:ext cx="101416" cy="146277"/>
                    <a:chOff x="4545844" y="3971199"/>
                    <a:chExt cx="101416" cy="146277"/>
                  </a:xfrm>
                </p:grpSpPr>
                <p:grpSp>
                  <p:nvGrpSpPr>
                    <p:cNvPr id="320" name="그룹 319">
                      <a:extLst>
                        <a:ext uri="{FF2B5EF4-FFF2-40B4-BE49-F238E27FC236}">
                          <a16:creationId xmlns:a16="http://schemas.microsoft.com/office/drawing/2014/main" id="{D2090EC5-93BD-BD31-5E5F-32E5A51C97CE}"/>
                        </a:ext>
                      </a:extLst>
                    </p:cNvPr>
                    <p:cNvGrpSpPr/>
                    <p:nvPr/>
                  </p:nvGrpSpPr>
                  <p:grpSpPr>
                    <a:xfrm>
                      <a:off x="4545844" y="3971199"/>
                      <a:ext cx="35826" cy="146277"/>
                      <a:chOff x="3250176" y="2637183"/>
                      <a:chExt cx="178824" cy="146277"/>
                    </a:xfrm>
                  </p:grpSpPr>
                  <p:grpSp>
                    <p:nvGrpSpPr>
                      <p:cNvPr id="322" name="그룹 321">
                        <a:extLst>
                          <a:ext uri="{FF2B5EF4-FFF2-40B4-BE49-F238E27FC236}">
                            <a16:creationId xmlns:a16="http://schemas.microsoft.com/office/drawing/2014/main" id="{3B01799B-AF43-C0C7-6753-465605B03C8F}"/>
                          </a:ext>
                        </a:extLst>
                      </p:cNvPr>
                      <p:cNvGrpSpPr/>
                      <p:nvPr/>
                    </p:nvGrpSpPr>
                    <p:grpSpPr>
                      <a:xfrm>
                        <a:off x="3250176" y="2637183"/>
                        <a:ext cx="178824" cy="144000"/>
                        <a:chOff x="5453592" y="2641965"/>
                        <a:chExt cx="178824" cy="144000"/>
                      </a:xfrm>
                    </p:grpSpPr>
                    <p:cxnSp>
                      <p:nvCxnSpPr>
                        <p:cNvPr id="324" name="직선 연결선 323">
                          <a:extLst>
                            <a:ext uri="{FF2B5EF4-FFF2-40B4-BE49-F238E27FC236}">
                              <a16:creationId xmlns:a16="http://schemas.microsoft.com/office/drawing/2014/main" id="{99CFC3EA-8E3E-7609-5C31-DE00E30D359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5" name="직선 연결선 324">
                          <a:extLst>
                            <a:ext uri="{FF2B5EF4-FFF2-40B4-BE49-F238E27FC236}">
                              <a16:creationId xmlns:a16="http://schemas.microsoft.com/office/drawing/2014/main" id="{DA735990-5096-98F9-F3BF-1DAFAB769A1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23" name="직선 연결선 322">
                        <a:extLst>
                          <a:ext uri="{FF2B5EF4-FFF2-40B4-BE49-F238E27FC236}">
                            <a16:creationId xmlns:a16="http://schemas.microsoft.com/office/drawing/2014/main" id="{3EC1E69E-EB90-96ED-26DB-9D347AE5342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21" name="직선 연결선 320">
                      <a:extLst>
                        <a:ext uri="{FF2B5EF4-FFF2-40B4-BE49-F238E27FC236}">
                          <a16:creationId xmlns:a16="http://schemas.microsoft.com/office/drawing/2014/main" id="{833EAE7C-4F29-DFB4-F153-B9013A19C21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6" name="그룹 305">
                    <a:extLst>
                      <a:ext uri="{FF2B5EF4-FFF2-40B4-BE49-F238E27FC236}">
                        <a16:creationId xmlns:a16="http://schemas.microsoft.com/office/drawing/2014/main" id="{5D0CB62B-8510-34AB-6FA7-845B8FD1CCB7}"/>
                      </a:ext>
                    </a:extLst>
                  </p:cNvPr>
                  <p:cNvGrpSpPr/>
                  <p:nvPr/>
                </p:nvGrpSpPr>
                <p:grpSpPr>
                  <a:xfrm>
                    <a:off x="4734101" y="3962886"/>
                    <a:ext cx="101416" cy="146277"/>
                    <a:chOff x="4545844" y="3971199"/>
                    <a:chExt cx="101416" cy="146277"/>
                  </a:xfrm>
                </p:grpSpPr>
                <p:grpSp>
                  <p:nvGrpSpPr>
                    <p:cNvPr id="314" name="그룹 313">
                      <a:extLst>
                        <a:ext uri="{FF2B5EF4-FFF2-40B4-BE49-F238E27FC236}">
                          <a16:creationId xmlns:a16="http://schemas.microsoft.com/office/drawing/2014/main" id="{F1FF4B68-F070-5D20-3854-347B668F7153}"/>
                        </a:ext>
                      </a:extLst>
                    </p:cNvPr>
                    <p:cNvGrpSpPr/>
                    <p:nvPr/>
                  </p:nvGrpSpPr>
                  <p:grpSpPr>
                    <a:xfrm>
                      <a:off x="4545844" y="3971199"/>
                      <a:ext cx="35826" cy="146277"/>
                      <a:chOff x="3250176" y="2637183"/>
                      <a:chExt cx="178824" cy="146277"/>
                    </a:xfrm>
                  </p:grpSpPr>
                  <p:grpSp>
                    <p:nvGrpSpPr>
                      <p:cNvPr id="316" name="그룹 315">
                        <a:extLst>
                          <a:ext uri="{FF2B5EF4-FFF2-40B4-BE49-F238E27FC236}">
                            <a16:creationId xmlns:a16="http://schemas.microsoft.com/office/drawing/2014/main" id="{222022FA-E55C-1056-7A3F-FB8D8FDEDE8E}"/>
                          </a:ext>
                        </a:extLst>
                      </p:cNvPr>
                      <p:cNvGrpSpPr/>
                      <p:nvPr/>
                    </p:nvGrpSpPr>
                    <p:grpSpPr>
                      <a:xfrm>
                        <a:off x="3250176" y="2637183"/>
                        <a:ext cx="178824" cy="144000"/>
                        <a:chOff x="5453592" y="2641965"/>
                        <a:chExt cx="178824" cy="144000"/>
                      </a:xfrm>
                    </p:grpSpPr>
                    <p:cxnSp>
                      <p:nvCxnSpPr>
                        <p:cNvPr id="318" name="직선 연결선 317">
                          <a:extLst>
                            <a:ext uri="{FF2B5EF4-FFF2-40B4-BE49-F238E27FC236}">
                              <a16:creationId xmlns:a16="http://schemas.microsoft.com/office/drawing/2014/main" id="{89C2086C-E65F-69D6-D9A2-F64589A6C8F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9" name="직선 연결선 318">
                          <a:extLst>
                            <a:ext uri="{FF2B5EF4-FFF2-40B4-BE49-F238E27FC236}">
                              <a16:creationId xmlns:a16="http://schemas.microsoft.com/office/drawing/2014/main" id="{D50BDC68-243F-377B-B348-50C9DCA8ED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17" name="직선 연결선 316">
                        <a:extLst>
                          <a:ext uri="{FF2B5EF4-FFF2-40B4-BE49-F238E27FC236}">
                            <a16:creationId xmlns:a16="http://schemas.microsoft.com/office/drawing/2014/main" id="{66858249-E668-E7C0-8EC6-7861E33D87C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15" name="직선 연결선 314">
                      <a:extLst>
                        <a:ext uri="{FF2B5EF4-FFF2-40B4-BE49-F238E27FC236}">
                          <a16:creationId xmlns:a16="http://schemas.microsoft.com/office/drawing/2014/main" id="{646F0EDF-3BEF-0978-C1F3-456832E82DD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7" name="그룹 306">
                    <a:extLst>
                      <a:ext uri="{FF2B5EF4-FFF2-40B4-BE49-F238E27FC236}">
                        <a16:creationId xmlns:a16="http://schemas.microsoft.com/office/drawing/2014/main" id="{28CF12E3-137A-9803-B90D-3FF573001766}"/>
                      </a:ext>
                    </a:extLst>
                  </p:cNvPr>
                  <p:cNvGrpSpPr/>
                  <p:nvPr/>
                </p:nvGrpSpPr>
                <p:grpSpPr>
                  <a:xfrm>
                    <a:off x="4629560" y="3963916"/>
                    <a:ext cx="101416" cy="146277"/>
                    <a:chOff x="4545844" y="3971199"/>
                    <a:chExt cx="101416" cy="146277"/>
                  </a:xfrm>
                </p:grpSpPr>
                <p:grpSp>
                  <p:nvGrpSpPr>
                    <p:cNvPr id="308" name="그룹 307">
                      <a:extLst>
                        <a:ext uri="{FF2B5EF4-FFF2-40B4-BE49-F238E27FC236}">
                          <a16:creationId xmlns:a16="http://schemas.microsoft.com/office/drawing/2014/main" id="{67476BCE-F0B3-2D3E-D771-BBEFC5A867E3}"/>
                        </a:ext>
                      </a:extLst>
                    </p:cNvPr>
                    <p:cNvGrpSpPr/>
                    <p:nvPr/>
                  </p:nvGrpSpPr>
                  <p:grpSpPr>
                    <a:xfrm>
                      <a:off x="4545844" y="3971199"/>
                      <a:ext cx="35826" cy="146277"/>
                      <a:chOff x="3250176" y="2637183"/>
                      <a:chExt cx="178824" cy="146277"/>
                    </a:xfrm>
                  </p:grpSpPr>
                  <p:grpSp>
                    <p:nvGrpSpPr>
                      <p:cNvPr id="310" name="그룹 309">
                        <a:extLst>
                          <a:ext uri="{FF2B5EF4-FFF2-40B4-BE49-F238E27FC236}">
                            <a16:creationId xmlns:a16="http://schemas.microsoft.com/office/drawing/2014/main" id="{281F3E97-481E-0A77-25CE-DA9D82E1D6F4}"/>
                          </a:ext>
                        </a:extLst>
                      </p:cNvPr>
                      <p:cNvGrpSpPr/>
                      <p:nvPr/>
                    </p:nvGrpSpPr>
                    <p:grpSpPr>
                      <a:xfrm>
                        <a:off x="3250176" y="2637183"/>
                        <a:ext cx="178824" cy="144000"/>
                        <a:chOff x="5453592" y="2641965"/>
                        <a:chExt cx="178824" cy="144000"/>
                      </a:xfrm>
                    </p:grpSpPr>
                    <p:cxnSp>
                      <p:nvCxnSpPr>
                        <p:cNvPr id="312" name="직선 연결선 311">
                          <a:extLst>
                            <a:ext uri="{FF2B5EF4-FFF2-40B4-BE49-F238E27FC236}">
                              <a16:creationId xmlns:a16="http://schemas.microsoft.com/office/drawing/2014/main" id="{5223A74A-234A-8A4B-4A7F-E239A244E68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3" name="직선 연결선 312">
                          <a:extLst>
                            <a:ext uri="{FF2B5EF4-FFF2-40B4-BE49-F238E27FC236}">
                              <a16:creationId xmlns:a16="http://schemas.microsoft.com/office/drawing/2014/main" id="{C7962922-3029-B239-EA40-B098C731EAF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11" name="직선 연결선 310">
                        <a:extLst>
                          <a:ext uri="{FF2B5EF4-FFF2-40B4-BE49-F238E27FC236}">
                            <a16:creationId xmlns:a16="http://schemas.microsoft.com/office/drawing/2014/main" id="{1AD1B6B2-2404-DD08-D0C0-F3F5CC700B9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9" name="직선 연결선 308">
                      <a:extLst>
                        <a:ext uri="{FF2B5EF4-FFF2-40B4-BE49-F238E27FC236}">
                          <a16:creationId xmlns:a16="http://schemas.microsoft.com/office/drawing/2014/main" id="{946812E5-DD24-A591-A5DF-61547CC4648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75" name="그룹 274">
                  <a:extLst>
                    <a:ext uri="{FF2B5EF4-FFF2-40B4-BE49-F238E27FC236}">
                      <a16:creationId xmlns:a16="http://schemas.microsoft.com/office/drawing/2014/main" id="{FF188365-2DC1-E2DF-4A84-3E02BA432BC9}"/>
                    </a:ext>
                  </a:extLst>
                </p:cNvPr>
                <p:cNvGrpSpPr/>
                <p:nvPr/>
              </p:nvGrpSpPr>
              <p:grpSpPr>
                <a:xfrm>
                  <a:off x="5249120" y="3959581"/>
                  <a:ext cx="413384" cy="147658"/>
                  <a:chOff x="4422133" y="3962535"/>
                  <a:chExt cx="413384" cy="147658"/>
                </a:xfrm>
              </p:grpSpPr>
              <p:grpSp>
                <p:nvGrpSpPr>
                  <p:cNvPr id="276" name="그룹 275">
                    <a:extLst>
                      <a:ext uri="{FF2B5EF4-FFF2-40B4-BE49-F238E27FC236}">
                        <a16:creationId xmlns:a16="http://schemas.microsoft.com/office/drawing/2014/main" id="{E1612D06-9596-ECB9-C677-39802E839989}"/>
                      </a:ext>
                    </a:extLst>
                  </p:cNvPr>
                  <p:cNvGrpSpPr/>
                  <p:nvPr/>
                </p:nvGrpSpPr>
                <p:grpSpPr>
                  <a:xfrm>
                    <a:off x="4422133" y="3963143"/>
                    <a:ext cx="72000" cy="146277"/>
                    <a:chOff x="3250176" y="2637183"/>
                    <a:chExt cx="179694" cy="146277"/>
                  </a:xfrm>
                </p:grpSpPr>
                <p:grpSp>
                  <p:nvGrpSpPr>
                    <p:cNvPr id="299" name="그룹 298">
                      <a:extLst>
                        <a:ext uri="{FF2B5EF4-FFF2-40B4-BE49-F238E27FC236}">
                          <a16:creationId xmlns:a16="http://schemas.microsoft.com/office/drawing/2014/main" id="{F21F5A74-69FD-BE04-9FD7-67FC082EEAE1}"/>
                        </a:ext>
                      </a:extLst>
                    </p:cNvPr>
                    <p:cNvGrpSpPr/>
                    <p:nvPr/>
                  </p:nvGrpSpPr>
                  <p:grpSpPr>
                    <a:xfrm>
                      <a:off x="3250176" y="2637183"/>
                      <a:ext cx="178824" cy="144000"/>
                      <a:chOff x="5453592" y="2641965"/>
                      <a:chExt cx="178824" cy="144000"/>
                    </a:xfrm>
                  </p:grpSpPr>
                  <p:cxnSp>
                    <p:nvCxnSpPr>
                      <p:cNvPr id="301" name="직선 연결선 300">
                        <a:extLst>
                          <a:ext uri="{FF2B5EF4-FFF2-40B4-BE49-F238E27FC236}">
                            <a16:creationId xmlns:a16="http://schemas.microsoft.com/office/drawing/2014/main" id="{7E28288B-54E5-7BAC-93D7-9AD989E89D3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2" name="직선 연결선 301">
                        <a:extLst>
                          <a:ext uri="{FF2B5EF4-FFF2-40B4-BE49-F238E27FC236}">
                            <a16:creationId xmlns:a16="http://schemas.microsoft.com/office/drawing/2014/main" id="{54670C38-371F-89DF-207D-BDF6BD6C856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0" name="직선 연결선 299">
                      <a:extLst>
                        <a:ext uri="{FF2B5EF4-FFF2-40B4-BE49-F238E27FC236}">
                          <a16:creationId xmlns:a16="http://schemas.microsoft.com/office/drawing/2014/main" id="{85B77D4F-FA36-7761-B3E9-0A23BAB7E65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77" name="직선 연결선 276">
                    <a:extLst>
                      <a:ext uri="{FF2B5EF4-FFF2-40B4-BE49-F238E27FC236}">
                        <a16:creationId xmlns:a16="http://schemas.microsoft.com/office/drawing/2014/main" id="{AFB9A2D4-A852-54B2-601D-537AF3EFCEC5}"/>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78" name="그룹 277">
                    <a:extLst>
                      <a:ext uri="{FF2B5EF4-FFF2-40B4-BE49-F238E27FC236}">
                        <a16:creationId xmlns:a16="http://schemas.microsoft.com/office/drawing/2014/main" id="{98C480E7-C783-4B35-B294-DBA7D4FE90D7}"/>
                      </a:ext>
                    </a:extLst>
                  </p:cNvPr>
                  <p:cNvGrpSpPr/>
                  <p:nvPr/>
                </p:nvGrpSpPr>
                <p:grpSpPr>
                  <a:xfrm>
                    <a:off x="4529042" y="3962535"/>
                    <a:ext cx="101416" cy="146277"/>
                    <a:chOff x="4545844" y="3971199"/>
                    <a:chExt cx="101416" cy="146277"/>
                  </a:xfrm>
                </p:grpSpPr>
                <p:grpSp>
                  <p:nvGrpSpPr>
                    <p:cNvPr id="293" name="그룹 292">
                      <a:extLst>
                        <a:ext uri="{FF2B5EF4-FFF2-40B4-BE49-F238E27FC236}">
                          <a16:creationId xmlns:a16="http://schemas.microsoft.com/office/drawing/2014/main" id="{ADB6A173-F409-5C51-C977-DF1D4ED1F265}"/>
                        </a:ext>
                      </a:extLst>
                    </p:cNvPr>
                    <p:cNvGrpSpPr/>
                    <p:nvPr/>
                  </p:nvGrpSpPr>
                  <p:grpSpPr>
                    <a:xfrm>
                      <a:off x="4545844" y="3971199"/>
                      <a:ext cx="35826" cy="146277"/>
                      <a:chOff x="3250176" y="2637183"/>
                      <a:chExt cx="178824" cy="146277"/>
                    </a:xfrm>
                  </p:grpSpPr>
                  <p:grpSp>
                    <p:nvGrpSpPr>
                      <p:cNvPr id="295" name="그룹 294">
                        <a:extLst>
                          <a:ext uri="{FF2B5EF4-FFF2-40B4-BE49-F238E27FC236}">
                            <a16:creationId xmlns:a16="http://schemas.microsoft.com/office/drawing/2014/main" id="{237B07C8-C80C-EEDC-42DA-7B29E453E5CF}"/>
                          </a:ext>
                        </a:extLst>
                      </p:cNvPr>
                      <p:cNvGrpSpPr/>
                      <p:nvPr/>
                    </p:nvGrpSpPr>
                    <p:grpSpPr>
                      <a:xfrm>
                        <a:off x="3250176" y="2637183"/>
                        <a:ext cx="178824" cy="144000"/>
                        <a:chOff x="5453592" y="2641965"/>
                        <a:chExt cx="178824" cy="144000"/>
                      </a:xfrm>
                    </p:grpSpPr>
                    <p:cxnSp>
                      <p:nvCxnSpPr>
                        <p:cNvPr id="297" name="직선 연결선 296">
                          <a:extLst>
                            <a:ext uri="{FF2B5EF4-FFF2-40B4-BE49-F238E27FC236}">
                              <a16:creationId xmlns:a16="http://schemas.microsoft.com/office/drawing/2014/main" id="{85313696-E6F2-E13B-85D2-B1869256DC5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8" name="직선 연결선 297">
                          <a:extLst>
                            <a:ext uri="{FF2B5EF4-FFF2-40B4-BE49-F238E27FC236}">
                              <a16:creationId xmlns:a16="http://schemas.microsoft.com/office/drawing/2014/main" id="{49D12526-6225-7154-ACE8-98F54BAD42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96" name="직선 연결선 295">
                        <a:extLst>
                          <a:ext uri="{FF2B5EF4-FFF2-40B4-BE49-F238E27FC236}">
                            <a16:creationId xmlns:a16="http://schemas.microsoft.com/office/drawing/2014/main" id="{91F48AA2-E72A-9520-8BA6-8905A09F359C}"/>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94" name="직선 연결선 293">
                      <a:extLst>
                        <a:ext uri="{FF2B5EF4-FFF2-40B4-BE49-F238E27FC236}">
                          <a16:creationId xmlns:a16="http://schemas.microsoft.com/office/drawing/2014/main" id="{8FF7BBF3-D1C7-D71B-26FE-66A23CC2215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9" name="그룹 278">
                    <a:extLst>
                      <a:ext uri="{FF2B5EF4-FFF2-40B4-BE49-F238E27FC236}">
                        <a16:creationId xmlns:a16="http://schemas.microsoft.com/office/drawing/2014/main" id="{C8A892FD-F847-BE63-717F-E4709454EA65}"/>
                      </a:ext>
                    </a:extLst>
                  </p:cNvPr>
                  <p:cNvGrpSpPr/>
                  <p:nvPr/>
                </p:nvGrpSpPr>
                <p:grpSpPr>
                  <a:xfrm>
                    <a:off x="4734101" y="3962886"/>
                    <a:ext cx="101416" cy="146277"/>
                    <a:chOff x="4545844" y="3971199"/>
                    <a:chExt cx="101416" cy="146277"/>
                  </a:xfrm>
                </p:grpSpPr>
                <p:grpSp>
                  <p:nvGrpSpPr>
                    <p:cNvPr id="287" name="그룹 286">
                      <a:extLst>
                        <a:ext uri="{FF2B5EF4-FFF2-40B4-BE49-F238E27FC236}">
                          <a16:creationId xmlns:a16="http://schemas.microsoft.com/office/drawing/2014/main" id="{E9FE3231-B3CC-D01F-EBC0-E6E7595DF7A4}"/>
                        </a:ext>
                      </a:extLst>
                    </p:cNvPr>
                    <p:cNvGrpSpPr/>
                    <p:nvPr/>
                  </p:nvGrpSpPr>
                  <p:grpSpPr>
                    <a:xfrm>
                      <a:off x="4545844" y="3971199"/>
                      <a:ext cx="35826" cy="146277"/>
                      <a:chOff x="3250176" y="2637183"/>
                      <a:chExt cx="178824" cy="146277"/>
                    </a:xfrm>
                  </p:grpSpPr>
                  <p:grpSp>
                    <p:nvGrpSpPr>
                      <p:cNvPr id="289" name="그룹 288">
                        <a:extLst>
                          <a:ext uri="{FF2B5EF4-FFF2-40B4-BE49-F238E27FC236}">
                            <a16:creationId xmlns:a16="http://schemas.microsoft.com/office/drawing/2014/main" id="{C65988D5-3065-C37D-4CBB-9E6A2DBCBE23}"/>
                          </a:ext>
                        </a:extLst>
                      </p:cNvPr>
                      <p:cNvGrpSpPr/>
                      <p:nvPr/>
                    </p:nvGrpSpPr>
                    <p:grpSpPr>
                      <a:xfrm>
                        <a:off x="3250176" y="2637183"/>
                        <a:ext cx="178824" cy="144000"/>
                        <a:chOff x="5453592" y="2641965"/>
                        <a:chExt cx="178824" cy="144000"/>
                      </a:xfrm>
                    </p:grpSpPr>
                    <p:cxnSp>
                      <p:nvCxnSpPr>
                        <p:cNvPr id="291" name="직선 연결선 290">
                          <a:extLst>
                            <a:ext uri="{FF2B5EF4-FFF2-40B4-BE49-F238E27FC236}">
                              <a16:creationId xmlns:a16="http://schemas.microsoft.com/office/drawing/2014/main" id="{1F22D0D9-59E9-1051-B8AE-52175BA7436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2" name="직선 연결선 291">
                          <a:extLst>
                            <a:ext uri="{FF2B5EF4-FFF2-40B4-BE49-F238E27FC236}">
                              <a16:creationId xmlns:a16="http://schemas.microsoft.com/office/drawing/2014/main" id="{73327C16-AAA0-9C66-8C5C-55F828E720F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90" name="직선 연결선 289">
                        <a:extLst>
                          <a:ext uri="{FF2B5EF4-FFF2-40B4-BE49-F238E27FC236}">
                            <a16:creationId xmlns:a16="http://schemas.microsoft.com/office/drawing/2014/main" id="{91CA146B-933D-F317-2792-1C94CC238B9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88" name="직선 연결선 287">
                      <a:extLst>
                        <a:ext uri="{FF2B5EF4-FFF2-40B4-BE49-F238E27FC236}">
                          <a16:creationId xmlns:a16="http://schemas.microsoft.com/office/drawing/2014/main" id="{98E97B8F-AA7B-D84A-F8BB-B9BE52F6C81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0" name="그룹 279">
                    <a:extLst>
                      <a:ext uri="{FF2B5EF4-FFF2-40B4-BE49-F238E27FC236}">
                        <a16:creationId xmlns:a16="http://schemas.microsoft.com/office/drawing/2014/main" id="{4533DED0-B1E7-A0F3-DE8D-345A580475E4}"/>
                      </a:ext>
                    </a:extLst>
                  </p:cNvPr>
                  <p:cNvGrpSpPr/>
                  <p:nvPr/>
                </p:nvGrpSpPr>
                <p:grpSpPr>
                  <a:xfrm>
                    <a:off x="4629560" y="3963916"/>
                    <a:ext cx="101416" cy="146277"/>
                    <a:chOff x="4545844" y="3971199"/>
                    <a:chExt cx="101416" cy="146277"/>
                  </a:xfrm>
                </p:grpSpPr>
                <p:grpSp>
                  <p:nvGrpSpPr>
                    <p:cNvPr id="281" name="그룹 280">
                      <a:extLst>
                        <a:ext uri="{FF2B5EF4-FFF2-40B4-BE49-F238E27FC236}">
                          <a16:creationId xmlns:a16="http://schemas.microsoft.com/office/drawing/2014/main" id="{9DFA6A5A-BAB4-5D8C-4FF2-6E509C434F81}"/>
                        </a:ext>
                      </a:extLst>
                    </p:cNvPr>
                    <p:cNvGrpSpPr/>
                    <p:nvPr/>
                  </p:nvGrpSpPr>
                  <p:grpSpPr>
                    <a:xfrm>
                      <a:off x="4545844" y="3971199"/>
                      <a:ext cx="35826" cy="146277"/>
                      <a:chOff x="3250176" y="2637183"/>
                      <a:chExt cx="178824" cy="146277"/>
                    </a:xfrm>
                  </p:grpSpPr>
                  <p:grpSp>
                    <p:nvGrpSpPr>
                      <p:cNvPr id="283" name="그룹 282">
                        <a:extLst>
                          <a:ext uri="{FF2B5EF4-FFF2-40B4-BE49-F238E27FC236}">
                            <a16:creationId xmlns:a16="http://schemas.microsoft.com/office/drawing/2014/main" id="{D64BFF72-FF07-7DA6-457D-F6AF056002AF}"/>
                          </a:ext>
                        </a:extLst>
                      </p:cNvPr>
                      <p:cNvGrpSpPr/>
                      <p:nvPr/>
                    </p:nvGrpSpPr>
                    <p:grpSpPr>
                      <a:xfrm>
                        <a:off x="3250176" y="2637183"/>
                        <a:ext cx="178824" cy="144000"/>
                        <a:chOff x="5453592" y="2641965"/>
                        <a:chExt cx="178824" cy="144000"/>
                      </a:xfrm>
                    </p:grpSpPr>
                    <p:cxnSp>
                      <p:nvCxnSpPr>
                        <p:cNvPr id="285" name="직선 연결선 284">
                          <a:extLst>
                            <a:ext uri="{FF2B5EF4-FFF2-40B4-BE49-F238E27FC236}">
                              <a16:creationId xmlns:a16="http://schemas.microsoft.com/office/drawing/2014/main" id="{5784B539-714B-AA9D-E4E2-C7C81BA92D7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6" name="직선 연결선 285">
                          <a:extLst>
                            <a:ext uri="{FF2B5EF4-FFF2-40B4-BE49-F238E27FC236}">
                              <a16:creationId xmlns:a16="http://schemas.microsoft.com/office/drawing/2014/main" id="{F0DF76B5-1919-FA17-8D51-10F85846B84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84" name="직선 연결선 283">
                        <a:extLst>
                          <a:ext uri="{FF2B5EF4-FFF2-40B4-BE49-F238E27FC236}">
                            <a16:creationId xmlns:a16="http://schemas.microsoft.com/office/drawing/2014/main" id="{25CB2436-81F1-AC4F-C519-DB14D6E9788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82" name="직선 연결선 281">
                      <a:extLst>
                        <a:ext uri="{FF2B5EF4-FFF2-40B4-BE49-F238E27FC236}">
                          <a16:creationId xmlns:a16="http://schemas.microsoft.com/office/drawing/2014/main" id="{FC8F5331-43C3-4BA5-B670-D80D66F8BBB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nvGrpSpPr>
              <p:cNvPr id="357" name="그룹 356">
                <a:extLst>
                  <a:ext uri="{FF2B5EF4-FFF2-40B4-BE49-F238E27FC236}">
                    <a16:creationId xmlns:a16="http://schemas.microsoft.com/office/drawing/2014/main" id="{03972294-9A6A-5240-EB1E-551DEB5AEE7B}"/>
                  </a:ext>
                </a:extLst>
              </p:cNvPr>
              <p:cNvGrpSpPr/>
              <p:nvPr/>
            </p:nvGrpSpPr>
            <p:grpSpPr>
              <a:xfrm>
                <a:off x="4427634" y="3726216"/>
                <a:ext cx="1240371" cy="150612"/>
                <a:chOff x="4422133" y="3959581"/>
                <a:chExt cx="1240371" cy="150612"/>
              </a:xfrm>
            </p:grpSpPr>
            <p:grpSp>
              <p:nvGrpSpPr>
                <p:cNvPr id="358" name="그룹 357">
                  <a:extLst>
                    <a:ext uri="{FF2B5EF4-FFF2-40B4-BE49-F238E27FC236}">
                      <a16:creationId xmlns:a16="http://schemas.microsoft.com/office/drawing/2014/main" id="{BE542B16-E15C-3A8D-84B6-27C77B45338B}"/>
                    </a:ext>
                  </a:extLst>
                </p:cNvPr>
                <p:cNvGrpSpPr/>
                <p:nvPr/>
              </p:nvGrpSpPr>
              <p:grpSpPr>
                <a:xfrm>
                  <a:off x="4422133" y="3962535"/>
                  <a:ext cx="413384" cy="147658"/>
                  <a:chOff x="4422133" y="3962535"/>
                  <a:chExt cx="413384" cy="147658"/>
                </a:xfrm>
              </p:grpSpPr>
              <p:grpSp>
                <p:nvGrpSpPr>
                  <p:cNvPr id="415" name="그룹 414">
                    <a:extLst>
                      <a:ext uri="{FF2B5EF4-FFF2-40B4-BE49-F238E27FC236}">
                        <a16:creationId xmlns:a16="http://schemas.microsoft.com/office/drawing/2014/main" id="{84BA530C-C352-8855-0DD9-86A695FF1093}"/>
                      </a:ext>
                    </a:extLst>
                  </p:cNvPr>
                  <p:cNvGrpSpPr/>
                  <p:nvPr/>
                </p:nvGrpSpPr>
                <p:grpSpPr>
                  <a:xfrm>
                    <a:off x="4422133" y="3963143"/>
                    <a:ext cx="72000" cy="146277"/>
                    <a:chOff x="3250176" y="2637183"/>
                    <a:chExt cx="179694" cy="146277"/>
                  </a:xfrm>
                </p:grpSpPr>
                <p:grpSp>
                  <p:nvGrpSpPr>
                    <p:cNvPr id="438" name="그룹 437">
                      <a:extLst>
                        <a:ext uri="{FF2B5EF4-FFF2-40B4-BE49-F238E27FC236}">
                          <a16:creationId xmlns:a16="http://schemas.microsoft.com/office/drawing/2014/main" id="{59B65121-DE12-D29C-FA68-0487020D917F}"/>
                        </a:ext>
                      </a:extLst>
                    </p:cNvPr>
                    <p:cNvGrpSpPr/>
                    <p:nvPr/>
                  </p:nvGrpSpPr>
                  <p:grpSpPr>
                    <a:xfrm>
                      <a:off x="3250176" y="2637183"/>
                      <a:ext cx="178824" cy="144000"/>
                      <a:chOff x="5453592" y="2641965"/>
                      <a:chExt cx="178824" cy="144000"/>
                    </a:xfrm>
                  </p:grpSpPr>
                  <p:cxnSp>
                    <p:nvCxnSpPr>
                      <p:cNvPr id="440" name="직선 연결선 439">
                        <a:extLst>
                          <a:ext uri="{FF2B5EF4-FFF2-40B4-BE49-F238E27FC236}">
                            <a16:creationId xmlns:a16="http://schemas.microsoft.com/office/drawing/2014/main" id="{818656A3-59B9-25A4-FD83-9146EDCD9D1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1" name="직선 연결선 440">
                        <a:extLst>
                          <a:ext uri="{FF2B5EF4-FFF2-40B4-BE49-F238E27FC236}">
                            <a16:creationId xmlns:a16="http://schemas.microsoft.com/office/drawing/2014/main" id="{FCC2F26C-8152-7374-256A-4C35BD85AD0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39" name="직선 연결선 438">
                      <a:extLst>
                        <a:ext uri="{FF2B5EF4-FFF2-40B4-BE49-F238E27FC236}">
                          <a16:creationId xmlns:a16="http://schemas.microsoft.com/office/drawing/2014/main" id="{9BCC49CD-5983-CBB9-580A-0175A13B4DCA}"/>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6" name="직선 연결선 415">
                    <a:extLst>
                      <a:ext uri="{FF2B5EF4-FFF2-40B4-BE49-F238E27FC236}">
                        <a16:creationId xmlns:a16="http://schemas.microsoft.com/office/drawing/2014/main" id="{9BA4E926-537C-9670-6836-DC3E502ACAB5}"/>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17" name="그룹 416">
                    <a:extLst>
                      <a:ext uri="{FF2B5EF4-FFF2-40B4-BE49-F238E27FC236}">
                        <a16:creationId xmlns:a16="http://schemas.microsoft.com/office/drawing/2014/main" id="{FC829C2C-F79B-AD63-AD17-439A72B32B7E}"/>
                      </a:ext>
                    </a:extLst>
                  </p:cNvPr>
                  <p:cNvGrpSpPr/>
                  <p:nvPr/>
                </p:nvGrpSpPr>
                <p:grpSpPr>
                  <a:xfrm>
                    <a:off x="4529042" y="3962535"/>
                    <a:ext cx="101416" cy="146277"/>
                    <a:chOff x="4545844" y="3971199"/>
                    <a:chExt cx="101416" cy="146277"/>
                  </a:xfrm>
                </p:grpSpPr>
                <p:grpSp>
                  <p:nvGrpSpPr>
                    <p:cNvPr id="432" name="그룹 431">
                      <a:extLst>
                        <a:ext uri="{FF2B5EF4-FFF2-40B4-BE49-F238E27FC236}">
                          <a16:creationId xmlns:a16="http://schemas.microsoft.com/office/drawing/2014/main" id="{FB1D7284-D599-6B26-D28F-E1FA9371981A}"/>
                        </a:ext>
                      </a:extLst>
                    </p:cNvPr>
                    <p:cNvGrpSpPr/>
                    <p:nvPr/>
                  </p:nvGrpSpPr>
                  <p:grpSpPr>
                    <a:xfrm>
                      <a:off x="4545844" y="3971199"/>
                      <a:ext cx="35826" cy="146277"/>
                      <a:chOff x="3250176" y="2637183"/>
                      <a:chExt cx="178824" cy="146277"/>
                    </a:xfrm>
                  </p:grpSpPr>
                  <p:grpSp>
                    <p:nvGrpSpPr>
                      <p:cNvPr id="434" name="그룹 433">
                        <a:extLst>
                          <a:ext uri="{FF2B5EF4-FFF2-40B4-BE49-F238E27FC236}">
                            <a16:creationId xmlns:a16="http://schemas.microsoft.com/office/drawing/2014/main" id="{D9B91B00-F489-B883-AC46-AD652E1BDE73}"/>
                          </a:ext>
                        </a:extLst>
                      </p:cNvPr>
                      <p:cNvGrpSpPr/>
                      <p:nvPr/>
                    </p:nvGrpSpPr>
                    <p:grpSpPr>
                      <a:xfrm>
                        <a:off x="3250176" y="2637183"/>
                        <a:ext cx="178824" cy="144000"/>
                        <a:chOff x="5453592" y="2641965"/>
                        <a:chExt cx="178824" cy="144000"/>
                      </a:xfrm>
                    </p:grpSpPr>
                    <p:cxnSp>
                      <p:nvCxnSpPr>
                        <p:cNvPr id="436" name="직선 연결선 435">
                          <a:extLst>
                            <a:ext uri="{FF2B5EF4-FFF2-40B4-BE49-F238E27FC236}">
                              <a16:creationId xmlns:a16="http://schemas.microsoft.com/office/drawing/2014/main" id="{576122F0-7CD3-2226-52D2-37787D4FEC9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7" name="직선 연결선 436">
                          <a:extLst>
                            <a:ext uri="{FF2B5EF4-FFF2-40B4-BE49-F238E27FC236}">
                              <a16:creationId xmlns:a16="http://schemas.microsoft.com/office/drawing/2014/main" id="{6A96C3D8-3C9C-AF65-DB91-7CE3285255F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35" name="직선 연결선 434">
                        <a:extLst>
                          <a:ext uri="{FF2B5EF4-FFF2-40B4-BE49-F238E27FC236}">
                            <a16:creationId xmlns:a16="http://schemas.microsoft.com/office/drawing/2014/main" id="{FCD2F896-F460-90FA-AE81-B053F557B96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33" name="직선 연결선 432">
                      <a:extLst>
                        <a:ext uri="{FF2B5EF4-FFF2-40B4-BE49-F238E27FC236}">
                          <a16:creationId xmlns:a16="http://schemas.microsoft.com/office/drawing/2014/main" id="{25D93947-2DF3-4599-F217-E7DE434D5C8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18" name="그룹 417">
                    <a:extLst>
                      <a:ext uri="{FF2B5EF4-FFF2-40B4-BE49-F238E27FC236}">
                        <a16:creationId xmlns:a16="http://schemas.microsoft.com/office/drawing/2014/main" id="{1DF6C218-0D6D-F164-A3D2-350DEF8C72FE}"/>
                      </a:ext>
                    </a:extLst>
                  </p:cNvPr>
                  <p:cNvGrpSpPr/>
                  <p:nvPr/>
                </p:nvGrpSpPr>
                <p:grpSpPr>
                  <a:xfrm>
                    <a:off x="4734101" y="3962886"/>
                    <a:ext cx="101416" cy="146277"/>
                    <a:chOff x="4545844" y="3971199"/>
                    <a:chExt cx="101416" cy="146277"/>
                  </a:xfrm>
                </p:grpSpPr>
                <p:grpSp>
                  <p:nvGrpSpPr>
                    <p:cNvPr id="426" name="그룹 425">
                      <a:extLst>
                        <a:ext uri="{FF2B5EF4-FFF2-40B4-BE49-F238E27FC236}">
                          <a16:creationId xmlns:a16="http://schemas.microsoft.com/office/drawing/2014/main" id="{A55FB546-6374-278F-028F-FB1B9B542D98}"/>
                        </a:ext>
                      </a:extLst>
                    </p:cNvPr>
                    <p:cNvGrpSpPr/>
                    <p:nvPr/>
                  </p:nvGrpSpPr>
                  <p:grpSpPr>
                    <a:xfrm>
                      <a:off x="4545844" y="3971199"/>
                      <a:ext cx="35826" cy="146277"/>
                      <a:chOff x="3250176" y="2637183"/>
                      <a:chExt cx="178824" cy="146277"/>
                    </a:xfrm>
                  </p:grpSpPr>
                  <p:grpSp>
                    <p:nvGrpSpPr>
                      <p:cNvPr id="428" name="그룹 427">
                        <a:extLst>
                          <a:ext uri="{FF2B5EF4-FFF2-40B4-BE49-F238E27FC236}">
                            <a16:creationId xmlns:a16="http://schemas.microsoft.com/office/drawing/2014/main" id="{E2182E72-D4BB-4D8F-9997-493B3E322820}"/>
                          </a:ext>
                        </a:extLst>
                      </p:cNvPr>
                      <p:cNvGrpSpPr/>
                      <p:nvPr/>
                    </p:nvGrpSpPr>
                    <p:grpSpPr>
                      <a:xfrm>
                        <a:off x="3250176" y="2637183"/>
                        <a:ext cx="178824" cy="144000"/>
                        <a:chOff x="5453592" y="2641965"/>
                        <a:chExt cx="178824" cy="144000"/>
                      </a:xfrm>
                    </p:grpSpPr>
                    <p:cxnSp>
                      <p:nvCxnSpPr>
                        <p:cNvPr id="430" name="직선 연결선 429">
                          <a:extLst>
                            <a:ext uri="{FF2B5EF4-FFF2-40B4-BE49-F238E27FC236}">
                              <a16:creationId xmlns:a16="http://schemas.microsoft.com/office/drawing/2014/main" id="{A65E5827-5A1C-AE7B-22A1-626B306D1C7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1" name="직선 연결선 430">
                          <a:extLst>
                            <a:ext uri="{FF2B5EF4-FFF2-40B4-BE49-F238E27FC236}">
                              <a16:creationId xmlns:a16="http://schemas.microsoft.com/office/drawing/2014/main" id="{24CE9BBC-3403-E0BD-B41F-E513FF0743F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9" name="직선 연결선 428">
                        <a:extLst>
                          <a:ext uri="{FF2B5EF4-FFF2-40B4-BE49-F238E27FC236}">
                            <a16:creationId xmlns:a16="http://schemas.microsoft.com/office/drawing/2014/main" id="{CEACD34A-D2D1-82D7-4680-4A9FB513848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7" name="직선 연결선 426">
                      <a:extLst>
                        <a:ext uri="{FF2B5EF4-FFF2-40B4-BE49-F238E27FC236}">
                          <a16:creationId xmlns:a16="http://schemas.microsoft.com/office/drawing/2014/main" id="{4D18C699-53CA-8B88-D896-E6A75DEC7BA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19" name="그룹 418">
                    <a:extLst>
                      <a:ext uri="{FF2B5EF4-FFF2-40B4-BE49-F238E27FC236}">
                        <a16:creationId xmlns:a16="http://schemas.microsoft.com/office/drawing/2014/main" id="{0859CBDA-F9CB-3E8C-BB2F-E4E17D792321}"/>
                      </a:ext>
                    </a:extLst>
                  </p:cNvPr>
                  <p:cNvGrpSpPr/>
                  <p:nvPr/>
                </p:nvGrpSpPr>
                <p:grpSpPr>
                  <a:xfrm>
                    <a:off x="4629560" y="3963916"/>
                    <a:ext cx="101416" cy="146277"/>
                    <a:chOff x="4545844" y="3971199"/>
                    <a:chExt cx="101416" cy="146277"/>
                  </a:xfrm>
                </p:grpSpPr>
                <p:grpSp>
                  <p:nvGrpSpPr>
                    <p:cNvPr id="420" name="그룹 419">
                      <a:extLst>
                        <a:ext uri="{FF2B5EF4-FFF2-40B4-BE49-F238E27FC236}">
                          <a16:creationId xmlns:a16="http://schemas.microsoft.com/office/drawing/2014/main" id="{4821A3C6-7F95-1E16-8F12-D2F972557E92}"/>
                        </a:ext>
                      </a:extLst>
                    </p:cNvPr>
                    <p:cNvGrpSpPr/>
                    <p:nvPr/>
                  </p:nvGrpSpPr>
                  <p:grpSpPr>
                    <a:xfrm>
                      <a:off x="4545844" y="3971199"/>
                      <a:ext cx="35826" cy="146277"/>
                      <a:chOff x="3250176" y="2637183"/>
                      <a:chExt cx="178824" cy="146277"/>
                    </a:xfrm>
                  </p:grpSpPr>
                  <p:grpSp>
                    <p:nvGrpSpPr>
                      <p:cNvPr id="422" name="그룹 421">
                        <a:extLst>
                          <a:ext uri="{FF2B5EF4-FFF2-40B4-BE49-F238E27FC236}">
                            <a16:creationId xmlns:a16="http://schemas.microsoft.com/office/drawing/2014/main" id="{023CED74-EF07-1183-DE2A-4D09DCBC462D}"/>
                          </a:ext>
                        </a:extLst>
                      </p:cNvPr>
                      <p:cNvGrpSpPr/>
                      <p:nvPr/>
                    </p:nvGrpSpPr>
                    <p:grpSpPr>
                      <a:xfrm>
                        <a:off x="3250176" y="2637183"/>
                        <a:ext cx="178824" cy="144000"/>
                        <a:chOff x="5453592" y="2641965"/>
                        <a:chExt cx="178824" cy="144000"/>
                      </a:xfrm>
                    </p:grpSpPr>
                    <p:cxnSp>
                      <p:nvCxnSpPr>
                        <p:cNvPr id="424" name="직선 연결선 423">
                          <a:extLst>
                            <a:ext uri="{FF2B5EF4-FFF2-40B4-BE49-F238E27FC236}">
                              <a16:creationId xmlns:a16="http://schemas.microsoft.com/office/drawing/2014/main" id="{222BBAE6-F3F5-9722-D02D-A80FF620CBC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5" name="직선 연결선 424">
                          <a:extLst>
                            <a:ext uri="{FF2B5EF4-FFF2-40B4-BE49-F238E27FC236}">
                              <a16:creationId xmlns:a16="http://schemas.microsoft.com/office/drawing/2014/main" id="{9CC49E8A-6D11-375F-619C-ED397685D45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3" name="직선 연결선 422">
                        <a:extLst>
                          <a:ext uri="{FF2B5EF4-FFF2-40B4-BE49-F238E27FC236}">
                            <a16:creationId xmlns:a16="http://schemas.microsoft.com/office/drawing/2014/main" id="{639F785D-F46E-823D-26C9-4D28ADDB434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1" name="직선 연결선 420">
                      <a:extLst>
                        <a:ext uri="{FF2B5EF4-FFF2-40B4-BE49-F238E27FC236}">
                          <a16:creationId xmlns:a16="http://schemas.microsoft.com/office/drawing/2014/main" id="{B842C526-8243-B39A-FA67-184D4B7A850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359" name="그룹 358">
                  <a:extLst>
                    <a:ext uri="{FF2B5EF4-FFF2-40B4-BE49-F238E27FC236}">
                      <a16:creationId xmlns:a16="http://schemas.microsoft.com/office/drawing/2014/main" id="{C74E7970-22AF-6751-4F3B-A7775379CC48}"/>
                    </a:ext>
                  </a:extLst>
                </p:cNvPr>
                <p:cNvGrpSpPr/>
                <p:nvPr/>
              </p:nvGrpSpPr>
              <p:grpSpPr>
                <a:xfrm>
                  <a:off x="4835119" y="3961058"/>
                  <a:ext cx="413384" cy="147658"/>
                  <a:chOff x="4422133" y="3962535"/>
                  <a:chExt cx="413384" cy="147658"/>
                </a:xfrm>
              </p:grpSpPr>
              <p:grpSp>
                <p:nvGrpSpPr>
                  <p:cNvPr id="388" name="그룹 387">
                    <a:extLst>
                      <a:ext uri="{FF2B5EF4-FFF2-40B4-BE49-F238E27FC236}">
                        <a16:creationId xmlns:a16="http://schemas.microsoft.com/office/drawing/2014/main" id="{73A3699C-FA7F-EFA5-5A43-1946E1D3CCE7}"/>
                      </a:ext>
                    </a:extLst>
                  </p:cNvPr>
                  <p:cNvGrpSpPr/>
                  <p:nvPr/>
                </p:nvGrpSpPr>
                <p:grpSpPr>
                  <a:xfrm>
                    <a:off x="4422133" y="3963143"/>
                    <a:ext cx="72000" cy="146277"/>
                    <a:chOff x="3250176" y="2637183"/>
                    <a:chExt cx="179694" cy="146277"/>
                  </a:xfrm>
                </p:grpSpPr>
                <p:grpSp>
                  <p:nvGrpSpPr>
                    <p:cNvPr id="411" name="그룹 410">
                      <a:extLst>
                        <a:ext uri="{FF2B5EF4-FFF2-40B4-BE49-F238E27FC236}">
                          <a16:creationId xmlns:a16="http://schemas.microsoft.com/office/drawing/2014/main" id="{0B259A25-1451-14D4-B5BF-03BC5F7063B2}"/>
                        </a:ext>
                      </a:extLst>
                    </p:cNvPr>
                    <p:cNvGrpSpPr/>
                    <p:nvPr/>
                  </p:nvGrpSpPr>
                  <p:grpSpPr>
                    <a:xfrm>
                      <a:off x="3250176" y="2637183"/>
                      <a:ext cx="178824" cy="144000"/>
                      <a:chOff x="5453592" y="2641965"/>
                      <a:chExt cx="178824" cy="144000"/>
                    </a:xfrm>
                  </p:grpSpPr>
                  <p:cxnSp>
                    <p:nvCxnSpPr>
                      <p:cNvPr id="413" name="직선 연결선 412">
                        <a:extLst>
                          <a:ext uri="{FF2B5EF4-FFF2-40B4-BE49-F238E27FC236}">
                            <a16:creationId xmlns:a16="http://schemas.microsoft.com/office/drawing/2014/main" id="{AB7F12AD-5C2B-F4D0-A065-B8FF8AEE82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4" name="직선 연결선 413">
                        <a:extLst>
                          <a:ext uri="{FF2B5EF4-FFF2-40B4-BE49-F238E27FC236}">
                            <a16:creationId xmlns:a16="http://schemas.microsoft.com/office/drawing/2014/main" id="{5696A322-F6E3-22E1-D7BB-CB2A63EEE54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2" name="직선 연결선 411">
                      <a:extLst>
                        <a:ext uri="{FF2B5EF4-FFF2-40B4-BE49-F238E27FC236}">
                          <a16:creationId xmlns:a16="http://schemas.microsoft.com/office/drawing/2014/main" id="{F9DF003F-A264-692B-2F3C-6928CEB4D35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9" name="직선 연결선 388">
                    <a:extLst>
                      <a:ext uri="{FF2B5EF4-FFF2-40B4-BE49-F238E27FC236}">
                        <a16:creationId xmlns:a16="http://schemas.microsoft.com/office/drawing/2014/main" id="{EA6A8FDC-FC7E-D191-3027-2D57671F01DC}"/>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0" name="그룹 389">
                    <a:extLst>
                      <a:ext uri="{FF2B5EF4-FFF2-40B4-BE49-F238E27FC236}">
                        <a16:creationId xmlns:a16="http://schemas.microsoft.com/office/drawing/2014/main" id="{FBE5A95C-8C05-95F5-B7A1-10AA558E6214}"/>
                      </a:ext>
                    </a:extLst>
                  </p:cNvPr>
                  <p:cNvGrpSpPr/>
                  <p:nvPr/>
                </p:nvGrpSpPr>
                <p:grpSpPr>
                  <a:xfrm>
                    <a:off x="4529042" y="3962535"/>
                    <a:ext cx="101416" cy="146277"/>
                    <a:chOff x="4545844" y="3971199"/>
                    <a:chExt cx="101416" cy="146277"/>
                  </a:xfrm>
                </p:grpSpPr>
                <p:grpSp>
                  <p:nvGrpSpPr>
                    <p:cNvPr id="405" name="그룹 404">
                      <a:extLst>
                        <a:ext uri="{FF2B5EF4-FFF2-40B4-BE49-F238E27FC236}">
                          <a16:creationId xmlns:a16="http://schemas.microsoft.com/office/drawing/2014/main" id="{CDA15B2D-3FDF-8909-352D-B61685ADB568}"/>
                        </a:ext>
                      </a:extLst>
                    </p:cNvPr>
                    <p:cNvGrpSpPr/>
                    <p:nvPr/>
                  </p:nvGrpSpPr>
                  <p:grpSpPr>
                    <a:xfrm>
                      <a:off x="4545844" y="3971199"/>
                      <a:ext cx="35826" cy="146277"/>
                      <a:chOff x="3250176" y="2637183"/>
                      <a:chExt cx="178824" cy="146277"/>
                    </a:xfrm>
                  </p:grpSpPr>
                  <p:grpSp>
                    <p:nvGrpSpPr>
                      <p:cNvPr id="407" name="그룹 406">
                        <a:extLst>
                          <a:ext uri="{FF2B5EF4-FFF2-40B4-BE49-F238E27FC236}">
                            <a16:creationId xmlns:a16="http://schemas.microsoft.com/office/drawing/2014/main" id="{9391F414-F643-C527-B21D-2118CE67CC87}"/>
                          </a:ext>
                        </a:extLst>
                      </p:cNvPr>
                      <p:cNvGrpSpPr/>
                      <p:nvPr/>
                    </p:nvGrpSpPr>
                    <p:grpSpPr>
                      <a:xfrm>
                        <a:off x="3250176" y="2637183"/>
                        <a:ext cx="178824" cy="144000"/>
                        <a:chOff x="5453592" y="2641965"/>
                        <a:chExt cx="178824" cy="144000"/>
                      </a:xfrm>
                    </p:grpSpPr>
                    <p:cxnSp>
                      <p:nvCxnSpPr>
                        <p:cNvPr id="409" name="직선 연결선 408">
                          <a:extLst>
                            <a:ext uri="{FF2B5EF4-FFF2-40B4-BE49-F238E27FC236}">
                              <a16:creationId xmlns:a16="http://schemas.microsoft.com/office/drawing/2014/main" id="{A63735C5-4E73-2C0D-5332-CC3115B3C28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0" name="직선 연결선 409">
                          <a:extLst>
                            <a:ext uri="{FF2B5EF4-FFF2-40B4-BE49-F238E27FC236}">
                              <a16:creationId xmlns:a16="http://schemas.microsoft.com/office/drawing/2014/main" id="{CC807E5C-46E1-6520-2CC8-C1740579C08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8" name="직선 연결선 407">
                        <a:extLst>
                          <a:ext uri="{FF2B5EF4-FFF2-40B4-BE49-F238E27FC236}">
                            <a16:creationId xmlns:a16="http://schemas.microsoft.com/office/drawing/2014/main" id="{7E369903-0075-3428-E3AC-42F299C0BA4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6" name="직선 연결선 405">
                      <a:extLst>
                        <a:ext uri="{FF2B5EF4-FFF2-40B4-BE49-F238E27FC236}">
                          <a16:creationId xmlns:a16="http://schemas.microsoft.com/office/drawing/2014/main" id="{9BCD2C81-1AF3-B307-1DED-19648FA481E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91" name="그룹 390">
                    <a:extLst>
                      <a:ext uri="{FF2B5EF4-FFF2-40B4-BE49-F238E27FC236}">
                        <a16:creationId xmlns:a16="http://schemas.microsoft.com/office/drawing/2014/main" id="{2C88871A-A021-A481-CD4D-B7F330AF7154}"/>
                      </a:ext>
                    </a:extLst>
                  </p:cNvPr>
                  <p:cNvGrpSpPr/>
                  <p:nvPr/>
                </p:nvGrpSpPr>
                <p:grpSpPr>
                  <a:xfrm>
                    <a:off x="4734101" y="3962886"/>
                    <a:ext cx="101416" cy="146277"/>
                    <a:chOff x="4545844" y="3971199"/>
                    <a:chExt cx="101416" cy="146277"/>
                  </a:xfrm>
                </p:grpSpPr>
                <p:grpSp>
                  <p:nvGrpSpPr>
                    <p:cNvPr id="399" name="그룹 398">
                      <a:extLst>
                        <a:ext uri="{FF2B5EF4-FFF2-40B4-BE49-F238E27FC236}">
                          <a16:creationId xmlns:a16="http://schemas.microsoft.com/office/drawing/2014/main" id="{437D57CE-D66F-977C-2D1D-87D11570F1A6}"/>
                        </a:ext>
                      </a:extLst>
                    </p:cNvPr>
                    <p:cNvGrpSpPr/>
                    <p:nvPr/>
                  </p:nvGrpSpPr>
                  <p:grpSpPr>
                    <a:xfrm>
                      <a:off x="4545844" y="3971199"/>
                      <a:ext cx="35826" cy="146277"/>
                      <a:chOff x="3250176" y="2637183"/>
                      <a:chExt cx="178824" cy="146277"/>
                    </a:xfrm>
                  </p:grpSpPr>
                  <p:grpSp>
                    <p:nvGrpSpPr>
                      <p:cNvPr id="401" name="그룹 400">
                        <a:extLst>
                          <a:ext uri="{FF2B5EF4-FFF2-40B4-BE49-F238E27FC236}">
                            <a16:creationId xmlns:a16="http://schemas.microsoft.com/office/drawing/2014/main" id="{C81F7B78-6CC8-10F4-4428-A78A91B2FFE1}"/>
                          </a:ext>
                        </a:extLst>
                      </p:cNvPr>
                      <p:cNvGrpSpPr/>
                      <p:nvPr/>
                    </p:nvGrpSpPr>
                    <p:grpSpPr>
                      <a:xfrm>
                        <a:off x="3250176" y="2637183"/>
                        <a:ext cx="178824" cy="144000"/>
                        <a:chOff x="5453592" y="2641965"/>
                        <a:chExt cx="178824" cy="144000"/>
                      </a:xfrm>
                    </p:grpSpPr>
                    <p:cxnSp>
                      <p:nvCxnSpPr>
                        <p:cNvPr id="403" name="직선 연결선 402">
                          <a:extLst>
                            <a:ext uri="{FF2B5EF4-FFF2-40B4-BE49-F238E27FC236}">
                              <a16:creationId xmlns:a16="http://schemas.microsoft.com/office/drawing/2014/main" id="{0512BED0-B005-F9A4-27BF-5CCFB9B152F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4" name="직선 연결선 403">
                          <a:extLst>
                            <a:ext uri="{FF2B5EF4-FFF2-40B4-BE49-F238E27FC236}">
                              <a16:creationId xmlns:a16="http://schemas.microsoft.com/office/drawing/2014/main" id="{A7C4C8D1-9953-8DF1-4C2D-136D06B7F13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2" name="직선 연결선 401">
                        <a:extLst>
                          <a:ext uri="{FF2B5EF4-FFF2-40B4-BE49-F238E27FC236}">
                            <a16:creationId xmlns:a16="http://schemas.microsoft.com/office/drawing/2014/main" id="{89AA3BD6-232A-5E15-DF9B-511E919DF22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0" name="직선 연결선 399">
                      <a:extLst>
                        <a:ext uri="{FF2B5EF4-FFF2-40B4-BE49-F238E27FC236}">
                          <a16:creationId xmlns:a16="http://schemas.microsoft.com/office/drawing/2014/main" id="{6EA6C3FD-6808-B8FB-FFC9-83E9B66B594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92" name="그룹 391">
                    <a:extLst>
                      <a:ext uri="{FF2B5EF4-FFF2-40B4-BE49-F238E27FC236}">
                        <a16:creationId xmlns:a16="http://schemas.microsoft.com/office/drawing/2014/main" id="{9D929410-0BD5-B1C0-A9C7-1CCB4707367A}"/>
                      </a:ext>
                    </a:extLst>
                  </p:cNvPr>
                  <p:cNvGrpSpPr/>
                  <p:nvPr/>
                </p:nvGrpSpPr>
                <p:grpSpPr>
                  <a:xfrm>
                    <a:off x="4629560" y="3963916"/>
                    <a:ext cx="101416" cy="146277"/>
                    <a:chOff x="4545844" y="3971199"/>
                    <a:chExt cx="101416" cy="146277"/>
                  </a:xfrm>
                </p:grpSpPr>
                <p:grpSp>
                  <p:nvGrpSpPr>
                    <p:cNvPr id="393" name="그룹 392">
                      <a:extLst>
                        <a:ext uri="{FF2B5EF4-FFF2-40B4-BE49-F238E27FC236}">
                          <a16:creationId xmlns:a16="http://schemas.microsoft.com/office/drawing/2014/main" id="{55EADC7A-BB9F-562E-2AB6-31872160EE98}"/>
                        </a:ext>
                      </a:extLst>
                    </p:cNvPr>
                    <p:cNvGrpSpPr/>
                    <p:nvPr/>
                  </p:nvGrpSpPr>
                  <p:grpSpPr>
                    <a:xfrm>
                      <a:off x="4545844" y="3971199"/>
                      <a:ext cx="35826" cy="146277"/>
                      <a:chOff x="3250176" y="2637183"/>
                      <a:chExt cx="178824" cy="146277"/>
                    </a:xfrm>
                  </p:grpSpPr>
                  <p:grpSp>
                    <p:nvGrpSpPr>
                      <p:cNvPr id="395" name="그룹 394">
                        <a:extLst>
                          <a:ext uri="{FF2B5EF4-FFF2-40B4-BE49-F238E27FC236}">
                            <a16:creationId xmlns:a16="http://schemas.microsoft.com/office/drawing/2014/main" id="{09E94063-EFF5-6329-28BA-E8695488D631}"/>
                          </a:ext>
                        </a:extLst>
                      </p:cNvPr>
                      <p:cNvGrpSpPr/>
                      <p:nvPr/>
                    </p:nvGrpSpPr>
                    <p:grpSpPr>
                      <a:xfrm>
                        <a:off x="3250176" y="2637183"/>
                        <a:ext cx="178824" cy="144000"/>
                        <a:chOff x="5453592" y="2641965"/>
                        <a:chExt cx="178824" cy="144000"/>
                      </a:xfrm>
                    </p:grpSpPr>
                    <p:cxnSp>
                      <p:nvCxnSpPr>
                        <p:cNvPr id="397" name="직선 연결선 396">
                          <a:extLst>
                            <a:ext uri="{FF2B5EF4-FFF2-40B4-BE49-F238E27FC236}">
                              <a16:creationId xmlns:a16="http://schemas.microsoft.com/office/drawing/2014/main" id="{29AB3060-D2ED-9DD3-EA28-DC84467DE44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8" name="직선 연결선 397">
                          <a:extLst>
                            <a:ext uri="{FF2B5EF4-FFF2-40B4-BE49-F238E27FC236}">
                              <a16:creationId xmlns:a16="http://schemas.microsoft.com/office/drawing/2014/main" id="{51A5005F-B43C-1C6B-F208-8B5420540C1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6" name="직선 연결선 395">
                        <a:extLst>
                          <a:ext uri="{FF2B5EF4-FFF2-40B4-BE49-F238E27FC236}">
                            <a16:creationId xmlns:a16="http://schemas.microsoft.com/office/drawing/2014/main" id="{9E388D0F-8B93-7B8A-8383-6D070E6C85D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4" name="직선 연결선 393">
                      <a:extLst>
                        <a:ext uri="{FF2B5EF4-FFF2-40B4-BE49-F238E27FC236}">
                          <a16:creationId xmlns:a16="http://schemas.microsoft.com/office/drawing/2014/main" id="{72C523D8-3B89-7F0D-8E96-A93790C8FE4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360" name="그룹 359">
                  <a:extLst>
                    <a:ext uri="{FF2B5EF4-FFF2-40B4-BE49-F238E27FC236}">
                      <a16:creationId xmlns:a16="http://schemas.microsoft.com/office/drawing/2014/main" id="{FECB0676-2460-BC9C-5654-846EFD196CD1}"/>
                    </a:ext>
                  </a:extLst>
                </p:cNvPr>
                <p:cNvGrpSpPr/>
                <p:nvPr/>
              </p:nvGrpSpPr>
              <p:grpSpPr>
                <a:xfrm>
                  <a:off x="5249120" y="3959581"/>
                  <a:ext cx="413384" cy="147658"/>
                  <a:chOff x="4422133" y="3962535"/>
                  <a:chExt cx="413384" cy="147658"/>
                </a:xfrm>
              </p:grpSpPr>
              <p:grpSp>
                <p:nvGrpSpPr>
                  <p:cNvPr id="361" name="그룹 360">
                    <a:extLst>
                      <a:ext uri="{FF2B5EF4-FFF2-40B4-BE49-F238E27FC236}">
                        <a16:creationId xmlns:a16="http://schemas.microsoft.com/office/drawing/2014/main" id="{A740FB26-3150-AB6D-F4A2-3C478ED61525}"/>
                      </a:ext>
                    </a:extLst>
                  </p:cNvPr>
                  <p:cNvGrpSpPr/>
                  <p:nvPr/>
                </p:nvGrpSpPr>
                <p:grpSpPr>
                  <a:xfrm>
                    <a:off x="4422133" y="3963143"/>
                    <a:ext cx="72000" cy="146277"/>
                    <a:chOff x="3250176" y="2637183"/>
                    <a:chExt cx="179694" cy="146277"/>
                  </a:xfrm>
                </p:grpSpPr>
                <p:grpSp>
                  <p:nvGrpSpPr>
                    <p:cNvPr id="384" name="그룹 383">
                      <a:extLst>
                        <a:ext uri="{FF2B5EF4-FFF2-40B4-BE49-F238E27FC236}">
                          <a16:creationId xmlns:a16="http://schemas.microsoft.com/office/drawing/2014/main" id="{299D20F2-A118-BAC0-F52C-D1756D8FFD69}"/>
                        </a:ext>
                      </a:extLst>
                    </p:cNvPr>
                    <p:cNvGrpSpPr/>
                    <p:nvPr/>
                  </p:nvGrpSpPr>
                  <p:grpSpPr>
                    <a:xfrm>
                      <a:off x="3250176" y="2637183"/>
                      <a:ext cx="178824" cy="144000"/>
                      <a:chOff x="5453592" y="2641965"/>
                      <a:chExt cx="178824" cy="144000"/>
                    </a:xfrm>
                  </p:grpSpPr>
                  <p:cxnSp>
                    <p:nvCxnSpPr>
                      <p:cNvPr id="386" name="직선 연결선 385">
                        <a:extLst>
                          <a:ext uri="{FF2B5EF4-FFF2-40B4-BE49-F238E27FC236}">
                            <a16:creationId xmlns:a16="http://schemas.microsoft.com/office/drawing/2014/main" id="{EB20E5CA-C80B-B29E-F66F-760CABA9B54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7" name="직선 연결선 386">
                        <a:extLst>
                          <a:ext uri="{FF2B5EF4-FFF2-40B4-BE49-F238E27FC236}">
                            <a16:creationId xmlns:a16="http://schemas.microsoft.com/office/drawing/2014/main" id="{AB5E592E-EE2D-F4CA-80BD-D83FBD51E73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5" name="직선 연결선 384">
                      <a:extLst>
                        <a:ext uri="{FF2B5EF4-FFF2-40B4-BE49-F238E27FC236}">
                          <a16:creationId xmlns:a16="http://schemas.microsoft.com/office/drawing/2014/main" id="{B61DD57D-9743-E5E6-7DB8-5CB3DDE5803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2" name="직선 연결선 361">
                    <a:extLst>
                      <a:ext uri="{FF2B5EF4-FFF2-40B4-BE49-F238E27FC236}">
                        <a16:creationId xmlns:a16="http://schemas.microsoft.com/office/drawing/2014/main" id="{31E03C27-6405-1DB6-B266-43F6B80A7634}"/>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63" name="그룹 362">
                    <a:extLst>
                      <a:ext uri="{FF2B5EF4-FFF2-40B4-BE49-F238E27FC236}">
                        <a16:creationId xmlns:a16="http://schemas.microsoft.com/office/drawing/2014/main" id="{2DD13C74-7E6C-3C0C-DE4D-25ED2B88B9F1}"/>
                      </a:ext>
                    </a:extLst>
                  </p:cNvPr>
                  <p:cNvGrpSpPr/>
                  <p:nvPr/>
                </p:nvGrpSpPr>
                <p:grpSpPr>
                  <a:xfrm>
                    <a:off x="4529042" y="3962535"/>
                    <a:ext cx="101416" cy="146277"/>
                    <a:chOff x="4545844" y="3971199"/>
                    <a:chExt cx="101416" cy="146277"/>
                  </a:xfrm>
                </p:grpSpPr>
                <p:grpSp>
                  <p:nvGrpSpPr>
                    <p:cNvPr id="378" name="그룹 377">
                      <a:extLst>
                        <a:ext uri="{FF2B5EF4-FFF2-40B4-BE49-F238E27FC236}">
                          <a16:creationId xmlns:a16="http://schemas.microsoft.com/office/drawing/2014/main" id="{625D4F01-82F6-4DDB-4382-700ECB0AA877}"/>
                        </a:ext>
                      </a:extLst>
                    </p:cNvPr>
                    <p:cNvGrpSpPr/>
                    <p:nvPr/>
                  </p:nvGrpSpPr>
                  <p:grpSpPr>
                    <a:xfrm>
                      <a:off x="4545844" y="3971199"/>
                      <a:ext cx="35826" cy="146277"/>
                      <a:chOff x="3250176" y="2637183"/>
                      <a:chExt cx="178824" cy="146277"/>
                    </a:xfrm>
                  </p:grpSpPr>
                  <p:grpSp>
                    <p:nvGrpSpPr>
                      <p:cNvPr id="380" name="그룹 379">
                        <a:extLst>
                          <a:ext uri="{FF2B5EF4-FFF2-40B4-BE49-F238E27FC236}">
                            <a16:creationId xmlns:a16="http://schemas.microsoft.com/office/drawing/2014/main" id="{0A6C2A2A-E0D1-36CF-184D-A02E7AC6238D}"/>
                          </a:ext>
                        </a:extLst>
                      </p:cNvPr>
                      <p:cNvGrpSpPr/>
                      <p:nvPr/>
                    </p:nvGrpSpPr>
                    <p:grpSpPr>
                      <a:xfrm>
                        <a:off x="3250176" y="2637183"/>
                        <a:ext cx="178824" cy="144000"/>
                        <a:chOff x="5453592" y="2641965"/>
                        <a:chExt cx="178824" cy="144000"/>
                      </a:xfrm>
                    </p:grpSpPr>
                    <p:cxnSp>
                      <p:nvCxnSpPr>
                        <p:cNvPr id="382" name="직선 연결선 381">
                          <a:extLst>
                            <a:ext uri="{FF2B5EF4-FFF2-40B4-BE49-F238E27FC236}">
                              <a16:creationId xmlns:a16="http://schemas.microsoft.com/office/drawing/2014/main" id="{9898578F-67CA-F830-F1F8-682295F4873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3" name="직선 연결선 382">
                          <a:extLst>
                            <a:ext uri="{FF2B5EF4-FFF2-40B4-BE49-F238E27FC236}">
                              <a16:creationId xmlns:a16="http://schemas.microsoft.com/office/drawing/2014/main" id="{67E65EFB-176E-5910-1C40-EB4BFF51AC9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1" name="직선 연결선 380">
                        <a:extLst>
                          <a:ext uri="{FF2B5EF4-FFF2-40B4-BE49-F238E27FC236}">
                            <a16:creationId xmlns:a16="http://schemas.microsoft.com/office/drawing/2014/main" id="{837BA899-2E11-5B5A-D138-7446B085CD1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79" name="직선 연결선 378">
                      <a:extLst>
                        <a:ext uri="{FF2B5EF4-FFF2-40B4-BE49-F238E27FC236}">
                          <a16:creationId xmlns:a16="http://schemas.microsoft.com/office/drawing/2014/main" id="{B218B7DD-2C4B-C780-E1CF-BD5A8D3E052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64" name="그룹 363">
                    <a:extLst>
                      <a:ext uri="{FF2B5EF4-FFF2-40B4-BE49-F238E27FC236}">
                        <a16:creationId xmlns:a16="http://schemas.microsoft.com/office/drawing/2014/main" id="{A2EA6A02-68BF-3293-0110-4F81725F984A}"/>
                      </a:ext>
                    </a:extLst>
                  </p:cNvPr>
                  <p:cNvGrpSpPr/>
                  <p:nvPr/>
                </p:nvGrpSpPr>
                <p:grpSpPr>
                  <a:xfrm>
                    <a:off x="4734101" y="3962886"/>
                    <a:ext cx="101416" cy="146277"/>
                    <a:chOff x="4545844" y="3971199"/>
                    <a:chExt cx="101416" cy="146277"/>
                  </a:xfrm>
                </p:grpSpPr>
                <p:grpSp>
                  <p:nvGrpSpPr>
                    <p:cNvPr id="372" name="그룹 371">
                      <a:extLst>
                        <a:ext uri="{FF2B5EF4-FFF2-40B4-BE49-F238E27FC236}">
                          <a16:creationId xmlns:a16="http://schemas.microsoft.com/office/drawing/2014/main" id="{EA905600-71F0-78C8-279A-666548F2C7E7}"/>
                        </a:ext>
                      </a:extLst>
                    </p:cNvPr>
                    <p:cNvGrpSpPr/>
                    <p:nvPr/>
                  </p:nvGrpSpPr>
                  <p:grpSpPr>
                    <a:xfrm>
                      <a:off x="4545844" y="3971199"/>
                      <a:ext cx="35826" cy="146277"/>
                      <a:chOff x="3250176" y="2637183"/>
                      <a:chExt cx="178824" cy="146277"/>
                    </a:xfrm>
                  </p:grpSpPr>
                  <p:grpSp>
                    <p:nvGrpSpPr>
                      <p:cNvPr id="374" name="그룹 373">
                        <a:extLst>
                          <a:ext uri="{FF2B5EF4-FFF2-40B4-BE49-F238E27FC236}">
                            <a16:creationId xmlns:a16="http://schemas.microsoft.com/office/drawing/2014/main" id="{724C8648-1012-2A8B-0D85-208E7CB45F6D}"/>
                          </a:ext>
                        </a:extLst>
                      </p:cNvPr>
                      <p:cNvGrpSpPr/>
                      <p:nvPr/>
                    </p:nvGrpSpPr>
                    <p:grpSpPr>
                      <a:xfrm>
                        <a:off x="3250176" y="2637183"/>
                        <a:ext cx="178824" cy="144000"/>
                        <a:chOff x="5453592" y="2641965"/>
                        <a:chExt cx="178824" cy="144000"/>
                      </a:xfrm>
                    </p:grpSpPr>
                    <p:cxnSp>
                      <p:nvCxnSpPr>
                        <p:cNvPr id="376" name="직선 연결선 375">
                          <a:extLst>
                            <a:ext uri="{FF2B5EF4-FFF2-40B4-BE49-F238E27FC236}">
                              <a16:creationId xmlns:a16="http://schemas.microsoft.com/office/drawing/2014/main" id="{8E76E27C-707D-096D-67EA-E4D52557035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직선 연결선 376">
                          <a:extLst>
                            <a:ext uri="{FF2B5EF4-FFF2-40B4-BE49-F238E27FC236}">
                              <a16:creationId xmlns:a16="http://schemas.microsoft.com/office/drawing/2014/main" id="{1D7D03DE-B519-CFFC-2B7F-5688F644996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75" name="직선 연결선 374">
                        <a:extLst>
                          <a:ext uri="{FF2B5EF4-FFF2-40B4-BE49-F238E27FC236}">
                            <a16:creationId xmlns:a16="http://schemas.microsoft.com/office/drawing/2014/main" id="{ACBF5D0D-067C-827B-5C4D-38AE0EC9365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73" name="직선 연결선 372">
                      <a:extLst>
                        <a:ext uri="{FF2B5EF4-FFF2-40B4-BE49-F238E27FC236}">
                          <a16:creationId xmlns:a16="http://schemas.microsoft.com/office/drawing/2014/main" id="{A88B448E-E2CC-9412-675B-B75D458D406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65" name="그룹 364">
                    <a:extLst>
                      <a:ext uri="{FF2B5EF4-FFF2-40B4-BE49-F238E27FC236}">
                        <a16:creationId xmlns:a16="http://schemas.microsoft.com/office/drawing/2014/main" id="{1842A038-2FAE-8107-FA11-9554B5FDC455}"/>
                      </a:ext>
                    </a:extLst>
                  </p:cNvPr>
                  <p:cNvGrpSpPr/>
                  <p:nvPr/>
                </p:nvGrpSpPr>
                <p:grpSpPr>
                  <a:xfrm>
                    <a:off x="4629560" y="3963916"/>
                    <a:ext cx="101416" cy="146277"/>
                    <a:chOff x="4545844" y="3971199"/>
                    <a:chExt cx="101416" cy="146277"/>
                  </a:xfrm>
                </p:grpSpPr>
                <p:grpSp>
                  <p:nvGrpSpPr>
                    <p:cNvPr id="366" name="그룹 365">
                      <a:extLst>
                        <a:ext uri="{FF2B5EF4-FFF2-40B4-BE49-F238E27FC236}">
                          <a16:creationId xmlns:a16="http://schemas.microsoft.com/office/drawing/2014/main" id="{E8FC3A33-10E5-D186-7B82-8DAC7AAF86A8}"/>
                        </a:ext>
                      </a:extLst>
                    </p:cNvPr>
                    <p:cNvGrpSpPr/>
                    <p:nvPr/>
                  </p:nvGrpSpPr>
                  <p:grpSpPr>
                    <a:xfrm>
                      <a:off x="4545844" y="3971199"/>
                      <a:ext cx="35826" cy="146277"/>
                      <a:chOff x="3250176" y="2637183"/>
                      <a:chExt cx="178824" cy="146277"/>
                    </a:xfrm>
                  </p:grpSpPr>
                  <p:grpSp>
                    <p:nvGrpSpPr>
                      <p:cNvPr id="368" name="그룹 367">
                        <a:extLst>
                          <a:ext uri="{FF2B5EF4-FFF2-40B4-BE49-F238E27FC236}">
                            <a16:creationId xmlns:a16="http://schemas.microsoft.com/office/drawing/2014/main" id="{AE72D320-DAD3-6969-8315-EC69043939BA}"/>
                          </a:ext>
                        </a:extLst>
                      </p:cNvPr>
                      <p:cNvGrpSpPr/>
                      <p:nvPr/>
                    </p:nvGrpSpPr>
                    <p:grpSpPr>
                      <a:xfrm>
                        <a:off x="3250176" y="2637183"/>
                        <a:ext cx="178824" cy="144000"/>
                        <a:chOff x="5453592" y="2641965"/>
                        <a:chExt cx="178824" cy="144000"/>
                      </a:xfrm>
                    </p:grpSpPr>
                    <p:cxnSp>
                      <p:nvCxnSpPr>
                        <p:cNvPr id="370" name="직선 연결선 369">
                          <a:extLst>
                            <a:ext uri="{FF2B5EF4-FFF2-40B4-BE49-F238E27FC236}">
                              <a16:creationId xmlns:a16="http://schemas.microsoft.com/office/drawing/2014/main" id="{0AA779A5-E66E-35EC-DE7F-F4880765BD6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1" name="직선 연결선 370">
                          <a:extLst>
                            <a:ext uri="{FF2B5EF4-FFF2-40B4-BE49-F238E27FC236}">
                              <a16:creationId xmlns:a16="http://schemas.microsoft.com/office/drawing/2014/main" id="{E3D8FCCA-3D3A-14B3-92DA-4EBBD8BC425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9" name="직선 연결선 368">
                        <a:extLst>
                          <a:ext uri="{FF2B5EF4-FFF2-40B4-BE49-F238E27FC236}">
                            <a16:creationId xmlns:a16="http://schemas.microsoft.com/office/drawing/2014/main" id="{3449A05A-C85A-92D8-A5EB-E5DA8007395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7" name="직선 연결선 366">
                      <a:extLst>
                        <a:ext uri="{FF2B5EF4-FFF2-40B4-BE49-F238E27FC236}">
                          <a16:creationId xmlns:a16="http://schemas.microsoft.com/office/drawing/2014/main" id="{5AEDAEA5-C313-6F3D-EA50-5E05853C857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442" name="직사각형 441">
                <a:extLst>
                  <a:ext uri="{FF2B5EF4-FFF2-40B4-BE49-F238E27FC236}">
                    <a16:creationId xmlns:a16="http://schemas.microsoft.com/office/drawing/2014/main" id="{698708D6-BCB2-5D81-F5FF-42C5C4632EA9}"/>
                  </a:ext>
                </a:extLst>
              </p:cNvPr>
              <p:cNvSpPr/>
              <p:nvPr/>
            </p:nvSpPr>
            <p:spPr>
              <a:xfrm>
                <a:off x="858774" y="2529901"/>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V</a:t>
                </a:r>
                <a:r>
                  <a:rPr lang="en-US" altLang="ko-KR" sz="700" baseline="-25000" dirty="0">
                    <a:solidFill>
                      <a:schemeClr val="tx1"/>
                    </a:solidFill>
                    <a:latin typeface="Arial" panose="020B0604020202020204" pitchFamily="34" charset="0"/>
                    <a:cs typeface="Arial" panose="020B0604020202020204" pitchFamily="34" charset="0"/>
                  </a:rPr>
                  <a:t>DD</a:t>
                </a:r>
                <a:endParaRPr lang="ko-KR" altLang="en-US" sz="700" baseline="-25000" dirty="0">
                  <a:solidFill>
                    <a:schemeClr val="tx1"/>
                  </a:solidFill>
                  <a:latin typeface="Arial" panose="020B0604020202020204" pitchFamily="34" charset="0"/>
                  <a:cs typeface="Arial" panose="020B0604020202020204" pitchFamily="34" charset="0"/>
                </a:endParaRPr>
              </a:p>
            </p:txBody>
          </p:sp>
          <p:cxnSp>
            <p:nvCxnSpPr>
              <p:cNvPr id="445" name="직선 연결선 444">
                <a:extLst>
                  <a:ext uri="{FF2B5EF4-FFF2-40B4-BE49-F238E27FC236}">
                    <a16:creationId xmlns:a16="http://schemas.microsoft.com/office/drawing/2014/main" id="{46C6BEA9-0688-2637-1C0D-096121C63F95}"/>
                  </a:ext>
                </a:extLst>
              </p:cNvPr>
              <p:cNvCxnSpPr>
                <a:cxnSpLocks/>
              </p:cNvCxnSpPr>
              <p:nvPr/>
            </p:nvCxnSpPr>
            <p:spPr>
              <a:xfrm>
                <a:off x="1584960" y="2479772"/>
                <a:ext cx="4236018"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8" name="직선 연결선 447">
                <a:extLst>
                  <a:ext uri="{FF2B5EF4-FFF2-40B4-BE49-F238E27FC236}">
                    <a16:creationId xmlns:a16="http://schemas.microsoft.com/office/drawing/2014/main" id="{98DDDAB6-0572-CEB3-96FC-E874D165DEB3}"/>
                  </a:ext>
                </a:extLst>
              </p:cNvPr>
              <p:cNvCxnSpPr>
                <a:cxnSpLocks/>
              </p:cNvCxnSpPr>
              <p:nvPr/>
            </p:nvCxnSpPr>
            <p:spPr>
              <a:xfrm flipV="1">
                <a:off x="1481201" y="2477122"/>
                <a:ext cx="103759" cy="146035"/>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2" name="직선 연결선 451">
                <a:extLst>
                  <a:ext uri="{FF2B5EF4-FFF2-40B4-BE49-F238E27FC236}">
                    <a16:creationId xmlns:a16="http://schemas.microsoft.com/office/drawing/2014/main" id="{4C5CF22C-974C-0E33-7524-28510E7CC548}"/>
                  </a:ext>
                </a:extLst>
              </p:cNvPr>
              <p:cNvCxnSpPr>
                <a:cxnSpLocks/>
              </p:cNvCxnSpPr>
              <p:nvPr/>
            </p:nvCxnSpPr>
            <p:spPr>
              <a:xfrm>
                <a:off x="1269046" y="2619980"/>
                <a:ext cx="21317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4" name="직사각형 63">
                <a:extLst>
                  <a:ext uri="{FF2B5EF4-FFF2-40B4-BE49-F238E27FC236}">
                    <a16:creationId xmlns:a16="http://schemas.microsoft.com/office/drawing/2014/main" id="{FFAC5E1E-E33B-723E-E748-8CB863EA7AE2}"/>
                  </a:ext>
                </a:extLst>
              </p:cNvPr>
              <p:cNvSpPr/>
              <p:nvPr/>
            </p:nvSpPr>
            <p:spPr>
              <a:xfrm>
                <a:off x="5659334" y="2443561"/>
                <a:ext cx="235975" cy="16964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459" name="직선 연결선 458">
              <a:extLst>
                <a:ext uri="{FF2B5EF4-FFF2-40B4-BE49-F238E27FC236}">
                  <a16:creationId xmlns:a16="http://schemas.microsoft.com/office/drawing/2014/main" id="{1348DE32-DA9E-279F-40EF-439A8BED0743}"/>
                </a:ext>
              </a:extLst>
            </p:cNvPr>
            <p:cNvCxnSpPr/>
            <p:nvPr/>
          </p:nvCxnSpPr>
          <p:spPr>
            <a:xfrm>
              <a:off x="2114550" y="2644350"/>
              <a:ext cx="0" cy="960336"/>
            </a:xfrm>
            <a:prstGeom prst="line">
              <a:avLst/>
            </a:prstGeom>
            <a:ln w="3175">
              <a:prstDash val="dash"/>
            </a:ln>
          </p:spPr>
          <p:style>
            <a:lnRef idx="1">
              <a:schemeClr val="accent1"/>
            </a:lnRef>
            <a:fillRef idx="0">
              <a:schemeClr val="accent1"/>
            </a:fillRef>
            <a:effectRef idx="0">
              <a:schemeClr val="accent1"/>
            </a:effectRef>
            <a:fontRef idx="minor">
              <a:schemeClr val="tx1"/>
            </a:fontRef>
          </p:style>
        </p:cxnSp>
        <p:cxnSp>
          <p:nvCxnSpPr>
            <p:cNvPr id="460" name="직선 연결선 459">
              <a:extLst>
                <a:ext uri="{FF2B5EF4-FFF2-40B4-BE49-F238E27FC236}">
                  <a16:creationId xmlns:a16="http://schemas.microsoft.com/office/drawing/2014/main" id="{B74C70FE-1814-698D-0E09-69DC97661F3C}"/>
                </a:ext>
              </a:extLst>
            </p:cNvPr>
            <p:cNvCxnSpPr>
              <a:cxnSpLocks/>
            </p:cNvCxnSpPr>
            <p:nvPr/>
          </p:nvCxnSpPr>
          <p:spPr>
            <a:xfrm flipH="1">
              <a:off x="2114550" y="3241065"/>
              <a:ext cx="108000" cy="0"/>
            </a:xfrm>
            <a:prstGeom prst="line">
              <a:avLst/>
            </a:prstGeom>
            <a:ln w="3175">
              <a:solidFill>
                <a:schemeClr val="tx1"/>
              </a:solidFill>
              <a:prstDash val="solid"/>
              <a:headEnd type="triangle" w="sm" len="sm"/>
              <a:tailEnd w="sm" len="sm"/>
            </a:ln>
          </p:spPr>
          <p:style>
            <a:lnRef idx="1">
              <a:schemeClr val="accent1"/>
            </a:lnRef>
            <a:fillRef idx="0">
              <a:schemeClr val="accent1"/>
            </a:fillRef>
            <a:effectRef idx="0">
              <a:schemeClr val="accent1"/>
            </a:effectRef>
            <a:fontRef idx="minor">
              <a:schemeClr val="tx1"/>
            </a:fontRef>
          </p:style>
        </p:cxnSp>
        <p:sp>
          <p:nvSpPr>
            <p:cNvPr id="463" name="TextBox 462">
              <a:extLst>
                <a:ext uri="{FF2B5EF4-FFF2-40B4-BE49-F238E27FC236}">
                  <a16:creationId xmlns:a16="http://schemas.microsoft.com/office/drawing/2014/main" id="{6F294CF7-A80A-CACA-3A42-DFF033628490}"/>
                </a:ext>
              </a:extLst>
            </p:cNvPr>
            <p:cNvSpPr txBox="1"/>
            <p:nvPr/>
          </p:nvSpPr>
          <p:spPr>
            <a:xfrm>
              <a:off x="2158239" y="3141488"/>
              <a:ext cx="1164101" cy="200055"/>
            </a:xfrm>
            <a:prstGeom prst="rect">
              <a:avLst/>
            </a:prstGeom>
            <a:noFill/>
          </p:spPr>
          <p:txBody>
            <a:bodyPr wrap="none" rtlCol="0">
              <a:spAutoFit/>
            </a:bodyPr>
            <a:lstStyle/>
            <a:p>
              <a:r>
                <a:rPr lang="en-US" altLang="ko-KR" sz="700" dirty="0"/>
                <a:t>Initialization to the XD-12R</a:t>
              </a:r>
              <a:endParaRPr lang="ko-KR" altLang="en-US" sz="700" dirty="0"/>
            </a:p>
          </p:txBody>
        </p:sp>
      </p:grpSp>
      <p:grpSp>
        <p:nvGrpSpPr>
          <p:cNvPr id="464" name="그룹 463">
            <a:extLst>
              <a:ext uri="{FF2B5EF4-FFF2-40B4-BE49-F238E27FC236}">
                <a16:creationId xmlns:a16="http://schemas.microsoft.com/office/drawing/2014/main" id="{5335F9A1-2DED-6C78-F814-F2D3F0968E12}"/>
              </a:ext>
            </a:extLst>
          </p:cNvPr>
          <p:cNvGrpSpPr/>
          <p:nvPr/>
        </p:nvGrpSpPr>
        <p:grpSpPr>
          <a:xfrm>
            <a:off x="1200540" y="3459665"/>
            <a:ext cx="4592774" cy="947144"/>
            <a:chOff x="1310184" y="2629068"/>
            <a:chExt cx="4592774" cy="947144"/>
          </a:xfrm>
        </p:grpSpPr>
        <p:grpSp>
          <p:nvGrpSpPr>
            <p:cNvPr id="465" name="그룹 464">
              <a:extLst>
                <a:ext uri="{FF2B5EF4-FFF2-40B4-BE49-F238E27FC236}">
                  <a16:creationId xmlns:a16="http://schemas.microsoft.com/office/drawing/2014/main" id="{F8787AFD-BBE0-86F8-D59B-5589C290DB12}"/>
                </a:ext>
              </a:extLst>
            </p:cNvPr>
            <p:cNvGrpSpPr/>
            <p:nvPr/>
          </p:nvGrpSpPr>
          <p:grpSpPr>
            <a:xfrm>
              <a:off x="1310184" y="2646999"/>
              <a:ext cx="972401" cy="929213"/>
              <a:chOff x="1310184" y="2646999"/>
              <a:chExt cx="972401" cy="929213"/>
            </a:xfrm>
          </p:grpSpPr>
          <p:sp>
            <p:nvSpPr>
              <p:cNvPr id="486" name="직사각형 485">
                <a:extLst>
                  <a:ext uri="{FF2B5EF4-FFF2-40B4-BE49-F238E27FC236}">
                    <a16:creationId xmlns:a16="http://schemas.microsoft.com/office/drawing/2014/main" id="{22404DB8-4F81-0881-ADEE-7AB298253CC8}"/>
                  </a:ext>
                </a:extLst>
              </p:cNvPr>
              <p:cNvSpPr/>
              <p:nvPr/>
            </p:nvSpPr>
            <p:spPr>
              <a:xfrm>
                <a:off x="1310184" y="2652214"/>
                <a:ext cx="900000" cy="90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solidFill>
                      <a:schemeClr val="tx1"/>
                    </a:solidFill>
                  </a:rPr>
                  <a:t>XC24R</a:t>
                </a:r>
                <a:endParaRPr lang="ko-KR" altLang="en-US" b="1" dirty="0">
                  <a:solidFill>
                    <a:schemeClr val="tx1"/>
                  </a:solidFill>
                </a:endParaRPr>
              </a:p>
            </p:txBody>
          </p:sp>
          <p:sp>
            <p:nvSpPr>
              <p:cNvPr id="487" name="TextBox 486">
                <a:extLst>
                  <a:ext uri="{FF2B5EF4-FFF2-40B4-BE49-F238E27FC236}">
                    <a16:creationId xmlns:a16="http://schemas.microsoft.com/office/drawing/2014/main" id="{188AD0AF-7FA3-7016-2B20-317A69622D78}"/>
                  </a:ext>
                </a:extLst>
              </p:cNvPr>
              <p:cNvSpPr txBox="1"/>
              <p:nvPr/>
            </p:nvSpPr>
            <p:spPr>
              <a:xfrm>
                <a:off x="1937619" y="2646999"/>
                <a:ext cx="344966" cy="215444"/>
              </a:xfrm>
              <a:prstGeom prst="rect">
                <a:avLst/>
              </a:prstGeom>
              <a:noFill/>
            </p:spPr>
            <p:txBody>
              <a:bodyPr wrap="none" rtlCol="0">
                <a:spAutoFit/>
              </a:bodyPr>
              <a:lstStyle/>
              <a:p>
                <a:r>
                  <a:rPr lang="en-US" altLang="ko-KR" sz="800" dirty="0"/>
                  <a:t>Ch1</a:t>
                </a:r>
                <a:endParaRPr lang="ko-KR" altLang="en-US" sz="800" dirty="0"/>
              </a:p>
            </p:txBody>
          </p:sp>
          <p:sp>
            <p:nvSpPr>
              <p:cNvPr id="488" name="TextBox 487">
                <a:extLst>
                  <a:ext uri="{FF2B5EF4-FFF2-40B4-BE49-F238E27FC236}">
                    <a16:creationId xmlns:a16="http://schemas.microsoft.com/office/drawing/2014/main" id="{C12E8E3C-5C86-9327-D139-4E204898B6DE}"/>
                  </a:ext>
                </a:extLst>
              </p:cNvPr>
              <p:cNvSpPr txBox="1"/>
              <p:nvPr/>
            </p:nvSpPr>
            <p:spPr>
              <a:xfrm>
                <a:off x="1854245" y="3360768"/>
                <a:ext cx="418704" cy="215444"/>
              </a:xfrm>
              <a:prstGeom prst="rect">
                <a:avLst/>
              </a:prstGeom>
              <a:noFill/>
            </p:spPr>
            <p:txBody>
              <a:bodyPr wrap="none" rtlCol="0">
                <a:spAutoFit/>
              </a:bodyPr>
              <a:lstStyle/>
              <a:p>
                <a:r>
                  <a:rPr lang="en-US" altLang="ko-KR" sz="800" dirty="0"/>
                  <a:t> Ch24</a:t>
                </a:r>
                <a:endParaRPr lang="ko-KR" altLang="en-US" sz="800" dirty="0"/>
              </a:p>
            </p:txBody>
          </p:sp>
          <p:grpSp>
            <p:nvGrpSpPr>
              <p:cNvPr id="489" name="그룹 488">
                <a:extLst>
                  <a:ext uri="{FF2B5EF4-FFF2-40B4-BE49-F238E27FC236}">
                    <a16:creationId xmlns:a16="http://schemas.microsoft.com/office/drawing/2014/main" id="{EC93EAE5-30D2-CE5E-475F-332682B05AD6}"/>
                  </a:ext>
                </a:extLst>
              </p:cNvPr>
              <p:cNvGrpSpPr/>
              <p:nvPr/>
            </p:nvGrpSpPr>
            <p:grpSpPr>
              <a:xfrm>
                <a:off x="2095702" y="2987694"/>
                <a:ext cx="28800" cy="214330"/>
                <a:chOff x="528825" y="6490024"/>
                <a:chExt cx="28800" cy="214330"/>
              </a:xfrm>
            </p:grpSpPr>
            <p:sp>
              <p:nvSpPr>
                <p:cNvPr id="490" name="타원 489">
                  <a:extLst>
                    <a:ext uri="{FF2B5EF4-FFF2-40B4-BE49-F238E27FC236}">
                      <a16:creationId xmlns:a16="http://schemas.microsoft.com/office/drawing/2014/main" id="{90A6CE0B-7ABE-1F03-C0B7-9458DC4EA54B}"/>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91" name="타원 490">
                  <a:extLst>
                    <a:ext uri="{FF2B5EF4-FFF2-40B4-BE49-F238E27FC236}">
                      <a16:creationId xmlns:a16="http://schemas.microsoft.com/office/drawing/2014/main" id="{2A78ADDE-FBB4-F67A-9BCD-DDDC0ADCA99C}"/>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92" name="타원 491">
                  <a:extLst>
                    <a:ext uri="{FF2B5EF4-FFF2-40B4-BE49-F238E27FC236}">
                      <a16:creationId xmlns:a16="http://schemas.microsoft.com/office/drawing/2014/main" id="{018E6A52-42A0-E5B7-5F93-C45020111F80}"/>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466" name="그룹 465">
              <a:extLst>
                <a:ext uri="{FF2B5EF4-FFF2-40B4-BE49-F238E27FC236}">
                  <a16:creationId xmlns:a16="http://schemas.microsoft.com/office/drawing/2014/main" id="{19256DD4-2BDF-E028-99C6-002E5B808E44}"/>
                </a:ext>
              </a:extLst>
            </p:cNvPr>
            <p:cNvGrpSpPr/>
            <p:nvPr/>
          </p:nvGrpSpPr>
          <p:grpSpPr>
            <a:xfrm rot="16200000">
              <a:off x="4749222" y="2839219"/>
              <a:ext cx="28800" cy="214330"/>
              <a:chOff x="1254494" y="6490024"/>
              <a:chExt cx="28800" cy="214330"/>
            </a:xfrm>
          </p:grpSpPr>
          <p:sp>
            <p:nvSpPr>
              <p:cNvPr id="483" name="타원 482">
                <a:extLst>
                  <a:ext uri="{FF2B5EF4-FFF2-40B4-BE49-F238E27FC236}">
                    <a16:creationId xmlns:a16="http://schemas.microsoft.com/office/drawing/2014/main" id="{9A7A2F66-1E93-6734-AEBE-4233684A98D2}"/>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84" name="타원 483">
                <a:extLst>
                  <a:ext uri="{FF2B5EF4-FFF2-40B4-BE49-F238E27FC236}">
                    <a16:creationId xmlns:a16="http://schemas.microsoft.com/office/drawing/2014/main" id="{1B86B0C6-9D41-238A-6573-6E7A69D1C801}"/>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85" name="타원 484">
                <a:extLst>
                  <a:ext uri="{FF2B5EF4-FFF2-40B4-BE49-F238E27FC236}">
                    <a16:creationId xmlns:a16="http://schemas.microsoft.com/office/drawing/2014/main" id="{2713FCB2-5BCB-DFE8-8EC8-6EE239367BA5}"/>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467" name="그룹 466">
              <a:extLst>
                <a:ext uri="{FF2B5EF4-FFF2-40B4-BE49-F238E27FC236}">
                  <a16:creationId xmlns:a16="http://schemas.microsoft.com/office/drawing/2014/main" id="{B0C49162-B728-5185-80DE-43FB06373CDD}"/>
                </a:ext>
              </a:extLst>
            </p:cNvPr>
            <p:cNvGrpSpPr/>
            <p:nvPr/>
          </p:nvGrpSpPr>
          <p:grpSpPr>
            <a:xfrm>
              <a:off x="2722443" y="2629068"/>
              <a:ext cx="702583" cy="562352"/>
              <a:chOff x="2722443" y="2610872"/>
              <a:chExt cx="702583" cy="562352"/>
            </a:xfrm>
          </p:grpSpPr>
          <p:sp>
            <p:nvSpPr>
              <p:cNvPr id="480" name="직사각형 479">
                <a:extLst>
                  <a:ext uri="{FF2B5EF4-FFF2-40B4-BE49-F238E27FC236}">
                    <a16:creationId xmlns:a16="http://schemas.microsoft.com/office/drawing/2014/main" id="{048B8B11-ABA8-4638-3C57-18CA580CCB83}"/>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#1</a:t>
                </a:r>
              </a:p>
              <a:p>
                <a:pPr algn="ctr"/>
                <a:r>
                  <a:rPr lang="en-US" altLang="ko-KR" sz="800" dirty="0">
                    <a:solidFill>
                      <a:schemeClr val="tx1"/>
                    </a:solidFill>
                  </a:rPr>
                  <a:t>ID=31</a:t>
                </a:r>
              </a:p>
            </p:txBody>
          </p:sp>
          <p:sp>
            <p:nvSpPr>
              <p:cNvPr id="481" name="TextBox 480">
                <a:extLst>
                  <a:ext uri="{FF2B5EF4-FFF2-40B4-BE49-F238E27FC236}">
                    <a16:creationId xmlns:a16="http://schemas.microsoft.com/office/drawing/2014/main" id="{E5735507-CDC2-19EE-A993-1C4A01A0F9AE}"/>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482" name="TextBox 481">
                <a:extLst>
                  <a:ext uri="{FF2B5EF4-FFF2-40B4-BE49-F238E27FC236}">
                    <a16:creationId xmlns:a16="http://schemas.microsoft.com/office/drawing/2014/main" id="{ED7E25E5-20FE-0657-B0FE-7CE70AEECB82}"/>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468" name="그룹 467">
              <a:extLst>
                <a:ext uri="{FF2B5EF4-FFF2-40B4-BE49-F238E27FC236}">
                  <a16:creationId xmlns:a16="http://schemas.microsoft.com/office/drawing/2014/main" id="{8766316F-5F78-F73C-9C1A-A4068E9E4275}"/>
                </a:ext>
              </a:extLst>
            </p:cNvPr>
            <p:cNvGrpSpPr/>
            <p:nvPr/>
          </p:nvGrpSpPr>
          <p:grpSpPr>
            <a:xfrm>
              <a:off x="3592926" y="2639632"/>
              <a:ext cx="702583" cy="562352"/>
              <a:chOff x="2722443" y="2610872"/>
              <a:chExt cx="702583" cy="562352"/>
            </a:xfrm>
          </p:grpSpPr>
          <p:sp>
            <p:nvSpPr>
              <p:cNvPr id="477" name="직사각형 476">
                <a:extLst>
                  <a:ext uri="{FF2B5EF4-FFF2-40B4-BE49-F238E27FC236}">
                    <a16:creationId xmlns:a16="http://schemas.microsoft.com/office/drawing/2014/main" id="{D77A80E5-FB20-7CCA-D830-892307D8321C}"/>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#2</a:t>
                </a:r>
              </a:p>
              <a:p>
                <a:pPr algn="ctr"/>
                <a:r>
                  <a:rPr lang="en-US" altLang="ko-KR" sz="800" dirty="0">
                    <a:solidFill>
                      <a:schemeClr val="tx1"/>
                    </a:solidFill>
                  </a:rPr>
                  <a:t>ID=30</a:t>
                </a:r>
              </a:p>
            </p:txBody>
          </p:sp>
          <p:sp>
            <p:nvSpPr>
              <p:cNvPr id="478" name="TextBox 477">
                <a:extLst>
                  <a:ext uri="{FF2B5EF4-FFF2-40B4-BE49-F238E27FC236}">
                    <a16:creationId xmlns:a16="http://schemas.microsoft.com/office/drawing/2014/main" id="{8325CBE1-702B-5DF8-9A7F-F58AC9AD60E5}"/>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479" name="TextBox 478">
                <a:extLst>
                  <a:ext uri="{FF2B5EF4-FFF2-40B4-BE49-F238E27FC236}">
                    <a16:creationId xmlns:a16="http://schemas.microsoft.com/office/drawing/2014/main" id="{D66E3828-8B5E-AC98-9B19-4F6D43BB7230}"/>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469" name="그룹 468">
              <a:extLst>
                <a:ext uri="{FF2B5EF4-FFF2-40B4-BE49-F238E27FC236}">
                  <a16:creationId xmlns:a16="http://schemas.microsoft.com/office/drawing/2014/main" id="{6567F78F-3CF7-799E-D45F-060D6E3E9D3F}"/>
                </a:ext>
              </a:extLst>
            </p:cNvPr>
            <p:cNvGrpSpPr/>
            <p:nvPr/>
          </p:nvGrpSpPr>
          <p:grpSpPr>
            <a:xfrm>
              <a:off x="5200375" y="2639632"/>
              <a:ext cx="702583" cy="562352"/>
              <a:chOff x="2722443" y="2610872"/>
              <a:chExt cx="702583" cy="562352"/>
            </a:xfrm>
          </p:grpSpPr>
          <p:sp>
            <p:nvSpPr>
              <p:cNvPr id="474" name="직사각형 473">
                <a:extLst>
                  <a:ext uri="{FF2B5EF4-FFF2-40B4-BE49-F238E27FC236}">
                    <a16:creationId xmlns:a16="http://schemas.microsoft.com/office/drawing/2014/main" id="{E5326D85-0C8D-5F2B-3575-03239F5771D4}"/>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#31</a:t>
                </a:r>
              </a:p>
              <a:p>
                <a:pPr algn="ctr"/>
                <a:r>
                  <a:rPr lang="en-US" altLang="ko-KR" sz="800" dirty="0">
                    <a:solidFill>
                      <a:schemeClr val="tx1"/>
                    </a:solidFill>
                  </a:rPr>
                  <a:t>ID=1</a:t>
                </a:r>
              </a:p>
            </p:txBody>
          </p:sp>
          <p:sp>
            <p:nvSpPr>
              <p:cNvPr id="475" name="TextBox 474">
                <a:extLst>
                  <a:ext uri="{FF2B5EF4-FFF2-40B4-BE49-F238E27FC236}">
                    <a16:creationId xmlns:a16="http://schemas.microsoft.com/office/drawing/2014/main" id="{E0BBA4A4-3644-F63D-3AE4-63F818FE9D19}"/>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476" name="TextBox 475">
                <a:extLst>
                  <a:ext uri="{FF2B5EF4-FFF2-40B4-BE49-F238E27FC236}">
                    <a16:creationId xmlns:a16="http://schemas.microsoft.com/office/drawing/2014/main" id="{D3E1D83A-6AA5-6CAD-F79F-B310024FFA1C}"/>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cxnSp>
          <p:nvCxnSpPr>
            <p:cNvPr id="470" name="직선 화살표 연결선 469">
              <a:extLst>
                <a:ext uri="{FF2B5EF4-FFF2-40B4-BE49-F238E27FC236}">
                  <a16:creationId xmlns:a16="http://schemas.microsoft.com/office/drawing/2014/main" id="{1CD3ABDF-E7FA-8A11-9BBF-AC804D3F49BF}"/>
                </a:ext>
              </a:extLst>
            </p:cNvPr>
            <p:cNvCxnSpPr/>
            <p:nvPr/>
          </p:nvCxnSpPr>
          <p:spPr>
            <a:xfrm>
              <a:off x="2210184" y="2750171"/>
              <a:ext cx="576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1" name="직선 화살표 연결선 470">
              <a:extLst>
                <a:ext uri="{FF2B5EF4-FFF2-40B4-BE49-F238E27FC236}">
                  <a16:creationId xmlns:a16="http://schemas.microsoft.com/office/drawing/2014/main" id="{75F7EBBE-18E4-D557-617F-E668453E3E63}"/>
                </a:ext>
              </a:extLst>
            </p:cNvPr>
            <p:cNvCxnSpPr/>
            <p:nvPr/>
          </p:nvCxnSpPr>
          <p:spPr>
            <a:xfrm>
              <a:off x="3339645"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2" name="직선 화살표 연결선 471">
              <a:extLst>
                <a:ext uri="{FF2B5EF4-FFF2-40B4-BE49-F238E27FC236}">
                  <a16:creationId xmlns:a16="http://schemas.microsoft.com/office/drawing/2014/main" id="{66D7DB22-78A3-EDFD-2712-711524C44F5F}"/>
                </a:ext>
              </a:extLst>
            </p:cNvPr>
            <p:cNvCxnSpPr/>
            <p:nvPr/>
          </p:nvCxnSpPr>
          <p:spPr>
            <a:xfrm>
              <a:off x="4211131" y="2754868"/>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3" name="직선 화살표 연결선 472">
              <a:extLst>
                <a:ext uri="{FF2B5EF4-FFF2-40B4-BE49-F238E27FC236}">
                  <a16:creationId xmlns:a16="http://schemas.microsoft.com/office/drawing/2014/main" id="{63146694-2D7B-D483-1A1C-CE69F88592E5}"/>
                </a:ext>
              </a:extLst>
            </p:cNvPr>
            <p:cNvCxnSpPr/>
            <p:nvPr/>
          </p:nvCxnSpPr>
          <p:spPr>
            <a:xfrm>
              <a:off x="4949076"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6" name="object 84">
            <a:extLst>
              <a:ext uri="{FF2B5EF4-FFF2-40B4-BE49-F238E27FC236}">
                <a16:creationId xmlns:a16="http://schemas.microsoft.com/office/drawing/2014/main" id="{C7BCEAA6-CF8D-A28B-C92E-75DEFF3943C1}"/>
              </a:ext>
            </a:extLst>
          </p:cNvPr>
          <p:cNvSpPr txBox="1"/>
          <p:nvPr/>
        </p:nvSpPr>
        <p:spPr>
          <a:xfrm>
            <a:off x="2139966" y="7045202"/>
            <a:ext cx="259237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12. The sequence of ID-GEN command</a:t>
            </a:r>
          </a:p>
        </p:txBody>
      </p:sp>
    </p:spTree>
    <p:extLst>
      <p:ext uri="{BB962C8B-B14F-4D97-AF65-F5344CB8AC3E}">
        <p14:creationId xmlns:p14="http://schemas.microsoft.com/office/powerpoint/2010/main" val="2592707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2699"/>
            <a:ext cx="6048618"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13545" y="1612565"/>
            <a:ext cx="6039882" cy="6924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Global-write command is used to write the register data to the XDR only if all XDR devices </a:t>
            </a:r>
            <a:r>
              <a:rPr lang="en-US" altLang="ko-KR" sz="900" dirty="0">
                <a:solidFill>
                  <a:srgbClr val="000000"/>
                </a:solidFill>
                <a:latin typeface="Arial" panose="020B0604020202020204" pitchFamily="34" charset="0"/>
                <a:cs typeface="Arial" panose="020B0604020202020204" pitchFamily="34" charset="0"/>
              </a:rPr>
              <a:t>daisied to a channel of the XC24R have the same register data.  If the register data to be written to the XDRs are different each other, at that time the Local-write command should be used.  </a:t>
            </a:r>
            <a:r>
              <a:rPr lang="en-US" altLang="ko-KR" sz="900" dirty="0">
                <a:latin typeface="Arial" panose="020B0604020202020204" pitchFamily="34" charset="0"/>
                <a:cs typeface="Arial" panose="020B0604020202020204" pitchFamily="34" charset="0"/>
              </a:rPr>
              <a:t>For executing the Global-write command properly, the GLOBAL-WRITE DATA register should be firstly written with desired value and then the START bit of the GLOBAL-WRITE COMMAND register should be set with desired address in order to begin transacting this command.</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13545" y="1266807"/>
            <a:ext cx="6039883"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Global-write</a:t>
            </a:r>
          </a:p>
        </p:txBody>
      </p:sp>
      <p:sp>
        <p:nvSpPr>
          <p:cNvPr id="403" name="TextBox 402">
            <a:extLst>
              <a:ext uri="{FF2B5EF4-FFF2-40B4-BE49-F238E27FC236}">
                <a16:creationId xmlns:a16="http://schemas.microsoft.com/office/drawing/2014/main" id="{183C087A-5960-A6C4-9E76-2B0F7AEB11AC}"/>
              </a:ext>
            </a:extLst>
          </p:cNvPr>
          <p:cNvSpPr txBox="1"/>
          <p:nvPr/>
        </p:nvSpPr>
        <p:spPr>
          <a:xfrm>
            <a:off x="404811" y="4705789"/>
            <a:ext cx="6048613" cy="6924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GLOBAL-WRITE COMMAND register consists of 6 bits of </a:t>
            </a:r>
            <a:r>
              <a:rPr lang="en-US" altLang="ko-KR" sz="900" dirty="0">
                <a:solidFill>
                  <a:srgbClr val="000000"/>
                </a:solidFill>
                <a:latin typeface="Arial" panose="020B0604020202020204" pitchFamily="34" charset="0"/>
                <a:cs typeface="Arial" panose="020B0604020202020204" pitchFamily="34" charset="0"/>
              </a:rPr>
              <a:t>ADDRESS</a:t>
            </a:r>
            <a:r>
              <a:rPr lang="en-US" altLang="ko-KR" sz="900" b="0" i="0" dirty="0">
                <a:solidFill>
                  <a:srgbClr val="000000"/>
                </a:solidFill>
                <a:effectLst/>
                <a:latin typeface="Arial" panose="020B0604020202020204" pitchFamily="34" charset="0"/>
                <a:cs typeface="Arial" panose="020B0604020202020204" pitchFamily="34" charset="0"/>
              </a:rPr>
              <a:t> field and 1 bit of </a:t>
            </a:r>
            <a:r>
              <a:rPr lang="en-US" altLang="ko-KR" sz="900" dirty="0">
                <a:solidFill>
                  <a:srgbClr val="000000"/>
                </a:solidFill>
                <a:latin typeface="Arial" panose="020B0604020202020204" pitchFamily="34" charset="0"/>
                <a:cs typeface="Arial" panose="020B0604020202020204" pitchFamily="34" charset="0"/>
              </a:rPr>
              <a:t>START</a:t>
            </a:r>
            <a:r>
              <a:rPr lang="en-US" altLang="ko-KR" sz="900" b="0" i="0" dirty="0">
                <a:solidFill>
                  <a:srgbClr val="000000"/>
                </a:solidFill>
                <a:effectLst/>
                <a:latin typeface="Arial" panose="020B0604020202020204" pitchFamily="34" charset="0"/>
                <a:cs typeface="Arial" panose="020B0604020202020204" pitchFamily="34" charset="0"/>
              </a:rPr>
              <a:t>. </a:t>
            </a:r>
            <a:r>
              <a:rPr lang="en-US" altLang="ko-KR" sz="900" dirty="0">
                <a:solidFill>
                  <a:srgbClr val="000000"/>
                </a:solidFill>
                <a:latin typeface="Arial" panose="020B0604020202020204" pitchFamily="34" charset="0"/>
                <a:cs typeface="Arial" panose="020B0604020202020204" pitchFamily="34" charset="0"/>
              </a:rPr>
              <a:t>The ADDRESS is the register address of the XDR to be accessed.  If the START bit is set with the ADDRESS together, the Global writing command begins issuing simultaneously in all activated channels, and the command streams repeat continuously for the number of daisied XDRs.  The number of daisied devices can be determined by the DAISY SIZE register of each channel.  The max number of daisied devices per channel is 31.</a:t>
            </a:r>
            <a:endParaRPr lang="en-US" altLang="ko-KR" sz="900" dirty="0">
              <a:latin typeface="Arial" panose="020B0604020202020204" pitchFamily="34" charset="0"/>
              <a:cs typeface="Arial" panose="020B0604020202020204" pitchFamily="34" charset="0"/>
            </a:endParaRPr>
          </a:p>
        </p:txBody>
      </p:sp>
      <p:grpSp>
        <p:nvGrpSpPr>
          <p:cNvPr id="141" name="그룹 140">
            <a:extLst>
              <a:ext uri="{FF2B5EF4-FFF2-40B4-BE49-F238E27FC236}">
                <a16:creationId xmlns:a16="http://schemas.microsoft.com/office/drawing/2014/main" id="{3FB316B5-5108-D8A8-3FD6-630C0C30B8E1}"/>
              </a:ext>
            </a:extLst>
          </p:cNvPr>
          <p:cNvGrpSpPr/>
          <p:nvPr/>
        </p:nvGrpSpPr>
        <p:grpSpPr>
          <a:xfrm>
            <a:off x="829043" y="2570586"/>
            <a:ext cx="5069468" cy="1449180"/>
            <a:chOff x="829043" y="2570586"/>
            <a:chExt cx="5069468" cy="1449180"/>
          </a:xfrm>
        </p:grpSpPr>
        <p:cxnSp>
          <p:nvCxnSpPr>
            <p:cNvPr id="77" name="직선 연결선 76">
              <a:extLst>
                <a:ext uri="{FF2B5EF4-FFF2-40B4-BE49-F238E27FC236}">
                  <a16:creationId xmlns:a16="http://schemas.microsoft.com/office/drawing/2014/main" id="{A9107EAF-583A-CA86-BBAA-FF72BBB7E48E}"/>
                </a:ext>
              </a:extLst>
            </p:cNvPr>
            <p:cNvCxnSpPr/>
            <p:nvPr/>
          </p:nvCxnSpPr>
          <p:spPr>
            <a:xfrm>
              <a:off x="1215838" y="2624087"/>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DD9960F-84EA-AF8C-BE41-BDB0C603F2AD}"/>
                </a:ext>
              </a:extLst>
            </p:cNvPr>
            <p:cNvCxnSpPr>
              <a:cxnSpLocks/>
            </p:cNvCxnSpPr>
            <p:nvPr/>
          </p:nvCxnSpPr>
          <p:spPr>
            <a:xfrm>
              <a:off x="1393638" y="2627789"/>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직선 연결선 103">
              <a:extLst>
                <a:ext uri="{FF2B5EF4-FFF2-40B4-BE49-F238E27FC236}">
                  <a16:creationId xmlns:a16="http://schemas.microsoft.com/office/drawing/2014/main" id="{37FB28F2-DDDD-6E3D-0EA5-4D0646F47186}"/>
                </a:ext>
              </a:extLst>
            </p:cNvPr>
            <p:cNvCxnSpPr>
              <a:cxnSpLocks/>
            </p:cNvCxnSpPr>
            <p:nvPr/>
          </p:nvCxnSpPr>
          <p:spPr>
            <a:xfrm flipV="1">
              <a:off x="1393638" y="2771556"/>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직사각형 106">
              <a:extLst>
                <a:ext uri="{FF2B5EF4-FFF2-40B4-BE49-F238E27FC236}">
                  <a16:creationId xmlns:a16="http://schemas.microsoft.com/office/drawing/2014/main" id="{0A94329C-B496-4285-7867-1832370979AA}"/>
                </a:ext>
              </a:extLst>
            </p:cNvPr>
            <p:cNvSpPr/>
            <p:nvPr/>
          </p:nvSpPr>
          <p:spPr>
            <a:xfrm>
              <a:off x="1454515" y="2939608"/>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GLOBAL-WRITE DATA</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8" name="직선 연결선 107">
              <a:extLst>
                <a:ext uri="{FF2B5EF4-FFF2-40B4-BE49-F238E27FC236}">
                  <a16:creationId xmlns:a16="http://schemas.microsoft.com/office/drawing/2014/main" id="{4936B1AC-3EC4-0D9A-62B0-07B59A026C13}"/>
                </a:ext>
              </a:extLst>
            </p:cNvPr>
            <p:cNvCxnSpPr>
              <a:cxnSpLocks/>
            </p:cNvCxnSpPr>
            <p:nvPr/>
          </p:nvCxnSpPr>
          <p:spPr>
            <a:xfrm flipV="1">
              <a:off x="1225289" y="3155076"/>
              <a:ext cx="46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직사각형 129">
              <a:extLst>
                <a:ext uri="{FF2B5EF4-FFF2-40B4-BE49-F238E27FC236}">
                  <a16:creationId xmlns:a16="http://schemas.microsoft.com/office/drawing/2014/main" id="{D0D50348-8192-6884-6B83-DA230051ED8F}"/>
                </a:ext>
              </a:extLst>
            </p:cNvPr>
            <p:cNvSpPr/>
            <p:nvPr/>
          </p:nvSpPr>
          <p:spPr>
            <a:xfrm>
              <a:off x="841474" y="267329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34" name="직사각형 133">
              <a:extLst>
                <a:ext uri="{FF2B5EF4-FFF2-40B4-BE49-F238E27FC236}">
                  <a16:creationId xmlns:a16="http://schemas.microsoft.com/office/drawing/2014/main" id="{A282E6B1-46DB-3C82-53D5-CBC73FED8416}"/>
                </a:ext>
              </a:extLst>
            </p:cNvPr>
            <p:cNvSpPr/>
            <p:nvPr/>
          </p:nvSpPr>
          <p:spPr>
            <a:xfrm>
              <a:off x="850925" y="304981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394" name="직사각형 393">
              <a:extLst>
                <a:ext uri="{FF2B5EF4-FFF2-40B4-BE49-F238E27FC236}">
                  <a16:creationId xmlns:a16="http://schemas.microsoft.com/office/drawing/2014/main" id="{38AA6204-DED6-4912-326F-6147992FA8A3}"/>
                </a:ext>
              </a:extLst>
            </p:cNvPr>
            <p:cNvSpPr/>
            <p:nvPr/>
          </p:nvSpPr>
          <p:spPr>
            <a:xfrm>
              <a:off x="2942627" y="2940037"/>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GLOBAL-WRITE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396" name="직선 연결선 395">
              <a:extLst>
                <a:ext uri="{FF2B5EF4-FFF2-40B4-BE49-F238E27FC236}">
                  <a16:creationId xmlns:a16="http://schemas.microsoft.com/office/drawing/2014/main" id="{8AEFCC38-F48C-F295-9861-6476CD2D0CF6}"/>
                </a:ext>
              </a:extLst>
            </p:cNvPr>
            <p:cNvCxnSpPr>
              <a:cxnSpLocks/>
            </p:cNvCxnSpPr>
            <p:nvPr/>
          </p:nvCxnSpPr>
          <p:spPr>
            <a:xfrm flipV="1">
              <a:off x="2904546" y="2767007"/>
              <a:ext cx="136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7" name="그룹 396">
              <a:extLst>
                <a:ext uri="{FF2B5EF4-FFF2-40B4-BE49-F238E27FC236}">
                  <a16:creationId xmlns:a16="http://schemas.microsoft.com/office/drawing/2014/main" id="{9ECEE973-BDDE-F93C-3955-EADA13039AC4}"/>
                </a:ext>
              </a:extLst>
            </p:cNvPr>
            <p:cNvGrpSpPr/>
            <p:nvPr/>
          </p:nvGrpSpPr>
          <p:grpSpPr>
            <a:xfrm>
              <a:off x="4269126" y="2622583"/>
              <a:ext cx="1620983" cy="144000"/>
              <a:chOff x="5453592" y="2641965"/>
              <a:chExt cx="1688087" cy="144000"/>
            </a:xfrm>
          </p:grpSpPr>
          <p:cxnSp>
            <p:nvCxnSpPr>
              <p:cNvPr id="398" name="직선 연결선 397">
                <a:extLst>
                  <a:ext uri="{FF2B5EF4-FFF2-40B4-BE49-F238E27FC236}">
                    <a16:creationId xmlns:a16="http://schemas.microsoft.com/office/drawing/2014/main" id="{285B62F7-E669-4F3E-B033-2558FB12B4B5}"/>
                  </a:ext>
                </a:extLst>
              </p:cNvPr>
              <p:cNvCxnSpPr/>
              <p:nvPr/>
            </p:nvCxnSpPr>
            <p:spPr>
              <a:xfrm>
                <a:off x="5454616" y="2641965"/>
                <a:ext cx="168706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9" name="직선 연결선 398">
                <a:extLst>
                  <a:ext uri="{FF2B5EF4-FFF2-40B4-BE49-F238E27FC236}">
                    <a16:creationId xmlns:a16="http://schemas.microsoft.com/office/drawing/2014/main" id="{7CEAB621-3B45-8866-F394-B8E79CDF85A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01" name="그룹 400">
              <a:extLst>
                <a:ext uri="{FF2B5EF4-FFF2-40B4-BE49-F238E27FC236}">
                  <a16:creationId xmlns:a16="http://schemas.microsoft.com/office/drawing/2014/main" id="{0A04C436-9409-CA76-1D56-B0F28F42B482}"/>
                </a:ext>
              </a:extLst>
            </p:cNvPr>
            <p:cNvGrpSpPr/>
            <p:nvPr/>
          </p:nvGrpSpPr>
          <p:grpSpPr>
            <a:xfrm>
              <a:off x="2730945" y="2623007"/>
              <a:ext cx="179694" cy="146277"/>
              <a:chOff x="3250176" y="2637183"/>
              <a:chExt cx="179694" cy="146277"/>
            </a:xfrm>
          </p:grpSpPr>
          <p:grpSp>
            <p:nvGrpSpPr>
              <p:cNvPr id="395" name="그룹 394">
                <a:extLst>
                  <a:ext uri="{FF2B5EF4-FFF2-40B4-BE49-F238E27FC236}">
                    <a16:creationId xmlns:a16="http://schemas.microsoft.com/office/drawing/2014/main" id="{4218C486-9B10-1D29-3E96-7D9FD4D0A646}"/>
                  </a:ext>
                </a:extLst>
              </p:cNvPr>
              <p:cNvGrpSpPr/>
              <p:nvPr/>
            </p:nvGrpSpPr>
            <p:grpSpPr>
              <a:xfrm>
                <a:off x="3250176" y="2637183"/>
                <a:ext cx="178824" cy="144000"/>
                <a:chOff x="5453592" y="2641965"/>
                <a:chExt cx="178824" cy="144000"/>
              </a:xfrm>
            </p:grpSpPr>
            <p:cxnSp>
              <p:nvCxnSpPr>
                <p:cNvPr id="105" name="직선 연결선 104">
                  <a:extLst>
                    <a:ext uri="{FF2B5EF4-FFF2-40B4-BE49-F238E27FC236}">
                      <a16:creationId xmlns:a16="http://schemas.microsoft.com/office/drawing/2014/main" id="{40238E3F-12A1-0642-5012-37D7E717393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27171997-FB3A-2F0B-3696-F61D6F4F6ED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0" name="직선 연결선 399">
                <a:extLst>
                  <a:ext uri="{FF2B5EF4-FFF2-40B4-BE49-F238E27FC236}">
                    <a16:creationId xmlns:a16="http://schemas.microsoft.com/office/drawing/2014/main" id="{FF3616E3-9C35-FFF9-DDBE-CE1CD95EE06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 name="직선 연결선 4">
              <a:extLst>
                <a:ext uri="{FF2B5EF4-FFF2-40B4-BE49-F238E27FC236}">
                  <a16:creationId xmlns:a16="http://schemas.microsoft.com/office/drawing/2014/main" id="{A7F366FA-0814-9A04-D41F-D7EEFBDAF484}"/>
                </a:ext>
              </a:extLst>
            </p:cNvPr>
            <p:cNvCxnSpPr>
              <a:cxnSpLocks/>
            </p:cNvCxnSpPr>
            <p:nvPr/>
          </p:nvCxnSpPr>
          <p:spPr>
            <a:xfrm flipV="1">
              <a:off x="1195630" y="3508278"/>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B5881562-0A39-F01A-E986-4499AF3F9B63}"/>
                </a:ext>
              </a:extLst>
            </p:cNvPr>
            <p:cNvSpPr/>
            <p:nvPr/>
          </p:nvSpPr>
          <p:spPr>
            <a:xfrm>
              <a:off x="841474" y="3405260"/>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8" name="그룹 7">
              <a:extLst>
                <a:ext uri="{FF2B5EF4-FFF2-40B4-BE49-F238E27FC236}">
                  <a16:creationId xmlns:a16="http://schemas.microsoft.com/office/drawing/2014/main" id="{E12C7F10-1893-62C1-0A4F-B1B24F378ABD}"/>
                </a:ext>
              </a:extLst>
            </p:cNvPr>
            <p:cNvGrpSpPr/>
            <p:nvPr/>
          </p:nvGrpSpPr>
          <p:grpSpPr>
            <a:xfrm>
              <a:off x="4402570" y="3362991"/>
              <a:ext cx="72000" cy="146277"/>
              <a:chOff x="3250176" y="2637183"/>
              <a:chExt cx="179694" cy="146277"/>
            </a:xfrm>
          </p:grpSpPr>
          <p:grpSp>
            <p:nvGrpSpPr>
              <p:cNvPr id="10" name="그룹 9">
                <a:extLst>
                  <a:ext uri="{FF2B5EF4-FFF2-40B4-BE49-F238E27FC236}">
                    <a16:creationId xmlns:a16="http://schemas.microsoft.com/office/drawing/2014/main" id="{4E525B47-F9E9-4FCD-5CF2-477CEBA461A2}"/>
                  </a:ext>
                </a:extLst>
              </p:cNvPr>
              <p:cNvGrpSpPr/>
              <p:nvPr/>
            </p:nvGrpSpPr>
            <p:grpSpPr>
              <a:xfrm>
                <a:off x="3250176" y="2637183"/>
                <a:ext cx="178824" cy="144000"/>
                <a:chOff x="5453592" y="2641965"/>
                <a:chExt cx="178824" cy="144000"/>
              </a:xfrm>
            </p:grpSpPr>
            <p:cxnSp>
              <p:nvCxnSpPr>
                <p:cNvPr id="12" name="직선 연결선 11">
                  <a:extLst>
                    <a:ext uri="{FF2B5EF4-FFF2-40B4-BE49-F238E27FC236}">
                      <a16:creationId xmlns:a16="http://schemas.microsoft.com/office/drawing/2014/main" id="{A7B12125-9EE1-052D-C98D-F5EF27C016C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직선 연결선 12">
                  <a:extLst>
                    <a:ext uri="{FF2B5EF4-FFF2-40B4-BE49-F238E27FC236}">
                      <a16:creationId xmlns:a16="http://schemas.microsoft.com/office/drawing/2014/main" id="{58BD7F01-BAD4-A6E8-25B6-DA54AF57D89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 name="직선 연결선 10">
                <a:extLst>
                  <a:ext uri="{FF2B5EF4-FFF2-40B4-BE49-F238E27FC236}">
                    <a16:creationId xmlns:a16="http://schemas.microsoft.com/office/drawing/2014/main" id="{5494EA4F-662A-48C0-66C4-F3C8BF3E82A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직선 연결선 13">
              <a:extLst>
                <a:ext uri="{FF2B5EF4-FFF2-40B4-BE49-F238E27FC236}">
                  <a16:creationId xmlns:a16="http://schemas.microsoft.com/office/drawing/2014/main" id="{62A7FB48-625E-774C-22C9-4280909EDF89}"/>
                </a:ext>
              </a:extLst>
            </p:cNvPr>
            <p:cNvCxnSpPr>
              <a:cxnSpLocks/>
            </p:cNvCxnSpPr>
            <p:nvPr/>
          </p:nvCxnSpPr>
          <p:spPr>
            <a:xfrm>
              <a:off x="4474221" y="350699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7B985088-CB44-B76D-2FC3-EF2E2E846546}"/>
                </a:ext>
              </a:extLst>
            </p:cNvPr>
            <p:cNvGrpSpPr/>
            <p:nvPr/>
          </p:nvGrpSpPr>
          <p:grpSpPr>
            <a:xfrm>
              <a:off x="4512812" y="3362959"/>
              <a:ext cx="72000" cy="146277"/>
              <a:chOff x="3250176" y="2637183"/>
              <a:chExt cx="179694" cy="146277"/>
            </a:xfrm>
          </p:grpSpPr>
          <p:grpSp>
            <p:nvGrpSpPr>
              <p:cNvPr id="19" name="그룹 18">
                <a:extLst>
                  <a:ext uri="{FF2B5EF4-FFF2-40B4-BE49-F238E27FC236}">
                    <a16:creationId xmlns:a16="http://schemas.microsoft.com/office/drawing/2014/main" id="{0227BFBD-054D-0A6D-965F-2C84D406DCC3}"/>
                  </a:ext>
                </a:extLst>
              </p:cNvPr>
              <p:cNvGrpSpPr/>
              <p:nvPr/>
            </p:nvGrpSpPr>
            <p:grpSpPr>
              <a:xfrm>
                <a:off x="3250176" y="2637183"/>
                <a:ext cx="178824" cy="144000"/>
                <a:chOff x="5453592" y="2641965"/>
                <a:chExt cx="178824" cy="144000"/>
              </a:xfrm>
            </p:grpSpPr>
            <p:cxnSp>
              <p:nvCxnSpPr>
                <p:cNvPr id="21" name="직선 연결선 20">
                  <a:extLst>
                    <a:ext uri="{FF2B5EF4-FFF2-40B4-BE49-F238E27FC236}">
                      <a16:creationId xmlns:a16="http://schemas.microsoft.com/office/drawing/2014/main" id="{6ACEEF10-6E7C-AC9F-1756-8BD688B5F91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직선 연결선 21">
                  <a:extLst>
                    <a:ext uri="{FF2B5EF4-FFF2-40B4-BE49-F238E27FC236}">
                      <a16:creationId xmlns:a16="http://schemas.microsoft.com/office/drawing/2014/main" id="{24C57F90-7B3C-D38D-427D-46BD20626B1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 name="직선 연결선 19">
                <a:extLst>
                  <a:ext uri="{FF2B5EF4-FFF2-40B4-BE49-F238E27FC236}">
                    <a16:creationId xmlns:a16="http://schemas.microsoft.com/office/drawing/2014/main" id="{F94507AA-9642-E6FC-D514-B67AA405138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 name="직선 연결선 22">
              <a:extLst>
                <a:ext uri="{FF2B5EF4-FFF2-40B4-BE49-F238E27FC236}">
                  <a16:creationId xmlns:a16="http://schemas.microsoft.com/office/drawing/2014/main" id="{91C3668D-4198-3193-8830-9A58E1564A06}"/>
                </a:ext>
              </a:extLst>
            </p:cNvPr>
            <p:cNvCxnSpPr>
              <a:cxnSpLocks/>
            </p:cNvCxnSpPr>
            <p:nvPr/>
          </p:nvCxnSpPr>
          <p:spPr>
            <a:xfrm>
              <a:off x="4584463" y="350254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4" name="그룹 23">
              <a:extLst>
                <a:ext uri="{FF2B5EF4-FFF2-40B4-BE49-F238E27FC236}">
                  <a16:creationId xmlns:a16="http://schemas.microsoft.com/office/drawing/2014/main" id="{A739775F-D692-E888-B05F-E88C890F8DDD}"/>
                </a:ext>
              </a:extLst>
            </p:cNvPr>
            <p:cNvGrpSpPr/>
            <p:nvPr/>
          </p:nvGrpSpPr>
          <p:grpSpPr>
            <a:xfrm>
              <a:off x="4624602" y="3360510"/>
              <a:ext cx="72000" cy="146277"/>
              <a:chOff x="3250176" y="2637183"/>
              <a:chExt cx="179694" cy="146277"/>
            </a:xfrm>
          </p:grpSpPr>
          <p:grpSp>
            <p:nvGrpSpPr>
              <p:cNvPr id="26" name="그룹 25">
                <a:extLst>
                  <a:ext uri="{FF2B5EF4-FFF2-40B4-BE49-F238E27FC236}">
                    <a16:creationId xmlns:a16="http://schemas.microsoft.com/office/drawing/2014/main" id="{DAEF6EFC-0155-9443-0837-7DA35CF49ED5}"/>
                  </a:ext>
                </a:extLst>
              </p:cNvPr>
              <p:cNvGrpSpPr/>
              <p:nvPr/>
            </p:nvGrpSpPr>
            <p:grpSpPr>
              <a:xfrm>
                <a:off x="3250176" y="2637183"/>
                <a:ext cx="178824" cy="144000"/>
                <a:chOff x="5453592" y="2641965"/>
                <a:chExt cx="178824" cy="144000"/>
              </a:xfrm>
            </p:grpSpPr>
            <p:cxnSp>
              <p:nvCxnSpPr>
                <p:cNvPr id="28" name="직선 연결선 27">
                  <a:extLst>
                    <a:ext uri="{FF2B5EF4-FFF2-40B4-BE49-F238E27FC236}">
                      <a16:creationId xmlns:a16="http://schemas.microsoft.com/office/drawing/2014/main" id="{F6F6A250-9DE3-819C-6231-581B1080B40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a:extLst>
                    <a:ext uri="{FF2B5EF4-FFF2-40B4-BE49-F238E27FC236}">
                      <a16:creationId xmlns:a16="http://schemas.microsoft.com/office/drawing/2014/main" id="{A1194D10-38CC-16E9-69E9-D357B6E8B7F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7" name="직선 연결선 26">
                <a:extLst>
                  <a:ext uri="{FF2B5EF4-FFF2-40B4-BE49-F238E27FC236}">
                    <a16:creationId xmlns:a16="http://schemas.microsoft.com/office/drawing/2014/main" id="{48298FDB-66FE-DF10-3233-CC41498098A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 name="직선 연결선 29">
              <a:extLst>
                <a:ext uri="{FF2B5EF4-FFF2-40B4-BE49-F238E27FC236}">
                  <a16:creationId xmlns:a16="http://schemas.microsoft.com/office/drawing/2014/main" id="{56184457-D04D-50D1-1AA1-B4617975774F}"/>
                </a:ext>
              </a:extLst>
            </p:cNvPr>
            <p:cNvCxnSpPr>
              <a:cxnSpLocks/>
            </p:cNvCxnSpPr>
            <p:nvPr/>
          </p:nvCxnSpPr>
          <p:spPr>
            <a:xfrm>
              <a:off x="4698190" y="350311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1" name="그룹 30">
              <a:extLst>
                <a:ext uri="{FF2B5EF4-FFF2-40B4-BE49-F238E27FC236}">
                  <a16:creationId xmlns:a16="http://schemas.microsoft.com/office/drawing/2014/main" id="{1430FEEA-317E-1A29-1398-7A2762E1C983}"/>
                </a:ext>
              </a:extLst>
            </p:cNvPr>
            <p:cNvGrpSpPr/>
            <p:nvPr/>
          </p:nvGrpSpPr>
          <p:grpSpPr>
            <a:xfrm>
              <a:off x="4737748" y="3359371"/>
              <a:ext cx="35826" cy="146277"/>
              <a:chOff x="3250176" y="2637183"/>
              <a:chExt cx="178824" cy="146277"/>
            </a:xfrm>
          </p:grpSpPr>
          <p:grpSp>
            <p:nvGrpSpPr>
              <p:cNvPr id="32" name="그룹 31">
                <a:extLst>
                  <a:ext uri="{FF2B5EF4-FFF2-40B4-BE49-F238E27FC236}">
                    <a16:creationId xmlns:a16="http://schemas.microsoft.com/office/drawing/2014/main" id="{9EDA5759-D564-CEE4-8D51-ADD1D4DBFC26}"/>
                  </a:ext>
                </a:extLst>
              </p:cNvPr>
              <p:cNvGrpSpPr/>
              <p:nvPr/>
            </p:nvGrpSpPr>
            <p:grpSpPr>
              <a:xfrm>
                <a:off x="3250176" y="2637183"/>
                <a:ext cx="178824" cy="144000"/>
                <a:chOff x="5453592" y="2641965"/>
                <a:chExt cx="178824" cy="144000"/>
              </a:xfrm>
            </p:grpSpPr>
            <p:cxnSp>
              <p:nvCxnSpPr>
                <p:cNvPr id="34" name="직선 연결선 33">
                  <a:extLst>
                    <a:ext uri="{FF2B5EF4-FFF2-40B4-BE49-F238E27FC236}">
                      <a16:creationId xmlns:a16="http://schemas.microsoft.com/office/drawing/2014/main" id="{1FAF79A8-F2D5-BC59-0721-E8FA1DBEF2A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직선 연결선 34">
                  <a:extLst>
                    <a:ext uri="{FF2B5EF4-FFF2-40B4-BE49-F238E27FC236}">
                      <a16:creationId xmlns:a16="http://schemas.microsoft.com/office/drawing/2014/main" id="{4F9D5FB4-E09A-F1B6-BC47-7B5EBA31F65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 name="직선 연결선 32">
                <a:extLst>
                  <a:ext uri="{FF2B5EF4-FFF2-40B4-BE49-F238E27FC236}">
                    <a16:creationId xmlns:a16="http://schemas.microsoft.com/office/drawing/2014/main" id="{AD63F160-9384-9406-AD7F-BC1D739D08C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 name="직선 연결선 35">
              <a:extLst>
                <a:ext uri="{FF2B5EF4-FFF2-40B4-BE49-F238E27FC236}">
                  <a16:creationId xmlns:a16="http://schemas.microsoft.com/office/drawing/2014/main" id="{6CF4C80A-5C0D-9157-48AD-4DCE07C41A7E}"/>
                </a:ext>
              </a:extLst>
            </p:cNvPr>
            <p:cNvCxnSpPr>
              <a:cxnSpLocks/>
            </p:cNvCxnSpPr>
            <p:nvPr/>
          </p:nvCxnSpPr>
          <p:spPr>
            <a:xfrm>
              <a:off x="4773564" y="3502541"/>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 name="그룹 36">
              <a:extLst>
                <a:ext uri="{FF2B5EF4-FFF2-40B4-BE49-F238E27FC236}">
                  <a16:creationId xmlns:a16="http://schemas.microsoft.com/office/drawing/2014/main" id="{70EBFF49-4776-5B33-BA75-B019D1E49131}"/>
                </a:ext>
              </a:extLst>
            </p:cNvPr>
            <p:cNvGrpSpPr/>
            <p:nvPr/>
          </p:nvGrpSpPr>
          <p:grpSpPr>
            <a:xfrm>
              <a:off x="4847639" y="3357849"/>
              <a:ext cx="455423" cy="146277"/>
              <a:chOff x="3250176" y="2637183"/>
              <a:chExt cx="179694" cy="146277"/>
            </a:xfrm>
          </p:grpSpPr>
          <p:grpSp>
            <p:nvGrpSpPr>
              <p:cNvPr id="38" name="그룹 37">
                <a:extLst>
                  <a:ext uri="{FF2B5EF4-FFF2-40B4-BE49-F238E27FC236}">
                    <a16:creationId xmlns:a16="http://schemas.microsoft.com/office/drawing/2014/main" id="{930007C6-E63A-B05D-71D3-345ADBE07ADD}"/>
                  </a:ext>
                </a:extLst>
              </p:cNvPr>
              <p:cNvGrpSpPr/>
              <p:nvPr/>
            </p:nvGrpSpPr>
            <p:grpSpPr>
              <a:xfrm>
                <a:off x="3250176" y="2637183"/>
                <a:ext cx="178824" cy="144000"/>
                <a:chOff x="5453592" y="2641965"/>
                <a:chExt cx="178824" cy="144000"/>
              </a:xfrm>
            </p:grpSpPr>
            <p:cxnSp>
              <p:nvCxnSpPr>
                <p:cNvPr id="40" name="직선 연결선 39">
                  <a:extLst>
                    <a:ext uri="{FF2B5EF4-FFF2-40B4-BE49-F238E27FC236}">
                      <a16:creationId xmlns:a16="http://schemas.microsoft.com/office/drawing/2014/main" id="{F54ED144-72F1-4EE1-24E4-1AEDDBF8675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직선 연결선 40">
                  <a:extLst>
                    <a:ext uri="{FF2B5EF4-FFF2-40B4-BE49-F238E27FC236}">
                      <a16:creationId xmlns:a16="http://schemas.microsoft.com/office/drawing/2014/main" id="{00D0E849-F9F7-76EC-04B8-C8AF3A6584C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 name="직선 연결선 38">
                <a:extLst>
                  <a:ext uri="{FF2B5EF4-FFF2-40B4-BE49-F238E27FC236}">
                    <a16:creationId xmlns:a16="http://schemas.microsoft.com/office/drawing/2014/main" id="{65D91167-A1AA-DD42-B20E-5E7EDE0AEB1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 name="직선 연결선 41">
              <a:extLst>
                <a:ext uri="{FF2B5EF4-FFF2-40B4-BE49-F238E27FC236}">
                  <a16:creationId xmlns:a16="http://schemas.microsoft.com/office/drawing/2014/main" id="{458C19C7-F756-D30D-BD5C-0252B9142251}"/>
                </a:ext>
              </a:extLst>
            </p:cNvPr>
            <p:cNvCxnSpPr>
              <a:cxnSpLocks/>
            </p:cNvCxnSpPr>
            <p:nvPr/>
          </p:nvCxnSpPr>
          <p:spPr>
            <a:xfrm>
              <a:off x="4851915" y="3501849"/>
              <a:ext cx="10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4" name="그룹 43">
              <a:extLst>
                <a:ext uri="{FF2B5EF4-FFF2-40B4-BE49-F238E27FC236}">
                  <a16:creationId xmlns:a16="http://schemas.microsoft.com/office/drawing/2014/main" id="{A1E44F9D-F607-A92F-A566-B747292A5CCE}"/>
                </a:ext>
              </a:extLst>
            </p:cNvPr>
            <p:cNvGrpSpPr/>
            <p:nvPr/>
          </p:nvGrpSpPr>
          <p:grpSpPr>
            <a:xfrm>
              <a:off x="5302794" y="3357509"/>
              <a:ext cx="455423" cy="146277"/>
              <a:chOff x="3250176" y="2637183"/>
              <a:chExt cx="179694" cy="146277"/>
            </a:xfrm>
          </p:grpSpPr>
          <p:grpSp>
            <p:nvGrpSpPr>
              <p:cNvPr id="45" name="그룹 44">
                <a:extLst>
                  <a:ext uri="{FF2B5EF4-FFF2-40B4-BE49-F238E27FC236}">
                    <a16:creationId xmlns:a16="http://schemas.microsoft.com/office/drawing/2014/main" id="{1011ABEA-D919-F94E-CFB2-B1C9AE9C3FAF}"/>
                  </a:ext>
                </a:extLst>
              </p:cNvPr>
              <p:cNvGrpSpPr/>
              <p:nvPr/>
            </p:nvGrpSpPr>
            <p:grpSpPr>
              <a:xfrm>
                <a:off x="3250176" y="2637183"/>
                <a:ext cx="178824" cy="144000"/>
                <a:chOff x="5453592" y="2641965"/>
                <a:chExt cx="178824" cy="144000"/>
              </a:xfrm>
            </p:grpSpPr>
            <p:cxnSp>
              <p:nvCxnSpPr>
                <p:cNvPr id="47" name="직선 연결선 46">
                  <a:extLst>
                    <a:ext uri="{FF2B5EF4-FFF2-40B4-BE49-F238E27FC236}">
                      <a16:creationId xmlns:a16="http://schemas.microsoft.com/office/drawing/2014/main" id="{28506CBC-4362-72CA-A9BE-3720E892BA9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직선 연결선 48">
                  <a:extLst>
                    <a:ext uri="{FF2B5EF4-FFF2-40B4-BE49-F238E27FC236}">
                      <a16:creationId xmlns:a16="http://schemas.microsoft.com/office/drawing/2014/main" id="{76987D9F-49F4-BB71-0569-F38DFDD611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6" name="직선 연결선 45">
                <a:extLst>
                  <a:ext uri="{FF2B5EF4-FFF2-40B4-BE49-F238E27FC236}">
                    <a16:creationId xmlns:a16="http://schemas.microsoft.com/office/drawing/2014/main" id="{833CFE43-93D0-7E14-EB58-FAD29FBF83E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 name="직선 연결선 52">
              <a:extLst>
                <a:ext uri="{FF2B5EF4-FFF2-40B4-BE49-F238E27FC236}">
                  <a16:creationId xmlns:a16="http://schemas.microsoft.com/office/drawing/2014/main" id="{05820A77-0860-9A7B-5268-DB1B011DD260}"/>
                </a:ext>
              </a:extLst>
            </p:cNvPr>
            <p:cNvCxnSpPr>
              <a:cxnSpLocks/>
            </p:cNvCxnSpPr>
            <p:nvPr/>
          </p:nvCxnSpPr>
          <p:spPr>
            <a:xfrm flipV="1">
              <a:off x="1195902" y="3728641"/>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직사각형 53">
              <a:extLst>
                <a:ext uri="{FF2B5EF4-FFF2-40B4-BE49-F238E27FC236}">
                  <a16:creationId xmlns:a16="http://schemas.microsoft.com/office/drawing/2014/main" id="{D8971CDD-4662-4AC4-6654-D1542B84823E}"/>
                </a:ext>
              </a:extLst>
            </p:cNvPr>
            <p:cNvSpPr/>
            <p:nvPr/>
          </p:nvSpPr>
          <p:spPr>
            <a:xfrm>
              <a:off x="834168" y="362562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55" name="그룹 54">
              <a:extLst>
                <a:ext uri="{FF2B5EF4-FFF2-40B4-BE49-F238E27FC236}">
                  <a16:creationId xmlns:a16="http://schemas.microsoft.com/office/drawing/2014/main" id="{99B56DAF-67A2-B668-D8BF-942E720EB0AA}"/>
                </a:ext>
              </a:extLst>
            </p:cNvPr>
            <p:cNvGrpSpPr/>
            <p:nvPr/>
          </p:nvGrpSpPr>
          <p:grpSpPr>
            <a:xfrm>
              <a:off x="4402842" y="3583354"/>
              <a:ext cx="72000" cy="146277"/>
              <a:chOff x="3250176" y="2637183"/>
              <a:chExt cx="179694" cy="146277"/>
            </a:xfrm>
          </p:grpSpPr>
          <p:grpSp>
            <p:nvGrpSpPr>
              <p:cNvPr id="56" name="그룹 55">
                <a:extLst>
                  <a:ext uri="{FF2B5EF4-FFF2-40B4-BE49-F238E27FC236}">
                    <a16:creationId xmlns:a16="http://schemas.microsoft.com/office/drawing/2014/main" id="{5494AD7D-9D6F-0D40-86BB-2D80F504039A}"/>
                  </a:ext>
                </a:extLst>
              </p:cNvPr>
              <p:cNvGrpSpPr/>
              <p:nvPr/>
            </p:nvGrpSpPr>
            <p:grpSpPr>
              <a:xfrm>
                <a:off x="3250176" y="2637183"/>
                <a:ext cx="178824" cy="144000"/>
                <a:chOff x="5453592" y="2641965"/>
                <a:chExt cx="178824" cy="144000"/>
              </a:xfrm>
            </p:grpSpPr>
            <p:cxnSp>
              <p:nvCxnSpPr>
                <p:cNvPr id="58" name="직선 연결선 57">
                  <a:extLst>
                    <a:ext uri="{FF2B5EF4-FFF2-40B4-BE49-F238E27FC236}">
                      <a16:creationId xmlns:a16="http://schemas.microsoft.com/office/drawing/2014/main" id="{82C0F152-6C3C-08A7-283D-E81F536D5D7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직선 연결선 58">
                  <a:extLst>
                    <a:ext uri="{FF2B5EF4-FFF2-40B4-BE49-F238E27FC236}">
                      <a16:creationId xmlns:a16="http://schemas.microsoft.com/office/drawing/2014/main" id="{B3F9DD39-A70F-7D78-8324-6C2EE63A0D9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 name="직선 연결선 56">
                <a:extLst>
                  <a:ext uri="{FF2B5EF4-FFF2-40B4-BE49-F238E27FC236}">
                    <a16:creationId xmlns:a16="http://schemas.microsoft.com/office/drawing/2014/main" id="{186BCD55-F65F-BA0A-34F9-F9BF95D1D09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직선 연결선 59">
              <a:extLst>
                <a:ext uri="{FF2B5EF4-FFF2-40B4-BE49-F238E27FC236}">
                  <a16:creationId xmlns:a16="http://schemas.microsoft.com/office/drawing/2014/main" id="{8356D9A0-0C71-4206-B385-387BA903E260}"/>
                </a:ext>
              </a:extLst>
            </p:cNvPr>
            <p:cNvCxnSpPr>
              <a:cxnSpLocks/>
            </p:cNvCxnSpPr>
            <p:nvPr/>
          </p:nvCxnSpPr>
          <p:spPr>
            <a:xfrm>
              <a:off x="4474493" y="372735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1" name="그룹 60">
              <a:extLst>
                <a:ext uri="{FF2B5EF4-FFF2-40B4-BE49-F238E27FC236}">
                  <a16:creationId xmlns:a16="http://schemas.microsoft.com/office/drawing/2014/main" id="{289822EF-8313-7CBF-B3CF-81EFDEDD3E4A}"/>
                </a:ext>
              </a:extLst>
            </p:cNvPr>
            <p:cNvGrpSpPr/>
            <p:nvPr/>
          </p:nvGrpSpPr>
          <p:grpSpPr>
            <a:xfrm>
              <a:off x="4513084" y="3583322"/>
              <a:ext cx="72000" cy="146277"/>
              <a:chOff x="3250176" y="2637183"/>
              <a:chExt cx="179694" cy="146277"/>
            </a:xfrm>
          </p:grpSpPr>
          <p:grpSp>
            <p:nvGrpSpPr>
              <p:cNvPr id="62" name="그룹 61">
                <a:extLst>
                  <a:ext uri="{FF2B5EF4-FFF2-40B4-BE49-F238E27FC236}">
                    <a16:creationId xmlns:a16="http://schemas.microsoft.com/office/drawing/2014/main" id="{FBA7BC9C-C49C-3198-AF76-CB41946DD621}"/>
                  </a:ext>
                </a:extLst>
              </p:cNvPr>
              <p:cNvGrpSpPr/>
              <p:nvPr/>
            </p:nvGrpSpPr>
            <p:grpSpPr>
              <a:xfrm>
                <a:off x="3250176" y="2637183"/>
                <a:ext cx="178824" cy="144000"/>
                <a:chOff x="5453592" y="2641965"/>
                <a:chExt cx="178824" cy="144000"/>
              </a:xfrm>
            </p:grpSpPr>
            <p:cxnSp>
              <p:nvCxnSpPr>
                <p:cNvPr id="64" name="직선 연결선 63">
                  <a:extLst>
                    <a:ext uri="{FF2B5EF4-FFF2-40B4-BE49-F238E27FC236}">
                      <a16:creationId xmlns:a16="http://schemas.microsoft.com/office/drawing/2014/main" id="{8C1C1A3B-1ECD-91C6-A248-6026D83F728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직선 연결선 64">
                  <a:extLst>
                    <a:ext uri="{FF2B5EF4-FFF2-40B4-BE49-F238E27FC236}">
                      <a16:creationId xmlns:a16="http://schemas.microsoft.com/office/drawing/2014/main" id="{8636885B-B317-F9E2-B834-35D90A2174C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 name="직선 연결선 62">
                <a:extLst>
                  <a:ext uri="{FF2B5EF4-FFF2-40B4-BE49-F238E27FC236}">
                    <a16:creationId xmlns:a16="http://schemas.microsoft.com/office/drawing/2014/main" id="{F2CF7CDA-876E-4059-792D-EC35C74ADF4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6" name="직선 연결선 65">
              <a:extLst>
                <a:ext uri="{FF2B5EF4-FFF2-40B4-BE49-F238E27FC236}">
                  <a16:creationId xmlns:a16="http://schemas.microsoft.com/office/drawing/2014/main" id="{96C8942C-CA26-607C-3E0A-9CB35323AEAA}"/>
                </a:ext>
              </a:extLst>
            </p:cNvPr>
            <p:cNvCxnSpPr>
              <a:cxnSpLocks/>
            </p:cNvCxnSpPr>
            <p:nvPr/>
          </p:nvCxnSpPr>
          <p:spPr>
            <a:xfrm>
              <a:off x="4584735" y="372290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7" name="그룹 66">
              <a:extLst>
                <a:ext uri="{FF2B5EF4-FFF2-40B4-BE49-F238E27FC236}">
                  <a16:creationId xmlns:a16="http://schemas.microsoft.com/office/drawing/2014/main" id="{B267B737-E888-B8A7-17D2-226BF60D9902}"/>
                </a:ext>
              </a:extLst>
            </p:cNvPr>
            <p:cNvGrpSpPr/>
            <p:nvPr/>
          </p:nvGrpSpPr>
          <p:grpSpPr>
            <a:xfrm>
              <a:off x="4624874" y="3580873"/>
              <a:ext cx="72000" cy="146277"/>
              <a:chOff x="3250176" y="2637183"/>
              <a:chExt cx="179694" cy="146277"/>
            </a:xfrm>
          </p:grpSpPr>
          <p:grpSp>
            <p:nvGrpSpPr>
              <p:cNvPr id="68" name="그룹 67">
                <a:extLst>
                  <a:ext uri="{FF2B5EF4-FFF2-40B4-BE49-F238E27FC236}">
                    <a16:creationId xmlns:a16="http://schemas.microsoft.com/office/drawing/2014/main" id="{F6925B72-F86E-FDEB-2E77-CF5D42F94514}"/>
                  </a:ext>
                </a:extLst>
              </p:cNvPr>
              <p:cNvGrpSpPr/>
              <p:nvPr/>
            </p:nvGrpSpPr>
            <p:grpSpPr>
              <a:xfrm>
                <a:off x="3250176" y="2637183"/>
                <a:ext cx="178824" cy="144000"/>
                <a:chOff x="5453592" y="2641965"/>
                <a:chExt cx="178824" cy="144000"/>
              </a:xfrm>
            </p:grpSpPr>
            <p:cxnSp>
              <p:nvCxnSpPr>
                <p:cNvPr id="70" name="직선 연결선 69">
                  <a:extLst>
                    <a:ext uri="{FF2B5EF4-FFF2-40B4-BE49-F238E27FC236}">
                      <a16:creationId xmlns:a16="http://schemas.microsoft.com/office/drawing/2014/main" id="{37CB894A-D6DE-83A5-F8C9-FAD093762F5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직선 연결선 70">
                  <a:extLst>
                    <a:ext uri="{FF2B5EF4-FFF2-40B4-BE49-F238E27FC236}">
                      <a16:creationId xmlns:a16="http://schemas.microsoft.com/office/drawing/2014/main" id="{6AED7454-20E3-A1CD-D3D6-A34734C635F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9" name="직선 연결선 68">
                <a:extLst>
                  <a:ext uri="{FF2B5EF4-FFF2-40B4-BE49-F238E27FC236}">
                    <a16:creationId xmlns:a16="http://schemas.microsoft.com/office/drawing/2014/main" id="{19B6C840-CE25-BC41-47CC-DBF89CB04F5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72" name="직선 연결선 71">
              <a:extLst>
                <a:ext uri="{FF2B5EF4-FFF2-40B4-BE49-F238E27FC236}">
                  <a16:creationId xmlns:a16="http://schemas.microsoft.com/office/drawing/2014/main" id="{0361B2F1-780E-E2AF-0449-E1F0FDA95305}"/>
                </a:ext>
              </a:extLst>
            </p:cNvPr>
            <p:cNvCxnSpPr>
              <a:cxnSpLocks/>
            </p:cNvCxnSpPr>
            <p:nvPr/>
          </p:nvCxnSpPr>
          <p:spPr>
            <a:xfrm>
              <a:off x="4698462" y="372348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3" name="그룹 72">
              <a:extLst>
                <a:ext uri="{FF2B5EF4-FFF2-40B4-BE49-F238E27FC236}">
                  <a16:creationId xmlns:a16="http://schemas.microsoft.com/office/drawing/2014/main" id="{6440D87A-DFBD-E612-3A97-3AAE98B2D815}"/>
                </a:ext>
              </a:extLst>
            </p:cNvPr>
            <p:cNvGrpSpPr/>
            <p:nvPr/>
          </p:nvGrpSpPr>
          <p:grpSpPr>
            <a:xfrm>
              <a:off x="4738020" y="3579734"/>
              <a:ext cx="35826" cy="146277"/>
              <a:chOff x="3250176" y="2637183"/>
              <a:chExt cx="178824" cy="146277"/>
            </a:xfrm>
          </p:grpSpPr>
          <p:grpSp>
            <p:nvGrpSpPr>
              <p:cNvPr id="74" name="그룹 73">
                <a:extLst>
                  <a:ext uri="{FF2B5EF4-FFF2-40B4-BE49-F238E27FC236}">
                    <a16:creationId xmlns:a16="http://schemas.microsoft.com/office/drawing/2014/main" id="{DEF40A64-0321-CD16-E085-5AE15D616204}"/>
                  </a:ext>
                </a:extLst>
              </p:cNvPr>
              <p:cNvGrpSpPr/>
              <p:nvPr/>
            </p:nvGrpSpPr>
            <p:grpSpPr>
              <a:xfrm>
                <a:off x="3250176" y="2637183"/>
                <a:ext cx="178824" cy="144000"/>
                <a:chOff x="5453592" y="2641965"/>
                <a:chExt cx="178824" cy="144000"/>
              </a:xfrm>
            </p:grpSpPr>
            <p:cxnSp>
              <p:nvCxnSpPr>
                <p:cNvPr id="79" name="직선 연결선 78">
                  <a:extLst>
                    <a:ext uri="{FF2B5EF4-FFF2-40B4-BE49-F238E27FC236}">
                      <a16:creationId xmlns:a16="http://schemas.microsoft.com/office/drawing/2014/main" id="{5A4BCA22-50AA-6C9B-9BA6-7A631672D84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직선 연결선 79">
                  <a:extLst>
                    <a:ext uri="{FF2B5EF4-FFF2-40B4-BE49-F238E27FC236}">
                      <a16:creationId xmlns:a16="http://schemas.microsoft.com/office/drawing/2014/main" id="{D170A299-1C16-0E95-C760-42F051C2B83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76" name="직선 연결선 75">
                <a:extLst>
                  <a:ext uri="{FF2B5EF4-FFF2-40B4-BE49-F238E27FC236}">
                    <a16:creationId xmlns:a16="http://schemas.microsoft.com/office/drawing/2014/main" id="{C1936352-F4AA-B787-9FFB-DE18220927C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1" name="직선 연결선 80">
              <a:extLst>
                <a:ext uri="{FF2B5EF4-FFF2-40B4-BE49-F238E27FC236}">
                  <a16:creationId xmlns:a16="http://schemas.microsoft.com/office/drawing/2014/main" id="{C21C732F-7593-A390-A490-28D3519D0CC6}"/>
                </a:ext>
              </a:extLst>
            </p:cNvPr>
            <p:cNvCxnSpPr>
              <a:cxnSpLocks/>
            </p:cNvCxnSpPr>
            <p:nvPr/>
          </p:nvCxnSpPr>
          <p:spPr>
            <a:xfrm>
              <a:off x="4773836" y="372290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2" name="그룹 81">
              <a:extLst>
                <a:ext uri="{FF2B5EF4-FFF2-40B4-BE49-F238E27FC236}">
                  <a16:creationId xmlns:a16="http://schemas.microsoft.com/office/drawing/2014/main" id="{0DF8C06D-1780-890C-D4F1-CDEF7304DC91}"/>
                </a:ext>
              </a:extLst>
            </p:cNvPr>
            <p:cNvGrpSpPr/>
            <p:nvPr/>
          </p:nvGrpSpPr>
          <p:grpSpPr>
            <a:xfrm>
              <a:off x="4847911" y="3578212"/>
              <a:ext cx="455423" cy="146277"/>
              <a:chOff x="3250176" y="2637183"/>
              <a:chExt cx="179694" cy="146277"/>
            </a:xfrm>
          </p:grpSpPr>
          <p:grpSp>
            <p:nvGrpSpPr>
              <p:cNvPr id="83" name="그룹 82">
                <a:extLst>
                  <a:ext uri="{FF2B5EF4-FFF2-40B4-BE49-F238E27FC236}">
                    <a16:creationId xmlns:a16="http://schemas.microsoft.com/office/drawing/2014/main" id="{49619532-ABAA-CE9A-7992-ECC197B3E7D6}"/>
                  </a:ext>
                </a:extLst>
              </p:cNvPr>
              <p:cNvGrpSpPr/>
              <p:nvPr/>
            </p:nvGrpSpPr>
            <p:grpSpPr>
              <a:xfrm>
                <a:off x="3250176" y="2637183"/>
                <a:ext cx="178824" cy="144000"/>
                <a:chOff x="5453592" y="2641965"/>
                <a:chExt cx="178824" cy="144000"/>
              </a:xfrm>
            </p:grpSpPr>
            <p:cxnSp>
              <p:nvCxnSpPr>
                <p:cNvPr id="86" name="직선 연결선 85">
                  <a:extLst>
                    <a:ext uri="{FF2B5EF4-FFF2-40B4-BE49-F238E27FC236}">
                      <a16:creationId xmlns:a16="http://schemas.microsoft.com/office/drawing/2014/main" id="{537AA8AA-38D9-4D7B-A812-BCDD59C2799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직선 연결선 86">
                  <a:extLst>
                    <a:ext uri="{FF2B5EF4-FFF2-40B4-BE49-F238E27FC236}">
                      <a16:creationId xmlns:a16="http://schemas.microsoft.com/office/drawing/2014/main" id="{33631EBA-3EC2-E924-9B5F-2467FB288AB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5" name="직선 연결선 84">
                <a:extLst>
                  <a:ext uri="{FF2B5EF4-FFF2-40B4-BE49-F238E27FC236}">
                    <a16:creationId xmlns:a16="http://schemas.microsoft.com/office/drawing/2014/main" id="{CFE3F9E5-98AB-4D47-F86B-945BE3ADA48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 name="직선 연결선 87">
              <a:extLst>
                <a:ext uri="{FF2B5EF4-FFF2-40B4-BE49-F238E27FC236}">
                  <a16:creationId xmlns:a16="http://schemas.microsoft.com/office/drawing/2014/main" id="{4C85AE8B-11C8-19ED-31F3-66B970CC7FF4}"/>
                </a:ext>
              </a:extLst>
            </p:cNvPr>
            <p:cNvCxnSpPr>
              <a:cxnSpLocks/>
            </p:cNvCxnSpPr>
            <p:nvPr/>
          </p:nvCxnSpPr>
          <p:spPr>
            <a:xfrm>
              <a:off x="4858465" y="3722212"/>
              <a:ext cx="10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9" name="그룹 88">
              <a:extLst>
                <a:ext uri="{FF2B5EF4-FFF2-40B4-BE49-F238E27FC236}">
                  <a16:creationId xmlns:a16="http://schemas.microsoft.com/office/drawing/2014/main" id="{18A81CF2-1B73-9A5E-F31A-EB61B328CB7C}"/>
                </a:ext>
              </a:extLst>
            </p:cNvPr>
            <p:cNvGrpSpPr/>
            <p:nvPr/>
          </p:nvGrpSpPr>
          <p:grpSpPr>
            <a:xfrm>
              <a:off x="5302706" y="3577872"/>
              <a:ext cx="455423" cy="146277"/>
              <a:chOff x="3250176" y="2637183"/>
              <a:chExt cx="179694" cy="146277"/>
            </a:xfrm>
          </p:grpSpPr>
          <p:grpSp>
            <p:nvGrpSpPr>
              <p:cNvPr id="90" name="그룹 89">
                <a:extLst>
                  <a:ext uri="{FF2B5EF4-FFF2-40B4-BE49-F238E27FC236}">
                    <a16:creationId xmlns:a16="http://schemas.microsoft.com/office/drawing/2014/main" id="{989076A6-721E-9F33-45FA-D627F4AECEE5}"/>
                  </a:ext>
                </a:extLst>
              </p:cNvPr>
              <p:cNvGrpSpPr/>
              <p:nvPr/>
            </p:nvGrpSpPr>
            <p:grpSpPr>
              <a:xfrm>
                <a:off x="3250176" y="2637183"/>
                <a:ext cx="178824" cy="144000"/>
                <a:chOff x="5453592" y="2641965"/>
                <a:chExt cx="178824" cy="144000"/>
              </a:xfrm>
            </p:grpSpPr>
            <p:cxnSp>
              <p:nvCxnSpPr>
                <p:cNvPr id="92" name="직선 연결선 91">
                  <a:extLst>
                    <a:ext uri="{FF2B5EF4-FFF2-40B4-BE49-F238E27FC236}">
                      <a16:creationId xmlns:a16="http://schemas.microsoft.com/office/drawing/2014/main" id="{34DD8BBB-0BB7-9A87-C516-21A93A7F4D9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직선 연결선 92">
                  <a:extLst>
                    <a:ext uri="{FF2B5EF4-FFF2-40B4-BE49-F238E27FC236}">
                      <a16:creationId xmlns:a16="http://schemas.microsoft.com/office/drawing/2014/main" id="{26A0F652-5A3D-F072-30EE-1C3D802234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 name="직선 연결선 90">
                <a:extLst>
                  <a:ext uri="{FF2B5EF4-FFF2-40B4-BE49-F238E27FC236}">
                    <a16:creationId xmlns:a16="http://schemas.microsoft.com/office/drawing/2014/main" id="{0E5CC97B-4B85-7219-ECB6-551D527160A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4" name="직선 연결선 93">
              <a:extLst>
                <a:ext uri="{FF2B5EF4-FFF2-40B4-BE49-F238E27FC236}">
                  <a16:creationId xmlns:a16="http://schemas.microsoft.com/office/drawing/2014/main" id="{EC5B5183-BE97-02BD-8340-4BE9E3CBF8D1}"/>
                </a:ext>
              </a:extLst>
            </p:cNvPr>
            <p:cNvCxnSpPr>
              <a:cxnSpLocks/>
            </p:cNvCxnSpPr>
            <p:nvPr/>
          </p:nvCxnSpPr>
          <p:spPr>
            <a:xfrm flipV="1">
              <a:off x="1195829" y="3969457"/>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직사각형 94">
              <a:extLst>
                <a:ext uri="{FF2B5EF4-FFF2-40B4-BE49-F238E27FC236}">
                  <a16:creationId xmlns:a16="http://schemas.microsoft.com/office/drawing/2014/main" id="{5B70841A-C832-62DC-FE5E-426E1DB7196A}"/>
                </a:ext>
              </a:extLst>
            </p:cNvPr>
            <p:cNvSpPr/>
            <p:nvPr/>
          </p:nvSpPr>
          <p:spPr>
            <a:xfrm>
              <a:off x="829043" y="386643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96" name="그룹 95">
              <a:extLst>
                <a:ext uri="{FF2B5EF4-FFF2-40B4-BE49-F238E27FC236}">
                  <a16:creationId xmlns:a16="http://schemas.microsoft.com/office/drawing/2014/main" id="{E60B6030-3037-C738-E432-E99933DEEF08}"/>
                </a:ext>
              </a:extLst>
            </p:cNvPr>
            <p:cNvGrpSpPr/>
            <p:nvPr/>
          </p:nvGrpSpPr>
          <p:grpSpPr>
            <a:xfrm>
              <a:off x="4402769" y="3824170"/>
              <a:ext cx="72000" cy="146277"/>
              <a:chOff x="3250176" y="2637183"/>
              <a:chExt cx="179694" cy="146277"/>
            </a:xfrm>
          </p:grpSpPr>
          <p:grpSp>
            <p:nvGrpSpPr>
              <p:cNvPr id="97" name="그룹 96">
                <a:extLst>
                  <a:ext uri="{FF2B5EF4-FFF2-40B4-BE49-F238E27FC236}">
                    <a16:creationId xmlns:a16="http://schemas.microsoft.com/office/drawing/2014/main" id="{91D1CCED-1E8E-99DE-2EBE-8A821FFCAAEC}"/>
                  </a:ext>
                </a:extLst>
              </p:cNvPr>
              <p:cNvGrpSpPr/>
              <p:nvPr/>
            </p:nvGrpSpPr>
            <p:grpSpPr>
              <a:xfrm>
                <a:off x="3250176" y="2637183"/>
                <a:ext cx="178824" cy="144000"/>
                <a:chOff x="5453592" y="2641965"/>
                <a:chExt cx="178824" cy="144000"/>
              </a:xfrm>
            </p:grpSpPr>
            <p:cxnSp>
              <p:nvCxnSpPr>
                <p:cNvPr id="99" name="직선 연결선 98">
                  <a:extLst>
                    <a:ext uri="{FF2B5EF4-FFF2-40B4-BE49-F238E27FC236}">
                      <a16:creationId xmlns:a16="http://schemas.microsoft.com/office/drawing/2014/main" id="{0BD54ED7-B704-972C-DB1F-51140A4CA6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A374304B-1931-5DC9-6BFA-9C99DDE887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 name="직선 연결선 97">
                <a:extLst>
                  <a:ext uri="{FF2B5EF4-FFF2-40B4-BE49-F238E27FC236}">
                    <a16:creationId xmlns:a16="http://schemas.microsoft.com/office/drawing/2014/main" id="{DF6A4001-E240-D25E-0874-0F0B4D4086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0EF72381-9504-ABB0-97FD-5104B7632229}"/>
                </a:ext>
              </a:extLst>
            </p:cNvPr>
            <p:cNvCxnSpPr>
              <a:cxnSpLocks/>
            </p:cNvCxnSpPr>
            <p:nvPr/>
          </p:nvCxnSpPr>
          <p:spPr>
            <a:xfrm>
              <a:off x="4474420" y="396817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2" name="그룹 101">
              <a:extLst>
                <a:ext uri="{FF2B5EF4-FFF2-40B4-BE49-F238E27FC236}">
                  <a16:creationId xmlns:a16="http://schemas.microsoft.com/office/drawing/2014/main" id="{E77D638C-37BD-3E87-77C1-AE2398B6137E}"/>
                </a:ext>
              </a:extLst>
            </p:cNvPr>
            <p:cNvGrpSpPr/>
            <p:nvPr/>
          </p:nvGrpSpPr>
          <p:grpSpPr>
            <a:xfrm>
              <a:off x="4513011" y="3824138"/>
              <a:ext cx="72000" cy="146277"/>
              <a:chOff x="3250176" y="2637183"/>
              <a:chExt cx="179694" cy="146277"/>
            </a:xfrm>
          </p:grpSpPr>
          <p:grpSp>
            <p:nvGrpSpPr>
              <p:cNvPr id="103" name="그룹 102">
                <a:extLst>
                  <a:ext uri="{FF2B5EF4-FFF2-40B4-BE49-F238E27FC236}">
                    <a16:creationId xmlns:a16="http://schemas.microsoft.com/office/drawing/2014/main" id="{CD8CE03B-49D1-1015-9510-1511FF96EDC6}"/>
                  </a:ext>
                </a:extLst>
              </p:cNvPr>
              <p:cNvGrpSpPr/>
              <p:nvPr/>
            </p:nvGrpSpPr>
            <p:grpSpPr>
              <a:xfrm>
                <a:off x="3250176" y="2637183"/>
                <a:ext cx="178824" cy="144000"/>
                <a:chOff x="5453592" y="2641965"/>
                <a:chExt cx="178824" cy="144000"/>
              </a:xfrm>
            </p:grpSpPr>
            <p:cxnSp>
              <p:nvCxnSpPr>
                <p:cNvPr id="110" name="직선 연결선 109">
                  <a:extLst>
                    <a:ext uri="{FF2B5EF4-FFF2-40B4-BE49-F238E27FC236}">
                      <a16:creationId xmlns:a16="http://schemas.microsoft.com/office/drawing/2014/main" id="{3EF3E6CC-82D6-1503-510D-026FB14C789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41A5B9DB-5656-B688-EFB6-C1602A23A3C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 name="직선 연결선 108">
                <a:extLst>
                  <a:ext uri="{FF2B5EF4-FFF2-40B4-BE49-F238E27FC236}">
                    <a16:creationId xmlns:a16="http://schemas.microsoft.com/office/drawing/2014/main" id="{70578B90-E220-A4AF-AE8A-80FDA63EFD1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 name="직선 연결선 111">
              <a:extLst>
                <a:ext uri="{FF2B5EF4-FFF2-40B4-BE49-F238E27FC236}">
                  <a16:creationId xmlns:a16="http://schemas.microsoft.com/office/drawing/2014/main" id="{7339C193-7741-64DD-A440-15EEEBF21416}"/>
                </a:ext>
              </a:extLst>
            </p:cNvPr>
            <p:cNvCxnSpPr>
              <a:cxnSpLocks/>
            </p:cNvCxnSpPr>
            <p:nvPr/>
          </p:nvCxnSpPr>
          <p:spPr>
            <a:xfrm>
              <a:off x="4584662" y="396372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3" name="그룹 112">
              <a:extLst>
                <a:ext uri="{FF2B5EF4-FFF2-40B4-BE49-F238E27FC236}">
                  <a16:creationId xmlns:a16="http://schemas.microsoft.com/office/drawing/2014/main" id="{4F46D713-8DDB-ED47-A8D7-B0FA40B9B4E4}"/>
                </a:ext>
              </a:extLst>
            </p:cNvPr>
            <p:cNvGrpSpPr/>
            <p:nvPr/>
          </p:nvGrpSpPr>
          <p:grpSpPr>
            <a:xfrm>
              <a:off x="4624801" y="3821689"/>
              <a:ext cx="72000" cy="146277"/>
              <a:chOff x="3250176" y="2637183"/>
              <a:chExt cx="179694" cy="146277"/>
            </a:xfrm>
          </p:grpSpPr>
          <p:grpSp>
            <p:nvGrpSpPr>
              <p:cNvPr id="114" name="그룹 113">
                <a:extLst>
                  <a:ext uri="{FF2B5EF4-FFF2-40B4-BE49-F238E27FC236}">
                    <a16:creationId xmlns:a16="http://schemas.microsoft.com/office/drawing/2014/main" id="{331CB2B6-C70E-BB77-75A2-FD1BE7ED34A8}"/>
                  </a:ext>
                </a:extLst>
              </p:cNvPr>
              <p:cNvGrpSpPr/>
              <p:nvPr/>
            </p:nvGrpSpPr>
            <p:grpSpPr>
              <a:xfrm>
                <a:off x="3250176" y="2637183"/>
                <a:ext cx="178824" cy="144000"/>
                <a:chOff x="5453592" y="2641965"/>
                <a:chExt cx="178824" cy="144000"/>
              </a:xfrm>
            </p:grpSpPr>
            <p:cxnSp>
              <p:nvCxnSpPr>
                <p:cNvPr id="116" name="직선 연결선 115">
                  <a:extLst>
                    <a:ext uri="{FF2B5EF4-FFF2-40B4-BE49-F238E27FC236}">
                      <a16:creationId xmlns:a16="http://schemas.microsoft.com/office/drawing/2014/main" id="{C84B0971-C9E0-B18B-A374-523E76DB8E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직선 연결선 116">
                  <a:extLst>
                    <a:ext uri="{FF2B5EF4-FFF2-40B4-BE49-F238E27FC236}">
                      <a16:creationId xmlns:a16="http://schemas.microsoft.com/office/drawing/2014/main" id="{457CD7C5-3828-258B-9B48-3F7C960654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 name="직선 연결선 114">
                <a:extLst>
                  <a:ext uri="{FF2B5EF4-FFF2-40B4-BE49-F238E27FC236}">
                    <a16:creationId xmlns:a16="http://schemas.microsoft.com/office/drawing/2014/main" id="{04E86A35-2F52-192A-C217-7962C9353BC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 name="직선 연결선 117">
              <a:extLst>
                <a:ext uri="{FF2B5EF4-FFF2-40B4-BE49-F238E27FC236}">
                  <a16:creationId xmlns:a16="http://schemas.microsoft.com/office/drawing/2014/main" id="{5E9BF1BF-64EC-1465-718C-8EACD8F5E9C5}"/>
                </a:ext>
              </a:extLst>
            </p:cNvPr>
            <p:cNvCxnSpPr>
              <a:cxnSpLocks/>
            </p:cNvCxnSpPr>
            <p:nvPr/>
          </p:nvCxnSpPr>
          <p:spPr>
            <a:xfrm>
              <a:off x="4698389" y="396429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 name="그룹 118">
              <a:extLst>
                <a:ext uri="{FF2B5EF4-FFF2-40B4-BE49-F238E27FC236}">
                  <a16:creationId xmlns:a16="http://schemas.microsoft.com/office/drawing/2014/main" id="{BC886D67-9FCF-E7D9-FAEC-E2464912CAE0}"/>
                </a:ext>
              </a:extLst>
            </p:cNvPr>
            <p:cNvGrpSpPr/>
            <p:nvPr/>
          </p:nvGrpSpPr>
          <p:grpSpPr>
            <a:xfrm>
              <a:off x="4737947" y="3820550"/>
              <a:ext cx="35826" cy="146277"/>
              <a:chOff x="3250176" y="2637183"/>
              <a:chExt cx="178824" cy="146277"/>
            </a:xfrm>
          </p:grpSpPr>
          <p:grpSp>
            <p:nvGrpSpPr>
              <p:cNvPr id="120" name="그룹 119">
                <a:extLst>
                  <a:ext uri="{FF2B5EF4-FFF2-40B4-BE49-F238E27FC236}">
                    <a16:creationId xmlns:a16="http://schemas.microsoft.com/office/drawing/2014/main" id="{2ED205CA-88B1-06A0-6064-C8AA04033D09}"/>
                  </a:ext>
                </a:extLst>
              </p:cNvPr>
              <p:cNvGrpSpPr/>
              <p:nvPr/>
            </p:nvGrpSpPr>
            <p:grpSpPr>
              <a:xfrm>
                <a:off x="3250176" y="2637183"/>
                <a:ext cx="178824" cy="144000"/>
                <a:chOff x="5453592" y="2641965"/>
                <a:chExt cx="178824" cy="144000"/>
              </a:xfrm>
            </p:grpSpPr>
            <p:cxnSp>
              <p:nvCxnSpPr>
                <p:cNvPr id="122" name="직선 연결선 121">
                  <a:extLst>
                    <a:ext uri="{FF2B5EF4-FFF2-40B4-BE49-F238E27FC236}">
                      <a16:creationId xmlns:a16="http://schemas.microsoft.com/office/drawing/2014/main" id="{E0CA3E92-1652-A698-32D2-41CD050395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직선 연결선 122">
                  <a:extLst>
                    <a:ext uri="{FF2B5EF4-FFF2-40B4-BE49-F238E27FC236}">
                      <a16:creationId xmlns:a16="http://schemas.microsoft.com/office/drawing/2014/main" id="{8FD82A6B-8740-DD02-2E82-7E4215242A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 name="직선 연결선 120">
                <a:extLst>
                  <a:ext uri="{FF2B5EF4-FFF2-40B4-BE49-F238E27FC236}">
                    <a16:creationId xmlns:a16="http://schemas.microsoft.com/office/drawing/2014/main" id="{71789545-C898-E716-DB24-5EF8522CD3A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4" name="직선 연결선 123">
              <a:extLst>
                <a:ext uri="{FF2B5EF4-FFF2-40B4-BE49-F238E27FC236}">
                  <a16:creationId xmlns:a16="http://schemas.microsoft.com/office/drawing/2014/main" id="{3F4FF278-DE97-F17D-66C1-79D7454A1A77}"/>
                </a:ext>
              </a:extLst>
            </p:cNvPr>
            <p:cNvCxnSpPr>
              <a:cxnSpLocks/>
            </p:cNvCxnSpPr>
            <p:nvPr/>
          </p:nvCxnSpPr>
          <p:spPr>
            <a:xfrm>
              <a:off x="4773763" y="3963720"/>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5" name="그룹 124">
              <a:extLst>
                <a:ext uri="{FF2B5EF4-FFF2-40B4-BE49-F238E27FC236}">
                  <a16:creationId xmlns:a16="http://schemas.microsoft.com/office/drawing/2014/main" id="{5641C949-DC9E-510D-2847-C71C744C1406}"/>
                </a:ext>
              </a:extLst>
            </p:cNvPr>
            <p:cNvGrpSpPr/>
            <p:nvPr/>
          </p:nvGrpSpPr>
          <p:grpSpPr>
            <a:xfrm>
              <a:off x="4847838" y="3819028"/>
              <a:ext cx="455423" cy="146277"/>
              <a:chOff x="3250176" y="2637183"/>
              <a:chExt cx="179694" cy="146277"/>
            </a:xfrm>
          </p:grpSpPr>
          <p:grpSp>
            <p:nvGrpSpPr>
              <p:cNvPr id="126" name="그룹 125">
                <a:extLst>
                  <a:ext uri="{FF2B5EF4-FFF2-40B4-BE49-F238E27FC236}">
                    <a16:creationId xmlns:a16="http://schemas.microsoft.com/office/drawing/2014/main" id="{D404274A-BB65-350B-5728-E9F522D4D4D9}"/>
                  </a:ext>
                </a:extLst>
              </p:cNvPr>
              <p:cNvGrpSpPr/>
              <p:nvPr/>
            </p:nvGrpSpPr>
            <p:grpSpPr>
              <a:xfrm>
                <a:off x="3250176" y="2637183"/>
                <a:ext cx="178824" cy="144000"/>
                <a:chOff x="5453592" y="2641965"/>
                <a:chExt cx="178824" cy="144000"/>
              </a:xfrm>
            </p:grpSpPr>
            <p:cxnSp>
              <p:nvCxnSpPr>
                <p:cNvPr id="128" name="직선 연결선 127">
                  <a:extLst>
                    <a:ext uri="{FF2B5EF4-FFF2-40B4-BE49-F238E27FC236}">
                      <a16:creationId xmlns:a16="http://schemas.microsoft.com/office/drawing/2014/main" id="{374B156E-3780-F27A-29A6-90FB1B9B55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8FB1EB47-EDFD-9045-A9EB-2E788542F8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7" name="직선 연결선 126">
                <a:extLst>
                  <a:ext uri="{FF2B5EF4-FFF2-40B4-BE49-F238E27FC236}">
                    <a16:creationId xmlns:a16="http://schemas.microsoft.com/office/drawing/2014/main" id="{F25E1674-529D-5FFA-DADD-D01BACE078E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31" name="직선 연결선 130">
              <a:extLst>
                <a:ext uri="{FF2B5EF4-FFF2-40B4-BE49-F238E27FC236}">
                  <a16:creationId xmlns:a16="http://schemas.microsoft.com/office/drawing/2014/main" id="{75BCB402-AAC2-7BA6-B5EF-52B0575EB003}"/>
                </a:ext>
              </a:extLst>
            </p:cNvPr>
            <p:cNvCxnSpPr>
              <a:cxnSpLocks/>
            </p:cNvCxnSpPr>
            <p:nvPr/>
          </p:nvCxnSpPr>
          <p:spPr>
            <a:xfrm>
              <a:off x="4853340" y="3963028"/>
              <a:ext cx="10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2" name="그룹 131">
              <a:extLst>
                <a:ext uri="{FF2B5EF4-FFF2-40B4-BE49-F238E27FC236}">
                  <a16:creationId xmlns:a16="http://schemas.microsoft.com/office/drawing/2014/main" id="{8102F70C-2E67-9739-ED0E-920C69A9FE96}"/>
                </a:ext>
              </a:extLst>
            </p:cNvPr>
            <p:cNvGrpSpPr/>
            <p:nvPr/>
          </p:nvGrpSpPr>
          <p:grpSpPr>
            <a:xfrm>
              <a:off x="5302993" y="3818688"/>
              <a:ext cx="455423" cy="146277"/>
              <a:chOff x="3250176" y="2637183"/>
              <a:chExt cx="179694" cy="146277"/>
            </a:xfrm>
          </p:grpSpPr>
          <p:grpSp>
            <p:nvGrpSpPr>
              <p:cNvPr id="133" name="그룹 132">
                <a:extLst>
                  <a:ext uri="{FF2B5EF4-FFF2-40B4-BE49-F238E27FC236}">
                    <a16:creationId xmlns:a16="http://schemas.microsoft.com/office/drawing/2014/main" id="{1AB29F47-8124-0633-5356-20F47D89BB06}"/>
                  </a:ext>
                </a:extLst>
              </p:cNvPr>
              <p:cNvGrpSpPr/>
              <p:nvPr/>
            </p:nvGrpSpPr>
            <p:grpSpPr>
              <a:xfrm>
                <a:off x="3250176" y="2637183"/>
                <a:ext cx="178824" cy="144000"/>
                <a:chOff x="5453592" y="2641965"/>
                <a:chExt cx="178824" cy="144000"/>
              </a:xfrm>
            </p:grpSpPr>
            <p:cxnSp>
              <p:nvCxnSpPr>
                <p:cNvPr id="136" name="직선 연결선 135">
                  <a:extLst>
                    <a:ext uri="{FF2B5EF4-FFF2-40B4-BE49-F238E27FC236}">
                      <a16:creationId xmlns:a16="http://schemas.microsoft.com/office/drawing/2014/main" id="{3F9E6FD2-6A1A-2AEF-4CF6-E6729A1A59D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직선 연결선 136">
                  <a:extLst>
                    <a:ext uri="{FF2B5EF4-FFF2-40B4-BE49-F238E27FC236}">
                      <a16:creationId xmlns:a16="http://schemas.microsoft.com/office/drawing/2014/main" id="{13D9A824-244D-E116-4547-B2BB09C009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35" name="직선 연결선 134">
                <a:extLst>
                  <a:ext uri="{FF2B5EF4-FFF2-40B4-BE49-F238E27FC236}">
                    <a16:creationId xmlns:a16="http://schemas.microsoft.com/office/drawing/2014/main" id="{BE247331-BA03-15BD-C674-0B067008F12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0" name="직사각형 49">
              <a:extLst>
                <a:ext uri="{FF2B5EF4-FFF2-40B4-BE49-F238E27FC236}">
                  <a16:creationId xmlns:a16="http://schemas.microsoft.com/office/drawing/2014/main" id="{B9EBE257-873C-7CB5-B46B-106502A40B44}"/>
                </a:ext>
              </a:extLst>
            </p:cNvPr>
            <p:cNvSpPr/>
            <p:nvPr/>
          </p:nvSpPr>
          <p:spPr>
            <a:xfrm>
              <a:off x="5721156" y="2570586"/>
              <a:ext cx="177355" cy="1449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sp>
        <p:nvSpPr>
          <p:cNvPr id="142" name="TextBox 141">
            <a:extLst>
              <a:ext uri="{FF2B5EF4-FFF2-40B4-BE49-F238E27FC236}">
                <a16:creationId xmlns:a16="http://schemas.microsoft.com/office/drawing/2014/main" id="{D9965214-6EE6-C549-C481-DBF141D05C01}"/>
              </a:ext>
            </a:extLst>
          </p:cNvPr>
          <p:cNvSpPr txBox="1"/>
          <p:nvPr/>
        </p:nvSpPr>
        <p:spPr>
          <a:xfrm>
            <a:off x="5319387" y="3331738"/>
            <a:ext cx="356188" cy="200055"/>
          </a:xfrm>
          <a:prstGeom prst="rect">
            <a:avLst/>
          </a:prstGeom>
          <a:noFill/>
        </p:spPr>
        <p:txBody>
          <a:bodyPr wrap="none" rtlCol="0">
            <a:spAutoFit/>
          </a:bodyPr>
          <a:lstStyle/>
          <a:p>
            <a:r>
              <a:rPr lang="en-US" altLang="ko-KR" sz="700" dirty="0"/>
              <a:t>Data</a:t>
            </a:r>
            <a:endParaRPr lang="ko-KR" altLang="en-US" sz="700" dirty="0"/>
          </a:p>
        </p:txBody>
      </p:sp>
      <p:sp>
        <p:nvSpPr>
          <p:cNvPr id="143" name="TextBox 142">
            <a:extLst>
              <a:ext uri="{FF2B5EF4-FFF2-40B4-BE49-F238E27FC236}">
                <a16:creationId xmlns:a16="http://schemas.microsoft.com/office/drawing/2014/main" id="{7FE19BDD-F4EC-F82E-8179-C543C84A8B62}"/>
              </a:ext>
            </a:extLst>
          </p:cNvPr>
          <p:cNvSpPr txBox="1"/>
          <p:nvPr/>
        </p:nvSpPr>
        <p:spPr>
          <a:xfrm>
            <a:off x="4807639" y="3333634"/>
            <a:ext cx="476412" cy="200055"/>
          </a:xfrm>
          <a:prstGeom prst="rect">
            <a:avLst/>
          </a:prstGeom>
          <a:noFill/>
        </p:spPr>
        <p:txBody>
          <a:bodyPr wrap="none" rtlCol="0">
            <a:spAutoFit/>
          </a:bodyPr>
          <a:lstStyle/>
          <a:p>
            <a:r>
              <a:rPr lang="en-US" altLang="ko-KR" sz="700" dirty="0"/>
              <a:t>Address</a:t>
            </a:r>
            <a:endParaRPr lang="ko-KR" altLang="en-US" sz="700" dirty="0"/>
          </a:p>
        </p:txBody>
      </p:sp>
      <p:sp>
        <p:nvSpPr>
          <p:cNvPr id="3" name="object 84">
            <a:extLst>
              <a:ext uri="{FF2B5EF4-FFF2-40B4-BE49-F238E27FC236}">
                <a16:creationId xmlns:a16="http://schemas.microsoft.com/office/drawing/2014/main" id="{FC1EC3BA-6031-814A-C2DC-2F8F5CDF59E4}"/>
              </a:ext>
            </a:extLst>
          </p:cNvPr>
          <p:cNvSpPr txBox="1"/>
          <p:nvPr/>
        </p:nvSpPr>
        <p:spPr>
          <a:xfrm>
            <a:off x="1995595" y="4192695"/>
            <a:ext cx="2866810"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13. The sequence of Global-write command</a:t>
            </a:r>
          </a:p>
        </p:txBody>
      </p:sp>
    </p:spTree>
    <p:extLst>
      <p:ext uri="{BB962C8B-B14F-4D97-AF65-F5344CB8AC3E}">
        <p14:creationId xmlns:p14="http://schemas.microsoft.com/office/powerpoint/2010/main" val="33519112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008"/>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06" y="1612565"/>
            <a:ext cx="6048622" cy="9694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Local-write command is used to write the register data to the XDR in case that all XDR devices </a:t>
            </a:r>
            <a:r>
              <a:rPr lang="en-US" altLang="ko-KR" sz="900" dirty="0">
                <a:solidFill>
                  <a:srgbClr val="000000"/>
                </a:solidFill>
                <a:latin typeface="Arial" panose="020B0604020202020204" pitchFamily="34" charset="0"/>
                <a:cs typeface="Arial" panose="020B0604020202020204" pitchFamily="34" charset="0"/>
              </a:rPr>
              <a:t>daisied to a channel of the XC24R have the different register data each other. If the register data to be written to the XDR are same, at that time the Global-write command is more useful for fast transaction time.  </a:t>
            </a:r>
            <a:r>
              <a:rPr lang="en-US" altLang="ko-KR" sz="900" dirty="0">
                <a:latin typeface="Arial" panose="020B0604020202020204" pitchFamily="34" charset="0"/>
                <a:cs typeface="Arial" panose="020B0604020202020204" pitchFamily="34" charset="0"/>
              </a:rPr>
              <a:t>For proper execution of the Local-write command, the LOCAL-RW DATA registers should be firstly written with desired value and then, the START bit of the LOCAL-WRITE COMMAND register should be set with desired address for beginning this command.  It is careful that the LOCAL-RW POINTER RESET register must be set necessarily to 1 for the next transaction after the current Local -write command execution is completed or before the next Local-write command will start again.</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1" y="1266807"/>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Local-write</a:t>
            </a:r>
          </a:p>
        </p:txBody>
      </p:sp>
      <p:sp>
        <p:nvSpPr>
          <p:cNvPr id="403" name="TextBox 402">
            <a:extLst>
              <a:ext uri="{FF2B5EF4-FFF2-40B4-BE49-F238E27FC236}">
                <a16:creationId xmlns:a16="http://schemas.microsoft.com/office/drawing/2014/main" id="{183C087A-5960-A6C4-9E76-2B0F7AEB11AC}"/>
              </a:ext>
            </a:extLst>
          </p:cNvPr>
          <p:cNvSpPr txBox="1"/>
          <p:nvPr/>
        </p:nvSpPr>
        <p:spPr>
          <a:xfrm>
            <a:off x="404811" y="4857253"/>
            <a:ext cx="6139824" cy="1938992"/>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LOCAL</a:t>
            </a:r>
            <a:r>
              <a:rPr lang="en-US" altLang="ko-KR" sz="900" b="0" i="0" dirty="0">
                <a:solidFill>
                  <a:srgbClr val="000000"/>
                </a:solidFill>
                <a:effectLst/>
                <a:latin typeface="Arial" panose="020B0604020202020204" pitchFamily="34" charset="0"/>
                <a:cs typeface="Arial" panose="020B0604020202020204" pitchFamily="34" charset="0"/>
              </a:rPr>
              <a:t>-WRITE COMMAND register consists of </a:t>
            </a:r>
            <a:r>
              <a:rPr lang="en-US" altLang="ko-KR" sz="900" dirty="0">
                <a:solidFill>
                  <a:srgbClr val="000000"/>
                </a:solidFill>
                <a:latin typeface="Arial" panose="020B0604020202020204" pitchFamily="34" charset="0"/>
                <a:cs typeface="Arial" panose="020B0604020202020204" pitchFamily="34" charset="0"/>
              </a:rPr>
              <a:t>ADDRESS </a:t>
            </a:r>
            <a:r>
              <a:rPr lang="en-US" altLang="ko-KR" sz="900" b="0" i="0" dirty="0">
                <a:solidFill>
                  <a:srgbClr val="000000"/>
                </a:solidFill>
                <a:effectLst/>
                <a:latin typeface="Arial" panose="020B0604020202020204" pitchFamily="34" charset="0"/>
                <a:cs typeface="Arial" panose="020B0604020202020204" pitchFamily="34" charset="0"/>
              </a:rPr>
              <a:t>6 bits, CH_SEG 2 bits and START 1 bit. </a:t>
            </a:r>
            <a:r>
              <a:rPr lang="en-US" altLang="ko-KR" sz="900" dirty="0">
                <a:solidFill>
                  <a:srgbClr val="000000"/>
                </a:solidFill>
                <a:latin typeface="Arial" panose="020B0604020202020204" pitchFamily="34" charset="0"/>
                <a:cs typeface="Arial" panose="020B0604020202020204" pitchFamily="34" charset="0"/>
              </a:rPr>
              <a:t>The ADDRESS is the register address of the XDR to be accessed.  If the START bit is set with the ADDRESS together, the Local-write command begins the execution simultaneously in all activated channels, and the command streams repeat continuously for the number of daisied XDR.  The number of daisied devices can be determined by the DAISY SIZE register of each channel. The max number of daisied devices per channel is 31. The channel segment bits, CH_SEG, are used to decide on which channels are activated for this command, because this command can be performed 8 channels at a time.</a:t>
            </a:r>
          </a:p>
          <a:p>
            <a:pPr algn="just"/>
            <a:r>
              <a:rPr lang="en-US" altLang="ko-KR" sz="900" dirty="0">
                <a:solidFill>
                  <a:srgbClr val="000000"/>
                </a:solidFill>
                <a:latin typeface="Arial" panose="020B0604020202020204" pitchFamily="34" charset="0"/>
                <a:cs typeface="Arial" panose="020B0604020202020204" pitchFamily="34" charset="0"/>
              </a:rPr>
              <a:t>The LOCAL-RW DATA registers are divided into a total of 8 port group and each port has a total of 16 registers. The first data register in the port is mapped to the first located XD12R in daisied order and the second data register is mapped to the second located XD, and so on.  Although the data registers in a port are a total 16, the XC24R can support over 16 daisied devices in a channel by using the LOCAL-WR TRANSFER POINTER and LOCAL-RW DIFFERENCE POINTER.  The LOCAL-WR TRANSFER DIFF POINTER of the LOCAL-RW DIFFERENCE POINTER shows how many data remain in the LOCAL-RW DATA buffers. </a:t>
            </a:r>
            <a:r>
              <a:rPr lang="en-US" altLang="ko-KR" sz="900" b="0" i="0" dirty="0">
                <a:solidFill>
                  <a:srgbClr val="000000"/>
                </a:solidFill>
                <a:effectLst/>
                <a:latin typeface="Arial" panose="020B0604020202020204" pitchFamily="34" charset="0"/>
                <a:cs typeface="Arial" panose="020B0604020202020204" pitchFamily="34" charset="0"/>
              </a:rPr>
              <a:t>A value of 0 means that the LOCAL-RW DATA buffers are empty, so you must continue to fill up before they are empty. A value greater than 16 means that the buffer has been overwritten, so </a:t>
            </a:r>
            <a:r>
              <a:rPr lang="en-US" altLang="ko-KR" sz="900" dirty="0">
                <a:solidFill>
                  <a:srgbClr val="000000"/>
                </a:solidFill>
                <a:latin typeface="Arial" panose="020B0604020202020204" pitchFamily="34" charset="0"/>
                <a:cs typeface="Arial" panose="020B0604020202020204" pitchFamily="34" charset="0"/>
              </a:rPr>
              <a:t>you </a:t>
            </a:r>
            <a:r>
              <a:rPr lang="en-US" altLang="ko-KR" sz="900" b="0" i="0" dirty="0">
                <a:solidFill>
                  <a:srgbClr val="000000"/>
                </a:solidFill>
                <a:effectLst/>
                <a:latin typeface="Arial" panose="020B0604020202020204" pitchFamily="34" charset="0"/>
                <a:cs typeface="Arial" panose="020B0604020202020204" pitchFamily="34" charset="0"/>
              </a:rPr>
              <a:t>must wait until the pointer value is less than 16.</a:t>
            </a:r>
            <a:endParaRPr lang="en-US" altLang="ko-KR" sz="900" dirty="0">
              <a:solidFill>
                <a:srgbClr val="000000"/>
              </a:solidFill>
              <a:latin typeface="Arial" panose="020B0604020202020204" pitchFamily="34" charset="0"/>
              <a:cs typeface="Arial" panose="020B0604020202020204" pitchFamily="34" charset="0"/>
            </a:endParaRPr>
          </a:p>
        </p:txBody>
      </p:sp>
      <p:graphicFrame>
        <p:nvGraphicFramePr>
          <p:cNvPr id="3" name="표 2">
            <a:extLst>
              <a:ext uri="{FF2B5EF4-FFF2-40B4-BE49-F238E27FC236}">
                <a16:creationId xmlns:a16="http://schemas.microsoft.com/office/drawing/2014/main" id="{9BBD359E-2D54-45BD-A693-AF421DA2501F}"/>
              </a:ext>
            </a:extLst>
          </p:cNvPr>
          <p:cNvGraphicFramePr>
            <a:graphicFrameLocks noGrp="1"/>
          </p:cNvGraphicFramePr>
          <p:nvPr>
            <p:extLst>
              <p:ext uri="{D42A27DB-BD31-4B8C-83A1-F6EECF244321}">
                <p14:modId xmlns:p14="http://schemas.microsoft.com/office/powerpoint/2010/main" val="2966497659"/>
              </p:ext>
            </p:extLst>
          </p:nvPr>
        </p:nvGraphicFramePr>
        <p:xfrm>
          <a:off x="920749" y="7101489"/>
          <a:ext cx="5280022" cy="1044406"/>
        </p:xfrm>
        <a:graphic>
          <a:graphicData uri="http://schemas.openxmlformats.org/drawingml/2006/table">
            <a:tbl>
              <a:tblPr firstRow="1" bandRow="1">
                <a:tableStyleId>{5C22544A-7EE6-4342-B048-85BDC9FD1C3A}</a:tableStyleId>
              </a:tblPr>
              <a:tblGrid>
                <a:gridCol w="727647">
                  <a:extLst>
                    <a:ext uri="{9D8B030D-6E8A-4147-A177-3AD203B41FA5}">
                      <a16:colId xmlns:a16="http://schemas.microsoft.com/office/drawing/2014/main" val="914624312"/>
                    </a:ext>
                  </a:extLst>
                </a:gridCol>
                <a:gridCol w="1238025">
                  <a:extLst>
                    <a:ext uri="{9D8B030D-6E8A-4147-A177-3AD203B41FA5}">
                      <a16:colId xmlns:a16="http://schemas.microsoft.com/office/drawing/2014/main" val="1037286305"/>
                    </a:ext>
                  </a:extLst>
                </a:gridCol>
                <a:gridCol w="416063">
                  <a:extLst>
                    <a:ext uri="{9D8B030D-6E8A-4147-A177-3AD203B41FA5}">
                      <a16:colId xmlns:a16="http://schemas.microsoft.com/office/drawing/2014/main" val="2179058520"/>
                    </a:ext>
                  </a:extLst>
                </a:gridCol>
                <a:gridCol w="414041">
                  <a:extLst>
                    <a:ext uri="{9D8B030D-6E8A-4147-A177-3AD203B41FA5}">
                      <a16:colId xmlns:a16="http://schemas.microsoft.com/office/drawing/2014/main" val="3371543399"/>
                    </a:ext>
                  </a:extLst>
                </a:gridCol>
                <a:gridCol w="414041">
                  <a:extLst>
                    <a:ext uri="{9D8B030D-6E8A-4147-A177-3AD203B41FA5}">
                      <a16:colId xmlns:a16="http://schemas.microsoft.com/office/drawing/2014/main" val="3301752327"/>
                    </a:ext>
                  </a:extLst>
                </a:gridCol>
                <a:gridCol w="414041">
                  <a:extLst>
                    <a:ext uri="{9D8B030D-6E8A-4147-A177-3AD203B41FA5}">
                      <a16:colId xmlns:a16="http://schemas.microsoft.com/office/drawing/2014/main" val="4166742096"/>
                    </a:ext>
                  </a:extLst>
                </a:gridCol>
                <a:gridCol w="414041">
                  <a:extLst>
                    <a:ext uri="{9D8B030D-6E8A-4147-A177-3AD203B41FA5}">
                      <a16:colId xmlns:a16="http://schemas.microsoft.com/office/drawing/2014/main" val="569066708"/>
                    </a:ext>
                  </a:extLst>
                </a:gridCol>
                <a:gridCol w="414041">
                  <a:extLst>
                    <a:ext uri="{9D8B030D-6E8A-4147-A177-3AD203B41FA5}">
                      <a16:colId xmlns:a16="http://schemas.microsoft.com/office/drawing/2014/main" val="2753354092"/>
                    </a:ext>
                  </a:extLst>
                </a:gridCol>
                <a:gridCol w="414041">
                  <a:extLst>
                    <a:ext uri="{9D8B030D-6E8A-4147-A177-3AD203B41FA5}">
                      <a16:colId xmlns:a16="http://schemas.microsoft.com/office/drawing/2014/main" val="436417640"/>
                    </a:ext>
                  </a:extLst>
                </a:gridCol>
                <a:gridCol w="414041">
                  <a:extLst>
                    <a:ext uri="{9D8B030D-6E8A-4147-A177-3AD203B41FA5}">
                      <a16:colId xmlns:a16="http://schemas.microsoft.com/office/drawing/2014/main" val="3319740555"/>
                    </a:ext>
                  </a:extLst>
                </a:gridCol>
              </a:tblGrid>
              <a:tr h="247094">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CH_SEG[1:0]</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Channel to be activated</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8">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LOCAL-RW DATA 1 ~ 16</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94653304"/>
                  </a:ext>
                </a:extLst>
              </a:tr>
              <a:tr h="247094">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PORT1</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PORT2</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PORT3</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PORT4</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PORT5</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PORT6</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PORT7</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PORT8</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37972585"/>
                  </a:ext>
                </a:extLst>
              </a:tr>
              <a:tr h="183406">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2’b00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1 ~ Ch 8</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183406">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2’b01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9 ~ Ch 16</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r h="183406">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2’b10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17 ~ Ch 24</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1426353"/>
                  </a:ext>
                </a:extLst>
              </a:tr>
            </a:tbl>
          </a:graphicData>
        </a:graphic>
      </p:graphicFrame>
      <p:grpSp>
        <p:nvGrpSpPr>
          <p:cNvPr id="35" name="그룹 34">
            <a:extLst>
              <a:ext uri="{FF2B5EF4-FFF2-40B4-BE49-F238E27FC236}">
                <a16:creationId xmlns:a16="http://schemas.microsoft.com/office/drawing/2014/main" id="{FEC0D404-07C9-C099-3AA9-81A8CF54E901}"/>
              </a:ext>
            </a:extLst>
          </p:cNvPr>
          <p:cNvGrpSpPr/>
          <p:nvPr/>
        </p:nvGrpSpPr>
        <p:grpSpPr>
          <a:xfrm>
            <a:off x="629404" y="2731561"/>
            <a:ext cx="5755628" cy="1590596"/>
            <a:chOff x="413545" y="2732879"/>
            <a:chExt cx="5755628" cy="1590596"/>
          </a:xfrm>
        </p:grpSpPr>
        <p:cxnSp>
          <p:nvCxnSpPr>
            <p:cNvPr id="77" name="직선 연결선 76">
              <a:extLst>
                <a:ext uri="{FF2B5EF4-FFF2-40B4-BE49-F238E27FC236}">
                  <a16:creationId xmlns:a16="http://schemas.microsoft.com/office/drawing/2014/main" id="{A9107EAF-583A-CA86-BBAA-FF72BBB7E48E}"/>
                </a:ext>
              </a:extLst>
            </p:cNvPr>
            <p:cNvCxnSpPr/>
            <p:nvPr/>
          </p:nvCxnSpPr>
          <p:spPr>
            <a:xfrm>
              <a:off x="800340" y="2759992"/>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DD9960F-84EA-AF8C-BE41-BDB0C603F2AD}"/>
                </a:ext>
              </a:extLst>
            </p:cNvPr>
            <p:cNvCxnSpPr>
              <a:cxnSpLocks/>
            </p:cNvCxnSpPr>
            <p:nvPr/>
          </p:nvCxnSpPr>
          <p:spPr>
            <a:xfrm>
              <a:off x="978140" y="276369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직선 연결선 103">
              <a:extLst>
                <a:ext uri="{FF2B5EF4-FFF2-40B4-BE49-F238E27FC236}">
                  <a16:creationId xmlns:a16="http://schemas.microsoft.com/office/drawing/2014/main" id="{37FB28F2-DDDD-6E3D-0EA5-4D0646F47186}"/>
                </a:ext>
              </a:extLst>
            </p:cNvPr>
            <p:cNvCxnSpPr>
              <a:cxnSpLocks/>
            </p:cNvCxnSpPr>
            <p:nvPr/>
          </p:nvCxnSpPr>
          <p:spPr>
            <a:xfrm flipV="1">
              <a:off x="978140" y="2907461"/>
              <a:ext cx="90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직사각형 106">
              <a:extLst>
                <a:ext uri="{FF2B5EF4-FFF2-40B4-BE49-F238E27FC236}">
                  <a16:creationId xmlns:a16="http://schemas.microsoft.com/office/drawing/2014/main" id="{0A94329C-B496-4285-7867-1832370979AA}"/>
                </a:ext>
              </a:extLst>
            </p:cNvPr>
            <p:cNvSpPr/>
            <p:nvPr/>
          </p:nvSpPr>
          <p:spPr>
            <a:xfrm>
              <a:off x="1030023" y="3072214"/>
              <a:ext cx="792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LOCAL-RW DATA</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8" name="직선 연결선 107">
              <a:extLst>
                <a:ext uri="{FF2B5EF4-FFF2-40B4-BE49-F238E27FC236}">
                  <a16:creationId xmlns:a16="http://schemas.microsoft.com/office/drawing/2014/main" id="{4936B1AC-3EC4-0D9A-62B0-07B59A026C13}"/>
                </a:ext>
              </a:extLst>
            </p:cNvPr>
            <p:cNvCxnSpPr>
              <a:cxnSpLocks/>
            </p:cNvCxnSpPr>
            <p:nvPr/>
          </p:nvCxnSpPr>
          <p:spPr>
            <a:xfrm flipV="1">
              <a:off x="809791" y="3289149"/>
              <a:ext cx="5286206" cy="78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직사각형 129">
              <a:extLst>
                <a:ext uri="{FF2B5EF4-FFF2-40B4-BE49-F238E27FC236}">
                  <a16:creationId xmlns:a16="http://schemas.microsoft.com/office/drawing/2014/main" id="{D0D50348-8192-6884-6B83-DA230051ED8F}"/>
                </a:ext>
              </a:extLst>
            </p:cNvPr>
            <p:cNvSpPr/>
            <p:nvPr/>
          </p:nvSpPr>
          <p:spPr>
            <a:xfrm>
              <a:off x="425976" y="2809204"/>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34" name="직사각형 133">
              <a:extLst>
                <a:ext uri="{FF2B5EF4-FFF2-40B4-BE49-F238E27FC236}">
                  <a16:creationId xmlns:a16="http://schemas.microsoft.com/office/drawing/2014/main" id="{A282E6B1-46DB-3C82-53D5-CBC73FED8416}"/>
                </a:ext>
              </a:extLst>
            </p:cNvPr>
            <p:cNvSpPr/>
            <p:nvPr/>
          </p:nvSpPr>
          <p:spPr>
            <a:xfrm>
              <a:off x="435427" y="318571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394" name="직사각형 393">
              <a:extLst>
                <a:ext uri="{FF2B5EF4-FFF2-40B4-BE49-F238E27FC236}">
                  <a16:creationId xmlns:a16="http://schemas.microsoft.com/office/drawing/2014/main" id="{38AA6204-DED6-4912-326F-6147992FA8A3}"/>
                </a:ext>
              </a:extLst>
            </p:cNvPr>
            <p:cNvSpPr/>
            <p:nvPr/>
          </p:nvSpPr>
          <p:spPr>
            <a:xfrm>
              <a:off x="2094402" y="3072344"/>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LOCAL-WRITE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396" name="직선 연결선 395">
              <a:extLst>
                <a:ext uri="{FF2B5EF4-FFF2-40B4-BE49-F238E27FC236}">
                  <a16:creationId xmlns:a16="http://schemas.microsoft.com/office/drawing/2014/main" id="{8AEFCC38-F48C-F295-9861-6476CD2D0CF6}"/>
                </a:ext>
              </a:extLst>
            </p:cNvPr>
            <p:cNvCxnSpPr>
              <a:cxnSpLocks/>
            </p:cNvCxnSpPr>
            <p:nvPr/>
          </p:nvCxnSpPr>
          <p:spPr>
            <a:xfrm>
              <a:off x="2054609" y="2902912"/>
              <a:ext cx="118220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7" name="그룹 396">
              <a:extLst>
                <a:ext uri="{FF2B5EF4-FFF2-40B4-BE49-F238E27FC236}">
                  <a16:creationId xmlns:a16="http://schemas.microsoft.com/office/drawing/2014/main" id="{9ECEE973-BDDE-F93C-3955-EADA13039AC4}"/>
                </a:ext>
              </a:extLst>
            </p:cNvPr>
            <p:cNvGrpSpPr/>
            <p:nvPr/>
          </p:nvGrpSpPr>
          <p:grpSpPr>
            <a:xfrm>
              <a:off x="5867654" y="2758644"/>
              <a:ext cx="177348" cy="144000"/>
              <a:chOff x="5453592" y="2641965"/>
              <a:chExt cx="1688087" cy="144000"/>
            </a:xfrm>
          </p:grpSpPr>
          <p:cxnSp>
            <p:nvCxnSpPr>
              <p:cNvPr id="398" name="직선 연결선 397">
                <a:extLst>
                  <a:ext uri="{FF2B5EF4-FFF2-40B4-BE49-F238E27FC236}">
                    <a16:creationId xmlns:a16="http://schemas.microsoft.com/office/drawing/2014/main" id="{285B62F7-E669-4F3E-B033-2558FB12B4B5}"/>
                  </a:ext>
                </a:extLst>
              </p:cNvPr>
              <p:cNvCxnSpPr/>
              <p:nvPr/>
            </p:nvCxnSpPr>
            <p:spPr>
              <a:xfrm>
                <a:off x="5454616" y="2641965"/>
                <a:ext cx="168706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9" name="직선 연결선 398">
                <a:extLst>
                  <a:ext uri="{FF2B5EF4-FFF2-40B4-BE49-F238E27FC236}">
                    <a16:creationId xmlns:a16="http://schemas.microsoft.com/office/drawing/2014/main" id="{7CEAB621-3B45-8866-F394-B8E79CDF85A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01" name="그룹 400">
              <a:extLst>
                <a:ext uri="{FF2B5EF4-FFF2-40B4-BE49-F238E27FC236}">
                  <a16:creationId xmlns:a16="http://schemas.microsoft.com/office/drawing/2014/main" id="{0A04C436-9409-CA76-1D56-B0F28F42B482}"/>
                </a:ext>
              </a:extLst>
            </p:cNvPr>
            <p:cNvGrpSpPr/>
            <p:nvPr/>
          </p:nvGrpSpPr>
          <p:grpSpPr>
            <a:xfrm>
              <a:off x="1875785" y="2765483"/>
              <a:ext cx="179694" cy="146277"/>
              <a:chOff x="3250176" y="2637183"/>
              <a:chExt cx="179694" cy="146277"/>
            </a:xfrm>
          </p:grpSpPr>
          <p:grpSp>
            <p:nvGrpSpPr>
              <p:cNvPr id="395" name="그룹 394">
                <a:extLst>
                  <a:ext uri="{FF2B5EF4-FFF2-40B4-BE49-F238E27FC236}">
                    <a16:creationId xmlns:a16="http://schemas.microsoft.com/office/drawing/2014/main" id="{4218C486-9B10-1D29-3E96-7D9FD4D0A646}"/>
                  </a:ext>
                </a:extLst>
              </p:cNvPr>
              <p:cNvGrpSpPr/>
              <p:nvPr/>
            </p:nvGrpSpPr>
            <p:grpSpPr>
              <a:xfrm>
                <a:off x="3250176" y="2637183"/>
                <a:ext cx="178824" cy="144000"/>
                <a:chOff x="5453592" y="2641965"/>
                <a:chExt cx="178824" cy="144000"/>
              </a:xfrm>
            </p:grpSpPr>
            <p:cxnSp>
              <p:nvCxnSpPr>
                <p:cNvPr id="105" name="직선 연결선 104">
                  <a:extLst>
                    <a:ext uri="{FF2B5EF4-FFF2-40B4-BE49-F238E27FC236}">
                      <a16:creationId xmlns:a16="http://schemas.microsoft.com/office/drawing/2014/main" id="{40238E3F-12A1-0642-5012-37D7E717393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27171997-FB3A-2F0B-3696-F61D6F4F6ED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0" name="직선 연결선 399">
                <a:extLst>
                  <a:ext uri="{FF2B5EF4-FFF2-40B4-BE49-F238E27FC236}">
                    <a16:creationId xmlns:a16="http://schemas.microsoft.com/office/drawing/2014/main" id="{FF3616E3-9C35-FFF9-DDBE-CE1CD95EE06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 name="직선 연결선 4">
              <a:extLst>
                <a:ext uri="{FF2B5EF4-FFF2-40B4-BE49-F238E27FC236}">
                  <a16:creationId xmlns:a16="http://schemas.microsoft.com/office/drawing/2014/main" id="{A7F366FA-0814-9A04-D41F-D7EEFBDAF484}"/>
                </a:ext>
              </a:extLst>
            </p:cNvPr>
            <p:cNvCxnSpPr>
              <a:cxnSpLocks/>
            </p:cNvCxnSpPr>
            <p:nvPr/>
          </p:nvCxnSpPr>
          <p:spPr>
            <a:xfrm flipV="1">
              <a:off x="780132" y="3644183"/>
              <a:ext cx="25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B5881562-0A39-F01A-E986-4499AF3F9B63}"/>
                </a:ext>
              </a:extLst>
            </p:cNvPr>
            <p:cNvSpPr/>
            <p:nvPr/>
          </p:nvSpPr>
          <p:spPr>
            <a:xfrm>
              <a:off x="425976" y="3541165"/>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53" name="직선 연결선 52">
              <a:extLst>
                <a:ext uri="{FF2B5EF4-FFF2-40B4-BE49-F238E27FC236}">
                  <a16:creationId xmlns:a16="http://schemas.microsoft.com/office/drawing/2014/main" id="{05820A77-0860-9A7B-5268-DB1B011DD260}"/>
                </a:ext>
              </a:extLst>
            </p:cNvPr>
            <p:cNvCxnSpPr>
              <a:cxnSpLocks/>
            </p:cNvCxnSpPr>
            <p:nvPr/>
          </p:nvCxnSpPr>
          <p:spPr>
            <a:xfrm flipV="1">
              <a:off x="780404" y="3864546"/>
              <a:ext cx="25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직사각형 53">
              <a:extLst>
                <a:ext uri="{FF2B5EF4-FFF2-40B4-BE49-F238E27FC236}">
                  <a16:creationId xmlns:a16="http://schemas.microsoft.com/office/drawing/2014/main" id="{D8971CDD-4662-4AC4-6654-D1542B84823E}"/>
                </a:ext>
              </a:extLst>
            </p:cNvPr>
            <p:cNvSpPr/>
            <p:nvPr/>
          </p:nvSpPr>
          <p:spPr>
            <a:xfrm>
              <a:off x="418670" y="376152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94" name="직선 연결선 93">
              <a:extLst>
                <a:ext uri="{FF2B5EF4-FFF2-40B4-BE49-F238E27FC236}">
                  <a16:creationId xmlns:a16="http://schemas.microsoft.com/office/drawing/2014/main" id="{EC5B5183-BE97-02BD-8340-4BE9E3CBF8D1}"/>
                </a:ext>
              </a:extLst>
            </p:cNvPr>
            <p:cNvCxnSpPr>
              <a:cxnSpLocks/>
            </p:cNvCxnSpPr>
            <p:nvPr/>
          </p:nvCxnSpPr>
          <p:spPr>
            <a:xfrm flipV="1">
              <a:off x="780331" y="4105362"/>
              <a:ext cx="25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직사각형 94">
              <a:extLst>
                <a:ext uri="{FF2B5EF4-FFF2-40B4-BE49-F238E27FC236}">
                  <a16:creationId xmlns:a16="http://schemas.microsoft.com/office/drawing/2014/main" id="{5B70841A-C832-62DC-FE5E-426E1DB7196A}"/>
                </a:ext>
              </a:extLst>
            </p:cNvPr>
            <p:cNvSpPr/>
            <p:nvPr/>
          </p:nvSpPr>
          <p:spPr>
            <a:xfrm>
              <a:off x="413545" y="4002344"/>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3" name="그룹 42">
              <a:extLst>
                <a:ext uri="{FF2B5EF4-FFF2-40B4-BE49-F238E27FC236}">
                  <a16:creationId xmlns:a16="http://schemas.microsoft.com/office/drawing/2014/main" id="{F9AEF021-D528-EB66-5B4E-7CB887A9FAE2}"/>
                </a:ext>
              </a:extLst>
            </p:cNvPr>
            <p:cNvGrpSpPr/>
            <p:nvPr/>
          </p:nvGrpSpPr>
          <p:grpSpPr>
            <a:xfrm>
              <a:off x="3239312" y="2758815"/>
              <a:ext cx="1261024" cy="144000"/>
              <a:chOff x="5453592" y="2641965"/>
              <a:chExt cx="1261024" cy="144000"/>
            </a:xfrm>
          </p:grpSpPr>
          <p:cxnSp>
            <p:nvCxnSpPr>
              <p:cNvPr id="138" name="직선 연결선 137">
                <a:extLst>
                  <a:ext uri="{FF2B5EF4-FFF2-40B4-BE49-F238E27FC236}">
                    <a16:creationId xmlns:a16="http://schemas.microsoft.com/office/drawing/2014/main" id="{93E9F41B-DBDD-4951-C08B-0A2C354EB1CF}"/>
                  </a:ext>
                </a:extLst>
              </p:cNvPr>
              <p:cNvCxnSpPr/>
              <p:nvPr/>
            </p:nvCxnSpPr>
            <p:spPr>
              <a:xfrm>
                <a:off x="5454616" y="2641965"/>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a:extLst>
                  <a:ext uri="{FF2B5EF4-FFF2-40B4-BE49-F238E27FC236}">
                    <a16:creationId xmlns:a16="http://schemas.microsoft.com/office/drawing/2014/main" id="{CBA65835-C4D0-C033-415C-AEF4A8CF40C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0" name="직선 연결선 139">
              <a:extLst>
                <a:ext uri="{FF2B5EF4-FFF2-40B4-BE49-F238E27FC236}">
                  <a16:creationId xmlns:a16="http://schemas.microsoft.com/office/drawing/2014/main" id="{0E516D99-5E51-21EE-B54F-666B164D1E39}"/>
                </a:ext>
              </a:extLst>
            </p:cNvPr>
            <p:cNvCxnSpPr>
              <a:cxnSpLocks/>
            </p:cNvCxnSpPr>
            <p:nvPr/>
          </p:nvCxnSpPr>
          <p:spPr>
            <a:xfrm>
              <a:off x="4498979" y="2905384"/>
              <a:ext cx="136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46" name="직사각형 145">
              <a:extLst>
                <a:ext uri="{FF2B5EF4-FFF2-40B4-BE49-F238E27FC236}">
                  <a16:creationId xmlns:a16="http://schemas.microsoft.com/office/drawing/2014/main" id="{25DCE635-25EE-57C1-BCA1-23F46967C037}"/>
                </a:ext>
              </a:extLst>
            </p:cNvPr>
            <p:cNvSpPr/>
            <p:nvPr/>
          </p:nvSpPr>
          <p:spPr>
            <a:xfrm>
              <a:off x="4534019" y="3073149"/>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LOCAL-RW POINTER RESET</a:t>
              </a:r>
            </a:p>
            <a:p>
              <a:pPr algn="ctr"/>
              <a:r>
                <a:rPr lang="en-US" altLang="ko-KR" sz="700" dirty="0">
                  <a:solidFill>
                    <a:schemeClr val="tx1"/>
                  </a:solidFill>
                  <a:latin typeface="Arial" panose="020B0604020202020204" pitchFamily="34" charset="0"/>
                  <a:cs typeface="Arial" panose="020B0604020202020204" pitchFamily="34" charset="0"/>
                </a:rPr>
                <a:t>transmit</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96" name="그룹 95">
              <a:extLst>
                <a:ext uri="{FF2B5EF4-FFF2-40B4-BE49-F238E27FC236}">
                  <a16:creationId xmlns:a16="http://schemas.microsoft.com/office/drawing/2014/main" id="{E60B6030-3037-C738-E432-E99933DEEF08}"/>
                </a:ext>
              </a:extLst>
            </p:cNvPr>
            <p:cNvGrpSpPr/>
            <p:nvPr/>
          </p:nvGrpSpPr>
          <p:grpSpPr>
            <a:xfrm>
              <a:off x="3334520" y="3960075"/>
              <a:ext cx="72000" cy="146277"/>
              <a:chOff x="3250176" y="2637183"/>
              <a:chExt cx="179694" cy="146277"/>
            </a:xfrm>
          </p:grpSpPr>
          <p:grpSp>
            <p:nvGrpSpPr>
              <p:cNvPr id="97" name="그룹 96">
                <a:extLst>
                  <a:ext uri="{FF2B5EF4-FFF2-40B4-BE49-F238E27FC236}">
                    <a16:creationId xmlns:a16="http://schemas.microsoft.com/office/drawing/2014/main" id="{91D1CCED-1E8E-99DE-2EBE-8A821FFCAAEC}"/>
                  </a:ext>
                </a:extLst>
              </p:cNvPr>
              <p:cNvGrpSpPr/>
              <p:nvPr/>
            </p:nvGrpSpPr>
            <p:grpSpPr>
              <a:xfrm>
                <a:off x="3250176" y="2637183"/>
                <a:ext cx="178824" cy="144000"/>
                <a:chOff x="5453592" y="2641965"/>
                <a:chExt cx="178824" cy="144000"/>
              </a:xfrm>
            </p:grpSpPr>
            <p:cxnSp>
              <p:nvCxnSpPr>
                <p:cNvPr id="99" name="직선 연결선 98">
                  <a:extLst>
                    <a:ext uri="{FF2B5EF4-FFF2-40B4-BE49-F238E27FC236}">
                      <a16:creationId xmlns:a16="http://schemas.microsoft.com/office/drawing/2014/main" id="{0BD54ED7-B704-972C-DB1F-51140A4CA6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A374304B-1931-5DC9-6BFA-9C99DDE887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 name="직선 연결선 97">
                <a:extLst>
                  <a:ext uri="{FF2B5EF4-FFF2-40B4-BE49-F238E27FC236}">
                    <a16:creationId xmlns:a16="http://schemas.microsoft.com/office/drawing/2014/main" id="{DF6A4001-E240-D25E-0874-0F0B4D4086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0EF72381-9504-ABB0-97FD-5104B7632229}"/>
                </a:ext>
              </a:extLst>
            </p:cNvPr>
            <p:cNvCxnSpPr>
              <a:cxnSpLocks/>
            </p:cNvCxnSpPr>
            <p:nvPr/>
          </p:nvCxnSpPr>
          <p:spPr>
            <a:xfrm>
              <a:off x="3406171" y="4104075"/>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2" name="그룹 101">
              <a:extLst>
                <a:ext uri="{FF2B5EF4-FFF2-40B4-BE49-F238E27FC236}">
                  <a16:creationId xmlns:a16="http://schemas.microsoft.com/office/drawing/2014/main" id="{E77D638C-37BD-3E87-77C1-AE2398B6137E}"/>
                </a:ext>
              </a:extLst>
            </p:cNvPr>
            <p:cNvGrpSpPr/>
            <p:nvPr/>
          </p:nvGrpSpPr>
          <p:grpSpPr>
            <a:xfrm>
              <a:off x="3444762" y="3960043"/>
              <a:ext cx="72000" cy="146277"/>
              <a:chOff x="3250176" y="2637183"/>
              <a:chExt cx="179694" cy="146277"/>
            </a:xfrm>
          </p:grpSpPr>
          <p:grpSp>
            <p:nvGrpSpPr>
              <p:cNvPr id="103" name="그룹 102">
                <a:extLst>
                  <a:ext uri="{FF2B5EF4-FFF2-40B4-BE49-F238E27FC236}">
                    <a16:creationId xmlns:a16="http://schemas.microsoft.com/office/drawing/2014/main" id="{CD8CE03B-49D1-1015-9510-1511FF96EDC6}"/>
                  </a:ext>
                </a:extLst>
              </p:cNvPr>
              <p:cNvGrpSpPr/>
              <p:nvPr/>
            </p:nvGrpSpPr>
            <p:grpSpPr>
              <a:xfrm>
                <a:off x="3250176" y="2637183"/>
                <a:ext cx="178824" cy="144000"/>
                <a:chOff x="5453592" y="2641965"/>
                <a:chExt cx="178824" cy="144000"/>
              </a:xfrm>
            </p:grpSpPr>
            <p:cxnSp>
              <p:nvCxnSpPr>
                <p:cNvPr id="110" name="직선 연결선 109">
                  <a:extLst>
                    <a:ext uri="{FF2B5EF4-FFF2-40B4-BE49-F238E27FC236}">
                      <a16:creationId xmlns:a16="http://schemas.microsoft.com/office/drawing/2014/main" id="{3EF3E6CC-82D6-1503-510D-026FB14C789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41A5B9DB-5656-B688-EFB6-C1602A23A3C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 name="직선 연결선 108">
                <a:extLst>
                  <a:ext uri="{FF2B5EF4-FFF2-40B4-BE49-F238E27FC236}">
                    <a16:creationId xmlns:a16="http://schemas.microsoft.com/office/drawing/2014/main" id="{70578B90-E220-A4AF-AE8A-80FDA63EFD1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 name="직선 연결선 111">
              <a:extLst>
                <a:ext uri="{FF2B5EF4-FFF2-40B4-BE49-F238E27FC236}">
                  <a16:creationId xmlns:a16="http://schemas.microsoft.com/office/drawing/2014/main" id="{7339C193-7741-64DD-A440-15EEEBF21416}"/>
                </a:ext>
              </a:extLst>
            </p:cNvPr>
            <p:cNvCxnSpPr>
              <a:cxnSpLocks/>
            </p:cNvCxnSpPr>
            <p:nvPr/>
          </p:nvCxnSpPr>
          <p:spPr>
            <a:xfrm>
              <a:off x="3516413" y="410198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3" name="그룹 112">
              <a:extLst>
                <a:ext uri="{FF2B5EF4-FFF2-40B4-BE49-F238E27FC236}">
                  <a16:creationId xmlns:a16="http://schemas.microsoft.com/office/drawing/2014/main" id="{4F46D713-8DDB-ED47-A8D7-B0FA40B9B4E4}"/>
                </a:ext>
              </a:extLst>
            </p:cNvPr>
            <p:cNvGrpSpPr/>
            <p:nvPr/>
          </p:nvGrpSpPr>
          <p:grpSpPr>
            <a:xfrm>
              <a:off x="3657161" y="3955731"/>
              <a:ext cx="72000" cy="146277"/>
              <a:chOff x="3250176" y="2637183"/>
              <a:chExt cx="179694" cy="146277"/>
            </a:xfrm>
          </p:grpSpPr>
          <p:grpSp>
            <p:nvGrpSpPr>
              <p:cNvPr id="114" name="그룹 113">
                <a:extLst>
                  <a:ext uri="{FF2B5EF4-FFF2-40B4-BE49-F238E27FC236}">
                    <a16:creationId xmlns:a16="http://schemas.microsoft.com/office/drawing/2014/main" id="{331CB2B6-C70E-BB77-75A2-FD1BE7ED34A8}"/>
                  </a:ext>
                </a:extLst>
              </p:cNvPr>
              <p:cNvGrpSpPr/>
              <p:nvPr/>
            </p:nvGrpSpPr>
            <p:grpSpPr>
              <a:xfrm>
                <a:off x="3250176" y="2637183"/>
                <a:ext cx="178824" cy="144000"/>
                <a:chOff x="5453592" y="2641965"/>
                <a:chExt cx="178824" cy="144000"/>
              </a:xfrm>
            </p:grpSpPr>
            <p:cxnSp>
              <p:nvCxnSpPr>
                <p:cNvPr id="116" name="직선 연결선 115">
                  <a:extLst>
                    <a:ext uri="{FF2B5EF4-FFF2-40B4-BE49-F238E27FC236}">
                      <a16:creationId xmlns:a16="http://schemas.microsoft.com/office/drawing/2014/main" id="{C84B0971-C9E0-B18B-A374-523E76DB8E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직선 연결선 116">
                  <a:extLst>
                    <a:ext uri="{FF2B5EF4-FFF2-40B4-BE49-F238E27FC236}">
                      <a16:creationId xmlns:a16="http://schemas.microsoft.com/office/drawing/2014/main" id="{457CD7C5-3828-258B-9B48-3F7C960654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 name="직선 연결선 114">
                <a:extLst>
                  <a:ext uri="{FF2B5EF4-FFF2-40B4-BE49-F238E27FC236}">
                    <a16:creationId xmlns:a16="http://schemas.microsoft.com/office/drawing/2014/main" id="{04E86A35-2F52-192A-C217-7962C9353BC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 name="직선 연결선 117">
              <a:extLst>
                <a:ext uri="{FF2B5EF4-FFF2-40B4-BE49-F238E27FC236}">
                  <a16:creationId xmlns:a16="http://schemas.microsoft.com/office/drawing/2014/main" id="{5E9BF1BF-64EC-1465-718C-8EACD8F5E9C5}"/>
                </a:ext>
              </a:extLst>
            </p:cNvPr>
            <p:cNvCxnSpPr>
              <a:cxnSpLocks/>
            </p:cNvCxnSpPr>
            <p:nvPr/>
          </p:nvCxnSpPr>
          <p:spPr>
            <a:xfrm>
              <a:off x="3585320" y="4100201"/>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 name="그룹 118">
              <a:extLst>
                <a:ext uri="{FF2B5EF4-FFF2-40B4-BE49-F238E27FC236}">
                  <a16:creationId xmlns:a16="http://schemas.microsoft.com/office/drawing/2014/main" id="{BC886D67-9FCF-E7D9-FAEC-E2464912CAE0}"/>
                </a:ext>
              </a:extLst>
            </p:cNvPr>
            <p:cNvGrpSpPr/>
            <p:nvPr/>
          </p:nvGrpSpPr>
          <p:grpSpPr>
            <a:xfrm>
              <a:off x="3552237" y="3957655"/>
              <a:ext cx="35826" cy="146277"/>
              <a:chOff x="3250176" y="2637183"/>
              <a:chExt cx="178824" cy="146277"/>
            </a:xfrm>
          </p:grpSpPr>
          <p:grpSp>
            <p:nvGrpSpPr>
              <p:cNvPr id="120" name="그룹 119">
                <a:extLst>
                  <a:ext uri="{FF2B5EF4-FFF2-40B4-BE49-F238E27FC236}">
                    <a16:creationId xmlns:a16="http://schemas.microsoft.com/office/drawing/2014/main" id="{2ED205CA-88B1-06A0-6064-C8AA04033D09}"/>
                  </a:ext>
                </a:extLst>
              </p:cNvPr>
              <p:cNvGrpSpPr/>
              <p:nvPr/>
            </p:nvGrpSpPr>
            <p:grpSpPr>
              <a:xfrm>
                <a:off x="3250176" y="2637183"/>
                <a:ext cx="178824" cy="144000"/>
                <a:chOff x="5453592" y="2641965"/>
                <a:chExt cx="178824" cy="144000"/>
              </a:xfrm>
            </p:grpSpPr>
            <p:cxnSp>
              <p:nvCxnSpPr>
                <p:cNvPr id="122" name="직선 연결선 121">
                  <a:extLst>
                    <a:ext uri="{FF2B5EF4-FFF2-40B4-BE49-F238E27FC236}">
                      <a16:creationId xmlns:a16="http://schemas.microsoft.com/office/drawing/2014/main" id="{E0CA3E92-1652-A698-32D2-41CD050395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직선 연결선 122">
                  <a:extLst>
                    <a:ext uri="{FF2B5EF4-FFF2-40B4-BE49-F238E27FC236}">
                      <a16:creationId xmlns:a16="http://schemas.microsoft.com/office/drawing/2014/main" id="{8FD82A6B-8740-DD02-2E82-7E4215242A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 name="직선 연결선 120">
                <a:extLst>
                  <a:ext uri="{FF2B5EF4-FFF2-40B4-BE49-F238E27FC236}">
                    <a16:creationId xmlns:a16="http://schemas.microsoft.com/office/drawing/2014/main" id="{71789545-C898-E716-DB24-5EF8522CD3A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4" name="직선 연결선 123">
              <a:extLst>
                <a:ext uri="{FF2B5EF4-FFF2-40B4-BE49-F238E27FC236}">
                  <a16:creationId xmlns:a16="http://schemas.microsoft.com/office/drawing/2014/main" id="{3F4FF278-DE97-F17D-66C1-79D7454A1A77}"/>
                </a:ext>
              </a:extLst>
            </p:cNvPr>
            <p:cNvCxnSpPr>
              <a:cxnSpLocks/>
            </p:cNvCxnSpPr>
            <p:nvPr/>
          </p:nvCxnSpPr>
          <p:spPr>
            <a:xfrm>
              <a:off x="3730166" y="4099625"/>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5" name="그룹 124">
              <a:extLst>
                <a:ext uri="{FF2B5EF4-FFF2-40B4-BE49-F238E27FC236}">
                  <a16:creationId xmlns:a16="http://schemas.microsoft.com/office/drawing/2014/main" id="{5641C949-DC9E-510D-2847-C71C744C1406}"/>
                </a:ext>
              </a:extLst>
            </p:cNvPr>
            <p:cNvGrpSpPr/>
            <p:nvPr/>
          </p:nvGrpSpPr>
          <p:grpSpPr>
            <a:xfrm>
              <a:off x="3768385" y="3957174"/>
              <a:ext cx="368668" cy="146277"/>
              <a:chOff x="3250176" y="2637183"/>
              <a:chExt cx="179694" cy="146277"/>
            </a:xfrm>
          </p:grpSpPr>
          <p:grpSp>
            <p:nvGrpSpPr>
              <p:cNvPr id="126" name="그룹 125">
                <a:extLst>
                  <a:ext uri="{FF2B5EF4-FFF2-40B4-BE49-F238E27FC236}">
                    <a16:creationId xmlns:a16="http://schemas.microsoft.com/office/drawing/2014/main" id="{D404274A-BB65-350B-5728-E9F522D4D4D9}"/>
                  </a:ext>
                </a:extLst>
              </p:cNvPr>
              <p:cNvGrpSpPr/>
              <p:nvPr/>
            </p:nvGrpSpPr>
            <p:grpSpPr>
              <a:xfrm>
                <a:off x="3250176" y="2637183"/>
                <a:ext cx="178824" cy="144000"/>
                <a:chOff x="5453592" y="2641965"/>
                <a:chExt cx="178824" cy="144000"/>
              </a:xfrm>
            </p:grpSpPr>
            <p:cxnSp>
              <p:nvCxnSpPr>
                <p:cNvPr id="128" name="직선 연결선 127">
                  <a:extLst>
                    <a:ext uri="{FF2B5EF4-FFF2-40B4-BE49-F238E27FC236}">
                      <a16:creationId xmlns:a16="http://schemas.microsoft.com/office/drawing/2014/main" id="{374B156E-3780-F27A-29A6-90FB1B9B55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8FB1EB47-EDFD-9045-A9EB-2E788542F8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7" name="직선 연결선 126">
                <a:extLst>
                  <a:ext uri="{FF2B5EF4-FFF2-40B4-BE49-F238E27FC236}">
                    <a16:creationId xmlns:a16="http://schemas.microsoft.com/office/drawing/2014/main" id="{F25E1674-529D-5FFA-DADD-D01BACE078E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31" name="직선 연결선 130">
              <a:extLst>
                <a:ext uri="{FF2B5EF4-FFF2-40B4-BE49-F238E27FC236}">
                  <a16:creationId xmlns:a16="http://schemas.microsoft.com/office/drawing/2014/main" id="{75BCB402-AAC2-7BA6-B5EF-52B0575EB003}"/>
                </a:ext>
              </a:extLst>
            </p:cNvPr>
            <p:cNvCxnSpPr>
              <a:cxnSpLocks/>
            </p:cNvCxnSpPr>
            <p:nvPr/>
          </p:nvCxnSpPr>
          <p:spPr>
            <a:xfrm>
              <a:off x="3773886" y="4101174"/>
              <a:ext cx="23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그룹 132">
              <a:extLst>
                <a:ext uri="{FF2B5EF4-FFF2-40B4-BE49-F238E27FC236}">
                  <a16:creationId xmlns:a16="http://schemas.microsoft.com/office/drawing/2014/main" id="{1AB29F47-8124-0633-5356-20F47D89BB06}"/>
                </a:ext>
              </a:extLst>
            </p:cNvPr>
            <p:cNvGrpSpPr/>
            <p:nvPr/>
          </p:nvGrpSpPr>
          <p:grpSpPr>
            <a:xfrm>
              <a:off x="4136596" y="3956834"/>
              <a:ext cx="216000" cy="144000"/>
              <a:chOff x="5453592" y="2641965"/>
              <a:chExt cx="178824" cy="144000"/>
            </a:xfrm>
          </p:grpSpPr>
          <p:cxnSp>
            <p:nvCxnSpPr>
              <p:cNvPr id="136" name="직선 연결선 135">
                <a:extLst>
                  <a:ext uri="{FF2B5EF4-FFF2-40B4-BE49-F238E27FC236}">
                    <a16:creationId xmlns:a16="http://schemas.microsoft.com/office/drawing/2014/main" id="{3F9E6FD2-6A1A-2AEF-4CF6-E6729A1A59D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직선 연결선 136">
                <a:extLst>
                  <a:ext uri="{FF2B5EF4-FFF2-40B4-BE49-F238E27FC236}">
                    <a16:creationId xmlns:a16="http://schemas.microsoft.com/office/drawing/2014/main" id="{13D9A824-244D-E116-4547-B2BB09C009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2" name="TextBox 141">
              <a:extLst>
                <a:ext uri="{FF2B5EF4-FFF2-40B4-BE49-F238E27FC236}">
                  <a16:creationId xmlns:a16="http://schemas.microsoft.com/office/drawing/2014/main" id="{D9965214-6EE6-C549-C481-DBF141D05C01}"/>
                </a:ext>
              </a:extLst>
            </p:cNvPr>
            <p:cNvSpPr txBox="1"/>
            <p:nvPr/>
          </p:nvSpPr>
          <p:spPr>
            <a:xfrm>
              <a:off x="4093500" y="3473421"/>
              <a:ext cx="356188" cy="200055"/>
            </a:xfrm>
            <a:prstGeom prst="rect">
              <a:avLst/>
            </a:prstGeom>
            <a:noFill/>
          </p:spPr>
          <p:txBody>
            <a:bodyPr wrap="none" rtlCol="0">
              <a:spAutoFit/>
            </a:bodyPr>
            <a:lstStyle/>
            <a:p>
              <a:r>
                <a:rPr lang="en-US" altLang="ko-KR" sz="700" dirty="0"/>
                <a:t>Data</a:t>
              </a:r>
              <a:endParaRPr lang="ko-KR" altLang="en-US" sz="700" dirty="0"/>
            </a:p>
          </p:txBody>
        </p:sp>
        <p:sp>
          <p:nvSpPr>
            <p:cNvPr id="143" name="TextBox 142">
              <a:extLst>
                <a:ext uri="{FF2B5EF4-FFF2-40B4-BE49-F238E27FC236}">
                  <a16:creationId xmlns:a16="http://schemas.microsoft.com/office/drawing/2014/main" id="{7FE19BDD-F4EC-F82E-8179-C543C84A8B62}"/>
                </a:ext>
              </a:extLst>
            </p:cNvPr>
            <p:cNvSpPr txBox="1"/>
            <p:nvPr/>
          </p:nvSpPr>
          <p:spPr>
            <a:xfrm>
              <a:off x="3730377" y="3473422"/>
              <a:ext cx="476412" cy="200055"/>
            </a:xfrm>
            <a:prstGeom prst="rect">
              <a:avLst/>
            </a:prstGeom>
            <a:noFill/>
          </p:spPr>
          <p:txBody>
            <a:bodyPr wrap="none" rtlCol="0">
              <a:spAutoFit/>
            </a:bodyPr>
            <a:lstStyle/>
            <a:p>
              <a:r>
                <a:rPr lang="en-US" altLang="ko-KR" sz="700" dirty="0"/>
                <a:t>Address</a:t>
              </a:r>
              <a:endParaRPr lang="ko-KR" altLang="en-US" sz="700" dirty="0"/>
            </a:p>
          </p:txBody>
        </p:sp>
        <p:grpSp>
          <p:nvGrpSpPr>
            <p:cNvPr id="148" name="그룹 147">
              <a:extLst>
                <a:ext uri="{FF2B5EF4-FFF2-40B4-BE49-F238E27FC236}">
                  <a16:creationId xmlns:a16="http://schemas.microsoft.com/office/drawing/2014/main" id="{43760137-8570-961E-4358-D6CC9EE450F2}"/>
                </a:ext>
              </a:extLst>
            </p:cNvPr>
            <p:cNvGrpSpPr/>
            <p:nvPr/>
          </p:nvGrpSpPr>
          <p:grpSpPr>
            <a:xfrm>
              <a:off x="3331381" y="3502881"/>
              <a:ext cx="72000" cy="146277"/>
              <a:chOff x="3250176" y="2637183"/>
              <a:chExt cx="179694" cy="146277"/>
            </a:xfrm>
          </p:grpSpPr>
          <p:grpSp>
            <p:nvGrpSpPr>
              <p:cNvPr id="179" name="그룹 178">
                <a:extLst>
                  <a:ext uri="{FF2B5EF4-FFF2-40B4-BE49-F238E27FC236}">
                    <a16:creationId xmlns:a16="http://schemas.microsoft.com/office/drawing/2014/main" id="{1CC500BF-24D8-BA77-75F5-0FFB9C6DB19C}"/>
                  </a:ext>
                </a:extLst>
              </p:cNvPr>
              <p:cNvGrpSpPr/>
              <p:nvPr/>
            </p:nvGrpSpPr>
            <p:grpSpPr>
              <a:xfrm>
                <a:off x="3250176" y="2637183"/>
                <a:ext cx="178824" cy="144000"/>
                <a:chOff x="5453592" y="2641965"/>
                <a:chExt cx="178824" cy="144000"/>
              </a:xfrm>
            </p:grpSpPr>
            <p:cxnSp>
              <p:nvCxnSpPr>
                <p:cNvPr id="181" name="직선 연결선 180">
                  <a:extLst>
                    <a:ext uri="{FF2B5EF4-FFF2-40B4-BE49-F238E27FC236}">
                      <a16:creationId xmlns:a16="http://schemas.microsoft.com/office/drawing/2014/main" id="{AB481AE9-BF3F-1BDD-2A96-85C0760D0FE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2" name="직선 연결선 181">
                  <a:extLst>
                    <a:ext uri="{FF2B5EF4-FFF2-40B4-BE49-F238E27FC236}">
                      <a16:creationId xmlns:a16="http://schemas.microsoft.com/office/drawing/2014/main" id="{FC414382-AA4F-477F-0D0B-118C7676344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0" name="직선 연결선 179">
                <a:extLst>
                  <a:ext uri="{FF2B5EF4-FFF2-40B4-BE49-F238E27FC236}">
                    <a16:creationId xmlns:a16="http://schemas.microsoft.com/office/drawing/2014/main" id="{E87C311B-56BD-F4E5-12E6-88E18DA2A14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9" name="직선 연결선 148">
              <a:extLst>
                <a:ext uri="{FF2B5EF4-FFF2-40B4-BE49-F238E27FC236}">
                  <a16:creationId xmlns:a16="http://schemas.microsoft.com/office/drawing/2014/main" id="{B1E7DA36-DB47-2B5D-612E-C52D6A489529}"/>
                </a:ext>
              </a:extLst>
            </p:cNvPr>
            <p:cNvCxnSpPr>
              <a:cxnSpLocks/>
            </p:cNvCxnSpPr>
            <p:nvPr/>
          </p:nvCxnSpPr>
          <p:spPr>
            <a:xfrm>
              <a:off x="3403032" y="364688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0" name="그룹 149">
              <a:extLst>
                <a:ext uri="{FF2B5EF4-FFF2-40B4-BE49-F238E27FC236}">
                  <a16:creationId xmlns:a16="http://schemas.microsoft.com/office/drawing/2014/main" id="{9F8CA9E6-E6DA-AE4E-88EA-D6EFF86BF93D}"/>
                </a:ext>
              </a:extLst>
            </p:cNvPr>
            <p:cNvGrpSpPr/>
            <p:nvPr/>
          </p:nvGrpSpPr>
          <p:grpSpPr>
            <a:xfrm>
              <a:off x="3441623" y="3502849"/>
              <a:ext cx="72000" cy="146277"/>
              <a:chOff x="3250176" y="2637183"/>
              <a:chExt cx="179694" cy="146277"/>
            </a:xfrm>
          </p:grpSpPr>
          <p:grpSp>
            <p:nvGrpSpPr>
              <p:cNvPr id="175" name="그룹 174">
                <a:extLst>
                  <a:ext uri="{FF2B5EF4-FFF2-40B4-BE49-F238E27FC236}">
                    <a16:creationId xmlns:a16="http://schemas.microsoft.com/office/drawing/2014/main" id="{A6BA8864-1BC8-0DC1-A666-E58993035D92}"/>
                  </a:ext>
                </a:extLst>
              </p:cNvPr>
              <p:cNvGrpSpPr/>
              <p:nvPr/>
            </p:nvGrpSpPr>
            <p:grpSpPr>
              <a:xfrm>
                <a:off x="3250176" y="2637183"/>
                <a:ext cx="178824" cy="144000"/>
                <a:chOff x="5453592" y="2641965"/>
                <a:chExt cx="178824" cy="144000"/>
              </a:xfrm>
            </p:grpSpPr>
            <p:cxnSp>
              <p:nvCxnSpPr>
                <p:cNvPr id="177" name="직선 연결선 176">
                  <a:extLst>
                    <a:ext uri="{FF2B5EF4-FFF2-40B4-BE49-F238E27FC236}">
                      <a16:creationId xmlns:a16="http://schemas.microsoft.com/office/drawing/2014/main" id="{D7267A30-DDB7-3CAE-1F72-25D2248505E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8" name="직선 연결선 177">
                  <a:extLst>
                    <a:ext uri="{FF2B5EF4-FFF2-40B4-BE49-F238E27FC236}">
                      <a16:creationId xmlns:a16="http://schemas.microsoft.com/office/drawing/2014/main" id="{8AC2ECAF-AD08-2635-4DF6-E1FBA994699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6" name="직선 연결선 175">
                <a:extLst>
                  <a:ext uri="{FF2B5EF4-FFF2-40B4-BE49-F238E27FC236}">
                    <a16:creationId xmlns:a16="http://schemas.microsoft.com/office/drawing/2014/main" id="{20212CC4-9061-056F-73BF-E9A0A4970E3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1" name="직선 연결선 150">
              <a:extLst>
                <a:ext uri="{FF2B5EF4-FFF2-40B4-BE49-F238E27FC236}">
                  <a16:creationId xmlns:a16="http://schemas.microsoft.com/office/drawing/2014/main" id="{5E570235-FFE3-F7D3-C6B8-3CFF1FD5A146}"/>
                </a:ext>
              </a:extLst>
            </p:cNvPr>
            <p:cNvCxnSpPr>
              <a:cxnSpLocks/>
            </p:cNvCxnSpPr>
            <p:nvPr/>
          </p:nvCxnSpPr>
          <p:spPr>
            <a:xfrm>
              <a:off x="3513274" y="364478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2" name="그룹 151">
              <a:extLst>
                <a:ext uri="{FF2B5EF4-FFF2-40B4-BE49-F238E27FC236}">
                  <a16:creationId xmlns:a16="http://schemas.microsoft.com/office/drawing/2014/main" id="{2F8AE605-28AA-513A-ED67-D604A940B598}"/>
                </a:ext>
              </a:extLst>
            </p:cNvPr>
            <p:cNvGrpSpPr/>
            <p:nvPr/>
          </p:nvGrpSpPr>
          <p:grpSpPr>
            <a:xfrm>
              <a:off x="3654022" y="3498537"/>
              <a:ext cx="72000" cy="146277"/>
              <a:chOff x="3250176" y="2637183"/>
              <a:chExt cx="179694" cy="146277"/>
            </a:xfrm>
          </p:grpSpPr>
          <p:grpSp>
            <p:nvGrpSpPr>
              <p:cNvPr id="171" name="그룹 170">
                <a:extLst>
                  <a:ext uri="{FF2B5EF4-FFF2-40B4-BE49-F238E27FC236}">
                    <a16:creationId xmlns:a16="http://schemas.microsoft.com/office/drawing/2014/main" id="{BF398AFE-5890-441A-C3E7-854DA83F81F9}"/>
                  </a:ext>
                </a:extLst>
              </p:cNvPr>
              <p:cNvGrpSpPr/>
              <p:nvPr/>
            </p:nvGrpSpPr>
            <p:grpSpPr>
              <a:xfrm>
                <a:off x="3250176" y="2637183"/>
                <a:ext cx="178824" cy="144000"/>
                <a:chOff x="5453592" y="2641965"/>
                <a:chExt cx="178824" cy="144000"/>
              </a:xfrm>
            </p:grpSpPr>
            <p:cxnSp>
              <p:nvCxnSpPr>
                <p:cNvPr id="173" name="직선 연결선 172">
                  <a:extLst>
                    <a:ext uri="{FF2B5EF4-FFF2-40B4-BE49-F238E27FC236}">
                      <a16:creationId xmlns:a16="http://schemas.microsoft.com/office/drawing/2014/main" id="{00238E81-B215-E925-F6FA-32BC67A40FE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4" name="직선 연결선 173">
                  <a:extLst>
                    <a:ext uri="{FF2B5EF4-FFF2-40B4-BE49-F238E27FC236}">
                      <a16:creationId xmlns:a16="http://schemas.microsoft.com/office/drawing/2014/main" id="{1EF8BE39-A10C-6E4B-7979-D14F137166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2" name="직선 연결선 171">
                <a:extLst>
                  <a:ext uri="{FF2B5EF4-FFF2-40B4-BE49-F238E27FC236}">
                    <a16:creationId xmlns:a16="http://schemas.microsoft.com/office/drawing/2014/main" id="{9FF803A0-90A9-1B99-DED7-DC230AAD55E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3" name="직선 연결선 152">
              <a:extLst>
                <a:ext uri="{FF2B5EF4-FFF2-40B4-BE49-F238E27FC236}">
                  <a16:creationId xmlns:a16="http://schemas.microsoft.com/office/drawing/2014/main" id="{6948BF63-5220-215E-C19C-137D6353E0D2}"/>
                </a:ext>
              </a:extLst>
            </p:cNvPr>
            <p:cNvCxnSpPr>
              <a:cxnSpLocks/>
            </p:cNvCxnSpPr>
            <p:nvPr/>
          </p:nvCxnSpPr>
          <p:spPr>
            <a:xfrm>
              <a:off x="3582181" y="3643007"/>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4" name="그룹 153">
              <a:extLst>
                <a:ext uri="{FF2B5EF4-FFF2-40B4-BE49-F238E27FC236}">
                  <a16:creationId xmlns:a16="http://schemas.microsoft.com/office/drawing/2014/main" id="{D66171BD-BAC3-CDF2-F674-A1F6F2667741}"/>
                </a:ext>
              </a:extLst>
            </p:cNvPr>
            <p:cNvGrpSpPr/>
            <p:nvPr/>
          </p:nvGrpSpPr>
          <p:grpSpPr>
            <a:xfrm>
              <a:off x="3549098" y="3500461"/>
              <a:ext cx="35826" cy="146277"/>
              <a:chOff x="3250176" y="2637183"/>
              <a:chExt cx="178824" cy="146277"/>
            </a:xfrm>
          </p:grpSpPr>
          <p:grpSp>
            <p:nvGrpSpPr>
              <p:cNvPr id="167" name="그룹 166">
                <a:extLst>
                  <a:ext uri="{FF2B5EF4-FFF2-40B4-BE49-F238E27FC236}">
                    <a16:creationId xmlns:a16="http://schemas.microsoft.com/office/drawing/2014/main" id="{1FD269C9-F466-DDE7-4B63-64037AB5A6FE}"/>
                  </a:ext>
                </a:extLst>
              </p:cNvPr>
              <p:cNvGrpSpPr/>
              <p:nvPr/>
            </p:nvGrpSpPr>
            <p:grpSpPr>
              <a:xfrm>
                <a:off x="3250176" y="2637183"/>
                <a:ext cx="178824" cy="144000"/>
                <a:chOff x="5453592" y="2641965"/>
                <a:chExt cx="178824" cy="144000"/>
              </a:xfrm>
            </p:grpSpPr>
            <p:cxnSp>
              <p:nvCxnSpPr>
                <p:cNvPr id="169" name="직선 연결선 168">
                  <a:extLst>
                    <a:ext uri="{FF2B5EF4-FFF2-40B4-BE49-F238E27FC236}">
                      <a16:creationId xmlns:a16="http://schemas.microsoft.com/office/drawing/2014/main" id="{6B03D6AE-20E6-ECFE-AAB0-B843909AB0B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0" name="직선 연결선 169">
                  <a:extLst>
                    <a:ext uri="{FF2B5EF4-FFF2-40B4-BE49-F238E27FC236}">
                      <a16:creationId xmlns:a16="http://schemas.microsoft.com/office/drawing/2014/main" id="{6DB0B607-BE04-CAAA-C332-387F7A64F8A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8" name="직선 연결선 167">
                <a:extLst>
                  <a:ext uri="{FF2B5EF4-FFF2-40B4-BE49-F238E27FC236}">
                    <a16:creationId xmlns:a16="http://schemas.microsoft.com/office/drawing/2014/main" id="{29BE24C9-5985-F29A-059E-BB116EDCEC9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5" name="직선 연결선 154">
              <a:extLst>
                <a:ext uri="{FF2B5EF4-FFF2-40B4-BE49-F238E27FC236}">
                  <a16:creationId xmlns:a16="http://schemas.microsoft.com/office/drawing/2014/main" id="{9F0C7F8F-4F84-8C8D-A25A-036EA90C9702}"/>
                </a:ext>
              </a:extLst>
            </p:cNvPr>
            <p:cNvCxnSpPr>
              <a:cxnSpLocks/>
            </p:cNvCxnSpPr>
            <p:nvPr/>
          </p:nvCxnSpPr>
          <p:spPr>
            <a:xfrm>
              <a:off x="3727027" y="364243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6" name="그룹 155">
              <a:extLst>
                <a:ext uri="{FF2B5EF4-FFF2-40B4-BE49-F238E27FC236}">
                  <a16:creationId xmlns:a16="http://schemas.microsoft.com/office/drawing/2014/main" id="{0E2B5210-AB01-5406-74DC-A5FC5BA3E30D}"/>
                </a:ext>
              </a:extLst>
            </p:cNvPr>
            <p:cNvGrpSpPr/>
            <p:nvPr/>
          </p:nvGrpSpPr>
          <p:grpSpPr>
            <a:xfrm>
              <a:off x="3765245" y="3499980"/>
              <a:ext cx="375995" cy="146277"/>
              <a:chOff x="3250176" y="2637183"/>
              <a:chExt cx="179694" cy="146277"/>
            </a:xfrm>
          </p:grpSpPr>
          <p:grpSp>
            <p:nvGrpSpPr>
              <p:cNvPr id="163" name="그룹 162">
                <a:extLst>
                  <a:ext uri="{FF2B5EF4-FFF2-40B4-BE49-F238E27FC236}">
                    <a16:creationId xmlns:a16="http://schemas.microsoft.com/office/drawing/2014/main" id="{72A1BC8B-DAF7-5751-BD1A-5D9DB69719F9}"/>
                  </a:ext>
                </a:extLst>
              </p:cNvPr>
              <p:cNvGrpSpPr/>
              <p:nvPr/>
            </p:nvGrpSpPr>
            <p:grpSpPr>
              <a:xfrm>
                <a:off x="3250176" y="2637183"/>
                <a:ext cx="178824" cy="144000"/>
                <a:chOff x="5453592" y="2641965"/>
                <a:chExt cx="178824" cy="144000"/>
              </a:xfrm>
            </p:grpSpPr>
            <p:cxnSp>
              <p:nvCxnSpPr>
                <p:cNvPr id="165" name="직선 연결선 164">
                  <a:extLst>
                    <a:ext uri="{FF2B5EF4-FFF2-40B4-BE49-F238E27FC236}">
                      <a16:creationId xmlns:a16="http://schemas.microsoft.com/office/drawing/2014/main" id="{3FA17D77-7CB4-576B-6BA7-F6C50A4261A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6" name="직선 연결선 165">
                  <a:extLst>
                    <a:ext uri="{FF2B5EF4-FFF2-40B4-BE49-F238E27FC236}">
                      <a16:creationId xmlns:a16="http://schemas.microsoft.com/office/drawing/2014/main" id="{2E7FB7A0-2245-4C17-9D9C-1363DFD07B0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4" name="직선 연결선 163">
                <a:extLst>
                  <a:ext uri="{FF2B5EF4-FFF2-40B4-BE49-F238E27FC236}">
                    <a16:creationId xmlns:a16="http://schemas.microsoft.com/office/drawing/2014/main" id="{998BBA05-5196-7D09-D4F7-A3FAAF0647A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7" name="직선 연결선 156">
              <a:extLst>
                <a:ext uri="{FF2B5EF4-FFF2-40B4-BE49-F238E27FC236}">
                  <a16:creationId xmlns:a16="http://schemas.microsoft.com/office/drawing/2014/main" id="{D940A9C4-55F8-BA75-1213-6EF854A09CD9}"/>
                </a:ext>
              </a:extLst>
            </p:cNvPr>
            <p:cNvCxnSpPr>
              <a:cxnSpLocks/>
            </p:cNvCxnSpPr>
            <p:nvPr/>
          </p:nvCxnSpPr>
          <p:spPr>
            <a:xfrm>
              <a:off x="3770747" y="3643980"/>
              <a:ext cx="23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9" name="그룹 158">
              <a:extLst>
                <a:ext uri="{FF2B5EF4-FFF2-40B4-BE49-F238E27FC236}">
                  <a16:creationId xmlns:a16="http://schemas.microsoft.com/office/drawing/2014/main" id="{00D2BBCD-0CB4-2001-960A-A984165D3D21}"/>
                </a:ext>
              </a:extLst>
            </p:cNvPr>
            <p:cNvGrpSpPr/>
            <p:nvPr/>
          </p:nvGrpSpPr>
          <p:grpSpPr>
            <a:xfrm>
              <a:off x="4140686" y="3499640"/>
              <a:ext cx="214763" cy="144000"/>
              <a:chOff x="5454616" y="2641965"/>
              <a:chExt cx="177800" cy="144000"/>
            </a:xfrm>
          </p:grpSpPr>
          <p:cxnSp>
            <p:nvCxnSpPr>
              <p:cNvPr id="161" name="직선 연결선 160">
                <a:extLst>
                  <a:ext uri="{FF2B5EF4-FFF2-40B4-BE49-F238E27FC236}">
                    <a16:creationId xmlns:a16="http://schemas.microsoft.com/office/drawing/2014/main" id="{EDE2A4D6-EDDB-D5F3-C9FD-6AFBD953D60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2" name="직선 연결선 161">
                <a:extLst>
                  <a:ext uri="{FF2B5EF4-FFF2-40B4-BE49-F238E27FC236}">
                    <a16:creationId xmlns:a16="http://schemas.microsoft.com/office/drawing/2014/main" id="{6AB2C1B6-29E2-F377-13D6-3009CFD0E1EA}"/>
                  </a:ext>
                </a:extLst>
              </p:cNvPr>
              <p:cNvCxnSpPr>
                <a:cxnSpLocks/>
              </p:cNvCxnSpPr>
              <p:nvPr/>
            </p:nvCxnSpPr>
            <p:spPr>
              <a:xfrm>
                <a:off x="5455749"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4" name="그룹 183">
              <a:extLst>
                <a:ext uri="{FF2B5EF4-FFF2-40B4-BE49-F238E27FC236}">
                  <a16:creationId xmlns:a16="http://schemas.microsoft.com/office/drawing/2014/main" id="{F538BD98-4DE0-8454-70A2-11BD3F34B776}"/>
                </a:ext>
              </a:extLst>
            </p:cNvPr>
            <p:cNvGrpSpPr/>
            <p:nvPr/>
          </p:nvGrpSpPr>
          <p:grpSpPr>
            <a:xfrm>
              <a:off x="3331381" y="3719422"/>
              <a:ext cx="72000" cy="146277"/>
              <a:chOff x="3250176" y="2637183"/>
              <a:chExt cx="179694" cy="146277"/>
            </a:xfrm>
          </p:grpSpPr>
          <p:grpSp>
            <p:nvGrpSpPr>
              <p:cNvPr id="416" name="그룹 415">
                <a:extLst>
                  <a:ext uri="{FF2B5EF4-FFF2-40B4-BE49-F238E27FC236}">
                    <a16:creationId xmlns:a16="http://schemas.microsoft.com/office/drawing/2014/main" id="{BABD6B03-82F5-FEA0-24AE-09A54A44EF3E}"/>
                  </a:ext>
                </a:extLst>
              </p:cNvPr>
              <p:cNvGrpSpPr/>
              <p:nvPr/>
            </p:nvGrpSpPr>
            <p:grpSpPr>
              <a:xfrm>
                <a:off x="3250176" y="2637183"/>
                <a:ext cx="178824" cy="144000"/>
                <a:chOff x="5453592" y="2641965"/>
                <a:chExt cx="178824" cy="144000"/>
              </a:xfrm>
            </p:grpSpPr>
            <p:cxnSp>
              <p:nvCxnSpPr>
                <p:cNvPr id="418" name="직선 연결선 417">
                  <a:extLst>
                    <a:ext uri="{FF2B5EF4-FFF2-40B4-BE49-F238E27FC236}">
                      <a16:creationId xmlns:a16="http://schemas.microsoft.com/office/drawing/2014/main" id="{BFA8573E-BA72-4B94-6B94-D9032702A75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9" name="직선 연결선 418">
                  <a:extLst>
                    <a:ext uri="{FF2B5EF4-FFF2-40B4-BE49-F238E27FC236}">
                      <a16:creationId xmlns:a16="http://schemas.microsoft.com/office/drawing/2014/main" id="{94EA7D27-581D-5C4A-AA46-FBB6FC29A41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7" name="직선 연결선 416">
                <a:extLst>
                  <a:ext uri="{FF2B5EF4-FFF2-40B4-BE49-F238E27FC236}">
                    <a16:creationId xmlns:a16="http://schemas.microsoft.com/office/drawing/2014/main" id="{B1D8DF69-A442-1EC7-DE3D-D2F2D1B9A88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5" name="직선 연결선 184">
              <a:extLst>
                <a:ext uri="{FF2B5EF4-FFF2-40B4-BE49-F238E27FC236}">
                  <a16:creationId xmlns:a16="http://schemas.microsoft.com/office/drawing/2014/main" id="{FF7F40B9-3630-545A-20D9-C50DC8B5654F}"/>
                </a:ext>
              </a:extLst>
            </p:cNvPr>
            <p:cNvCxnSpPr>
              <a:cxnSpLocks/>
            </p:cNvCxnSpPr>
            <p:nvPr/>
          </p:nvCxnSpPr>
          <p:spPr>
            <a:xfrm>
              <a:off x="3403032" y="386342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6" name="그룹 185">
              <a:extLst>
                <a:ext uri="{FF2B5EF4-FFF2-40B4-BE49-F238E27FC236}">
                  <a16:creationId xmlns:a16="http://schemas.microsoft.com/office/drawing/2014/main" id="{70882C09-E26E-6155-3303-FBC25EDED7C7}"/>
                </a:ext>
              </a:extLst>
            </p:cNvPr>
            <p:cNvGrpSpPr/>
            <p:nvPr/>
          </p:nvGrpSpPr>
          <p:grpSpPr>
            <a:xfrm>
              <a:off x="3441623" y="3719390"/>
              <a:ext cx="72000" cy="146277"/>
              <a:chOff x="3250176" y="2637183"/>
              <a:chExt cx="179694" cy="146277"/>
            </a:xfrm>
          </p:grpSpPr>
          <p:grpSp>
            <p:nvGrpSpPr>
              <p:cNvPr id="412" name="그룹 411">
                <a:extLst>
                  <a:ext uri="{FF2B5EF4-FFF2-40B4-BE49-F238E27FC236}">
                    <a16:creationId xmlns:a16="http://schemas.microsoft.com/office/drawing/2014/main" id="{64DF00A9-C62E-7E52-8D66-6011B423AD54}"/>
                  </a:ext>
                </a:extLst>
              </p:cNvPr>
              <p:cNvGrpSpPr/>
              <p:nvPr/>
            </p:nvGrpSpPr>
            <p:grpSpPr>
              <a:xfrm>
                <a:off x="3250176" y="2637183"/>
                <a:ext cx="178824" cy="144000"/>
                <a:chOff x="5453592" y="2641965"/>
                <a:chExt cx="178824" cy="144000"/>
              </a:xfrm>
            </p:grpSpPr>
            <p:cxnSp>
              <p:nvCxnSpPr>
                <p:cNvPr id="414" name="직선 연결선 413">
                  <a:extLst>
                    <a:ext uri="{FF2B5EF4-FFF2-40B4-BE49-F238E27FC236}">
                      <a16:creationId xmlns:a16="http://schemas.microsoft.com/office/drawing/2014/main" id="{5B4B789E-35F6-55B4-B085-D1DB263B16A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5" name="직선 연결선 414">
                  <a:extLst>
                    <a:ext uri="{FF2B5EF4-FFF2-40B4-BE49-F238E27FC236}">
                      <a16:creationId xmlns:a16="http://schemas.microsoft.com/office/drawing/2014/main" id="{3D74E65B-6251-0048-FB60-E8EF91D3930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3" name="직선 연결선 412">
                <a:extLst>
                  <a:ext uri="{FF2B5EF4-FFF2-40B4-BE49-F238E27FC236}">
                    <a16:creationId xmlns:a16="http://schemas.microsoft.com/office/drawing/2014/main" id="{73945CB0-6F8A-4E69-79EE-BA2908637F9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7" name="직선 연결선 186">
              <a:extLst>
                <a:ext uri="{FF2B5EF4-FFF2-40B4-BE49-F238E27FC236}">
                  <a16:creationId xmlns:a16="http://schemas.microsoft.com/office/drawing/2014/main" id="{35F065BC-24D7-64D2-939E-32735D604648}"/>
                </a:ext>
              </a:extLst>
            </p:cNvPr>
            <p:cNvCxnSpPr>
              <a:cxnSpLocks/>
            </p:cNvCxnSpPr>
            <p:nvPr/>
          </p:nvCxnSpPr>
          <p:spPr>
            <a:xfrm>
              <a:off x="3513274" y="3861329"/>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8" name="그룹 187">
              <a:extLst>
                <a:ext uri="{FF2B5EF4-FFF2-40B4-BE49-F238E27FC236}">
                  <a16:creationId xmlns:a16="http://schemas.microsoft.com/office/drawing/2014/main" id="{3FE5AA38-32E2-34E5-74EA-07C18F4BF53B}"/>
                </a:ext>
              </a:extLst>
            </p:cNvPr>
            <p:cNvGrpSpPr/>
            <p:nvPr/>
          </p:nvGrpSpPr>
          <p:grpSpPr>
            <a:xfrm>
              <a:off x="3654022" y="3715078"/>
              <a:ext cx="72000" cy="146277"/>
              <a:chOff x="3250176" y="2637183"/>
              <a:chExt cx="179694" cy="146277"/>
            </a:xfrm>
          </p:grpSpPr>
          <p:grpSp>
            <p:nvGrpSpPr>
              <p:cNvPr id="408" name="그룹 407">
                <a:extLst>
                  <a:ext uri="{FF2B5EF4-FFF2-40B4-BE49-F238E27FC236}">
                    <a16:creationId xmlns:a16="http://schemas.microsoft.com/office/drawing/2014/main" id="{F3B313B2-66AD-C156-5C5B-6D0D8DDE96C3}"/>
                  </a:ext>
                </a:extLst>
              </p:cNvPr>
              <p:cNvGrpSpPr/>
              <p:nvPr/>
            </p:nvGrpSpPr>
            <p:grpSpPr>
              <a:xfrm>
                <a:off x="3250176" y="2637183"/>
                <a:ext cx="178824" cy="144000"/>
                <a:chOff x="5453592" y="2641965"/>
                <a:chExt cx="178824" cy="144000"/>
              </a:xfrm>
            </p:grpSpPr>
            <p:cxnSp>
              <p:nvCxnSpPr>
                <p:cNvPr id="410" name="직선 연결선 409">
                  <a:extLst>
                    <a:ext uri="{FF2B5EF4-FFF2-40B4-BE49-F238E27FC236}">
                      <a16:creationId xmlns:a16="http://schemas.microsoft.com/office/drawing/2014/main" id="{9268E57D-AE89-6F5D-834F-7EAEA08B5EF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1" name="직선 연결선 410">
                  <a:extLst>
                    <a:ext uri="{FF2B5EF4-FFF2-40B4-BE49-F238E27FC236}">
                      <a16:creationId xmlns:a16="http://schemas.microsoft.com/office/drawing/2014/main" id="{EB923EE7-74DD-3526-4445-31FFEA852D1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9" name="직선 연결선 408">
                <a:extLst>
                  <a:ext uri="{FF2B5EF4-FFF2-40B4-BE49-F238E27FC236}">
                    <a16:creationId xmlns:a16="http://schemas.microsoft.com/office/drawing/2014/main" id="{9BC588ED-7980-073F-8925-B6D2977A988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9" name="직선 연결선 188">
              <a:extLst>
                <a:ext uri="{FF2B5EF4-FFF2-40B4-BE49-F238E27FC236}">
                  <a16:creationId xmlns:a16="http://schemas.microsoft.com/office/drawing/2014/main" id="{7319796C-1552-08DD-CD7A-C01A1955D0FD}"/>
                </a:ext>
              </a:extLst>
            </p:cNvPr>
            <p:cNvCxnSpPr>
              <a:cxnSpLocks/>
            </p:cNvCxnSpPr>
            <p:nvPr/>
          </p:nvCxnSpPr>
          <p:spPr>
            <a:xfrm>
              <a:off x="3582181" y="3859548"/>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0" name="그룹 189">
              <a:extLst>
                <a:ext uri="{FF2B5EF4-FFF2-40B4-BE49-F238E27FC236}">
                  <a16:creationId xmlns:a16="http://schemas.microsoft.com/office/drawing/2014/main" id="{489A1625-2F69-6748-39BB-27FABC2E136E}"/>
                </a:ext>
              </a:extLst>
            </p:cNvPr>
            <p:cNvGrpSpPr/>
            <p:nvPr/>
          </p:nvGrpSpPr>
          <p:grpSpPr>
            <a:xfrm>
              <a:off x="3549098" y="3717002"/>
              <a:ext cx="35826" cy="146277"/>
              <a:chOff x="3250176" y="2637183"/>
              <a:chExt cx="178824" cy="146277"/>
            </a:xfrm>
          </p:grpSpPr>
          <p:grpSp>
            <p:nvGrpSpPr>
              <p:cNvPr id="404" name="그룹 403">
                <a:extLst>
                  <a:ext uri="{FF2B5EF4-FFF2-40B4-BE49-F238E27FC236}">
                    <a16:creationId xmlns:a16="http://schemas.microsoft.com/office/drawing/2014/main" id="{675E3135-A8F5-AA8A-B3A9-7D80D9A0FEB8}"/>
                  </a:ext>
                </a:extLst>
              </p:cNvPr>
              <p:cNvGrpSpPr/>
              <p:nvPr/>
            </p:nvGrpSpPr>
            <p:grpSpPr>
              <a:xfrm>
                <a:off x="3250176" y="2637183"/>
                <a:ext cx="178824" cy="144000"/>
                <a:chOff x="5453592" y="2641965"/>
                <a:chExt cx="178824" cy="144000"/>
              </a:xfrm>
            </p:grpSpPr>
            <p:cxnSp>
              <p:nvCxnSpPr>
                <p:cNvPr id="406" name="직선 연결선 405">
                  <a:extLst>
                    <a:ext uri="{FF2B5EF4-FFF2-40B4-BE49-F238E27FC236}">
                      <a16:creationId xmlns:a16="http://schemas.microsoft.com/office/drawing/2014/main" id="{F4F29432-2103-BCF1-F86E-BA5C88F2226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7" name="직선 연결선 406">
                  <a:extLst>
                    <a:ext uri="{FF2B5EF4-FFF2-40B4-BE49-F238E27FC236}">
                      <a16:creationId xmlns:a16="http://schemas.microsoft.com/office/drawing/2014/main" id="{098B9DF2-0158-12C5-E288-2EA8B41BE93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5" name="직선 연결선 404">
                <a:extLst>
                  <a:ext uri="{FF2B5EF4-FFF2-40B4-BE49-F238E27FC236}">
                    <a16:creationId xmlns:a16="http://schemas.microsoft.com/office/drawing/2014/main" id="{91D9E1A1-01D3-2000-083F-3C82EA59A4E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1" name="직선 연결선 190">
              <a:extLst>
                <a:ext uri="{FF2B5EF4-FFF2-40B4-BE49-F238E27FC236}">
                  <a16:creationId xmlns:a16="http://schemas.microsoft.com/office/drawing/2014/main" id="{0B2549EE-1EC8-1323-8462-D86703A88EDA}"/>
                </a:ext>
              </a:extLst>
            </p:cNvPr>
            <p:cNvCxnSpPr>
              <a:cxnSpLocks/>
            </p:cNvCxnSpPr>
            <p:nvPr/>
          </p:nvCxnSpPr>
          <p:spPr>
            <a:xfrm>
              <a:off x="3727027" y="385897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84" name="그룹 383">
              <a:extLst>
                <a:ext uri="{FF2B5EF4-FFF2-40B4-BE49-F238E27FC236}">
                  <a16:creationId xmlns:a16="http://schemas.microsoft.com/office/drawing/2014/main" id="{B5F93A64-2792-B099-0232-3CFB22A07243}"/>
                </a:ext>
              </a:extLst>
            </p:cNvPr>
            <p:cNvGrpSpPr/>
            <p:nvPr/>
          </p:nvGrpSpPr>
          <p:grpSpPr>
            <a:xfrm>
              <a:off x="3765245" y="3716521"/>
              <a:ext cx="375995" cy="146277"/>
              <a:chOff x="3250176" y="2637183"/>
              <a:chExt cx="179694" cy="146277"/>
            </a:xfrm>
          </p:grpSpPr>
          <p:grpSp>
            <p:nvGrpSpPr>
              <p:cNvPr id="391" name="그룹 390">
                <a:extLst>
                  <a:ext uri="{FF2B5EF4-FFF2-40B4-BE49-F238E27FC236}">
                    <a16:creationId xmlns:a16="http://schemas.microsoft.com/office/drawing/2014/main" id="{B54FDBEA-754E-FB02-E5ED-03EB6BB0FCBA}"/>
                  </a:ext>
                </a:extLst>
              </p:cNvPr>
              <p:cNvGrpSpPr/>
              <p:nvPr/>
            </p:nvGrpSpPr>
            <p:grpSpPr>
              <a:xfrm>
                <a:off x="3250176" y="2637183"/>
                <a:ext cx="178824" cy="144000"/>
                <a:chOff x="5453592" y="2641965"/>
                <a:chExt cx="178824" cy="144000"/>
              </a:xfrm>
            </p:grpSpPr>
            <p:cxnSp>
              <p:nvCxnSpPr>
                <p:cNvPr id="393" name="직선 연결선 392">
                  <a:extLst>
                    <a:ext uri="{FF2B5EF4-FFF2-40B4-BE49-F238E27FC236}">
                      <a16:creationId xmlns:a16="http://schemas.microsoft.com/office/drawing/2014/main" id="{E4F40E06-059A-5A15-D393-95D2F6FA0AF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2" name="직선 연결선 401">
                  <a:extLst>
                    <a:ext uri="{FF2B5EF4-FFF2-40B4-BE49-F238E27FC236}">
                      <a16:creationId xmlns:a16="http://schemas.microsoft.com/office/drawing/2014/main" id="{D32332D2-C47E-F93D-2025-D1D643B20B0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2" name="직선 연결선 391">
                <a:extLst>
                  <a:ext uri="{FF2B5EF4-FFF2-40B4-BE49-F238E27FC236}">
                    <a16:creationId xmlns:a16="http://schemas.microsoft.com/office/drawing/2014/main" id="{9C20F809-75DB-4B2F-C372-005964E42DE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5" name="직선 연결선 384">
              <a:extLst>
                <a:ext uri="{FF2B5EF4-FFF2-40B4-BE49-F238E27FC236}">
                  <a16:creationId xmlns:a16="http://schemas.microsoft.com/office/drawing/2014/main" id="{6890B786-3082-7C2E-4FEE-E5D2439D0755}"/>
                </a:ext>
              </a:extLst>
            </p:cNvPr>
            <p:cNvCxnSpPr>
              <a:cxnSpLocks/>
            </p:cNvCxnSpPr>
            <p:nvPr/>
          </p:nvCxnSpPr>
          <p:spPr>
            <a:xfrm>
              <a:off x="3770747" y="3860521"/>
              <a:ext cx="23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87" name="그룹 386">
              <a:extLst>
                <a:ext uri="{FF2B5EF4-FFF2-40B4-BE49-F238E27FC236}">
                  <a16:creationId xmlns:a16="http://schemas.microsoft.com/office/drawing/2014/main" id="{4C598FCA-D45E-2B77-8A5E-D5D340237F42}"/>
                </a:ext>
              </a:extLst>
            </p:cNvPr>
            <p:cNvGrpSpPr/>
            <p:nvPr/>
          </p:nvGrpSpPr>
          <p:grpSpPr>
            <a:xfrm>
              <a:off x="4140686" y="3716181"/>
              <a:ext cx="214763" cy="144000"/>
              <a:chOff x="5454616" y="2641965"/>
              <a:chExt cx="177800" cy="144000"/>
            </a:xfrm>
          </p:grpSpPr>
          <p:cxnSp>
            <p:nvCxnSpPr>
              <p:cNvPr id="389" name="직선 연결선 388">
                <a:extLst>
                  <a:ext uri="{FF2B5EF4-FFF2-40B4-BE49-F238E27FC236}">
                    <a16:creationId xmlns:a16="http://schemas.microsoft.com/office/drawing/2014/main" id="{0DA1D864-E806-FE33-E500-C27FD75B6B7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0" name="직선 연결선 389">
                <a:extLst>
                  <a:ext uri="{FF2B5EF4-FFF2-40B4-BE49-F238E27FC236}">
                    <a16:creationId xmlns:a16="http://schemas.microsoft.com/office/drawing/2014/main" id="{82BDA284-1B52-C52C-05D3-0F7A61E4D103}"/>
                  </a:ext>
                </a:extLst>
              </p:cNvPr>
              <p:cNvCxnSpPr>
                <a:cxnSpLocks/>
              </p:cNvCxnSpPr>
              <p:nvPr/>
            </p:nvCxnSpPr>
            <p:spPr>
              <a:xfrm>
                <a:off x="5455749"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6" name="자유형: 도형 15">
              <a:extLst>
                <a:ext uri="{FF2B5EF4-FFF2-40B4-BE49-F238E27FC236}">
                  <a16:creationId xmlns:a16="http://schemas.microsoft.com/office/drawing/2014/main" id="{6FF4082E-92E6-1D41-D7B9-FFC097B40C4E}"/>
                </a:ext>
              </a:extLst>
            </p:cNvPr>
            <p:cNvSpPr/>
            <p:nvPr/>
          </p:nvSpPr>
          <p:spPr>
            <a:xfrm>
              <a:off x="4363195" y="3502124"/>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9" name="자유형: 도형 18">
              <a:extLst>
                <a:ext uri="{FF2B5EF4-FFF2-40B4-BE49-F238E27FC236}">
                  <a16:creationId xmlns:a16="http://schemas.microsoft.com/office/drawing/2014/main" id="{690118AD-D0BC-266B-C0D0-2C28DD849410}"/>
                </a:ext>
              </a:extLst>
            </p:cNvPr>
            <p:cNvSpPr/>
            <p:nvPr/>
          </p:nvSpPr>
          <p:spPr>
            <a:xfrm>
              <a:off x="4376364" y="3498515"/>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자유형: 도형 20">
              <a:extLst>
                <a:ext uri="{FF2B5EF4-FFF2-40B4-BE49-F238E27FC236}">
                  <a16:creationId xmlns:a16="http://schemas.microsoft.com/office/drawing/2014/main" id="{59B59E71-27D7-ADB4-2C44-ABDBDD59B998}"/>
                </a:ext>
              </a:extLst>
            </p:cNvPr>
            <p:cNvSpPr/>
            <p:nvPr/>
          </p:nvSpPr>
          <p:spPr>
            <a:xfrm>
              <a:off x="4353686" y="3729427"/>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자유형: 도형 21">
              <a:extLst>
                <a:ext uri="{FF2B5EF4-FFF2-40B4-BE49-F238E27FC236}">
                  <a16:creationId xmlns:a16="http://schemas.microsoft.com/office/drawing/2014/main" id="{8DEA18B3-E157-ED38-FCF1-BC02EAB58539}"/>
                </a:ext>
              </a:extLst>
            </p:cNvPr>
            <p:cNvSpPr/>
            <p:nvPr/>
          </p:nvSpPr>
          <p:spPr>
            <a:xfrm>
              <a:off x="4366855" y="3725818"/>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자유형: 도형 23">
              <a:extLst>
                <a:ext uri="{FF2B5EF4-FFF2-40B4-BE49-F238E27FC236}">
                  <a16:creationId xmlns:a16="http://schemas.microsoft.com/office/drawing/2014/main" id="{442714E1-711E-968E-BEC1-9AC111E63A81}"/>
                </a:ext>
              </a:extLst>
            </p:cNvPr>
            <p:cNvSpPr/>
            <p:nvPr/>
          </p:nvSpPr>
          <p:spPr>
            <a:xfrm>
              <a:off x="4360102" y="3960443"/>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6" name="자유형: 도형 25">
              <a:extLst>
                <a:ext uri="{FF2B5EF4-FFF2-40B4-BE49-F238E27FC236}">
                  <a16:creationId xmlns:a16="http://schemas.microsoft.com/office/drawing/2014/main" id="{4BBCEF39-21DE-9723-A858-CC13B2DC5076}"/>
                </a:ext>
              </a:extLst>
            </p:cNvPr>
            <p:cNvSpPr/>
            <p:nvPr/>
          </p:nvSpPr>
          <p:spPr>
            <a:xfrm>
              <a:off x="4373271" y="3956834"/>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28" name="직선 연결선 27">
              <a:extLst>
                <a:ext uri="{FF2B5EF4-FFF2-40B4-BE49-F238E27FC236}">
                  <a16:creationId xmlns:a16="http://schemas.microsoft.com/office/drawing/2014/main" id="{596333D6-0F93-504C-B0BC-07BC57285F45}"/>
                </a:ext>
              </a:extLst>
            </p:cNvPr>
            <p:cNvCxnSpPr>
              <a:cxnSpLocks/>
            </p:cNvCxnSpPr>
            <p:nvPr/>
          </p:nvCxnSpPr>
          <p:spPr>
            <a:xfrm>
              <a:off x="4495982" y="275864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직사각형 49">
              <a:extLst>
                <a:ext uri="{FF2B5EF4-FFF2-40B4-BE49-F238E27FC236}">
                  <a16:creationId xmlns:a16="http://schemas.microsoft.com/office/drawing/2014/main" id="{B9EBE257-873C-7CB5-B46B-106502A40B44}"/>
                </a:ext>
              </a:extLst>
            </p:cNvPr>
            <p:cNvSpPr/>
            <p:nvPr/>
          </p:nvSpPr>
          <p:spPr>
            <a:xfrm>
              <a:off x="6031449" y="2732879"/>
              <a:ext cx="137724" cy="1449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32" name="직선 연결선 31">
              <a:extLst>
                <a:ext uri="{FF2B5EF4-FFF2-40B4-BE49-F238E27FC236}">
                  <a16:creationId xmlns:a16="http://schemas.microsoft.com/office/drawing/2014/main" id="{D25CEC90-E74B-808F-76FC-2F2E576CC751}"/>
                </a:ext>
              </a:extLst>
            </p:cNvPr>
            <p:cNvCxnSpPr>
              <a:cxnSpLocks/>
            </p:cNvCxnSpPr>
            <p:nvPr/>
          </p:nvCxnSpPr>
          <p:spPr>
            <a:xfrm>
              <a:off x="4495982" y="2932077"/>
              <a:ext cx="0" cy="1249982"/>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D0E36F0-C808-1362-0F12-4900C8F12D7A}"/>
                </a:ext>
              </a:extLst>
            </p:cNvPr>
            <p:cNvSpPr txBox="1"/>
            <p:nvPr/>
          </p:nvSpPr>
          <p:spPr>
            <a:xfrm>
              <a:off x="4158023" y="4123420"/>
              <a:ext cx="808235" cy="200055"/>
            </a:xfrm>
            <a:prstGeom prst="rect">
              <a:avLst/>
            </a:prstGeom>
            <a:noFill/>
          </p:spPr>
          <p:txBody>
            <a:bodyPr wrap="none" rtlCol="0">
              <a:spAutoFit/>
            </a:bodyPr>
            <a:lstStyle/>
            <a:p>
              <a:r>
                <a:rPr lang="en-US" altLang="ko-KR" sz="700" dirty="0"/>
                <a:t>Local-write Done</a:t>
              </a:r>
              <a:endParaRPr lang="ko-KR" altLang="en-US" sz="700" dirty="0"/>
            </a:p>
          </p:txBody>
        </p:sp>
      </p:grpSp>
      <p:sp>
        <p:nvSpPr>
          <p:cNvPr id="8" name="object 84">
            <a:extLst>
              <a:ext uri="{FF2B5EF4-FFF2-40B4-BE49-F238E27FC236}">
                <a16:creationId xmlns:a16="http://schemas.microsoft.com/office/drawing/2014/main" id="{22FFE591-32FD-BE3F-3F46-DBE0AD098D5E}"/>
              </a:ext>
            </a:extLst>
          </p:cNvPr>
          <p:cNvSpPr txBox="1"/>
          <p:nvPr/>
        </p:nvSpPr>
        <p:spPr>
          <a:xfrm>
            <a:off x="2022671" y="4357403"/>
            <a:ext cx="2807180"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14. The sequence of Local-write command</a:t>
            </a:r>
          </a:p>
        </p:txBody>
      </p:sp>
      <p:sp>
        <p:nvSpPr>
          <p:cNvPr id="10" name="object 11">
            <a:extLst>
              <a:ext uri="{FF2B5EF4-FFF2-40B4-BE49-F238E27FC236}">
                <a16:creationId xmlns:a16="http://schemas.microsoft.com/office/drawing/2014/main" id="{D4F6F538-E723-6785-2A8E-FD3CA3EF5799}"/>
              </a:ext>
            </a:extLst>
          </p:cNvPr>
          <p:cNvSpPr txBox="1"/>
          <p:nvPr/>
        </p:nvSpPr>
        <p:spPr>
          <a:xfrm>
            <a:off x="1585554" y="8341714"/>
            <a:ext cx="3681413"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8</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The LOCAL-RW DATA mapping according to the CH_SEG</a:t>
            </a:r>
          </a:p>
        </p:txBody>
      </p:sp>
    </p:spTree>
    <p:extLst>
      <p:ext uri="{BB962C8B-B14F-4D97-AF65-F5344CB8AC3E}">
        <p14:creationId xmlns:p14="http://schemas.microsoft.com/office/powerpoint/2010/main" val="36248643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표 6">
            <a:extLst>
              <a:ext uri="{FF2B5EF4-FFF2-40B4-BE49-F238E27FC236}">
                <a16:creationId xmlns:a16="http://schemas.microsoft.com/office/drawing/2014/main" id="{48F2C326-DA29-CFFF-1D77-1CFD3A10E9FC}"/>
              </a:ext>
            </a:extLst>
          </p:cNvPr>
          <p:cNvGraphicFramePr>
            <a:graphicFrameLocks noGrp="1"/>
          </p:cNvGraphicFramePr>
          <p:nvPr>
            <p:extLst>
              <p:ext uri="{D42A27DB-BD31-4B8C-83A1-F6EECF244321}">
                <p14:modId xmlns:p14="http://schemas.microsoft.com/office/powerpoint/2010/main" val="917333638"/>
              </p:ext>
            </p:extLst>
          </p:nvPr>
        </p:nvGraphicFramePr>
        <p:xfrm>
          <a:off x="1024928" y="4419541"/>
          <a:ext cx="5032543" cy="2235645"/>
        </p:xfrm>
        <a:graphic>
          <a:graphicData uri="http://schemas.openxmlformats.org/drawingml/2006/table">
            <a:tbl>
              <a:tblPr firstRow="1" bandRow="1">
                <a:tableStyleId>{5C22544A-7EE6-4342-B048-85BDC9FD1C3A}</a:tableStyleId>
              </a:tblPr>
              <a:tblGrid>
                <a:gridCol w="485775">
                  <a:extLst>
                    <a:ext uri="{9D8B030D-6E8A-4147-A177-3AD203B41FA5}">
                      <a16:colId xmlns:a16="http://schemas.microsoft.com/office/drawing/2014/main" val="1045059463"/>
                    </a:ext>
                  </a:extLst>
                </a:gridCol>
                <a:gridCol w="62826">
                  <a:extLst>
                    <a:ext uri="{9D8B030D-6E8A-4147-A177-3AD203B41FA5}">
                      <a16:colId xmlns:a16="http://schemas.microsoft.com/office/drawing/2014/main" val="914624312"/>
                    </a:ext>
                  </a:extLst>
                </a:gridCol>
                <a:gridCol w="505520">
                  <a:extLst>
                    <a:ext uri="{9D8B030D-6E8A-4147-A177-3AD203B41FA5}">
                      <a16:colId xmlns:a16="http://schemas.microsoft.com/office/drawing/2014/main" val="1037286305"/>
                    </a:ext>
                  </a:extLst>
                </a:gridCol>
                <a:gridCol w="62826">
                  <a:extLst>
                    <a:ext uri="{9D8B030D-6E8A-4147-A177-3AD203B41FA5}">
                      <a16:colId xmlns:a16="http://schemas.microsoft.com/office/drawing/2014/main" val="2063085555"/>
                    </a:ext>
                  </a:extLst>
                </a:gridCol>
                <a:gridCol w="505520">
                  <a:extLst>
                    <a:ext uri="{9D8B030D-6E8A-4147-A177-3AD203B41FA5}">
                      <a16:colId xmlns:a16="http://schemas.microsoft.com/office/drawing/2014/main" val="3340661124"/>
                    </a:ext>
                  </a:extLst>
                </a:gridCol>
                <a:gridCol w="62826">
                  <a:extLst>
                    <a:ext uri="{9D8B030D-6E8A-4147-A177-3AD203B41FA5}">
                      <a16:colId xmlns:a16="http://schemas.microsoft.com/office/drawing/2014/main" val="2642307584"/>
                    </a:ext>
                  </a:extLst>
                </a:gridCol>
                <a:gridCol w="505520">
                  <a:extLst>
                    <a:ext uri="{9D8B030D-6E8A-4147-A177-3AD203B41FA5}">
                      <a16:colId xmlns:a16="http://schemas.microsoft.com/office/drawing/2014/main" val="2146912518"/>
                    </a:ext>
                  </a:extLst>
                </a:gridCol>
                <a:gridCol w="62826">
                  <a:extLst>
                    <a:ext uri="{9D8B030D-6E8A-4147-A177-3AD203B41FA5}">
                      <a16:colId xmlns:a16="http://schemas.microsoft.com/office/drawing/2014/main" val="3075362027"/>
                    </a:ext>
                  </a:extLst>
                </a:gridCol>
                <a:gridCol w="505520">
                  <a:extLst>
                    <a:ext uri="{9D8B030D-6E8A-4147-A177-3AD203B41FA5}">
                      <a16:colId xmlns:a16="http://schemas.microsoft.com/office/drawing/2014/main" val="2328463978"/>
                    </a:ext>
                  </a:extLst>
                </a:gridCol>
                <a:gridCol w="62826">
                  <a:extLst>
                    <a:ext uri="{9D8B030D-6E8A-4147-A177-3AD203B41FA5}">
                      <a16:colId xmlns:a16="http://schemas.microsoft.com/office/drawing/2014/main" val="672915544"/>
                    </a:ext>
                  </a:extLst>
                </a:gridCol>
                <a:gridCol w="505520">
                  <a:extLst>
                    <a:ext uri="{9D8B030D-6E8A-4147-A177-3AD203B41FA5}">
                      <a16:colId xmlns:a16="http://schemas.microsoft.com/office/drawing/2014/main" val="1720884376"/>
                    </a:ext>
                  </a:extLst>
                </a:gridCol>
                <a:gridCol w="62826">
                  <a:extLst>
                    <a:ext uri="{9D8B030D-6E8A-4147-A177-3AD203B41FA5}">
                      <a16:colId xmlns:a16="http://schemas.microsoft.com/office/drawing/2014/main" val="2607967538"/>
                    </a:ext>
                  </a:extLst>
                </a:gridCol>
                <a:gridCol w="505520">
                  <a:extLst>
                    <a:ext uri="{9D8B030D-6E8A-4147-A177-3AD203B41FA5}">
                      <a16:colId xmlns:a16="http://schemas.microsoft.com/office/drawing/2014/main" val="4286325402"/>
                    </a:ext>
                  </a:extLst>
                </a:gridCol>
                <a:gridCol w="62826">
                  <a:extLst>
                    <a:ext uri="{9D8B030D-6E8A-4147-A177-3AD203B41FA5}">
                      <a16:colId xmlns:a16="http://schemas.microsoft.com/office/drawing/2014/main" val="2523918200"/>
                    </a:ext>
                  </a:extLst>
                </a:gridCol>
                <a:gridCol w="505520">
                  <a:extLst>
                    <a:ext uri="{9D8B030D-6E8A-4147-A177-3AD203B41FA5}">
                      <a16:colId xmlns:a16="http://schemas.microsoft.com/office/drawing/2014/main" val="3325968780"/>
                    </a:ext>
                  </a:extLst>
                </a:gridCol>
                <a:gridCol w="62826">
                  <a:extLst>
                    <a:ext uri="{9D8B030D-6E8A-4147-A177-3AD203B41FA5}">
                      <a16:colId xmlns:a16="http://schemas.microsoft.com/office/drawing/2014/main" val="1599358904"/>
                    </a:ext>
                  </a:extLst>
                </a:gridCol>
                <a:gridCol w="505520">
                  <a:extLst>
                    <a:ext uri="{9D8B030D-6E8A-4147-A177-3AD203B41FA5}">
                      <a16:colId xmlns:a16="http://schemas.microsoft.com/office/drawing/2014/main" val="2777817410"/>
                    </a:ext>
                  </a:extLst>
                </a:gridCol>
              </a:tblGrid>
              <a:tr h="189421">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Address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PORT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72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47349113"/>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0x70~0x77</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1</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0x78~0x7F</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2</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0x80~0x87</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3</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r h="371056">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0xE8~0xEF</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16</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r h="91866">
                <a:tc>
                  <a:txBody>
                    <a:bodyPr/>
                    <a:lstStyle/>
                    <a:p>
                      <a:pPr algn="r" latinLnBrk="1"/>
                      <a:endParaRPr lang="ko-KR" altLang="en-US" sz="2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2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2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2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0109250"/>
                  </a:ext>
                </a:extLst>
              </a:tr>
              <a:tr h="226186">
                <a:tc>
                  <a:txBody>
                    <a:bodyPr/>
                    <a:lstStyle/>
                    <a:p>
                      <a:pPr algn="r" latinLnBrk="1"/>
                      <a:r>
                        <a:rPr lang="en-US" altLang="ko-KR" sz="700" b="0" dirty="0">
                          <a:solidFill>
                            <a:schemeClr val="bg1">
                              <a:lumMod val="75000"/>
                            </a:schemeClr>
                          </a:solidFill>
                          <a:latin typeface="Arial" panose="020B0604020202020204" pitchFamily="34" charset="0"/>
                          <a:cs typeface="Arial" panose="020B0604020202020204" pitchFamily="34" charset="0"/>
                        </a:rPr>
                        <a:t>0x70~0x77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LOCAL RW </a:t>
                      </a:r>
                    </a:p>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DATA 1</a:t>
                      </a:r>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888689997"/>
                  </a:ext>
                </a:extLst>
              </a:tr>
              <a:tr h="226186">
                <a:tc>
                  <a:txBody>
                    <a:bodyPr/>
                    <a:lstStyle/>
                    <a:p>
                      <a:pPr algn="r" latinLnBrk="1"/>
                      <a:r>
                        <a:rPr lang="en-US" altLang="ko-KR" sz="700" b="0" dirty="0">
                          <a:solidFill>
                            <a:schemeClr val="bg1">
                              <a:lumMod val="75000"/>
                            </a:schemeClr>
                          </a:solidFill>
                          <a:latin typeface="Arial" panose="020B0604020202020204" pitchFamily="34" charset="0"/>
                          <a:cs typeface="Arial" panose="020B0604020202020204" pitchFamily="34" charset="0"/>
                        </a:rPr>
                        <a:t>0x78~0x7F</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LOCAL RW </a:t>
                      </a:r>
                    </a:p>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DATA 2</a:t>
                      </a:r>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89705449"/>
                  </a:ext>
                </a:extLst>
              </a:tr>
              <a:tr h="226186">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bg1">
                            <a:lumMod val="9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bg1">
                            <a:lumMod val="9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756268"/>
                  </a:ext>
                </a:extLst>
              </a:tr>
            </a:tbl>
          </a:graphicData>
        </a:graphic>
      </p:graphicFrame>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45" name="표 6">
            <a:extLst>
              <a:ext uri="{FF2B5EF4-FFF2-40B4-BE49-F238E27FC236}">
                <a16:creationId xmlns:a16="http://schemas.microsoft.com/office/drawing/2014/main" id="{DD686590-D17D-C596-D75C-845952B2EDB8}"/>
              </a:ext>
            </a:extLst>
          </p:cNvPr>
          <p:cNvGraphicFramePr>
            <a:graphicFrameLocks noGrp="1"/>
          </p:cNvGraphicFramePr>
          <p:nvPr>
            <p:extLst>
              <p:ext uri="{D42A27DB-BD31-4B8C-83A1-F6EECF244321}">
                <p14:modId xmlns:p14="http://schemas.microsoft.com/office/powerpoint/2010/main" val="290482016"/>
              </p:ext>
            </p:extLst>
          </p:nvPr>
        </p:nvGraphicFramePr>
        <p:xfrm>
          <a:off x="1127123" y="3417625"/>
          <a:ext cx="4942123" cy="599964"/>
        </p:xfrm>
        <a:graphic>
          <a:graphicData uri="http://schemas.openxmlformats.org/drawingml/2006/table">
            <a:tbl>
              <a:tblPr firstRow="1" bandRow="1">
                <a:tableStyleId>{5C22544A-7EE6-4342-B048-85BDC9FD1C3A}</a:tableStyleId>
              </a:tblPr>
              <a:tblGrid>
                <a:gridCol w="383238">
                  <a:extLst>
                    <a:ext uri="{9D8B030D-6E8A-4147-A177-3AD203B41FA5}">
                      <a16:colId xmlns:a16="http://schemas.microsoft.com/office/drawing/2014/main" val="1045059463"/>
                    </a:ext>
                  </a:extLst>
                </a:gridCol>
                <a:gridCol w="63629">
                  <a:extLst>
                    <a:ext uri="{9D8B030D-6E8A-4147-A177-3AD203B41FA5}">
                      <a16:colId xmlns:a16="http://schemas.microsoft.com/office/drawing/2014/main" val="992176299"/>
                    </a:ext>
                  </a:extLst>
                </a:gridCol>
                <a:gridCol w="508182">
                  <a:extLst>
                    <a:ext uri="{9D8B030D-6E8A-4147-A177-3AD203B41FA5}">
                      <a16:colId xmlns:a16="http://schemas.microsoft.com/office/drawing/2014/main" val="1037286305"/>
                    </a:ext>
                  </a:extLst>
                </a:gridCol>
                <a:gridCol w="61400">
                  <a:extLst>
                    <a:ext uri="{9D8B030D-6E8A-4147-A177-3AD203B41FA5}">
                      <a16:colId xmlns:a16="http://schemas.microsoft.com/office/drawing/2014/main" val="530528814"/>
                    </a:ext>
                  </a:extLst>
                </a:gridCol>
                <a:gridCol w="508182">
                  <a:extLst>
                    <a:ext uri="{9D8B030D-6E8A-4147-A177-3AD203B41FA5}">
                      <a16:colId xmlns:a16="http://schemas.microsoft.com/office/drawing/2014/main" val="3340661124"/>
                    </a:ext>
                  </a:extLst>
                </a:gridCol>
                <a:gridCol w="61400">
                  <a:extLst>
                    <a:ext uri="{9D8B030D-6E8A-4147-A177-3AD203B41FA5}">
                      <a16:colId xmlns:a16="http://schemas.microsoft.com/office/drawing/2014/main" val="1635880923"/>
                    </a:ext>
                  </a:extLst>
                </a:gridCol>
                <a:gridCol w="508182">
                  <a:extLst>
                    <a:ext uri="{9D8B030D-6E8A-4147-A177-3AD203B41FA5}">
                      <a16:colId xmlns:a16="http://schemas.microsoft.com/office/drawing/2014/main" val="2146912518"/>
                    </a:ext>
                  </a:extLst>
                </a:gridCol>
                <a:gridCol w="61400">
                  <a:extLst>
                    <a:ext uri="{9D8B030D-6E8A-4147-A177-3AD203B41FA5}">
                      <a16:colId xmlns:a16="http://schemas.microsoft.com/office/drawing/2014/main" val="1291337477"/>
                    </a:ext>
                  </a:extLst>
                </a:gridCol>
                <a:gridCol w="508182">
                  <a:extLst>
                    <a:ext uri="{9D8B030D-6E8A-4147-A177-3AD203B41FA5}">
                      <a16:colId xmlns:a16="http://schemas.microsoft.com/office/drawing/2014/main" val="2328463978"/>
                    </a:ext>
                  </a:extLst>
                </a:gridCol>
                <a:gridCol w="61400">
                  <a:extLst>
                    <a:ext uri="{9D8B030D-6E8A-4147-A177-3AD203B41FA5}">
                      <a16:colId xmlns:a16="http://schemas.microsoft.com/office/drawing/2014/main" val="4262305252"/>
                    </a:ext>
                  </a:extLst>
                </a:gridCol>
                <a:gridCol w="508182">
                  <a:extLst>
                    <a:ext uri="{9D8B030D-6E8A-4147-A177-3AD203B41FA5}">
                      <a16:colId xmlns:a16="http://schemas.microsoft.com/office/drawing/2014/main" val="1720884376"/>
                    </a:ext>
                  </a:extLst>
                </a:gridCol>
                <a:gridCol w="61400">
                  <a:extLst>
                    <a:ext uri="{9D8B030D-6E8A-4147-A177-3AD203B41FA5}">
                      <a16:colId xmlns:a16="http://schemas.microsoft.com/office/drawing/2014/main" val="2867762300"/>
                    </a:ext>
                  </a:extLst>
                </a:gridCol>
                <a:gridCol w="508182">
                  <a:extLst>
                    <a:ext uri="{9D8B030D-6E8A-4147-A177-3AD203B41FA5}">
                      <a16:colId xmlns:a16="http://schemas.microsoft.com/office/drawing/2014/main" val="4286325402"/>
                    </a:ext>
                  </a:extLst>
                </a:gridCol>
                <a:gridCol w="61400">
                  <a:extLst>
                    <a:ext uri="{9D8B030D-6E8A-4147-A177-3AD203B41FA5}">
                      <a16:colId xmlns:a16="http://schemas.microsoft.com/office/drawing/2014/main" val="2016111023"/>
                    </a:ext>
                  </a:extLst>
                </a:gridCol>
                <a:gridCol w="508182">
                  <a:extLst>
                    <a:ext uri="{9D8B030D-6E8A-4147-A177-3AD203B41FA5}">
                      <a16:colId xmlns:a16="http://schemas.microsoft.com/office/drawing/2014/main" val="3325968780"/>
                    </a:ext>
                  </a:extLst>
                </a:gridCol>
                <a:gridCol w="61400">
                  <a:extLst>
                    <a:ext uri="{9D8B030D-6E8A-4147-A177-3AD203B41FA5}">
                      <a16:colId xmlns:a16="http://schemas.microsoft.com/office/drawing/2014/main" val="1501276752"/>
                    </a:ext>
                  </a:extLst>
                </a:gridCol>
                <a:gridCol w="508182">
                  <a:extLst>
                    <a:ext uri="{9D8B030D-6E8A-4147-A177-3AD203B41FA5}">
                      <a16:colId xmlns:a16="http://schemas.microsoft.com/office/drawing/2014/main" val="2777817410"/>
                    </a:ext>
                  </a:extLst>
                </a:gridCol>
              </a:tblGrid>
              <a:tr h="166008">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CH_SEG</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chemeClr val="bg1">
                        <a:lumMod val="95000"/>
                      </a:schemeClr>
                    </a:solid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47349113"/>
                  </a:ext>
                </a:extLst>
              </a:tr>
              <a:tr h="144652">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2’b00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44652">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2’b01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144652">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2’b10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bl>
          </a:graphicData>
        </a:graphic>
      </p:graphicFrame>
      <p:grpSp>
        <p:nvGrpSpPr>
          <p:cNvPr id="64" name="그룹 63">
            <a:extLst>
              <a:ext uri="{FF2B5EF4-FFF2-40B4-BE49-F238E27FC236}">
                <a16:creationId xmlns:a16="http://schemas.microsoft.com/office/drawing/2014/main" id="{619F7384-A5E8-CA01-7760-73D7B8399AF1}"/>
              </a:ext>
            </a:extLst>
          </p:cNvPr>
          <p:cNvGrpSpPr/>
          <p:nvPr/>
        </p:nvGrpSpPr>
        <p:grpSpPr>
          <a:xfrm>
            <a:off x="1819159" y="4048927"/>
            <a:ext cx="3997694" cy="331408"/>
            <a:chOff x="1382720" y="5204809"/>
            <a:chExt cx="3997694" cy="331408"/>
          </a:xfrm>
        </p:grpSpPr>
        <p:cxnSp>
          <p:nvCxnSpPr>
            <p:cNvPr id="47" name="직선 화살표 연결선 46">
              <a:extLst>
                <a:ext uri="{FF2B5EF4-FFF2-40B4-BE49-F238E27FC236}">
                  <a16:creationId xmlns:a16="http://schemas.microsoft.com/office/drawing/2014/main" id="{EBFE7BEF-4575-141B-B044-E78B07BAC3B0}"/>
                </a:ext>
              </a:extLst>
            </p:cNvPr>
            <p:cNvCxnSpPr/>
            <p:nvPr/>
          </p:nvCxnSpPr>
          <p:spPr>
            <a:xfrm>
              <a:off x="1382720" y="5218378"/>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9" name="직선 화살표 연결선 48">
              <a:extLst>
                <a:ext uri="{FF2B5EF4-FFF2-40B4-BE49-F238E27FC236}">
                  <a16:creationId xmlns:a16="http://schemas.microsoft.com/office/drawing/2014/main" id="{FCA53549-025F-79C3-82B1-C075E6679B47}"/>
                </a:ext>
              </a:extLst>
            </p:cNvPr>
            <p:cNvCxnSpPr/>
            <p:nvPr/>
          </p:nvCxnSpPr>
          <p:spPr>
            <a:xfrm>
              <a:off x="1962111"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0" name="직선 화살표 연결선 49">
              <a:extLst>
                <a:ext uri="{FF2B5EF4-FFF2-40B4-BE49-F238E27FC236}">
                  <a16:creationId xmlns:a16="http://schemas.microsoft.com/office/drawing/2014/main" id="{30FE158A-F771-65E7-5ED6-640CB82494A4}"/>
                </a:ext>
              </a:extLst>
            </p:cNvPr>
            <p:cNvCxnSpPr/>
            <p:nvPr/>
          </p:nvCxnSpPr>
          <p:spPr>
            <a:xfrm>
              <a:off x="2530715" y="5204809"/>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4361478A-97BD-81FC-0370-9908638E6FF9}"/>
                </a:ext>
              </a:extLst>
            </p:cNvPr>
            <p:cNvCxnSpPr/>
            <p:nvPr/>
          </p:nvCxnSpPr>
          <p:spPr>
            <a:xfrm>
              <a:off x="3104240"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86462269-2FAA-A0EA-58A9-9BE51E44DC26}"/>
                </a:ext>
              </a:extLst>
            </p:cNvPr>
            <p:cNvCxnSpPr/>
            <p:nvPr/>
          </p:nvCxnSpPr>
          <p:spPr>
            <a:xfrm>
              <a:off x="3665013"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9C9CEF86-D936-17ED-96B3-09E6327551D2}"/>
                </a:ext>
              </a:extLst>
            </p:cNvPr>
            <p:cNvCxnSpPr/>
            <p:nvPr/>
          </p:nvCxnSpPr>
          <p:spPr>
            <a:xfrm>
              <a:off x="4243259"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5" name="직선 화살표 연결선 54">
              <a:extLst>
                <a:ext uri="{FF2B5EF4-FFF2-40B4-BE49-F238E27FC236}">
                  <a16:creationId xmlns:a16="http://schemas.microsoft.com/office/drawing/2014/main" id="{4BE81971-6FBC-CFEA-CC53-FC28F37415CD}"/>
                </a:ext>
              </a:extLst>
            </p:cNvPr>
            <p:cNvCxnSpPr/>
            <p:nvPr/>
          </p:nvCxnSpPr>
          <p:spPr>
            <a:xfrm>
              <a:off x="4811024"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6" name="직선 화살표 연결선 55">
              <a:extLst>
                <a:ext uri="{FF2B5EF4-FFF2-40B4-BE49-F238E27FC236}">
                  <a16:creationId xmlns:a16="http://schemas.microsoft.com/office/drawing/2014/main" id="{311DAA9E-B532-9DEF-1CB8-B1741FFD2D6B}"/>
                </a:ext>
              </a:extLst>
            </p:cNvPr>
            <p:cNvCxnSpPr/>
            <p:nvPr/>
          </p:nvCxnSpPr>
          <p:spPr>
            <a:xfrm>
              <a:off x="5380414" y="5217011"/>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graphicFrame>
        <p:nvGraphicFramePr>
          <p:cNvPr id="69" name="표 6">
            <a:extLst>
              <a:ext uri="{FF2B5EF4-FFF2-40B4-BE49-F238E27FC236}">
                <a16:creationId xmlns:a16="http://schemas.microsoft.com/office/drawing/2014/main" id="{45E1438F-A55C-C378-0491-7E23B2322C99}"/>
              </a:ext>
            </a:extLst>
          </p:cNvPr>
          <p:cNvGraphicFramePr>
            <a:graphicFrameLocks noGrp="1"/>
          </p:cNvGraphicFramePr>
          <p:nvPr>
            <p:extLst>
              <p:ext uri="{D42A27DB-BD31-4B8C-83A1-F6EECF244321}">
                <p14:modId xmlns:p14="http://schemas.microsoft.com/office/powerpoint/2010/main" val="1807747060"/>
              </p:ext>
            </p:extLst>
          </p:nvPr>
        </p:nvGraphicFramePr>
        <p:xfrm>
          <a:off x="1515017" y="1520525"/>
          <a:ext cx="4556936" cy="1630923"/>
        </p:xfrm>
        <a:graphic>
          <a:graphicData uri="http://schemas.openxmlformats.org/drawingml/2006/table">
            <a:tbl>
              <a:tblPr firstRow="1" bandRow="1">
                <a:tableStyleId>{5C22544A-7EE6-4342-B048-85BDC9FD1C3A}</a:tableStyleId>
              </a:tblPr>
              <a:tblGrid>
                <a:gridCol w="61400">
                  <a:extLst>
                    <a:ext uri="{9D8B030D-6E8A-4147-A177-3AD203B41FA5}">
                      <a16:colId xmlns:a16="http://schemas.microsoft.com/office/drawing/2014/main" val="2975034298"/>
                    </a:ext>
                  </a:extLst>
                </a:gridCol>
                <a:gridCol w="508217">
                  <a:extLst>
                    <a:ext uri="{9D8B030D-6E8A-4147-A177-3AD203B41FA5}">
                      <a16:colId xmlns:a16="http://schemas.microsoft.com/office/drawing/2014/main" val="1037286305"/>
                    </a:ext>
                  </a:extLst>
                </a:gridCol>
                <a:gridCol w="61400">
                  <a:extLst>
                    <a:ext uri="{9D8B030D-6E8A-4147-A177-3AD203B41FA5}">
                      <a16:colId xmlns:a16="http://schemas.microsoft.com/office/drawing/2014/main" val="4289061909"/>
                    </a:ext>
                  </a:extLst>
                </a:gridCol>
                <a:gridCol w="508217">
                  <a:extLst>
                    <a:ext uri="{9D8B030D-6E8A-4147-A177-3AD203B41FA5}">
                      <a16:colId xmlns:a16="http://schemas.microsoft.com/office/drawing/2014/main" val="3340661124"/>
                    </a:ext>
                  </a:extLst>
                </a:gridCol>
                <a:gridCol w="61400">
                  <a:extLst>
                    <a:ext uri="{9D8B030D-6E8A-4147-A177-3AD203B41FA5}">
                      <a16:colId xmlns:a16="http://schemas.microsoft.com/office/drawing/2014/main" val="2847837945"/>
                    </a:ext>
                  </a:extLst>
                </a:gridCol>
                <a:gridCol w="508217">
                  <a:extLst>
                    <a:ext uri="{9D8B030D-6E8A-4147-A177-3AD203B41FA5}">
                      <a16:colId xmlns:a16="http://schemas.microsoft.com/office/drawing/2014/main" val="2146912518"/>
                    </a:ext>
                  </a:extLst>
                </a:gridCol>
                <a:gridCol w="61400">
                  <a:extLst>
                    <a:ext uri="{9D8B030D-6E8A-4147-A177-3AD203B41FA5}">
                      <a16:colId xmlns:a16="http://schemas.microsoft.com/office/drawing/2014/main" val="361155108"/>
                    </a:ext>
                  </a:extLst>
                </a:gridCol>
                <a:gridCol w="508217">
                  <a:extLst>
                    <a:ext uri="{9D8B030D-6E8A-4147-A177-3AD203B41FA5}">
                      <a16:colId xmlns:a16="http://schemas.microsoft.com/office/drawing/2014/main" val="2328463978"/>
                    </a:ext>
                  </a:extLst>
                </a:gridCol>
                <a:gridCol w="61400">
                  <a:extLst>
                    <a:ext uri="{9D8B030D-6E8A-4147-A177-3AD203B41FA5}">
                      <a16:colId xmlns:a16="http://schemas.microsoft.com/office/drawing/2014/main" val="3768996708"/>
                    </a:ext>
                  </a:extLst>
                </a:gridCol>
                <a:gridCol w="508217">
                  <a:extLst>
                    <a:ext uri="{9D8B030D-6E8A-4147-A177-3AD203B41FA5}">
                      <a16:colId xmlns:a16="http://schemas.microsoft.com/office/drawing/2014/main" val="1720884376"/>
                    </a:ext>
                  </a:extLst>
                </a:gridCol>
                <a:gridCol w="61400">
                  <a:extLst>
                    <a:ext uri="{9D8B030D-6E8A-4147-A177-3AD203B41FA5}">
                      <a16:colId xmlns:a16="http://schemas.microsoft.com/office/drawing/2014/main" val="321485919"/>
                    </a:ext>
                  </a:extLst>
                </a:gridCol>
                <a:gridCol w="508217">
                  <a:extLst>
                    <a:ext uri="{9D8B030D-6E8A-4147-A177-3AD203B41FA5}">
                      <a16:colId xmlns:a16="http://schemas.microsoft.com/office/drawing/2014/main" val="4286325402"/>
                    </a:ext>
                  </a:extLst>
                </a:gridCol>
                <a:gridCol w="61400">
                  <a:extLst>
                    <a:ext uri="{9D8B030D-6E8A-4147-A177-3AD203B41FA5}">
                      <a16:colId xmlns:a16="http://schemas.microsoft.com/office/drawing/2014/main" val="2969158022"/>
                    </a:ext>
                  </a:extLst>
                </a:gridCol>
                <a:gridCol w="508217">
                  <a:extLst>
                    <a:ext uri="{9D8B030D-6E8A-4147-A177-3AD203B41FA5}">
                      <a16:colId xmlns:a16="http://schemas.microsoft.com/office/drawing/2014/main" val="3325968780"/>
                    </a:ext>
                  </a:extLst>
                </a:gridCol>
                <a:gridCol w="61400">
                  <a:extLst>
                    <a:ext uri="{9D8B030D-6E8A-4147-A177-3AD203B41FA5}">
                      <a16:colId xmlns:a16="http://schemas.microsoft.com/office/drawing/2014/main" val="3214331387"/>
                    </a:ext>
                  </a:extLst>
                </a:gridCol>
                <a:gridCol w="508217">
                  <a:extLst>
                    <a:ext uri="{9D8B030D-6E8A-4147-A177-3AD203B41FA5}">
                      <a16:colId xmlns:a16="http://schemas.microsoft.com/office/drawing/2014/main" val="2777817410"/>
                    </a:ext>
                  </a:extLst>
                </a:gridCol>
              </a:tblGrid>
              <a:tr h="311626">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5">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XDR drivers daisied in each channel</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3123333"/>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653304"/>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016957542"/>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16459607"/>
                  </a:ext>
                </a:extLst>
              </a:tr>
              <a:tr h="360665">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m-1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l-1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78057892"/>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n</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n</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n</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m</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l</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grpSp>
        <p:nvGrpSpPr>
          <p:cNvPr id="16" name="그룹 15">
            <a:extLst>
              <a:ext uri="{FF2B5EF4-FFF2-40B4-BE49-F238E27FC236}">
                <a16:creationId xmlns:a16="http://schemas.microsoft.com/office/drawing/2014/main" id="{BB6CC621-8060-8434-A0F8-D2B3003E8C21}"/>
              </a:ext>
            </a:extLst>
          </p:cNvPr>
          <p:cNvGrpSpPr/>
          <p:nvPr/>
        </p:nvGrpSpPr>
        <p:grpSpPr>
          <a:xfrm>
            <a:off x="1797255" y="5370268"/>
            <a:ext cx="4013995" cy="216798"/>
            <a:chOff x="1382720" y="6487556"/>
            <a:chExt cx="4013995" cy="216798"/>
          </a:xfrm>
        </p:grpSpPr>
        <p:grpSp>
          <p:nvGrpSpPr>
            <p:cNvPr id="15" name="그룹 14">
              <a:extLst>
                <a:ext uri="{FF2B5EF4-FFF2-40B4-BE49-F238E27FC236}">
                  <a16:creationId xmlns:a16="http://schemas.microsoft.com/office/drawing/2014/main" id="{C1AE7A88-7D1F-4B39-379A-794FC6D13713}"/>
                </a:ext>
              </a:extLst>
            </p:cNvPr>
            <p:cNvGrpSpPr/>
            <p:nvPr/>
          </p:nvGrpSpPr>
          <p:grpSpPr>
            <a:xfrm>
              <a:off x="1382720" y="6487556"/>
              <a:ext cx="28800" cy="214330"/>
              <a:chOff x="528825" y="6490024"/>
              <a:chExt cx="28800" cy="214330"/>
            </a:xfrm>
          </p:grpSpPr>
          <p:sp>
            <p:nvSpPr>
              <p:cNvPr id="101" name="타원 100">
                <a:extLst>
                  <a:ext uri="{FF2B5EF4-FFF2-40B4-BE49-F238E27FC236}">
                    <a16:creationId xmlns:a16="http://schemas.microsoft.com/office/drawing/2014/main" id="{89CF602A-0947-DA00-D48B-69C47219A589}"/>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 name="타원 101">
                <a:extLst>
                  <a:ext uri="{FF2B5EF4-FFF2-40B4-BE49-F238E27FC236}">
                    <a16:creationId xmlns:a16="http://schemas.microsoft.com/office/drawing/2014/main" id="{1EC12AFA-BA30-8A99-2F4A-14CB372D0561}"/>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3" name="타원 102">
                <a:extLst>
                  <a:ext uri="{FF2B5EF4-FFF2-40B4-BE49-F238E27FC236}">
                    <a16:creationId xmlns:a16="http://schemas.microsoft.com/office/drawing/2014/main" id="{73AD96BA-9F8B-016D-AEFD-D0D9AF9847C8}"/>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4" name="그룹 13">
              <a:extLst>
                <a:ext uri="{FF2B5EF4-FFF2-40B4-BE49-F238E27FC236}">
                  <a16:creationId xmlns:a16="http://schemas.microsoft.com/office/drawing/2014/main" id="{06E96618-DE92-F9B4-1E81-41CBC6E65174}"/>
                </a:ext>
              </a:extLst>
            </p:cNvPr>
            <p:cNvGrpSpPr/>
            <p:nvPr/>
          </p:nvGrpSpPr>
          <p:grpSpPr>
            <a:xfrm>
              <a:off x="1962111" y="6487556"/>
              <a:ext cx="28800" cy="214330"/>
              <a:chOff x="1254494" y="6490024"/>
              <a:chExt cx="28800" cy="214330"/>
            </a:xfrm>
          </p:grpSpPr>
          <p:sp>
            <p:nvSpPr>
              <p:cNvPr id="98" name="타원 97">
                <a:extLst>
                  <a:ext uri="{FF2B5EF4-FFF2-40B4-BE49-F238E27FC236}">
                    <a16:creationId xmlns:a16="http://schemas.microsoft.com/office/drawing/2014/main" id="{EA1EB696-2D6D-D0E3-4B39-A9D861ECB8F3}"/>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9" name="타원 98">
                <a:extLst>
                  <a:ext uri="{FF2B5EF4-FFF2-40B4-BE49-F238E27FC236}">
                    <a16:creationId xmlns:a16="http://schemas.microsoft.com/office/drawing/2014/main" id="{AAF5EA27-5741-B231-FD1F-2A5008E38C0B}"/>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타원 99">
                <a:extLst>
                  <a:ext uri="{FF2B5EF4-FFF2-40B4-BE49-F238E27FC236}">
                    <a16:creationId xmlns:a16="http://schemas.microsoft.com/office/drawing/2014/main" id="{2C20DF23-E67D-96CC-BA9B-EB4A68FCDBA4}"/>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 name="그룹 12">
              <a:extLst>
                <a:ext uri="{FF2B5EF4-FFF2-40B4-BE49-F238E27FC236}">
                  <a16:creationId xmlns:a16="http://schemas.microsoft.com/office/drawing/2014/main" id="{1C152E4D-0436-21E0-4534-245E7EA888FA}"/>
                </a:ext>
              </a:extLst>
            </p:cNvPr>
            <p:cNvGrpSpPr/>
            <p:nvPr/>
          </p:nvGrpSpPr>
          <p:grpSpPr>
            <a:xfrm>
              <a:off x="2530715" y="6487556"/>
              <a:ext cx="28800" cy="214330"/>
              <a:chOff x="1937985" y="6490024"/>
              <a:chExt cx="28800" cy="214330"/>
            </a:xfrm>
          </p:grpSpPr>
          <p:sp>
            <p:nvSpPr>
              <p:cNvPr id="95" name="타원 94">
                <a:extLst>
                  <a:ext uri="{FF2B5EF4-FFF2-40B4-BE49-F238E27FC236}">
                    <a16:creationId xmlns:a16="http://schemas.microsoft.com/office/drawing/2014/main" id="{25C6F044-6498-C46F-1E0D-1C94195E16D1}"/>
                  </a:ext>
                </a:extLst>
              </p:cNvPr>
              <p:cNvSpPr/>
              <p:nvPr/>
            </p:nvSpPr>
            <p:spPr>
              <a:xfrm>
                <a:off x="193798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타원 95">
                <a:extLst>
                  <a:ext uri="{FF2B5EF4-FFF2-40B4-BE49-F238E27FC236}">
                    <a16:creationId xmlns:a16="http://schemas.microsoft.com/office/drawing/2014/main" id="{6643F042-DC53-DF5F-332A-120322FC2A02}"/>
                  </a:ext>
                </a:extLst>
              </p:cNvPr>
              <p:cNvSpPr/>
              <p:nvPr/>
            </p:nvSpPr>
            <p:spPr>
              <a:xfrm>
                <a:off x="193798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7" name="타원 96">
                <a:extLst>
                  <a:ext uri="{FF2B5EF4-FFF2-40B4-BE49-F238E27FC236}">
                    <a16:creationId xmlns:a16="http://schemas.microsoft.com/office/drawing/2014/main" id="{B7A0DD62-2241-3D85-AC33-0FFF5E83A594}"/>
                  </a:ext>
                </a:extLst>
              </p:cNvPr>
              <p:cNvSpPr/>
              <p:nvPr/>
            </p:nvSpPr>
            <p:spPr>
              <a:xfrm>
                <a:off x="193798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 name="그룹 11">
              <a:extLst>
                <a:ext uri="{FF2B5EF4-FFF2-40B4-BE49-F238E27FC236}">
                  <a16:creationId xmlns:a16="http://schemas.microsoft.com/office/drawing/2014/main" id="{7F285A0D-69E8-D114-6C53-C5D9D26CA714}"/>
                </a:ext>
              </a:extLst>
            </p:cNvPr>
            <p:cNvGrpSpPr/>
            <p:nvPr/>
          </p:nvGrpSpPr>
          <p:grpSpPr>
            <a:xfrm>
              <a:off x="3097864" y="6487556"/>
              <a:ext cx="28800" cy="214330"/>
              <a:chOff x="2634675" y="6490024"/>
              <a:chExt cx="28800" cy="214330"/>
            </a:xfrm>
          </p:grpSpPr>
          <p:sp>
            <p:nvSpPr>
              <p:cNvPr id="92" name="타원 91">
                <a:extLst>
                  <a:ext uri="{FF2B5EF4-FFF2-40B4-BE49-F238E27FC236}">
                    <a16:creationId xmlns:a16="http://schemas.microsoft.com/office/drawing/2014/main" id="{B4B0EAA1-55DF-48A6-91B1-31D8CE810622}"/>
                  </a:ext>
                </a:extLst>
              </p:cNvPr>
              <p:cNvSpPr/>
              <p:nvPr/>
            </p:nvSpPr>
            <p:spPr>
              <a:xfrm>
                <a:off x="263467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타원 92">
                <a:extLst>
                  <a:ext uri="{FF2B5EF4-FFF2-40B4-BE49-F238E27FC236}">
                    <a16:creationId xmlns:a16="http://schemas.microsoft.com/office/drawing/2014/main" id="{47B43A85-EFD1-38EE-6169-889624BD7558}"/>
                  </a:ext>
                </a:extLst>
              </p:cNvPr>
              <p:cNvSpPr/>
              <p:nvPr/>
            </p:nvSpPr>
            <p:spPr>
              <a:xfrm>
                <a:off x="263467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4" name="타원 93">
                <a:extLst>
                  <a:ext uri="{FF2B5EF4-FFF2-40B4-BE49-F238E27FC236}">
                    <a16:creationId xmlns:a16="http://schemas.microsoft.com/office/drawing/2014/main" id="{8CA90430-8A99-256A-60D6-E34466A33558}"/>
                  </a:ext>
                </a:extLst>
              </p:cNvPr>
              <p:cNvSpPr/>
              <p:nvPr/>
            </p:nvSpPr>
            <p:spPr>
              <a:xfrm>
                <a:off x="263467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1" name="그룹 10">
              <a:extLst>
                <a:ext uri="{FF2B5EF4-FFF2-40B4-BE49-F238E27FC236}">
                  <a16:creationId xmlns:a16="http://schemas.microsoft.com/office/drawing/2014/main" id="{EFE10A4E-9656-AB61-95D0-204C252EFBBF}"/>
                </a:ext>
              </a:extLst>
            </p:cNvPr>
            <p:cNvGrpSpPr/>
            <p:nvPr/>
          </p:nvGrpSpPr>
          <p:grpSpPr>
            <a:xfrm>
              <a:off x="3665013" y="6487556"/>
              <a:ext cx="28800" cy="214330"/>
              <a:chOff x="3316332" y="6490024"/>
              <a:chExt cx="28800" cy="214330"/>
            </a:xfrm>
          </p:grpSpPr>
          <p:sp>
            <p:nvSpPr>
              <p:cNvPr id="89" name="타원 88">
                <a:extLst>
                  <a:ext uri="{FF2B5EF4-FFF2-40B4-BE49-F238E27FC236}">
                    <a16:creationId xmlns:a16="http://schemas.microsoft.com/office/drawing/2014/main" id="{5263D024-E071-6690-A5BD-7B670B038AD6}"/>
                  </a:ext>
                </a:extLst>
              </p:cNvPr>
              <p:cNvSpPr/>
              <p:nvPr/>
            </p:nvSpPr>
            <p:spPr>
              <a:xfrm>
                <a:off x="331633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0" name="타원 89">
                <a:extLst>
                  <a:ext uri="{FF2B5EF4-FFF2-40B4-BE49-F238E27FC236}">
                    <a16:creationId xmlns:a16="http://schemas.microsoft.com/office/drawing/2014/main" id="{3089EEC7-1593-EE1A-86FE-993D2028ECEC}"/>
                  </a:ext>
                </a:extLst>
              </p:cNvPr>
              <p:cNvSpPr/>
              <p:nvPr/>
            </p:nvSpPr>
            <p:spPr>
              <a:xfrm>
                <a:off x="331633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1" name="타원 90">
                <a:extLst>
                  <a:ext uri="{FF2B5EF4-FFF2-40B4-BE49-F238E27FC236}">
                    <a16:creationId xmlns:a16="http://schemas.microsoft.com/office/drawing/2014/main" id="{FBCD0CA4-8B8C-A6F9-9812-2343E9E7E05B}"/>
                  </a:ext>
                </a:extLst>
              </p:cNvPr>
              <p:cNvSpPr/>
              <p:nvPr/>
            </p:nvSpPr>
            <p:spPr>
              <a:xfrm>
                <a:off x="331633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0" name="그룹 9">
              <a:extLst>
                <a:ext uri="{FF2B5EF4-FFF2-40B4-BE49-F238E27FC236}">
                  <a16:creationId xmlns:a16="http://schemas.microsoft.com/office/drawing/2014/main" id="{275DB5A6-C3CB-421E-7034-4418DFED7023}"/>
                </a:ext>
              </a:extLst>
            </p:cNvPr>
            <p:cNvGrpSpPr/>
            <p:nvPr/>
          </p:nvGrpSpPr>
          <p:grpSpPr>
            <a:xfrm>
              <a:off x="4227847" y="6490024"/>
              <a:ext cx="28800" cy="214330"/>
              <a:chOff x="3973763" y="6493614"/>
              <a:chExt cx="28800" cy="214330"/>
            </a:xfrm>
          </p:grpSpPr>
          <p:sp>
            <p:nvSpPr>
              <p:cNvPr id="86" name="타원 85">
                <a:extLst>
                  <a:ext uri="{FF2B5EF4-FFF2-40B4-BE49-F238E27FC236}">
                    <a16:creationId xmlns:a16="http://schemas.microsoft.com/office/drawing/2014/main" id="{C2F6AB46-4CBD-131E-EF3E-57CA2A4651BE}"/>
                  </a:ext>
                </a:extLst>
              </p:cNvPr>
              <p:cNvSpPr/>
              <p:nvPr/>
            </p:nvSpPr>
            <p:spPr>
              <a:xfrm>
                <a:off x="3973763" y="649361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7" name="타원 86">
                <a:extLst>
                  <a:ext uri="{FF2B5EF4-FFF2-40B4-BE49-F238E27FC236}">
                    <a16:creationId xmlns:a16="http://schemas.microsoft.com/office/drawing/2014/main" id="{0CE58A59-2839-D164-16AD-523CFE160DBD}"/>
                  </a:ext>
                </a:extLst>
              </p:cNvPr>
              <p:cNvSpPr/>
              <p:nvPr/>
            </p:nvSpPr>
            <p:spPr>
              <a:xfrm>
                <a:off x="3973763" y="667914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8" name="타원 87">
                <a:extLst>
                  <a:ext uri="{FF2B5EF4-FFF2-40B4-BE49-F238E27FC236}">
                    <a16:creationId xmlns:a16="http://schemas.microsoft.com/office/drawing/2014/main" id="{E8654D72-E548-926A-9461-7ADB21FBCBAD}"/>
                  </a:ext>
                </a:extLst>
              </p:cNvPr>
              <p:cNvSpPr/>
              <p:nvPr/>
            </p:nvSpPr>
            <p:spPr>
              <a:xfrm>
                <a:off x="3973763" y="658637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8" name="그룹 7">
              <a:extLst>
                <a:ext uri="{FF2B5EF4-FFF2-40B4-BE49-F238E27FC236}">
                  <a16:creationId xmlns:a16="http://schemas.microsoft.com/office/drawing/2014/main" id="{EBE5A77F-1511-3367-993E-973C0258FE5E}"/>
                </a:ext>
              </a:extLst>
            </p:cNvPr>
            <p:cNvGrpSpPr/>
            <p:nvPr/>
          </p:nvGrpSpPr>
          <p:grpSpPr>
            <a:xfrm>
              <a:off x="4805081" y="6490024"/>
              <a:ext cx="28800" cy="214330"/>
              <a:chOff x="4691852" y="6490024"/>
              <a:chExt cx="28800" cy="214330"/>
            </a:xfrm>
          </p:grpSpPr>
          <p:sp>
            <p:nvSpPr>
              <p:cNvPr id="82" name="타원 81">
                <a:extLst>
                  <a:ext uri="{FF2B5EF4-FFF2-40B4-BE49-F238E27FC236}">
                    <a16:creationId xmlns:a16="http://schemas.microsoft.com/office/drawing/2014/main" id="{5DC7654A-EDD5-BA4A-65D1-6E769281438E}"/>
                  </a:ext>
                </a:extLst>
              </p:cNvPr>
              <p:cNvSpPr/>
              <p:nvPr/>
            </p:nvSpPr>
            <p:spPr>
              <a:xfrm>
                <a:off x="469185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3" name="타원 82">
                <a:extLst>
                  <a:ext uri="{FF2B5EF4-FFF2-40B4-BE49-F238E27FC236}">
                    <a16:creationId xmlns:a16="http://schemas.microsoft.com/office/drawing/2014/main" id="{069922EC-6760-1358-5956-897A9559DE00}"/>
                  </a:ext>
                </a:extLst>
              </p:cNvPr>
              <p:cNvSpPr/>
              <p:nvPr/>
            </p:nvSpPr>
            <p:spPr>
              <a:xfrm>
                <a:off x="469185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5" name="타원 84">
                <a:extLst>
                  <a:ext uri="{FF2B5EF4-FFF2-40B4-BE49-F238E27FC236}">
                    <a16:creationId xmlns:a16="http://schemas.microsoft.com/office/drawing/2014/main" id="{4734F75A-4F84-9414-089E-4A03A00CF56B}"/>
                  </a:ext>
                </a:extLst>
              </p:cNvPr>
              <p:cNvSpPr/>
              <p:nvPr/>
            </p:nvSpPr>
            <p:spPr>
              <a:xfrm>
                <a:off x="469185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7" name="그룹 6">
              <a:extLst>
                <a:ext uri="{FF2B5EF4-FFF2-40B4-BE49-F238E27FC236}">
                  <a16:creationId xmlns:a16="http://schemas.microsoft.com/office/drawing/2014/main" id="{A95F14B4-F080-6FD3-D079-DA69BE950C75}"/>
                </a:ext>
              </a:extLst>
            </p:cNvPr>
            <p:cNvGrpSpPr/>
            <p:nvPr/>
          </p:nvGrpSpPr>
          <p:grpSpPr>
            <a:xfrm>
              <a:off x="5367915" y="6490024"/>
              <a:ext cx="28800" cy="214330"/>
              <a:chOff x="5368523" y="6490024"/>
              <a:chExt cx="28800" cy="214330"/>
            </a:xfrm>
          </p:grpSpPr>
          <p:sp>
            <p:nvSpPr>
              <p:cNvPr id="79" name="타원 78">
                <a:extLst>
                  <a:ext uri="{FF2B5EF4-FFF2-40B4-BE49-F238E27FC236}">
                    <a16:creationId xmlns:a16="http://schemas.microsoft.com/office/drawing/2014/main" id="{A749B8F2-3B58-7BCD-C153-7EE9F15B75A4}"/>
                  </a:ext>
                </a:extLst>
              </p:cNvPr>
              <p:cNvSpPr/>
              <p:nvPr/>
            </p:nvSpPr>
            <p:spPr>
              <a:xfrm>
                <a:off x="5368523"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0" name="타원 79">
                <a:extLst>
                  <a:ext uri="{FF2B5EF4-FFF2-40B4-BE49-F238E27FC236}">
                    <a16:creationId xmlns:a16="http://schemas.microsoft.com/office/drawing/2014/main" id="{93C8EF1C-4D64-BDCF-91D7-58A5EA4F3479}"/>
                  </a:ext>
                </a:extLst>
              </p:cNvPr>
              <p:cNvSpPr/>
              <p:nvPr/>
            </p:nvSpPr>
            <p:spPr>
              <a:xfrm>
                <a:off x="5368523"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1" name="타원 80">
                <a:extLst>
                  <a:ext uri="{FF2B5EF4-FFF2-40B4-BE49-F238E27FC236}">
                    <a16:creationId xmlns:a16="http://schemas.microsoft.com/office/drawing/2014/main" id="{57A6F9C8-132C-9BE1-846B-A5D395BC4CF5}"/>
                  </a:ext>
                </a:extLst>
              </p:cNvPr>
              <p:cNvSpPr/>
              <p:nvPr/>
            </p:nvSpPr>
            <p:spPr>
              <a:xfrm>
                <a:off x="5368523"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19" name="그룹 18">
            <a:extLst>
              <a:ext uri="{FF2B5EF4-FFF2-40B4-BE49-F238E27FC236}">
                <a16:creationId xmlns:a16="http://schemas.microsoft.com/office/drawing/2014/main" id="{169DC000-70EB-E9D8-80FD-AF7482FF1D3D}"/>
              </a:ext>
            </a:extLst>
          </p:cNvPr>
          <p:cNvGrpSpPr/>
          <p:nvPr/>
        </p:nvGrpSpPr>
        <p:grpSpPr>
          <a:xfrm>
            <a:off x="1816898" y="2526851"/>
            <a:ext cx="4013995" cy="216798"/>
            <a:chOff x="1382720" y="6487556"/>
            <a:chExt cx="4013995" cy="216798"/>
          </a:xfrm>
        </p:grpSpPr>
        <p:grpSp>
          <p:nvGrpSpPr>
            <p:cNvPr id="20" name="그룹 19">
              <a:extLst>
                <a:ext uri="{FF2B5EF4-FFF2-40B4-BE49-F238E27FC236}">
                  <a16:creationId xmlns:a16="http://schemas.microsoft.com/office/drawing/2014/main" id="{0B11DB38-0662-9F89-D5B4-5C71F487B7E1}"/>
                </a:ext>
              </a:extLst>
            </p:cNvPr>
            <p:cNvGrpSpPr/>
            <p:nvPr/>
          </p:nvGrpSpPr>
          <p:grpSpPr>
            <a:xfrm>
              <a:off x="1382720" y="6487556"/>
              <a:ext cx="28800" cy="214330"/>
              <a:chOff x="528825" y="6490024"/>
              <a:chExt cx="28800" cy="214330"/>
            </a:xfrm>
          </p:grpSpPr>
          <p:sp>
            <p:nvSpPr>
              <p:cNvPr id="61" name="타원 60">
                <a:extLst>
                  <a:ext uri="{FF2B5EF4-FFF2-40B4-BE49-F238E27FC236}">
                    <a16:creationId xmlns:a16="http://schemas.microsoft.com/office/drawing/2014/main" id="{010DB507-3467-EA1E-6DA9-003FCFA5628E}"/>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2" name="타원 61">
                <a:extLst>
                  <a:ext uri="{FF2B5EF4-FFF2-40B4-BE49-F238E27FC236}">
                    <a16:creationId xmlns:a16="http://schemas.microsoft.com/office/drawing/2014/main" id="{1019A046-CC0D-7C41-F07D-E6E0F39D42F5}"/>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A4F2BE2E-E289-CBC1-B271-C6AA60F9C7A2}"/>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 name="그룹 20">
              <a:extLst>
                <a:ext uri="{FF2B5EF4-FFF2-40B4-BE49-F238E27FC236}">
                  <a16:creationId xmlns:a16="http://schemas.microsoft.com/office/drawing/2014/main" id="{0663DDFD-7494-EEF4-75E7-0B3C6D5897D9}"/>
                </a:ext>
              </a:extLst>
            </p:cNvPr>
            <p:cNvGrpSpPr/>
            <p:nvPr/>
          </p:nvGrpSpPr>
          <p:grpSpPr>
            <a:xfrm>
              <a:off x="1962111" y="6487556"/>
              <a:ext cx="28800" cy="214330"/>
              <a:chOff x="1254494" y="6490024"/>
              <a:chExt cx="28800" cy="214330"/>
            </a:xfrm>
          </p:grpSpPr>
          <p:sp>
            <p:nvSpPr>
              <p:cNvPr id="58" name="타원 57">
                <a:extLst>
                  <a:ext uri="{FF2B5EF4-FFF2-40B4-BE49-F238E27FC236}">
                    <a16:creationId xmlns:a16="http://schemas.microsoft.com/office/drawing/2014/main" id="{C70ACF31-B7CC-697F-368A-0481C765E322}"/>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타원 58">
                <a:extLst>
                  <a:ext uri="{FF2B5EF4-FFF2-40B4-BE49-F238E27FC236}">
                    <a16:creationId xmlns:a16="http://schemas.microsoft.com/office/drawing/2014/main" id="{FAA64462-628D-3A9E-A52F-46F314758559}"/>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 name="타원 59">
                <a:extLst>
                  <a:ext uri="{FF2B5EF4-FFF2-40B4-BE49-F238E27FC236}">
                    <a16:creationId xmlns:a16="http://schemas.microsoft.com/office/drawing/2014/main" id="{2C9DC8D2-0CC0-7936-4F27-18812EE9ECEB}"/>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2" name="그룹 21">
              <a:extLst>
                <a:ext uri="{FF2B5EF4-FFF2-40B4-BE49-F238E27FC236}">
                  <a16:creationId xmlns:a16="http://schemas.microsoft.com/office/drawing/2014/main" id="{873E77CB-E4CA-1CC1-6E37-A232CE6C3CE2}"/>
                </a:ext>
              </a:extLst>
            </p:cNvPr>
            <p:cNvGrpSpPr/>
            <p:nvPr/>
          </p:nvGrpSpPr>
          <p:grpSpPr>
            <a:xfrm>
              <a:off x="2530715" y="6487556"/>
              <a:ext cx="28800" cy="214330"/>
              <a:chOff x="1937985" y="6490024"/>
              <a:chExt cx="28800" cy="214330"/>
            </a:xfrm>
          </p:grpSpPr>
          <p:sp>
            <p:nvSpPr>
              <p:cNvPr id="44" name="타원 43">
                <a:extLst>
                  <a:ext uri="{FF2B5EF4-FFF2-40B4-BE49-F238E27FC236}">
                    <a16:creationId xmlns:a16="http://schemas.microsoft.com/office/drawing/2014/main" id="{C61886EB-E671-634F-3C82-26901F44571B}"/>
                  </a:ext>
                </a:extLst>
              </p:cNvPr>
              <p:cNvSpPr/>
              <p:nvPr/>
            </p:nvSpPr>
            <p:spPr>
              <a:xfrm>
                <a:off x="193798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6" name="타원 45">
                <a:extLst>
                  <a:ext uri="{FF2B5EF4-FFF2-40B4-BE49-F238E27FC236}">
                    <a16:creationId xmlns:a16="http://schemas.microsoft.com/office/drawing/2014/main" id="{68302B77-3233-2187-1FF6-EDDB15683A12}"/>
                  </a:ext>
                </a:extLst>
              </p:cNvPr>
              <p:cNvSpPr/>
              <p:nvPr/>
            </p:nvSpPr>
            <p:spPr>
              <a:xfrm>
                <a:off x="193798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7" name="타원 56">
                <a:extLst>
                  <a:ext uri="{FF2B5EF4-FFF2-40B4-BE49-F238E27FC236}">
                    <a16:creationId xmlns:a16="http://schemas.microsoft.com/office/drawing/2014/main" id="{8F50EE74-E751-CB80-F195-B2B04C10878B}"/>
                  </a:ext>
                </a:extLst>
              </p:cNvPr>
              <p:cNvSpPr/>
              <p:nvPr/>
            </p:nvSpPr>
            <p:spPr>
              <a:xfrm>
                <a:off x="193798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3" name="그룹 22">
              <a:extLst>
                <a:ext uri="{FF2B5EF4-FFF2-40B4-BE49-F238E27FC236}">
                  <a16:creationId xmlns:a16="http://schemas.microsoft.com/office/drawing/2014/main" id="{9EA577FD-ADD2-E201-3276-BA22E09D14F5}"/>
                </a:ext>
              </a:extLst>
            </p:cNvPr>
            <p:cNvGrpSpPr/>
            <p:nvPr/>
          </p:nvGrpSpPr>
          <p:grpSpPr>
            <a:xfrm>
              <a:off x="3097864" y="6487556"/>
              <a:ext cx="28800" cy="214330"/>
              <a:chOff x="2634675" y="6490024"/>
              <a:chExt cx="28800" cy="214330"/>
            </a:xfrm>
          </p:grpSpPr>
          <p:sp>
            <p:nvSpPr>
              <p:cNvPr id="41" name="타원 40">
                <a:extLst>
                  <a:ext uri="{FF2B5EF4-FFF2-40B4-BE49-F238E27FC236}">
                    <a16:creationId xmlns:a16="http://schemas.microsoft.com/office/drawing/2014/main" id="{19066A76-4555-126F-FB54-0DF747FF4E29}"/>
                  </a:ext>
                </a:extLst>
              </p:cNvPr>
              <p:cNvSpPr/>
              <p:nvPr/>
            </p:nvSpPr>
            <p:spPr>
              <a:xfrm>
                <a:off x="263467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2" name="타원 41">
                <a:extLst>
                  <a:ext uri="{FF2B5EF4-FFF2-40B4-BE49-F238E27FC236}">
                    <a16:creationId xmlns:a16="http://schemas.microsoft.com/office/drawing/2014/main" id="{1B694DC6-0034-E094-A902-EA50BEB3832E}"/>
                  </a:ext>
                </a:extLst>
              </p:cNvPr>
              <p:cNvSpPr/>
              <p:nvPr/>
            </p:nvSpPr>
            <p:spPr>
              <a:xfrm>
                <a:off x="263467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3" name="타원 42">
                <a:extLst>
                  <a:ext uri="{FF2B5EF4-FFF2-40B4-BE49-F238E27FC236}">
                    <a16:creationId xmlns:a16="http://schemas.microsoft.com/office/drawing/2014/main" id="{3D14B2B1-9685-6659-B64D-360B3B9CF4F4}"/>
                  </a:ext>
                </a:extLst>
              </p:cNvPr>
              <p:cNvSpPr/>
              <p:nvPr/>
            </p:nvSpPr>
            <p:spPr>
              <a:xfrm>
                <a:off x="263467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4" name="그룹 23">
              <a:extLst>
                <a:ext uri="{FF2B5EF4-FFF2-40B4-BE49-F238E27FC236}">
                  <a16:creationId xmlns:a16="http://schemas.microsoft.com/office/drawing/2014/main" id="{FC34BBF5-C151-9C15-6958-8E87C114230F}"/>
                </a:ext>
              </a:extLst>
            </p:cNvPr>
            <p:cNvGrpSpPr/>
            <p:nvPr/>
          </p:nvGrpSpPr>
          <p:grpSpPr>
            <a:xfrm>
              <a:off x="3665013" y="6487556"/>
              <a:ext cx="28800" cy="214330"/>
              <a:chOff x="3316332" y="6490024"/>
              <a:chExt cx="28800" cy="214330"/>
            </a:xfrm>
          </p:grpSpPr>
          <p:sp>
            <p:nvSpPr>
              <p:cNvPr id="38" name="타원 37">
                <a:extLst>
                  <a:ext uri="{FF2B5EF4-FFF2-40B4-BE49-F238E27FC236}">
                    <a16:creationId xmlns:a16="http://schemas.microsoft.com/office/drawing/2014/main" id="{AE30C5D0-0EC5-02E6-471C-C36428D3E870}"/>
                  </a:ext>
                </a:extLst>
              </p:cNvPr>
              <p:cNvSpPr/>
              <p:nvPr/>
            </p:nvSpPr>
            <p:spPr>
              <a:xfrm>
                <a:off x="331633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9" name="타원 38">
                <a:extLst>
                  <a:ext uri="{FF2B5EF4-FFF2-40B4-BE49-F238E27FC236}">
                    <a16:creationId xmlns:a16="http://schemas.microsoft.com/office/drawing/2014/main" id="{402753EB-019C-5EA0-0250-730DE0DE6252}"/>
                  </a:ext>
                </a:extLst>
              </p:cNvPr>
              <p:cNvSpPr/>
              <p:nvPr/>
            </p:nvSpPr>
            <p:spPr>
              <a:xfrm>
                <a:off x="331633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0" name="타원 39">
                <a:extLst>
                  <a:ext uri="{FF2B5EF4-FFF2-40B4-BE49-F238E27FC236}">
                    <a16:creationId xmlns:a16="http://schemas.microsoft.com/office/drawing/2014/main" id="{D032E9C3-22D0-3E2B-9640-C51CBF6DF960}"/>
                  </a:ext>
                </a:extLst>
              </p:cNvPr>
              <p:cNvSpPr/>
              <p:nvPr/>
            </p:nvSpPr>
            <p:spPr>
              <a:xfrm>
                <a:off x="331633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6" name="그룹 25">
              <a:extLst>
                <a:ext uri="{FF2B5EF4-FFF2-40B4-BE49-F238E27FC236}">
                  <a16:creationId xmlns:a16="http://schemas.microsoft.com/office/drawing/2014/main" id="{27102D0D-9544-0A34-AB60-290BABDB8674}"/>
                </a:ext>
              </a:extLst>
            </p:cNvPr>
            <p:cNvGrpSpPr/>
            <p:nvPr/>
          </p:nvGrpSpPr>
          <p:grpSpPr>
            <a:xfrm>
              <a:off x="4227847" y="6490024"/>
              <a:ext cx="28800" cy="214330"/>
              <a:chOff x="3973763" y="6493614"/>
              <a:chExt cx="28800" cy="214330"/>
            </a:xfrm>
          </p:grpSpPr>
          <p:sp>
            <p:nvSpPr>
              <p:cNvPr id="35" name="타원 34">
                <a:extLst>
                  <a:ext uri="{FF2B5EF4-FFF2-40B4-BE49-F238E27FC236}">
                    <a16:creationId xmlns:a16="http://schemas.microsoft.com/office/drawing/2014/main" id="{C9495A02-007A-FE89-79B6-93C229B70308}"/>
                  </a:ext>
                </a:extLst>
              </p:cNvPr>
              <p:cNvSpPr/>
              <p:nvPr/>
            </p:nvSpPr>
            <p:spPr>
              <a:xfrm>
                <a:off x="3973763" y="649361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6" name="타원 35">
                <a:extLst>
                  <a:ext uri="{FF2B5EF4-FFF2-40B4-BE49-F238E27FC236}">
                    <a16:creationId xmlns:a16="http://schemas.microsoft.com/office/drawing/2014/main" id="{D5F6397A-A2E3-E500-5E6C-66BF53D37754}"/>
                  </a:ext>
                </a:extLst>
              </p:cNvPr>
              <p:cNvSpPr/>
              <p:nvPr/>
            </p:nvSpPr>
            <p:spPr>
              <a:xfrm>
                <a:off x="3973763" y="667914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7" name="타원 36">
                <a:extLst>
                  <a:ext uri="{FF2B5EF4-FFF2-40B4-BE49-F238E27FC236}">
                    <a16:creationId xmlns:a16="http://schemas.microsoft.com/office/drawing/2014/main" id="{C8B02F10-B877-EF1D-DA3A-71E97A5797AC}"/>
                  </a:ext>
                </a:extLst>
              </p:cNvPr>
              <p:cNvSpPr/>
              <p:nvPr/>
            </p:nvSpPr>
            <p:spPr>
              <a:xfrm>
                <a:off x="3973763" y="658637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7" name="그룹 26">
              <a:extLst>
                <a:ext uri="{FF2B5EF4-FFF2-40B4-BE49-F238E27FC236}">
                  <a16:creationId xmlns:a16="http://schemas.microsoft.com/office/drawing/2014/main" id="{4822B4DF-C792-8843-C9A2-EBA59A76810B}"/>
                </a:ext>
              </a:extLst>
            </p:cNvPr>
            <p:cNvGrpSpPr/>
            <p:nvPr/>
          </p:nvGrpSpPr>
          <p:grpSpPr>
            <a:xfrm>
              <a:off x="4805081" y="6490024"/>
              <a:ext cx="28800" cy="214330"/>
              <a:chOff x="4691852" y="6490024"/>
              <a:chExt cx="28800" cy="214330"/>
            </a:xfrm>
          </p:grpSpPr>
          <p:sp>
            <p:nvSpPr>
              <p:cNvPr id="32" name="타원 31">
                <a:extLst>
                  <a:ext uri="{FF2B5EF4-FFF2-40B4-BE49-F238E27FC236}">
                    <a16:creationId xmlns:a16="http://schemas.microsoft.com/office/drawing/2014/main" id="{9D39977E-F841-4185-C8CB-1112156D2DA1}"/>
                  </a:ext>
                </a:extLst>
              </p:cNvPr>
              <p:cNvSpPr/>
              <p:nvPr/>
            </p:nvSpPr>
            <p:spPr>
              <a:xfrm>
                <a:off x="469185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3" name="타원 32">
                <a:extLst>
                  <a:ext uri="{FF2B5EF4-FFF2-40B4-BE49-F238E27FC236}">
                    <a16:creationId xmlns:a16="http://schemas.microsoft.com/office/drawing/2014/main" id="{57CB23D5-DAB2-B05D-2220-0C0D04C9BAD7}"/>
                  </a:ext>
                </a:extLst>
              </p:cNvPr>
              <p:cNvSpPr/>
              <p:nvPr/>
            </p:nvSpPr>
            <p:spPr>
              <a:xfrm>
                <a:off x="469185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타원 33">
                <a:extLst>
                  <a:ext uri="{FF2B5EF4-FFF2-40B4-BE49-F238E27FC236}">
                    <a16:creationId xmlns:a16="http://schemas.microsoft.com/office/drawing/2014/main" id="{BAB0B0BF-5CF7-29E8-4601-2333EFC1B286}"/>
                  </a:ext>
                </a:extLst>
              </p:cNvPr>
              <p:cNvSpPr/>
              <p:nvPr/>
            </p:nvSpPr>
            <p:spPr>
              <a:xfrm>
                <a:off x="469185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8" name="그룹 27">
              <a:extLst>
                <a:ext uri="{FF2B5EF4-FFF2-40B4-BE49-F238E27FC236}">
                  <a16:creationId xmlns:a16="http://schemas.microsoft.com/office/drawing/2014/main" id="{F81D42F0-1E49-C0BE-3E1C-69F574006BBC}"/>
                </a:ext>
              </a:extLst>
            </p:cNvPr>
            <p:cNvGrpSpPr/>
            <p:nvPr/>
          </p:nvGrpSpPr>
          <p:grpSpPr>
            <a:xfrm>
              <a:off x="5367915" y="6490024"/>
              <a:ext cx="28800" cy="214330"/>
              <a:chOff x="5368523" y="6490024"/>
              <a:chExt cx="28800" cy="214330"/>
            </a:xfrm>
          </p:grpSpPr>
          <p:sp>
            <p:nvSpPr>
              <p:cNvPr id="29" name="타원 28">
                <a:extLst>
                  <a:ext uri="{FF2B5EF4-FFF2-40B4-BE49-F238E27FC236}">
                    <a16:creationId xmlns:a16="http://schemas.microsoft.com/office/drawing/2014/main" id="{9180E94D-5838-8B5D-BBDE-F9F825B05E4A}"/>
                  </a:ext>
                </a:extLst>
              </p:cNvPr>
              <p:cNvSpPr/>
              <p:nvPr/>
            </p:nvSpPr>
            <p:spPr>
              <a:xfrm>
                <a:off x="5368523"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0" name="타원 29">
                <a:extLst>
                  <a:ext uri="{FF2B5EF4-FFF2-40B4-BE49-F238E27FC236}">
                    <a16:creationId xmlns:a16="http://schemas.microsoft.com/office/drawing/2014/main" id="{E6873EBC-A400-15E0-9399-26AA138ECF56}"/>
                  </a:ext>
                </a:extLst>
              </p:cNvPr>
              <p:cNvSpPr/>
              <p:nvPr/>
            </p:nvSpPr>
            <p:spPr>
              <a:xfrm>
                <a:off x="5368523"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1" name="타원 30">
                <a:extLst>
                  <a:ext uri="{FF2B5EF4-FFF2-40B4-BE49-F238E27FC236}">
                    <a16:creationId xmlns:a16="http://schemas.microsoft.com/office/drawing/2014/main" id="{97E26F5A-1E58-0DA8-A7A6-6031AB18DDA8}"/>
                  </a:ext>
                </a:extLst>
              </p:cNvPr>
              <p:cNvSpPr/>
              <p:nvPr/>
            </p:nvSpPr>
            <p:spPr>
              <a:xfrm>
                <a:off x="5368523"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65" name="그룹 64">
            <a:extLst>
              <a:ext uri="{FF2B5EF4-FFF2-40B4-BE49-F238E27FC236}">
                <a16:creationId xmlns:a16="http://schemas.microsoft.com/office/drawing/2014/main" id="{CEC866B5-D8B4-238E-AD6C-D7575CCA9B60}"/>
              </a:ext>
            </a:extLst>
          </p:cNvPr>
          <p:cNvGrpSpPr/>
          <p:nvPr/>
        </p:nvGrpSpPr>
        <p:grpSpPr>
          <a:xfrm>
            <a:off x="1826055" y="3187956"/>
            <a:ext cx="3997694" cy="331408"/>
            <a:chOff x="1382720" y="5204809"/>
            <a:chExt cx="3997694" cy="331408"/>
          </a:xfrm>
        </p:grpSpPr>
        <p:cxnSp>
          <p:nvCxnSpPr>
            <p:cNvPr id="66" name="직선 화살표 연결선 65">
              <a:extLst>
                <a:ext uri="{FF2B5EF4-FFF2-40B4-BE49-F238E27FC236}">
                  <a16:creationId xmlns:a16="http://schemas.microsoft.com/office/drawing/2014/main" id="{FD97EC33-B38D-C9D4-28A5-4B0DD63541EE}"/>
                </a:ext>
              </a:extLst>
            </p:cNvPr>
            <p:cNvCxnSpPr/>
            <p:nvPr/>
          </p:nvCxnSpPr>
          <p:spPr>
            <a:xfrm>
              <a:off x="1382720" y="5218378"/>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7" name="직선 화살표 연결선 66">
              <a:extLst>
                <a:ext uri="{FF2B5EF4-FFF2-40B4-BE49-F238E27FC236}">
                  <a16:creationId xmlns:a16="http://schemas.microsoft.com/office/drawing/2014/main" id="{D0D9DEB2-4279-5043-3043-348B86F9F2AF}"/>
                </a:ext>
              </a:extLst>
            </p:cNvPr>
            <p:cNvCxnSpPr/>
            <p:nvPr/>
          </p:nvCxnSpPr>
          <p:spPr>
            <a:xfrm>
              <a:off x="1962111"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8" name="직선 화살표 연결선 67">
              <a:extLst>
                <a:ext uri="{FF2B5EF4-FFF2-40B4-BE49-F238E27FC236}">
                  <a16:creationId xmlns:a16="http://schemas.microsoft.com/office/drawing/2014/main" id="{48D2EACF-671D-5184-19AC-3FB1A5C72544}"/>
                </a:ext>
              </a:extLst>
            </p:cNvPr>
            <p:cNvCxnSpPr/>
            <p:nvPr/>
          </p:nvCxnSpPr>
          <p:spPr>
            <a:xfrm>
              <a:off x="2530715" y="5204809"/>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0" name="직선 화살표 연결선 69">
              <a:extLst>
                <a:ext uri="{FF2B5EF4-FFF2-40B4-BE49-F238E27FC236}">
                  <a16:creationId xmlns:a16="http://schemas.microsoft.com/office/drawing/2014/main" id="{61E53D22-BFCD-191F-D907-4DDB799D3D9B}"/>
                </a:ext>
              </a:extLst>
            </p:cNvPr>
            <p:cNvCxnSpPr/>
            <p:nvPr/>
          </p:nvCxnSpPr>
          <p:spPr>
            <a:xfrm>
              <a:off x="3104240"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1" name="직선 화살표 연결선 70">
              <a:extLst>
                <a:ext uri="{FF2B5EF4-FFF2-40B4-BE49-F238E27FC236}">
                  <a16:creationId xmlns:a16="http://schemas.microsoft.com/office/drawing/2014/main" id="{D1948B22-1CA4-0DF4-D2C4-98089D3AD5E0}"/>
                </a:ext>
              </a:extLst>
            </p:cNvPr>
            <p:cNvCxnSpPr/>
            <p:nvPr/>
          </p:nvCxnSpPr>
          <p:spPr>
            <a:xfrm>
              <a:off x="3665013"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2" name="직선 화살표 연결선 71">
              <a:extLst>
                <a:ext uri="{FF2B5EF4-FFF2-40B4-BE49-F238E27FC236}">
                  <a16:creationId xmlns:a16="http://schemas.microsoft.com/office/drawing/2014/main" id="{18DB9059-336E-6C51-B4CE-8369658DD87A}"/>
                </a:ext>
              </a:extLst>
            </p:cNvPr>
            <p:cNvCxnSpPr/>
            <p:nvPr/>
          </p:nvCxnSpPr>
          <p:spPr>
            <a:xfrm>
              <a:off x="4243259"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3" name="직선 화살표 연결선 72">
              <a:extLst>
                <a:ext uri="{FF2B5EF4-FFF2-40B4-BE49-F238E27FC236}">
                  <a16:creationId xmlns:a16="http://schemas.microsoft.com/office/drawing/2014/main" id="{A701CEC2-78DD-42C7-BA32-8BB45E17D0ED}"/>
                </a:ext>
              </a:extLst>
            </p:cNvPr>
            <p:cNvCxnSpPr/>
            <p:nvPr/>
          </p:nvCxnSpPr>
          <p:spPr>
            <a:xfrm>
              <a:off x="4811024"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4" name="직선 화살표 연결선 73">
              <a:extLst>
                <a:ext uri="{FF2B5EF4-FFF2-40B4-BE49-F238E27FC236}">
                  <a16:creationId xmlns:a16="http://schemas.microsoft.com/office/drawing/2014/main" id="{9D343D04-D7B2-F0A7-B501-AC93182192A3}"/>
                </a:ext>
              </a:extLst>
            </p:cNvPr>
            <p:cNvCxnSpPr/>
            <p:nvPr/>
          </p:nvCxnSpPr>
          <p:spPr>
            <a:xfrm>
              <a:off x="5380414" y="5217011"/>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grpSp>
        <p:nvGrpSpPr>
          <p:cNvPr id="169" name="그룹 168">
            <a:extLst>
              <a:ext uri="{FF2B5EF4-FFF2-40B4-BE49-F238E27FC236}">
                <a16:creationId xmlns:a16="http://schemas.microsoft.com/office/drawing/2014/main" id="{22F03099-C73E-E1E5-9771-022554F9CBDD}"/>
              </a:ext>
            </a:extLst>
          </p:cNvPr>
          <p:cNvGrpSpPr/>
          <p:nvPr/>
        </p:nvGrpSpPr>
        <p:grpSpPr>
          <a:xfrm>
            <a:off x="1797255" y="6485633"/>
            <a:ext cx="4013995" cy="216798"/>
            <a:chOff x="1382720" y="6487556"/>
            <a:chExt cx="4013995" cy="216798"/>
          </a:xfrm>
        </p:grpSpPr>
        <p:grpSp>
          <p:nvGrpSpPr>
            <p:cNvPr id="170" name="그룹 169">
              <a:extLst>
                <a:ext uri="{FF2B5EF4-FFF2-40B4-BE49-F238E27FC236}">
                  <a16:creationId xmlns:a16="http://schemas.microsoft.com/office/drawing/2014/main" id="{C97E6451-AF7D-6156-9B63-180DBB44BDA9}"/>
                </a:ext>
              </a:extLst>
            </p:cNvPr>
            <p:cNvGrpSpPr/>
            <p:nvPr/>
          </p:nvGrpSpPr>
          <p:grpSpPr>
            <a:xfrm>
              <a:off x="1382720" y="6487556"/>
              <a:ext cx="28800" cy="214330"/>
              <a:chOff x="528825" y="6490024"/>
              <a:chExt cx="28800" cy="214330"/>
            </a:xfrm>
          </p:grpSpPr>
          <p:sp>
            <p:nvSpPr>
              <p:cNvPr id="199" name="타원 198">
                <a:extLst>
                  <a:ext uri="{FF2B5EF4-FFF2-40B4-BE49-F238E27FC236}">
                    <a16:creationId xmlns:a16="http://schemas.microsoft.com/office/drawing/2014/main" id="{E9364B3A-BDC1-40C3-B956-22516316E205}"/>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200" name="타원 199">
                <a:extLst>
                  <a:ext uri="{FF2B5EF4-FFF2-40B4-BE49-F238E27FC236}">
                    <a16:creationId xmlns:a16="http://schemas.microsoft.com/office/drawing/2014/main" id="{F22830B2-D729-8876-BC08-0A31A8054509}"/>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201" name="타원 200">
                <a:extLst>
                  <a:ext uri="{FF2B5EF4-FFF2-40B4-BE49-F238E27FC236}">
                    <a16:creationId xmlns:a16="http://schemas.microsoft.com/office/drawing/2014/main" id="{14DBFCED-B358-155F-7888-6611960E521A}"/>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1" name="그룹 170">
              <a:extLst>
                <a:ext uri="{FF2B5EF4-FFF2-40B4-BE49-F238E27FC236}">
                  <a16:creationId xmlns:a16="http://schemas.microsoft.com/office/drawing/2014/main" id="{8BAF63EC-8010-6C55-9BB8-D50D714F2BD2}"/>
                </a:ext>
              </a:extLst>
            </p:cNvPr>
            <p:cNvGrpSpPr/>
            <p:nvPr/>
          </p:nvGrpSpPr>
          <p:grpSpPr>
            <a:xfrm>
              <a:off x="1962111" y="6487556"/>
              <a:ext cx="28800" cy="214330"/>
              <a:chOff x="1254494" y="6490024"/>
              <a:chExt cx="28800" cy="214330"/>
            </a:xfrm>
          </p:grpSpPr>
          <p:sp>
            <p:nvSpPr>
              <p:cNvPr id="196" name="타원 195">
                <a:extLst>
                  <a:ext uri="{FF2B5EF4-FFF2-40B4-BE49-F238E27FC236}">
                    <a16:creationId xmlns:a16="http://schemas.microsoft.com/office/drawing/2014/main" id="{55695F44-D45F-ACD3-4E6D-40E854C35526}"/>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7" name="타원 196">
                <a:extLst>
                  <a:ext uri="{FF2B5EF4-FFF2-40B4-BE49-F238E27FC236}">
                    <a16:creationId xmlns:a16="http://schemas.microsoft.com/office/drawing/2014/main" id="{02D402CB-A545-A76E-19A2-3326E3934343}"/>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8" name="타원 197">
                <a:extLst>
                  <a:ext uri="{FF2B5EF4-FFF2-40B4-BE49-F238E27FC236}">
                    <a16:creationId xmlns:a16="http://schemas.microsoft.com/office/drawing/2014/main" id="{6684C37E-C29C-00C2-6294-48B65DF94676}"/>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2" name="그룹 171">
              <a:extLst>
                <a:ext uri="{FF2B5EF4-FFF2-40B4-BE49-F238E27FC236}">
                  <a16:creationId xmlns:a16="http://schemas.microsoft.com/office/drawing/2014/main" id="{D0E9A0E0-9E2C-42D1-44A6-F67F8B590BFC}"/>
                </a:ext>
              </a:extLst>
            </p:cNvPr>
            <p:cNvGrpSpPr/>
            <p:nvPr/>
          </p:nvGrpSpPr>
          <p:grpSpPr>
            <a:xfrm>
              <a:off x="2530715" y="6487556"/>
              <a:ext cx="28800" cy="214330"/>
              <a:chOff x="1937985" y="6490024"/>
              <a:chExt cx="28800" cy="214330"/>
            </a:xfrm>
          </p:grpSpPr>
          <p:sp>
            <p:nvSpPr>
              <p:cNvPr id="193" name="타원 192">
                <a:extLst>
                  <a:ext uri="{FF2B5EF4-FFF2-40B4-BE49-F238E27FC236}">
                    <a16:creationId xmlns:a16="http://schemas.microsoft.com/office/drawing/2014/main" id="{CBEA726B-71A1-FD61-3B7C-6670C206CB20}"/>
                  </a:ext>
                </a:extLst>
              </p:cNvPr>
              <p:cNvSpPr/>
              <p:nvPr/>
            </p:nvSpPr>
            <p:spPr>
              <a:xfrm>
                <a:off x="193798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4" name="타원 193">
                <a:extLst>
                  <a:ext uri="{FF2B5EF4-FFF2-40B4-BE49-F238E27FC236}">
                    <a16:creationId xmlns:a16="http://schemas.microsoft.com/office/drawing/2014/main" id="{24868916-09DB-4E8F-46C7-B0A5B36D3C0A}"/>
                  </a:ext>
                </a:extLst>
              </p:cNvPr>
              <p:cNvSpPr/>
              <p:nvPr/>
            </p:nvSpPr>
            <p:spPr>
              <a:xfrm>
                <a:off x="193798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5" name="타원 194">
                <a:extLst>
                  <a:ext uri="{FF2B5EF4-FFF2-40B4-BE49-F238E27FC236}">
                    <a16:creationId xmlns:a16="http://schemas.microsoft.com/office/drawing/2014/main" id="{3B99A517-339F-34C2-EEEC-616123005D41}"/>
                  </a:ext>
                </a:extLst>
              </p:cNvPr>
              <p:cNvSpPr/>
              <p:nvPr/>
            </p:nvSpPr>
            <p:spPr>
              <a:xfrm>
                <a:off x="193798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3" name="그룹 172">
              <a:extLst>
                <a:ext uri="{FF2B5EF4-FFF2-40B4-BE49-F238E27FC236}">
                  <a16:creationId xmlns:a16="http://schemas.microsoft.com/office/drawing/2014/main" id="{E6E0150E-5130-5621-2221-828EA172FD9E}"/>
                </a:ext>
              </a:extLst>
            </p:cNvPr>
            <p:cNvGrpSpPr/>
            <p:nvPr/>
          </p:nvGrpSpPr>
          <p:grpSpPr>
            <a:xfrm>
              <a:off x="3097864" y="6487556"/>
              <a:ext cx="28800" cy="214330"/>
              <a:chOff x="2634675" y="6490024"/>
              <a:chExt cx="28800" cy="214330"/>
            </a:xfrm>
          </p:grpSpPr>
          <p:sp>
            <p:nvSpPr>
              <p:cNvPr id="190" name="타원 189">
                <a:extLst>
                  <a:ext uri="{FF2B5EF4-FFF2-40B4-BE49-F238E27FC236}">
                    <a16:creationId xmlns:a16="http://schemas.microsoft.com/office/drawing/2014/main" id="{1CE7374C-139D-48FF-AABC-CA8ACBFED433}"/>
                  </a:ext>
                </a:extLst>
              </p:cNvPr>
              <p:cNvSpPr/>
              <p:nvPr/>
            </p:nvSpPr>
            <p:spPr>
              <a:xfrm>
                <a:off x="263467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1" name="타원 190">
                <a:extLst>
                  <a:ext uri="{FF2B5EF4-FFF2-40B4-BE49-F238E27FC236}">
                    <a16:creationId xmlns:a16="http://schemas.microsoft.com/office/drawing/2014/main" id="{36B9FF70-EFCF-C52A-45F7-5C3347D0640A}"/>
                  </a:ext>
                </a:extLst>
              </p:cNvPr>
              <p:cNvSpPr/>
              <p:nvPr/>
            </p:nvSpPr>
            <p:spPr>
              <a:xfrm>
                <a:off x="263467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2" name="타원 191">
                <a:extLst>
                  <a:ext uri="{FF2B5EF4-FFF2-40B4-BE49-F238E27FC236}">
                    <a16:creationId xmlns:a16="http://schemas.microsoft.com/office/drawing/2014/main" id="{507442C4-2C0E-FEEA-37D4-772003FD3807}"/>
                  </a:ext>
                </a:extLst>
              </p:cNvPr>
              <p:cNvSpPr/>
              <p:nvPr/>
            </p:nvSpPr>
            <p:spPr>
              <a:xfrm>
                <a:off x="263467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4" name="그룹 173">
              <a:extLst>
                <a:ext uri="{FF2B5EF4-FFF2-40B4-BE49-F238E27FC236}">
                  <a16:creationId xmlns:a16="http://schemas.microsoft.com/office/drawing/2014/main" id="{EA1FA65C-A833-AB14-0ABB-4E8B2809E10E}"/>
                </a:ext>
              </a:extLst>
            </p:cNvPr>
            <p:cNvGrpSpPr/>
            <p:nvPr/>
          </p:nvGrpSpPr>
          <p:grpSpPr>
            <a:xfrm>
              <a:off x="3665013" y="6487556"/>
              <a:ext cx="28800" cy="214330"/>
              <a:chOff x="3316332" y="6490024"/>
              <a:chExt cx="28800" cy="214330"/>
            </a:xfrm>
          </p:grpSpPr>
          <p:sp>
            <p:nvSpPr>
              <p:cNvPr id="187" name="타원 186">
                <a:extLst>
                  <a:ext uri="{FF2B5EF4-FFF2-40B4-BE49-F238E27FC236}">
                    <a16:creationId xmlns:a16="http://schemas.microsoft.com/office/drawing/2014/main" id="{7A2FCE32-FED2-84BA-C34E-55AF33314967}"/>
                  </a:ext>
                </a:extLst>
              </p:cNvPr>
              <p:cNvSpPr/>
              <p:nvPr/>
            </p:nvSpPr>
            <p:spPr>
              <a:xfrm>
                <a:off x="331633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8" name="타원 187">
                <a:extLst>
                  <a:ext uri="{FF2B5EF4-FFF2-40B4-BE49-F238E27FC236}">
                    <a16:creationId xmlns:a16="http://schemas.microsoft.com/office/drawing/2014/main" id="{983E7809-9A19-71D7-3030-CD6A10427F22}"/>
                  </a:ext>
                </a:extLst>
              </p:cNvPr>
              <p:cNvSpPr/>
              <p:nvPr/>
            </p:nvSpPr>
            <p:spPr>
              <a:xfrm>
                <a:off x="331633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9" name="타원 188">
                <a:extLst>
                  <a:ext uri="{FF2B5EF4-FFF2-40B4-BE49-F238E27FC236}">
                    <a16:creationId xmlns:a16="http://schemas.microsoft.com/office/drawing/2014/main" id="{9A2E3779-BE39-49F1-A7D1-421862215DAF}"/>
                  </a:ext>
                </a:extLst>
              </p:cNvPr>
              <p:cNvSpPr/>
              <p:nvPr/>
            </p:nvSpPr>
            <p:spPr>
              <a:xfrm>
                <a:off x="331633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5" name="그룹 174">
              <a:extLst>
                <a:ext uri="{FF2B5EF4-FFF2-40B4-BE49-F238E27FC236}">
                  <a16:creationId xmlns:a16="http://schemas.microsoft.com/office/drawing/2014/main" id="{69ECD74D-7C4C-D329-6E2E-7FD4971376AB}"/>
                </a:ext>
              </a:extLst>
            </p:cNvPr>
            <p:cNvGrpSpPr/>
            <p:nvPr/>
          </p:nvGrpSpPr>
          <p:grpSpPr>
            <a:xfrm>
              <a:off x="4227847" y="6490024"/>
              <a:ext cx="28800" cy="214330"/>
              <a:chOff x="3973763" y="6493614"/>
              <a:chExt cx="28800" cy="214330"/>
            </a:xfrm>
          </p:grpSpPr>
          <p:sp>
            <p:nvSpPr>
              <p:cNvPr id="184" name="타원 183">
                <a:extLst>
                  <a:ext uri="{FF2B5EF4-FFF2-40B4-BE49-F238E27FC236}">
                    <a16:creationId xmlns:a16="http://schemas.microsoft.com/office/drawing/2014/main" id="{01BA29DB-972B-D9EF-FC7B-62ADE9EFA922}"/>
                  </a:ext>
                </a:extLst>
              </p:cNvPr>
              <p:cNvSpPr/>
              <p:nvPr/>
            </p:nvSpPr>
            <p:spPr>
              <a:xfrm>
                <a:off x="3973763" y="649361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5" name="타원 184">
                <a:extLst>
                  <a:ext uri="{FF2B5EF4-FFF2-40B4-BE49-F238E27FC236}">
                    <a16:creationId xmlns:a16="http://schemas.microsoft.com/office/drawing/2014/main" id="{B585F360-EC7D-E090-B307-0845E28B150A}"/>
                  </a:ext>
                </a:extLst>
              </p:cNvPr>
              <p:cNvSpPr/>
              <p:nvPr/>
            </p:nvSpPr>
            <p:spPr>
              <a:xfrm>
                <a:off x="3973763" y="667914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6" name="타원 185">
                <a:extLst>
                  <a:ext uri="{FF2B5EF4-FFF2-40B4-BE49-F238E27FC236}">
                    <a16:creationId xmlns:a16="http://schemas.microsoft.com/office/drawing/2014/main" id="{10041085-6343-1DD8-EFCA-D59EC5DC4F7B}"/>
                  </a:ext>
                </a:extLst>
              </p:cNvPr>
              <p:cNvSpPr/>
              <p:nvPr/>
            </p:nvSpPr>
            <p:spPr>
              <a:xfrm>
                <a:off x="3973763" y="658637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6" name="그룹 175">
              <a:extLst>
                <a:ext uri="{FF2B5EF4-FFF2-40B4-BE49-F238E27FC236}">
                  <a16:creationId xmlns:a16="http://schemas.microsoft.com/office/drawing/2014/main" id="{3D52AF08-432C-BC48-8FFB-73544CC6455F}"/>
                </a:ext>
              </a:extLst>
            </p:cNvPr>
            <p:cNvGrpSpPr/>
            <p:nvPr/>
          </p:nvGrpSpPr>
          <p:grpSpPr>
            <a:xfrm>
              <a:off x="4805081" y="6490024"/>
              <a:ext cx="28800" cy="214330"/>
              <a:chOff x="4691852" y="6490024"/>
              <a:chExt cx="28800" cy="214330"/>
            </a:xfrm>
          </p:grpSpPr>
          <p:sp>
            <p:nvSpPr>
              <p:cNvPr id="181" name="타원 180">
                <a:extLst>
                  <a:ext uri="{FF2B5EF4-FFF2-40B4-BE49-F238E27FC236}">
                    <a16:creationId xmlns:a16="http://schemas.microsoft.com/office/drawing/2014/main" id="{712BFE50-D012-2FB2-D9AC-2CAE67F3049F}"/>
                  </a:ext>
                </a:extLst>
              </p:cNvPr>
              <p:cNvSpPr/>
              <p:nvPr/>
            </p:nvSpPr>
            <p:spPr>
              <a:xfrm>
                <a:off x="469185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2" name="타원 181">
                <a:extLst>
                  <a:ext uri="{FF2B5EF4-FFF2-40B4-BE49-F238E27FC236}">
                    <a16:creationId xmlns:a16="http://schemas.microsoft.com/office/drawing/2014/main" id="{A22F10F9-4CF2-76A4-E7DD-597FD430DE11}"/>
                  </a:ext>
                </a:extLst>
              </p:cNvPr>
              <p:cNvSpPr/>
              <p:nvPr/>
            </p:nvSpPr>
            <p:spPr>
              <a:xfrm>
                <a:off x="469185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3" name="타원 182">
                <a:extLst>
                  <a:ext uri="{FF2B5EF4-FFF2-40B4-BE49-F238E27FC236}">
                    <a16:creationId xmlns:a16="http://schemas.microsoft.com/office/drawing/2014/main" id="{88560A8F-64D4-DA5E-7C3A-E656AFC1A298}"/>
                  </a:ext>
                </a:extLst>
              </p:cNvPr>
              <p:cNvSpPr/>
              <p:nvPr/>
            </p:nvSpPr>
            <p:spPr>
              <a:xfrm>
                <a:off x="469185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7" name="그룹 176">
              <a:extLst>
                <a:ext uri="{FF2B5EF4-FFF2-40B4-BE49-F238E27FC236}">
                  <a16:creationId xmlns:a16="http://schemas.microsoft.com/office/drawing/2014/main" id="{FF5E3DCC-5411-4C4B-6C79-0E43593DB0C7}"/>
                </a:ext>
              </a:extLst>
            </p:cNvPr>
            <p:cNvGrpSpPr/>
            <p:nvPr/>
          </p:nvGrpSpPr>
          <p:grpSpPr>
            <a:xfrm>
              <a:off x="5367915" y="6490024"/>
              <a:ext cx="28800" cy="214330"/>
              <a:chOff x="5368523" y="6490024"/>
              <a:chExt cx="28800" cy="214330"/>
            </a:xfrm>
          </p:grpSpPr>
          <p:sp>
            <p:nvSpPr>
              <p:cNvPr id="178" name="타원 177">
                <a:extLst>
                  <a:ext uri="{FF2B5EF4-FFF2-40B4-BE49-F238E27FC236}">
                    <a16:creationId xmlns:a16="http://schemas.microsoft.com/office/drawing/2014/main" id="{965C5E50-1545-E531-4AAA-96A910898956}"/>
                  </a:ext>
                </a:extLst>
              </p:cNvPr>
              <p:cNvSpPr/>
              <p:nvPr/>
            </p:nvSpPr>
            <p:spPr>
              <a:xfrm>
                <a:off x="5368523"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79" name="타원 178">
                <a:extLst>
                  <a:ext uri="{FF2B5EF4-FFF2-40B4-BE49-F238E27FC236}">
                    <a16:creationId xmlns:a16="http://schemas.microsoft.com/office/drawing/2014/main" id="{B0FB66AE-17A3-73E0-EBE3-DF2904884D55}"/>
                  </a:ext>
                </a:extLst>
              </p:cNvPr>
              <p:cNvSpPr/>
              <p:nvPr/>
            </p:nvSpPr>
            <p:spPr>
              <a:xfrm>
                <a:off x="5368523"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0" name="타원 179">
                <a:extLst>
                  <a:ext uri="{FF2B5EF4-FFF2-40B4-BE49-F238E27FC236}">
                    <a16:creationId xmlns:a16="http://schemas.microsoft.com/office/drawing/2014/main" id="{F07221C5-CFE3-B057-505C-9526921EA09F}"/>
                  </a:ext>
                </a:extLst>
              </p:cNvPr>
              <p:cNvSpPr/>
              <p:nvPr/>
            </p:nvSpPr>
            <p:spPr>
              <a:xfrm>
                <a:off x="5368523"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cxnSp>
        <p:nvCxnSpPr>
          <p:cNvPr id="202" name="직선 화살표 연결선 201">
            <a:extLst>
              <a:ext uri="{FF2B5EF4-FFF2-40B4-BE49-F238E27FC236}">
                <a16:creationId xmlns:a16="http://schemas.microsoft.com/office/drawing/2014/main" id="{E1C9312F-E96E-15F3-2850-DF0F7BE9350A}"/>
              </a:ext>
            </a:extLst>
          </p:cNvPr>
          <p:cNvCxnSpPr>
            <a:cxnSpLocks/>
          </p:cNvCxnSpPr>
          <p:nvPr/>
        </p:nvCxnSpPr>
        <p:spPr>
          <a:xfrm flipH="1">
            <a:off x="681760" y="4615622"/>
            <a:ext cx="18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3" name="직선 화살표 연결선 202">
            <a:extLst>
              <a:ext uri="{FF2B5EF4-FFF2-40B4-BE49-F238E27FC236}">
                <a16:creationId xmlns:a16="http://schemas.microsoft.com/office/drawing/2014/main" id="{5D358EC2-B75C-8919-6E46-6A1CF46EFD75}"/>
              </a:ext>
            </a:extLst>
          </p:cNvPr>
          <p:cNvCxnSpPr>
            <a:cxnSpLocks/>
          </p:cNvCxnSpPr>
          <p:nvPr/>
        </p:nvCxnSpPr>
        <p:spPr>
          <a:xfrm flipV="1">
            <a:off x="771269" y="4610292"/>
            <a:ext cx="0" cy="133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04" name="직선 화살표 연결선 203">
            <a:extLst>
              <a:ext uri="{FF2B5EF4-FFF2-40B4-BE49-F238E27FC236}">
                <a16:creationId xmlns:a16="http://schemas.microsoft.com/office/drawing/2014/main" id="{20A95D9A-E53D-1B86-C3D7-F5C2558EBD64}"/>
              </a:ext>
            </a:extLst>
          </p:cNvPr>
          <p:cNvCxnSpPr>
            <a:cxnSpLocks/>
          </p:cNvCxnSpPr>
          <p:nvPr/>
        </p:nvCxnSpPr>
        <p:spPr>
          <a:xfrm flipH="1">
            <a:off x="681760" y="5932917"/>
            <a:ext cx="864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05" name="TextBox 204">
            <a:extLst>
              <a:ext uri="{FF2B5EF4-FFF2-40B4-BE49-F238E27FC236}">
                <a16:creationId xmlns:a16="http://schemas.microsoft.com/office/drawing/2014/main" id="{26765648-133E-4ACE-DC15-F2DDFE062DE8}"/>
              </a:ext>
            </a:extLst>
          </p:cNvPr>
          <p:cNvSpPr txBox="1"/>
          <p:nvPr/>
        </p:nvSpPr>
        <p:spPr>
          <a:xfrm rot="16200000">
            <a:off x="485899" y="5218610"/>
            <a:ext cx="594715" cy="90666"/>
          </a:xfrm>
          <a:prstGeom prst="rect">
            <a:avLst/>
          </a:prstGeom>
          <a:solidFill>
            <a:schemeClr val="bg1"/>
          </a:solidFill>
        </p:spPr>
        <p:txBody>
          <a:bodyPr wrap="none" lIns="0" tIns="0" rIns="0" bIns="0" rtlCol="0" anchor="ctr" anchorCtr="0">
            <a:spAutoFit/>
          </a:bodyPr>
          <a:lstStyle/>
          <a:p>
            <a:pPr algn="ctr">
              <a:lnSpc>
                <a:spcPts val="700"/>
              </a:lnSpc>
            </a:pPr>
            <a:r>
              <a:rPr lang="en-US" altLang="ko-KR" sz="800" dirty="0">
                <a:latin typeface="Arial" panose="020B0604020202020204" pitchFamily="34" charset="0"/>
                <a:cs typeface="Arial" panose="020B0604020202020204" pitchFamily="34" charset="0"/>
              </a:rPr>
              <a:t>Physical size</a:t>
            </a:r>
            <a:endParaRPr lang="ko-KR" altLang="en-US" sz="8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62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2" y="1266807"/>
            <a:ext cx="604862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Local-RW DATA structure for access</a:t>
            </a:r>
          </a:p>
        </p:txBody>
      </p:sp>
      <p:sp>
        <p:nvSpPr>
          <p:cNvPr id="76" name="자유형: 도형 75">
            <a:extLst>
              <a:ext uri="{FF2B5EF4-FFF2-40B4-BE49-F238E27FC236}">
                <a16:creationId xmlns:a16="http://schemas.microsoft.com/office/drawing/2014/main" id="{E9604734-BD6B-3F70-DA7F-ACC65561239D}"/>
              </a:ext>
            </a:extLst>
          </p:cNvPr>
          <p:cNvSpPr/>
          <p:nvPr/>
        </p:nvSpPr>
        <p:spPr>
          <a:xfrm>
            <a:off x="1963995" y="3088415"/>
            <a:ext cx="188270" cy="1685676"/>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FF0000"/>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77" name="자유형: 도형 76">
            <a:extLst>
              <a:ext uri="{FF2B5EF4-FFF2-40B4-BE49-F238E27FC236}">
                <a16:creationId xmlns:a16="http://schemas.microsoft.com/office/drawing/2014/main" id="{F1425E01-A882-724E-5836-2400D86EF4F6}"/>
              </a:ext>
            </a:extLst>
          </p:cNvPr>
          <p:cNvSpPr/>
          <p:nvPr/>
        </p:nvSpPr>
        <p:spPr>
          <a:xfrm>
            <a:off x="1975759" y="2877704"/>
            <a:ext cx="243096" cy="2111071"/>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FF0000"/>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78" name="자유형: 도형 77">
            <a:extLst>
              <a:ext uri="{FF2B5EF4-FFF2-40B4-BE49-F238E27FC236}">
                <a16:creationId xmlns:a16="http://schemas.microsoft.com/office/drawing/2014/main" id="{CD2C93C2-4952-71CD-786E-3EFEBDB725BB}"/>
              </a:ext>
            </a:extLst>
          </p:cNvPr>
          <p:cNvSpPr/>
          <p:nvPr/>
        </p:nvSpPr>
        <p:spPr>
          <a:xfrm rot="154314">
            <a:off x="2544630" y="2233496"/>
            <a:ext cx="278851" cy="2769897"/>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0000FF"/>
            </a:solidFill>
            <a:prstDash val="dash"/>
            <a:headEnd type="triangle" w="sm" len="sm"/>
            <a:tailEnd type="oval"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4" name="자유형: 도형 103">
            <a:extLst>
              <a:ext uri="{FF2B5EF4-FFF2-40B4-BE49-F238E27FC236}">
                <a16:creationId xmlns:a16="http://schemas.microsoft.com/office/drawing/2014/main" id="{93EFD009-CEF7-453D-92A9-29D22072F0FD}"/>
              </a:ext>
            </a:extLst>
          </p:cNvPr>
          <p:cNvSpPr/>
          <p:nvPr/>
        </p:nvSpPr>
        <p:spPr>
          <a:xfrm>
            <a:off x="2500751" y="2081267"/>
            <a:ext cx="188270" cy="2692823"/>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0000FF"/>
            </a:solidFill>
            <a:prstDash val="dash"/>
            <a:headEnd type="triangle" w="sm" len="sm"/>
            <a:tailEnd type="oval"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aphicFrame>
        <p:nvGraphicFramePr>
          <p:cNvPr id="105" name="표 104">
            <a:extLst>
              <a:ext uri="{FF2B5EF4-FFF2-40B4-BE49-F238E27FC236}">
                <a16:creationId xmlns:a16="http://schemas.microsoft.com/office/drawing/2014/main" id="{10F2F425-3FF9-D252-3F54-B3405E7E43A0}"/>
              </a:ext>
            </a:extLst>
          </p:cNvPr>
          <p:cNvGraphicFramePr>
            <a:graphicFrameLocks noGrp="1"/>
          </p:cNvGraphicFramePr>
          <p:nvPr>
            <p:extLst>
              <p:ext uri="{D42A27DB-BD31-4B8C-83A1-F6EECF244321}">
                <p14:modId xmlns:p14="http://schemas.microsoft.com/office/powerpoint/2010/main" val="2820971042"/>
              </p:ext>
            </p:extLst>
          </p:nvPr>
        </p:nvGraphicFramePr>
        <p:xfrm>
          <a:off x="1348580" y="7800779"/>
          <a:ext cx="4353038" cy="584696"/>
        </p:xfrm>
        <a:graphic>
          <a:graphicData uri="http://schemas.openxmlformats.org/drawingml/2006/table">
            <a:tbl>
              <a:tblPr firstRow="1" bandRow="1">
                <a:tableStyleId>{5C22544A-7EE6-4342-B048-85BDC9FD1C3A}</a:tableStyleId>
              </a:tblPr>
              <a:tblGrid>
                <a:gridCol w="392675">
                  <a:extLst>
                    <a:ext uri="{9D8B030D-6E8A-4147-A177-3AD203B41FA5}">
                      <a16:colId xmlns:a16="http://schemas.microsoft.com/office/drawing/2014/main" val="1045059463"/>
                    </a:ext>
                  </a:extLst>
                </a:gridCol>
                <a:gridCol w="849313">
                  <a:extLst>
                    <a:ext uri="{9D8B030D-6E8A-4147-A177-3AD203B41FA5}">
                      <a16:colId xmlns:a16="http://schemas.microsoft.com/office/drawing/2014/main" val="914624312"/>
                    </a:ext>
                  </a:extLst>
                </a:gridCol>
                <a:gridCol w="849313">
                  <a:extLst>
                    <a:ext uri="{9D8B030D-6E8A-4147-A177-3AD203B41FA5}">
                      <a16:colId xmlns:a16="http://schemas.microsoft.com/office/drawing/2014/main" val="1037286305"/>
                    </a:ext>
                  </a:extLst>
                </a:gridCol>
                <a:gridCol w="276019">
                  <a:extLst>
                    <a:ext uri="{9D8B030D-6E8A-4147-A177-3AD203B41FA5}">
                      <a16:colId xmlns:a16="http://schemas.microsoft.com/office/drawing/2014/main" val="2063085555"/>
                    </a:ext>
                  </a:extLst>
                </a:gridCol>
                <a:gridCol w="873125">
                  <a:extLst>
                    <a:ext uri="{9D8B030D-6E8A-4147-A177-3AD203B41FA5}">
                      <a16:colId xmlns:a16="http://schemas.microsoft.com/office/drawing/2014/main" val="3340661124"/>
                    </a:ext>
                  </a:extLst>
                </a:gridCol>
                <a:gridCol w="263280">
                  <a:extLst>
                    <a:ext uri="{9D8B030D-6E8A-4147-A177-3AD203B41FA5}">
                      <a16:colId xmlns:a16="http://schemas.microsoft.com/office/drawing/2014/main" val="277525460"/>
                    </a:ext>
                  </a:extLst>
                </a:gridCol>
                <a:gridCol w="849313">
                  <a:extLst>
                    <a:ext uri="{9D8B030D-6E8A-4147-A177-3AD203B41FA5}">
                      <a16:colId xmlns:a16="http://schemas.microsoft.com/office/drawing/2014/main" val="2937243807"/>
                    </a:ext>
                  </a:extLst>
                </a:gridCol>
              </a:tblGrid>
              <a:tr h="98321">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20</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19</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5</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1</a:t>
                      </a:r>
                      <a:r>
                        <a:rPr lang="en-US" altLang="ko-KR" sz="700" b="0" baseline="30000" dirty="0">
                          <a:solidFill>
                            <a:schemeClr val="tx1"/>
                          </a:solidFill>
                          <a:latin typeface="Arial" panose="020B0604020202020204" pitchFamily="34" charset="0"/>
                          <a:cs typeface="Arial" panose="020B0604020202020204" pitchFamily="34" charset="0"/>
                        </a:rPr>
                        <a:t>st</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5878189"/>
                  </a:ext>
                </a:extLst>
              </a:tr>
              <a:tr h="152228">
                <a:tc rowSpan="2">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XDRs</a:t>
                      </a:r>
                    </a:p>
                    <a:p>
                      <a:pPr algn="r" latinLnBrk="1"/>
                      <a:r>
                        <a:rPr lang="en-US" altLang="ko-KR" sz="700" b="0" dirty="0">
                          <a:solidFill>
                            <a:schemeClr val="tx1"/>
                          </a:solidFill>
                          <a:latin typeface="Arial" panose="020B0604020202020204" pitchFamily="34" charset="0"/>
                          <a:cs typeface="Arial" panose="020B0604020202020204" pitchFamily="34" charset="0"/>
                        </a:rPr>
                        <a:t>daisied</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#2</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#16</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#20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54562">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17122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PORT1</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2</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DATA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4</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bl>
          </a:graphicData>
        </a:graphic>
      </p:graphicFrame>
      <p:graphicFrame>
        <p:nvGraphicFramePr>
          <p:cNvPr id="106" name="표 105">
            <a:extLst>
              <a:ext uri="{FF2B5EF4-FFF2-40B4-BE49-F238E27FC236}">
                <a16:creationId xmlns:a16="http://schemas.microsoft.com/office/drawing/2014/main" id="{CDE02A3F-918D-0C6D-8048-06A9BD757184}"/>
              </a:ext>
            </a:extLst>
          </p:cNvPr>
          <p:cNvGraphicFramePr>
            <a:graphicFrameLocks noGrp="1"/>
          </p:cNvGraphicFramePr>
          <p:nvPr>
            <p:extLst>
              <p:ext uri="{D42A27DB-BD31-4B8C-83A1-F6EECF244321}">
                <p14:modId xmlns:p14="http://schemas.microsoft.com/office/powerpoint/2010/main" val="3664534269"/>
              </p:ext>
            </p:extLst>
          </p:nvPr>
        </p:nvGraphicFramePr>
        <p:xfrm>
          <a:off x="1348580" y="6973125"/>
          <a:ext cx="4327638" cy="594722"/>
        </p:xfrm>
        <a:graphic>
          <a:graphicData uri="http://schemas.openxmlformats.org/drawingml/2006/table">
            <a:tbl>
              <a:tblPr firstRow="1" bandRow="1">
                <a:tableStyleId>{5C22544A-7EE6-4342-B048-85BDC9FD1C3A}</a:tableStyleId>
              </a:tblPr>
              <a:tblGrid>
                <a:gridCol w="392675">
                  <a:extLst>
                    <a:ext uri="{9D8B030D-6E8A-4147-A177-3AD203B41FA5}">
                      <a16:colId xmlns:a16="http://schemas.microsoft.com/office/drawing/2014/main" val="1045059463"/>
                    </a:ext>
                  </a:extLst>
                </a:gridCol>
                <a:gridCol w="823913">
                  <a:extLst>
                    <a:ext uri="{9D8B030D-6E8A-4147-A177-3AD203B41FA5}">
                      <a16:colId xmlns:a16="http://schemas.microsoft.com/office/drawing/2014/main" val="914624312"/>
                    </a:ext>
                  </a:extLst>
                </a:gridCol>
                <a:gridCol w="849313">
                  <a:extLst>
                    <a:ext uri="{9D8B030D-6E8A-4147-A177-3AD203B41FA5}">
                      <a16:colId xmlns:a16="http://schemas.microsoft.com/office/drawing/2014/main" val="1037286305"/>
                    </a:ext>
                  </a:extLst>
                </a:gridCol>
                <a:gridCol w="276019">
                  <a:extLst>
                    <a:ext uri="{9D8B030D-6E8A-4147-A177-3AD203B41FA5}">
                      <a16:colId xmlns:a16="http://schemas.microsoft.com/office/drawing/2014/main" val="2063085555"/>
                    </a:ext>
                  </a:extLst>
                </a:gridCol>
                <a:gridCol w="873125">
                  <a:extLst>
                    <a:ext uri="{9D8B030D-6E8A-4147-A177-3AD203B41FA5}">
                      <a16:colId xmlns:a16="http://schemas.microsoft.com/office/drawing/2014/main" val="3340661124"/>
                    </a:ext>
                  </a:extLst>
                </a:gridCol>
                <a:gridCol w="263280">
                  <a:extLst>
                    <a:ext uri="{9D8B030D-6E8A-4147-A177-3AD203B41FA5}">
                      <a16:colId xmlns:a16="http://schemas.microsoft.com/office/drawing/2014/main" val="277525460"/>
                    </a:ext>
                  </a:extLst>
                </a:gridCol>
                <a:gridCol w="849313">
                  <a:extLst>
                    <a:ext uri="{9D8B030D-6E8A-4147-A177-3AD203B41FA5}">
                      <a16:colId xmlns:a16="http://schemas.microsoft.com/office/drawing/2014/main" val="2937243807"/>
                    </a:ext>
                  </a:extLst>
                </a:gridCol>
              </a:tblGrid>
              <a:tr h="96743">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r>
                        <a:rPr lang="en-US" altLang="ko-KR" sz="700" b="0" baseline="30000" dirty="0">
                          <a:solidFill>
                            <a:schemeClr val="tx1"/>
                          </a:solidFill>
                          <a:latin typeface="Arial" panose="020B0604020202020204" pitchFamily="34" charset="0"/>
                          <a:cs typeface="Arial" panose="020B0604020202020204" pitchFamily="34" charset="0"/>
                        </a:rPr>
                        <a:t>st</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2</a:t>
                      </a:r>
                      <a:r>
                        <a:rPr lang="en-US" altLang="ko-KR" sz="700" b="0" baseline="30000" dirty="0">
                          <a:solidFill>
                            <a:schemeClr val="tx1"/>
                          </a:solidFill>
                          <a:latin typeface="Arial" panose="020B0604020202020204" pitchFamily="34" charset="0"/>
                          <a:cs typeface="Arial" panose="020B0604020202020204" pitchFamily="34" charset="0"/>
                        </a:rPr>
                        <a:t>nd</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16</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20</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7537435"/>
                  </a:ext>
                </a:extLst>
              </a:tr>
              <a:tr h="155044">
                <a:tc rowSpan="2">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XDRs</a:t>
                      </a:r>
                    </a:p>
                    <a:p>
                      <a:pPr algn="r" latinLnBrk="1"/>
                      <a:r>
                        <a:rPr lang="en-US" altLang="ko-KR" sz="700" b="0" dirty="0">
                          <a:solidFill>
                            <a:schemeClr val="tx1"/>
                          </a:solidFill>
                          <a:latin typeface="Arial" panose="020B0604020202020204" pitchFamily="34" charset="0"/>
                          <a:cs typeface="Arial" panose="020B0604020202020204" pitchFamily="34" charset="0"/>
                        </a:rPr>
                        <a:t>daisied</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#20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#19</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#5</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58605">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174393">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PORT1</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2</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DATA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4</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bl>
          </a:graphicData>
        </a:graphic>
      </p:graphicFrame>
      <p:grpSp>
        <p:nvGrpSpPr>
          <p:cNvPr id="107" name="그룹 106">
            <a:extLst>
              <a:ext uri="{FF2B5EF4-FFF2-40B4-BE49-F238E27FC236}">
                <a16:creationId xmlns:a16="http://schemas.microsoft.com/office/drawing/2014/main" id="{440C0822-078C-9D82-37E7-62409902150A}"/>
              </a:ext>
            </a:extLst>
          </p:cNvPr>
          <p:cNvGrpSpPr/>
          <p:nvPr/>
        </p:nvGrpSpPr>
        <p:grpSpPr>
          <a:xfrm>
            <a:off x="2169896" y="8059864"/>
            <a:ext cx="3116499" cy="140492"/>
            <a:chOff x="2204752" y="4598019"/>
            <a:chExt cx="3116499" cy="317839"/>
          </a:xfrm>
        </p:grpSpPr>
        <p:cxnSp>
          <p:nvCxnSpPr>
            <p:cNvPr id="108" name="직선 화살표 연결선 107">
              <a:extLst>
                <a:ext uri="{FF2B5EF4-FFF2-40B4-BE49-F238E27FC236}">
                  <a16:creationId xmlns:a16="http://schemas.microsoft.com/office/drawing/2014/main" id="{CA85D03A-42F6-FC7C-1987-F194EADFACAE}"/>
                </a:ext>
              </a:extLst>
            </p:cNvPr>
            <p:cNvCxnSpPr/>
            <p:nvPr/>
          </p:nvCxnSpPr>
          <p:spPr>
            <a:xfrm>
              <a:off x="2204752"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09" name="직선 화살표 연결선 108">
              <a:extLst>
                <a:ext uri="{FF2B5EF4-FFF2-40B4-BE49-F238E27FC236}">
                  <a16:creationId xmlns:a16="http://schemas.microsoft.com/office/drawing/2014/main" id="{F4BD558B-0B22-C1C8-EE62-B1F6091B7384}"/>
                </a:ext>
              </a:extLst>
            </p:cNvPr>
            <p:cNvCxnSpPr/>
            <p:nvPr/>
          </p:nvCxnSpPr>
          <p:spPr>
            <a:xfrm>
              <a:off x="3061758"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10" name="직선 화살표 연결선 109">
              <a:extLst>
                <a:ext uri="{FF2B5EF4-FFF2-40B4-BE49-F238E27FC236}">
                  <a16:creationId xmlns:a16="http://schemas.microsoft.com/office/drawing/2014/main" id="{B377CB34-AA1D-22A0-4F6B-9A2847BC3A04}"/>
                </a:ext>
              </a:extLst>
            </p:cNvPr>
            <p:cNvCxnSpPr/>
            <p:nvPr/>
          </p:nvCxnSpPr>
          <p:spPr>
            <a:xfrm>
              <a:off x="4194363"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11" name="직선 화살표 연결선 110">
              <a:extLst>
                <a:ext uri="{FF2B5EF4-FFF2-40B4-BE49-F238E27FC236}">
                  <a16:creationId xmlns:a16="http://schemas.microsoft.com/office/drawing/2014/main" id="{DD9C10EC-A0E3-FE0D-1384-193BD7261B3E}"/>
                </a:ext>
              </a:extLst>
            </p:cNvPr>
            <p:cNvCxnSpPr/>
            <p:nvPr/>
          </p:nvCxnSpPr>
          <p:spPr>
            <a:xfrm>
              <a:off x="5321251"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grpSp>
      <p:grpSp>
        <p:nvGrpSpPr>
          <p:cNvPr id="5" name="그룹 4">
            <a:extLst>
              <a:ext uri="{FF2B5EF4-FFF2-40B4-BE49-F238E27FC236}">
                <a16:creationId xmlns:a16="http://schemas.microsoft.com/office/drawing/2014/main" id="{A80D8618-32B1-81E2-CA5B-A65B978E806C}"/>
              </a:ext>
            </a:extLst>
          </p:cNvPr>
          <p:cNvGrpSpPr/>
          <p:nvPr/>
        </p:nvGrpSpPr>
        <p:grpSpPr>
          <a:xfrm>
            <a:off x="2151107" y="7237574"/>
            <a:ext cx="3112797" cy="152518"/>
            <a:chOff x="2151107" y="7237574"/>
            <a:chExt cx="3112797" cy="152518"/>
          </a:xfrm>
        </p:grpSpPr>
        <p:cxnSp>
          <p:nvCxnSpPr>
            <p:cNvPr id="113" name="직선 화살표 연결선 112">
              <a:extLst>
                <a:ext uri="{FF2B5EF4-FFF2-40B4-BE49-F238E27FC236}">
                  <a16:creationId xmlns:a16="http://schemas.microsoft.com/office/drawing/2014/main" id="{6952BD90-2527-BE5A-2396-7311577E0644}"/>
                </a:ext>
              </a:extLst>
            </p:cNvPr>
            <p:cNvCxnSpPr/>
            <p:nvPr/>
          </p:nvCxnSpPr>
          <p:spPr>
            <a:xfrm>
              <a:off x="2151107"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4" name="직선 화살표 연결선 113">
              <a:extLst>
                <a:ext uri="{FF2B5EF4-FFF2-40B4-BE49-F238E27FC236}">
                  <a16:creationId xmlns:a16="http://schemas.microsoft.com/office/drawing/2014/main" id="{70DE2D69-19EA-4D94-48B2-FA77EE204EEF}"/>
                </a:ext>
              </a:extLst>
            </p:cNvPr>
            <p:cNvCxnSpPr/>
            <p:nvPr/>
          </p:nvCxnSpPr>
          <p:spPr>
            <a:xfrm>
              <a:off x="2997007"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5" name="직선 화살표 연결선 114">
              <a:extLst>
                <a:ext uri="{FF2B5EF4-FFF2-40B4-BE49-F238E27FC236}">
                  <a16:creationId xmlns:a16="http://schemas.microsoft.com/office/drawing/2014/main" id="{56DCD722-6095-EDBA-20CE-F10770DF4BC2}"/>
                </a:ext>
              </a:extLst>
            </p:cNvPr>
            <p:cNvCxnSpPr/>
            <p:nvPr/>
          </p:nvCxnSpPr>
          <p:spPr>
            <a:xfrm>
              <a:off x="4140718"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6" name="직선 화살표 연결선 115">
              <a:extLst>
                <a:ext uri="{FF2B5EF4-FFF2-40B4-BE49-F238E27FC236}">
                  <a16:creationId xmlns:a16="http://schemas.microsoft.com/office/drawing/2014/main" id="{42D1BBDC-727F-48EF-26D9-BC28FF7EC39B}"/>
                </a:ext>
              </a:extLst>
            </p:cNvPr>
            <p:cNvCxnSpPr/>
            <p:nvPr/>
          </p:nvCxnSpPr>
          <p:spPr>
            <a:xfrm>
              <a:off x="5263904"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grpSp>
        <p:nvGrpSpPr>
          <p:cNvPr id="117" name="그룹 116">
            <a:extLst>
              <a:ext uri="{FF2B5EF4-FFF2-40B4-BE49-F238E27FC236}">
                <a16:creationId xmlns:a16="http://schemas.microsoft.com/office/drawing/2014/main" id="{F54A7C6D-0E48-FE06-DBC8-7AA7413845F6}"/>
              </a:ext>
            </a:extLst>
          </p:cNvPr>
          <p:cNvGrpSpPr/>
          <p:nvPr/>
        </p:nvGrpSpPr>
        <p:grpSpPr>
          <a:xfrm>
            <a:off x="3507558" y="7984446"/>
            <a:ext cx="1303409" cy="390331"/>
            <a:chOff x="3340075" y="3029623"/>
            <a:chExt cx="1303409" cy="390331"/>
          </a:xfrm>
        </p:grpSpPr>
        <p:grpSp>
          <p:nvGrpSpPr>
            <p:cNvPr id="118" name="그룹 117">
              <a:extLst>
                <a:ext uri="{FF2B5EF4-FFF2-40B4-BE49-F238E27FC236}">
                  <a16:creationId xmlns:a16="http://schemas.microsoft.com/office/drawing/2014/main" id="{5654C002-8B97-0958-B5ED-BD369BD7C6AA}"/>
                </a:ext>
              </a:extLst>
            </p:cNvPr>
            <p:cNvGrpSpPr/>
            <p:nvPr/>
          </p:nvGrpSpPr>
          <p:grpSpPr>
            <a:xfrm rot="16200000">
              <a:off x="3412960" y="3325226"/>
              <a:ext cx="21600" cy="167370"/>
              <a:chOff x="5746415" y="7457361"/>
              <a:chExt cx="21600" cy="167370"/>
            </a:xfrm>
          </p:grpSpPr>
          <p:sp>
            <p:nvSpPr>
              <p:cNvPr id="131" name="타원 130">
                <a:extLst>
                  <a:ext uri="{FF2B5EF4-FFF2-40B4-BE49-F238E27FC236}">
                    <a16:creationId xmlns:a16="http://schemas.microsoft.com/office/drawing/2014/main" id="{AC9F7802-1566-25FE-885E-666FC1462860}"/>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2" name="타원 131">
                <a:extLst>
                  <a:ext uri="{FF2B5EF4-FFF2-40B4-BE49-F238E27FC236}">
                    <a16:creationId xmlns:a16="http://schemas.microsoft.com/office/drawing/2014/main" id="{63701C3C-BAC4-1DAC-7146-D61B90C06BB9}"/>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3" name="타원 132">
                <a:extLst>
                  <a:ext uri="{FF2B5EF4-FFF2-40B4-BE49-F238E27FC236}">
                    <a16:creationId xmlns:a16="http://schemas.microsoft.com/office/drawing/2014/main" id="{1E2CA7DF-0475-ACCD-83C1-B14F90667A2A}"/>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19" name="그룹 118">
              <a:extLst>
                <a:ext uri="{FF2B5EF4-FFF2-40B4-BE49-F238E27FC236}">
                  <a16:creationId xmlns:a16="http://schemas.microsoft.com/office/drawing/2014/main" id="{03A9E342-28F1-358D-8A9B-CF690D8770BE}"/>
                </a:ext>
              </a:extLst>
            </p:cNvPr>
            <p:cNvGrpSpPr/>
            <p:nvPr/>
          </p:nvGrpSpPr>
          <p:grpSpPr>
            <a:xfrm rot="16200000">
              <a:off x="4541663" y="3325469"/>
              <a:ext cx="21600" cy="167370"/>
              <a:chOff x="5746415" y="7457361"/>
              <a:chExt cx="21600" cy="167370"/>
            </a:xfrm>
          </p:grpSpPr>
          <p:sp>
            <p:nvSpPr>
              <p:cNvPr id="128" name="타원 127">
                <a:extLst>
                  <a:ext uri="{FF2B5EF4-FFF2-40B4-BE49-F238E27FC236}">
                    <a16:creationId xmlns:a16="http://schemas.microsoft.com/office/drawing/2014/main" id="{1076C0DD-465B-5E1D-7E7F-4EAF65CE49CD}"/>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9" name="타원 128">
                <a:extLst>
                  <a:ext uri="{FF2B5EF4-FFF2-40B4-BE49-F238E27FC236}">
                    <a16:creationId xmlns:a16="http://schemas.microsoft.com/office/drawing/2014/main" id="{709B1B60-DB9E-7B77-1B81-79CE87E8B4ED}"/>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0" name="타원 129">
                <a:extLst>
                  <a:ext uri="{FF2B5EF4-FFF2-40B4-BE49-F238E27FC236}">
                    <a16:creationId xmlns:a16="http://schemas.microsoft.com/office/drawing/2014/main" id="{E5EF88E2-DAEA-1B53-145B-745468AD8D5B}"/>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0" name="그룹 119">
              <a:extLst>
                <a:ext uri="{FF2B5EF4-FFF2-40B4-BE49-F238E27FC236}">
                  <a16:creationId xmlns:a16="http://schemas.microsoft.com/office/drawing/2014/main" id="{EC0C5024-0006-0684-03BD-CFBBC25F0F0D}"/>
                </a:ext>
              </a:extLst>
            </p:cNvPr>
            <p:cNvGrpSpPr/>
            <p:nvPr/>
          </p:nvGrpSpPr>
          <p:grpSpPr>
            <a:xfrm rot="16200000">
              <a:off x="3420296" y="2956738"/>
              <a:ext cx="21600" cy="167370"/>
              <a:chOff x="5746415" y="7457361"/>
              <a:chExt cx="21600" cy="167370"/>
            </a:xfrm>
          </p:grpSpPr>
          <p:sp>
            <p:nvSpPr>
              <p:cNvPr id="125" name="타원 124">
                <a:extLst>
                  <a:ext uri="{FF2B5EF4-FFF2-40B4-BE49-F238E27FC236}">
                    <a16:creationId xmlns:a16="http://schemas.microsoft.com/office/drawing/2014/main" id="{AA9FA3FC-0116-FEAC-5429-24A4984C9C4A}"/>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6" name="타원 125">
                <a:extLst>
                  <a:ext uri="{FF2B5EF4-FFF2-40B4-BE49-F238E27FC236}">
                    <a16:creationId xmlns:a16="http://schemas.microsoft.com/office/drawing/2014/main" id="{FC229005-5E35-2389-CF32-D66529CF78E1}"/>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7" name="타원 126">
                <a:extLst>
                  <a:ext uri="{FF2B5EF4-FFF2-40B4-BE49-F238E27FC236}">
                    <a16:creationId xmlns:a16="http://schemas.microsoft.com/office/drawing/2014/main" id="{A8D315DB-9220-A436-1923-9E05AE94D3AB}"/>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1" name="그룹 120">
              <a:extLst>
                <a:ext uri="{FF2B5EF4-FFF2-40B4-BE49-F238E27FC236}">
                  <a16:creationId xmlns:a16="http://schemas.microsoft.com/office/drawing/2014/main" id="{DCD00071-48E6-3FE3-8934-DF714F40DA6B}"/>
                </a:ext>
              </a:extLst>
            </p:cNvPr>
            <p:cNvGrpSpPr/>
            <p:nvPr/>
          </p:nvGrpSpPr>
          <p:grpSpPr>
            <a:xfrm rot="16200000">
              <a:off x="4548999" y="2956981"/>
              <a:ext cx="21600" cy="167370"/>
              <a:chOff x="5746415" y="7457361"/>
              <a:chExt cx="21600" cy="167370"/>
            </a:xfrm>
          </p:grpSpPr>
          <p:sp>
            <p:nvSpPr>
              <p:cNvPr id="122" name="타원 121">
                <a:extLst>
                  <a:ext uri="{FF2B5EF4-FFF2-40B4-BE49-F238E27FC236}">
                    <a16:creationId xmlns:a16="http://schemas.microsoft.com/office/drawing/2014/main" id="{61B2995C-A3B1-EAC0-1424-06F66F0169DB}"/>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 name="타원 122">
                <a:extLst>
                  <a:ext uri="{FF2B5EF4-FFF2-40B4-BE49-F238E27FC236}">
                    <a16:creationId xmlns:a16="http://schemas.microsoft.com/office/drawing/2014/main" id="{A0BA1F0B-2B44-9C4E-B9FB-F2D85C837AB8}"/>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4" name="타원 123">
                <a:extLst>
                  <a:ext uri="{FF2B5EF4-FFF2-40B4-BE49-F238E27FC236}">
                    <a16:creationId xmlns:a16="http://schemas.microsoft.com/office/drawing/2014/main" id="{C7B1E7B7-E839-71F1-0BDB-BF05E25B5E57}"/>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134" name="그룹 133">
            <a:extLst>
              <a:ext uri="{FF2B5EF4-FFF2-40B4-BE49-F238E27FC236}">
                <a16:creationId xmlns:a16="http://schemas.microsoft.com/office/drawing/2014/main" id="{524C7808-F982-8130-4900-F0A7256927A8}"/>
              </a:ext>
            </a:extLst>
          </p:cNvPr>
          <p:cNvGrpSpPr/>
          <p:nvPr/>
        </p:nvGrpSpPr>
        <p:grpSpPr>
          <a:xfrm>
            <a:off x="3475892" y="7157812"/>
            <a:ext cx="1303409" cy="390331"/>
            <a:chOff x="3340075" y="3029623"/>
            <a:chExt cx="1303409" cy="390331"/>
          </a:xfrm>
        </p:grpSpPr>
        <p:grpSp>
          <p:nvGrpSpPr>
            <p:cNvPr id="135" name="그룹 134">
              <a:extLst>
                <a:ext uri="{FF2B5EF4-FFF2-40B4-BE49-F238E27FC236}">
                  <a16:creationId xmlns:a16="http://schemas.microsoft.com/office/drawing/2014/main" id="{3E6D107F-6141-63F1-AAD5-874FC7B3344F}"/>
                </a:ext>
              </a:extLst>
            </p:cNvPr>
            <p:cNvGrpSpPr/>
            <p:nvPr/>
          </p:nvGrpSpPr>
          <p:grpSpPr>
            <a:xfrm rot="16200000">
              <a:off x="3412960" y="3325226"/>
              <a:ext cx="21600" cy="167370"/>
              <a:chOff x="5746415" y="7457361"/>
              <a:chExt cx="21600" cy="167370"/>
            </a:xfrm>
          </p:grpSpPr>
          <p:sp>
            <p:nvSpPr>
              <p:cNvPr id="148" name="타원 147">
                <a:extLst>
                  <a:ext uri="{FF2B5EF4-FFF2-40B4-BE49-F238E27FC236}">
                    <a16:creationId xmlns:a16="http://schemas.microsoft.com/office/drawing/2014/main" id="{B9A01B31-17AD-44E3-CF03-6F80E864043C}"/>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9" name="타원 148">
                <a:extLst>
                  <a:ext uri="{FF2B5EF4-FFF2-40B4-BE49-F238E27FC236}">
                    <a16:creationId xmlns:a16="http://schemas.microsoft.com/office/drawing/2014/main" id="{B81E2AEC-32C9-E79D-D9F8-6FB52D3B9CFC}"/>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50" name="타원 149">
                <a:extLst>
                  <a:ext uri="{FF2B5EF4-FFF2-40B4-BE49-F238E27FC236}">
                    <a16:creationId xmlns:a16="http://schemas.microsoft.com/office/drawing/2014/main" id="{EF5D758D-657F-28D7-20FB-102ABF3DCEEA}"/>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6" name="그룹 135">
              <a:extLst>
                <a:ext uri="{FF2B5EF4-FFF2-40B4-BE49-F238E27FC236}">
                  <a16:creationId xmlns:a16="http://schemas.microsoft.com/office/drawing/2014/main" id="{88FD35A4-C477-2E2B-203D-9C4115CE2E3C}"/>
                </a:ext>
              </a:extLst>
            </p:cNvPr>
            <p:cNvGrpSpPr/>
            <p:nvPr/>
          </p:nvGrpSpPr>
          <p:grpSpPr>
            <a:xfrm rot="16200000">
              <a:off x="4541663" y="3325469"/>
              <a:ext cx="21600" cy="167370"/>
              <a:chOff x="5746415" y="7457361"/>
              <a:chExt cx="21600" cy="167370"/>
            </a:xfrm>
          </p:grpSpPr>
          <p:sp>
            <p:nvSpPr>
              <p:cNvPr id="145" name="타원 144">
                <a:extLst>
                  <a:ext uri="{FF2B5EF4-FFF2-40B4-BE49-F238E27FC236}">
                    <a16:creationId xmlns:a16="http://schemas.microsoft.com/office/drawing/2014/main" id="{CB49F4F5-A506-0505-6D9A-67A1A714E510}"/>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6" name="타원 145">
                <a:extLst>
                  <a:ext uri="{FF2B5EF4-FFF2-40B4-BE49-F238E27FC236}">
                    <a16:creationId xmlns:a16="http://schemas.microsoft.com/office/drawing/2014/main" id="{8315B953-5FBE-B602-03DE-C1F61547E2C3}"/>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7" name="타원 146">
                <a:extLst>
                  <a:ext uri="{FF2B5EF4-FFF2-40B4-BE49-F238E27FC236}">
                    <a16:creationId xmlns:a16="http://schemas.microsoft.com/office/drawing/2014/main" id="{A96E3C2A-2D0C-A1D7-EBE7-E5F2ADC20EDA}"/>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7" name="그룹 136">
              <a:extLst>
                <a:ext uri="{FF2B5EF4-FFF2-40B4-BE49-F238E27FC236}">
                  <a16:creationId xmlns:a16="http://schemas.microsoft.com/office/drawing/2014/main" id="{23909916-320F-9F8F-F70B-6FCF6FFBBE9F}"/>
                </a:ext>
              </a:extLst>
            </p:cNvPr>
            <p:cNvGrpSpPr/>
            <p:nvPr/>
          </p:nvGrpSpPr>
          <p:grpSpPr>
            <a:xfrm rot="16200000">
              <a:off x="3420296" y="2956738"/>
              <a:ext cx="21600" cy="167370"/>
              <a:chOff x="5746415" y="7457361"/>
              <a:chExt cx="21600" cy="167370"/>
            </a:xfrm>
          </p:grpSpPr>
          <p:sp>
            <p:nvSpPr>
              <p:cNvPr id="142" name="타원 141">
                <a:extLst>
                  <a:ext uri="{FF2B5EF4-FFF2-40B4-BE49-F238E27FC236}">
                    <a16:creationId xmlns:a16="http://schemas.microsoft.com/office/drawing/2014/main" id="{D94118AB-8E98-9668-89B1-2B5F27544942}"/>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3" name="타원 142">
                <a:extLst>
                  <a:ext uri="{FF2B5EF4-FFF2-40B4-BE49-F238E27FC236}">
                    <a16:creationId xmlns:a16="http://schemas.microsoft.com/office/drawing/2014/main" id="{C857390C-6C5A-DF5C-D51B-E2D6D2DCB7BC}"/>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4" name="타원 143">
                <a:extLst>
                  <a:ext uri="{FF2B5EF4-FFF2-40B4-BE49-F238E27FC236}">
                    <a16:creationId xmlns:a16="http://schemas.microsoft.com/office/drawing/2014/main" id="{C2327FEC-088F-FC4A-C27E-5F3ADD801B43}"/>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8" name="그룹 137">
              <a:extLst>
                <a:ext uri="{FF2B5EF4-FFF2-40B4-BE49-F238E27FC236}">
                  <a16:creationId xmlns:a16="http://schemas.microsoft.com/office/drawing/2014/main" id="{7E1103D1-3886-6018-8A90-ACE526EE721F}"/>
                </a:ext>
              </a:extLst>
            </p:cNvPr>
            <p:cNvGrpSpPr/>
            <p:nvPr/>
          </p:nvGrpSpPr>
          <p:grpSpPr>
            <a:xfrm rot="16200000">
              <a:off x="4548999" y="2956981"/>
              <a:ext cx="21600" cy="167370"/>
              <a:chOff x="5746415" y="7457361"/>
              <a:chExt cx="21600" cy="167370"/>
            </a:xfrm>
          </p:grpSpPr>
          <p:sp>
            <p:nvSpPr>
              <p:cNvPr id="139" name="타원 138">
                <a:extLst>
                  <a:ext uri="{FF2B5EF4-FFF2-40B4-BE49-F238E27FC236}">
                    <a16:creationId xmlns:a16="http://schemas.microsoft.com/office/drawing/2014/main" id="{BA223AEE-B1C4-8B7C-C102-5E72085CDB19}"/>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0" name="타원 139">
                <a:extLst>
                  <a:ext uri="{FF2B5EF4-FFF2-40B4-BE49-F238E27FC236}">
                    <a16:creationId xmlns:a16="http://schemas.microsoft.com/office/drawing/2014/main" id="{36D9F3C7-7C81-9188-F522-F3D269E9D43C}"/>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1" name="타원 140">
                <a:extLst>
                  <a:ext uri="{FF2B5EF4-FFF2-40B4-BE49-F238E27FC236}">
                    <a16:creationId xmlns:a16="http://schemas.microsoft.com/office/drawing/2014/main" id="{BC7841ED-0020-81CF-AC4E-CB466A4F6FC2}"/>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151" name="TextBox 150">
            <a:extLst>
              <a:ext uri="{FF2B5EF4-FFF2-40B4-BE49-F238E27FC236}">
                <a16:creationId xmlns:a16="http://schemas.microsoft.com/office/drawing/2014/main" id="{4F33FCBE-BF2B-1FC3-7172-7745D050EFBB}"/>
              </a:ext>
            </a:extLst>
          </p:cNvPr>
          <p:cNvSpPr txBox="1"/>
          <p:nvPr/>
        </p:nvSpPr>
        <p:spPr>
          <a:xfrm>
            <a:off x="2116391" y="7223282"/>
            <a:ext cx="377026" cy="200055"/>
          </a:xfrm>
          <a:prstGeom prst="rect">
            <a:avLst/>
          </a:prstGeom>
          <a:noFill/>
          <a:ln>
            <a:noFill/>
          </a:ln>
        </p:spPr>
        <p:txBody>
          <a:bodyPr wrap="none" rtlCol="0">
            <a:spAutoFit/>
          </a:bodyPr>
          <a:lstStyle/>
          <a:p>
            <a:r>
              <a:rPr lang="en-US" altLang="ko-KR" sz="700" dirty="0"/>
              <a:t>write</a:t>
            </a:r>
            <a:endParaRPr lang="ko-KR" altLang="en-US" sz="700" dirty="0"/>
          </a:p>
        </p:txBody>
      </p:sp>
      <p:sp>
        <p:nvSpPr>
          <p:cNvPr id="152" name="TextBox 151">
            <a:extLst>
              <a:ext uri="{FF2B5EF4-FFF2-40B4-BE49-F238E27FC236}">
                <a16:creationId xmlns:a16="http://schemas.microsoft.com/office/drawing/2014/main" id="{B62D4A18-1E9E-63E7-6907-6A76969A9344}"/>
              </a:ext>
            </a:extLst>
          </p:cNvPr>
          <p:cNvSpPr txBox="1"/>
          <p:nvPr/>
        </p:nvSpPr>
        <p:spPr>
          <a:xfrm>
            <a:off x="2136251" y="8030082"/>
            <a:ext cx="546945" cy="200055"/>
          </a:xfrm>
          <a:prstGeom prst="rect">
            <a:avLst/>
          </a:prstGeom>
          <a:noFill/>
        </p:spPr>
        <p:txBody>
          <a:bodyPr wrap="none" rtlCol="0">
            <a:spAutoFit/>
          </a:bodyPr>
          <a:lstStyle/>
          <a:p>
            <a:r>
              <a:rPr lang="en-US" altLang="ko-KR" sz="700" dirty="0"/>
              <a:t>read-back</a:t>
            </a:r>
            <a:endParaRPr lang="ko-KR" altLang="en-US" sz="700" dirty="0"/>
          </a:p>
        </p:txBody>
      </p:sp>
      <p:cxnSp>
        <p:nvCxnSpPr>
          <p:cNvPr id="18" name="직선 화살표 연결선 17">
            <a:extLst>
              <a:ext uri="{FF2B5EF4-FFF2-40B4-BE49-F238E27FC236}">
                <a16:creationId xmlns:a16="http://schemas.microsoft.com/office/drawing/2014/main" id="{3A6B3EDA-DE7F-ED01-24E0-F7EFBDBC2435}"/>
              </a:ext>
            </a:extLst>
          </p:cNvPr>
          <p:cNvCxnSpPr>
            <a:cxnSpLocks/>
          </p:cNvCxnSpPr>
          <p:nvPr/>
        </p:nvCxnSpPr>
        <p:spPr>
          <a:xfrm flipV="1">
            <a:off x="774040" y="5936989"/>
            <a:ext cx="0" cy="864000"/>
          </a:xfrm>
          <a:prstGeom prst="straightConnector1">
            <a:avLst/>
          </a:prstGeom>
          <a:ln w="3175">
            <a:solidFill>
              <a:schemeClr val="bg1">
                <a:lumMod val="50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724BC430-DD2C-EF4E-33B5-4F34DCB5192C}"/>
              </a:ext>
            </a:extLst>
          </p:cNvPr>
          <p:cNvSpPr txBox="1"/>
          <p:nvPr/>
        </p:nvSpPr>
        <p:spPr>
          <a:xfrm rot="16200000">
            <a:off x="487647" y="6321545"/>
            <a:ext cx="596317" cy="90666"/>
          </a:xfrm>
          <a:prstGeom prst="rect">
            <a:avLst/>
          </a:prstGeom>
          <a:solidFill>
            <a:schemeClr val="bg1"/>
          </a:solidFill>
        </p:spPr>
        <p:txBody>
          <a:bodyPr wrap="none" lIns="0" tIns="0" rIns="0" bIns="0" rtlCol="0" anchor="ctr" anchorCtr="0">
            <a:spAutoFit/>
          </a:bodyPr>
          <a:lstStyle/>
          <a:p>
            <a:pPr algn="ctr">
              <a:lnSpc>
                <a:spcPts val="700"/>
              </a:lnSpc>
            </a:pPr>
            <a:r>
              <a:rPr lang="en-US" altLang="ko-KR" sz="800" dirty="0">
                <a:solidFill>
                  <a:schemeClr val="bg1">
                    <a:lumMod val="75000"/>
                  </a:schemeClr>
                </a:solidFill>
                <a:latin typeface="Arial" panose="020B0604020202020204" pitchFamily="34" charset="0"/>
                <a:cs typeface="Arial" panose="020B0604020202020204" pitchFamily="34" charset="0"/>
              </a:rPr>
              <a:t>Virtual space</a:t>
            </a:r>
            <a:endParaRPr lang="ko-KR" altLang="en-US" sz="800" dirty="0">
              <a:solidFill>
                <a:schemeClr val="bg1">
                  <a:lumMod val="75000"/>
                </a:schemeClr>
              </a:solidFill>
              <a:latin typeface="Arial" panose="020B0604020202020204" pitchFamily="34" charset="0"/>
              <a:cs typeface="Arial" panose="020B0604020202020204" pitchFamily="34" charset="0"/>
            </a:endParaRPr>
          </a:p>
        </p:txBody>
      </p:sp>
      <p:cxnSp>
        <p:nvCxnSpPr>
          <p:cNvPr id="154" name="직선 화살표 연결선 153">
            <a:extLst>
              <a:ext uri="{FF2B5EF4-FFF2-40B4-BE49-F238E27FC236}">
                <a16:creationId xmlns:a16="http://schemas.microsoft.com/office/drawing/2014/main" id="{C5E3E217-EA28-1DF0-77E9-747B7DFD84DC}"/>
              </a:ext>
            </a:extLst>
          </p:cNvPr>
          <p:cNvCxnSpPr>
            <a:cxnSpLocks/>
          </p:cNvCxnSpPr>
          <p:nvPr/>
        </p:nvCxnSpPr>
        <p:spPr>
          <a:xfrm flipH="1">
            <a:off x="678436" y="6800064"/>
            <a:ext cx="18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8" name="object 84">
            <a:extLst>
              <a:ext uri="{FF2B5EF4-FFF2-40B4-BE49-F238E27FC236}">
                <a16:creationId xmlns:a16="http://schemas.microsoft.com/office/drawing/2014/main" id="{9EA472ED-42F3-25FF-48D6-1A2372F5C89E}"/>
              </a:ext>
            </a:extLst>
          </p:cNvPr>
          <p:cNvSpPr txBox="1"/>
          <p:nvPr/>
        </p:nvSpPr>
        <p:spPr>
          <a:xfrm>
            <a:off x="1682368" y="8614778"/>
            <a:ext cx="349326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15. LOCAL-RW DATA mapping structure and data flow</a:t>
            </a:r>
          </a:p>
        </p:txBody>
      </p:sp>
      <p:sp>
        <p:nvSpPr>
          <p:cNvPr id="3" name="TextBox 2">
            <a:extLst>
              <a:ext uri="{FF2B5EF4-FFF2-40B4-BE49-F238E27FC236}">
                <a16:creationId xmlns:a16="http://schemas.microsoft.com/office/drawing/2014/main" id="{0E999237-760F-A8E5-2EA7-898AC48694F1}"/>
              </a:ext>
            </a:extLst>
          </p:cNvPr>
          <p:cNvSpPr txBox="1"/>
          <p:nvPr/>
        </p:nvSpPr>
        <p:spPr>
          <a:xfrm>
            <a:off x="533545" y="3913126"/>
            <a:ext cx="481222" cy="398827"/>
          </a:xfrm>
          <a:prstGeom prst="rect">
            <a:avLst/>
          </a:prstGeom>
          <a:noFill/>
        </p:spPr>
        <p:txBody>
          <a:bodyPr wrap="none" rtlCol="0">
            <a:spAutoFit/>
          </a:bodyPr>
          <a:lstStyle/>
          <a:p>
            <a:pPr>
              <a:lnSpc>
                <a:spcPct val="150000"/>
              </a:lnSpc>
            </a:pPr>
            <a:r>
              <a:rPr lang="en-US" altLang="ko-KR" sz="700" dirty="0"/>
              <a:t>Local-W</a:t>
            </a:r>
          </a:p>
          <a:p>
            <a:pPr>
              <a:lnSpc>
                <a:spcPct val="150000"/>
              </a:lnSpc>
            </a:pPr>
            <a:r>
              <a:rPr lang="en-US" altLang="ko-KR" sz="700" dirty="0"/>
              <a:t>Local-R</a:t>
            </a:r>
            <a:endParaRPr lang="ko-KR" altLang="en-US" sz="700" dirty="0"/>
          </a:p>
        </p:txBody>
      </p:sp>
      <p:cxnSp>
        <p:nvCxnSpPr>
          <p:cNvPr id="4" name="직선 화살표 연결선 3">
            <a:extLst>
              <a:ext uri="{FF2B5EF4-FFF2-40B4-BE49-F238E27FC236}">
                <a16:creationId xmlns:a16="http://schemas.microsoft.com/office/drawing/2014/main" id="{D9D077BE-BFE3-A2E6-C8A3-2388F0E70DB8}"/>
              </a:ext>
            </a:extLst>
          </p:cNvPr>
          <p:cNvCxnSpPr>
            <a:cxnSpLocks/>
          </p:cNvCxnSpPr>
          <p:nvPr/>
        </p:nvCxnSpPr>
        <p:spPr>
          <a:xfrm>
            <a:off x="974474" y="4061130"/>
            <a:ext cx="207582" cy="0"/>
          </a:xfrm>
          <a:prstGeom prst="straightConnector1">
            <a:avLst/>
          </a:prstGeom>
          <a:ln w="3175">
            <a:solidFill>
              <a:srgbClr val="FF0000"/>
            </a:solidFill>
            <a:prstDash val="dash"/>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EA9DC916-A509-A6CD-8C8E-5AFE56455196}"/>
              </a:ext>
            </a:extLst>
          </p:cNvPr>
          <p:cNvCxnSpPr>
            <a:cxnSpLocks/>
          </p:cNvCxnSpPr>
          <p:nvPr/>
        </p:nvCxnSpPr>
        <p:spPr>
          <a:xfrm>
            <a:off x="974474" y="4207846"/>
            <a:ext cx="207582" cy="0"/>
          </a:xfrm>
          <a:prstGeom prst="straightConnector1">
            <a:avLst/>
          </a:prstGeom>
          <a:ln w="3175">
            <a:solidFill>
              <a:srgbClr val="0000FF"/>
            </a:solidFill>
            <a:prstDash val="dash"/>
            <a:headEnd type="oval"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83531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269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11" y="1612565"/>
            <a:ext cx="6048621" cy="114434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Sync-generation</a:t>
            </a:r>
            <a:r>
              <a:rPr lang="en-US" altLang="ko-KR" sz="900" b="0" i="0" dirty="0">
                <a:solidFill>
                  <a:srgbClr val="000000"/>
                </a:solidFill>
                <a:effectLst/>
                <a:latin typeface="Arial" panose="020B0604020202020204" pitchFamily="34" charset="0"/>
                <a:cs typeface="Arial" panose="020B0604020202020204" pitchFamily="34" charset="0"/>
              </a:rPr>
              <a:t> command is used to synchronize the frame sync time for all daisied devices simultaneously. </a:t>
            </a:r>
            <a:r>
              <a:rPr lang="en-US" altLang="ko-KR" sz="900" dirty="0">
                <a:solidFill>
                  <a:srgbClr val="000000"/>
                </a:solidFill>
                <a:latin typeface="Arial" panose="020B0604020202020204" pitchFamily="34" charset="0"/>
                <a:cs typeface="Arial" panose="020B0604020202020204" pitchFamily="34" charset="0"/>
              </a:rPr>
              <a:t>This command execution can be done by two methods, the one is by setting the START bit of the SYNC-GEN COMMAND register and the other is by setting the SYNC_AUTO_EN bit of the COMMAND AUTO ENABLE register.</a:t>
            </a:r>
          </a:p>
          <a:p>
            <a:pPr algn="just"/>
            <a:r>
              <a:rPr lang="en-US" altLang="ko-KR" sz="900" dirty="0">
                <a:solidFill>
                  <a:srgbClr val="000000"/>
                </a:solidFill>
                <a:latin typeface="Arial" panose="020B0604020202020204" pitchFamily="34" charset="0"/>
                <a:cs typeface="Arial" panose="020B0604020202020204" pitchFamily="34" charset="0"/>
              </a:rPr>
              <a:t>If the SYNC_AUTO_EN bit is set, the Sync-generation command is automatically executed at the moment of receiving the VSYNC input. It is recommended to use this function, but it should be careful that </a:t>
            </a:r>
            <a:r>
              <a:rPr lang="en-US" altLang="ko-KR" sz="900" b="0" i="0" dirty="0">
                <a:solidFill>
                  <a:srgbClr val="000000"/>
                </a:solidFill>
                <a:effectLst/>
                <a:latin typeface="Arial" panose="020B0604020202020204" pitchFamily="34" charset="0"/>
                <a:cs typeface="Arial" panose="020B0604020202020204" pitchFamily="34" charset="0"/>
              </a:rPr>
              <a:t>The synchronization time of the XDR devices may be as late as the number of XDR devices than the time the VSYNC was received, so the VSYNC </a:t>
            </a:r>
            <a:r>
              <a:rPr lang="en-US" altLang="ko-KR" sz="900" dirty="0">
                <a:solidFill>
                  <a:srgbClr val="000000"/>
                </a:solidFill>
                <a:latin typeface="Arial" panose="020B0604020202020204" pitchFamily="34" charset="0"/>
                <a:cs typeface="Arial" panose="020B0604020202020204" pitchFamily="34" charset="0"/>
              </a:rPr>
              <a:t>should arrive as soon as it is late. This command streams repeat continuously for the number of daisied devices in each channel.</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1" y="1266807"/>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Sync-generation</a:t>
            </a:r>
          </a:p>
        </p:txBody>
      </p:sp>
      <p:sp>
        <p:nvSpPr>
          <p:cNvPr id="1243" name="TextBox 1242">
            <a:extLst>
              <a:ext uri="{FF2B5EF4-FFF2-40B4-BE49-F238E27FC236}">
                <a16:creationId xmlns:a16="http://schemas.microsoft.com/office/drawing/2014/main" id="{A8A5C12F-0A23-00F8-1F21-E8309AABD801}"/>
              </a:ext>
            </a:extLst>
          </p:cNvPr>
          <p:cNvSpPr txBox="1"/>
          <p:nvPr/>
        </p:nvSpPr>
        <p:spPr>
          <a:xfrm>
            <a:off x="408251" y="5583919"/>
            <a:ext cx="6093171" cy="8309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Fault-read</a:t>
            </a:r>
            <a:r>
              <a:rPr lang="en-US" altLang="ko-KR" sz="900" b="0" i="0" dirty="0">
                <a:solidFill>
                  <a:srgbClr val="000000"/>
                </a:solidFill>
                <a:effectLst/>
                <a:latin typeface="Arial" panose="020B0604020202020204" pitchFamily="34" charset="0"/>
                <a:cs typeface="Arial" panose="020B0604020202020204" pitchFamily="34" charset="0"/>
              </a:rPr>
              <a:t> command is used to read-out the fault information of all daisied devices simultaneously. </a:t>
            </a:r>
            <a:r>
              <a:rPr lang="en-US" altLang="ko-KR" sz="900" dirty="0">
                <a:solidFill>
                  <a:srgbClr val="000000"/>
                </a:solidFill>
                <a:latin typeface="Arial" panose="020B0604020202020204" pitchFamily="34" charset="0"/>
                <a:cs typeface="Arial" panose="020B0604020202020204" pitchFamily="34" charset="0"/>
              </a:rPr>
              <a:t>This command execution can be done by two methods, the one is by setting the START bit of the FAULT-GEN COMMAND register and the other is by setting the FAULT_AUTO_EN bit of the COMMAND AUTO ENABLE register.</a:t>
            </a:r>
          </a:p>
          <a:p>
            <a:pPr algn="just"/>
            <a:r>
              <a:rPr lang="en-US" altLang="ko-KR" sz="900" dirty="0">
                <a:solidFill>
                  <a:srgbClr val="000000"/>
                </a:solidFill>
                <a:latin typeface="Arial" panose="020B0604020202020204" pitchFamily="34" charset="0"/>
                <a:cs typeface="Arial" panose="020B0604020202020204" pitchFamily="34" charset="0"/>
              </a:rPr>
              <a:t>If the FAULT_AUTO_EN bit is set, the Fault-read command is automatically executed after the completion of the Sync auto-gen command at the moment of receiving the VSYNC input.  The fault data to be read-back from all XDR devices in each channel is stored into the corresponding channel’s GLOBAL FAULT-READ DATA register, respectively.</a:t>
            </a:r>
          </a:p>
        </p:txBody>
      </p:sp>
      <p:sp>
        <p:nvSpPr>
          <p:cNvPr id="1244" name="TextBox 1243">
            <a:extLst>
              <a:ext uri="{FF2B5EF4-FFF2-40B4-BE49-F238E27FC236}">
                <a16:creationId xmlns:a16="http://schemas.microsoft.com/office/drawing/2014/main" id="{88A41812-0962-F9A9-220D-823C40EBDABD}"/>
              </a:ext>
            </a:extLst>
          </p:cNvPr>
          <p:cNvSpPr txBox="1"/>
          <p:nvPr/>
        </p:nvSpPr>
        <p:spPr>
          <a:xfrm>
            <a:off x="408250" y="5238161"/>
            <a:ext cx="604518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Fault-read</a:t>
            </a:r>
          </a:p>
        </p:txBody>
      </p:sp>
      <p:grpSp>
        <p:nvGrpSpPr>
          <p:cNvPr id="2456" name="그룹 2455">
            <a:extLst>
              <a:ext uri="{FF2B5EF4-FFF2-40B4-BE49-F238E27FC236}">
                <a16:creationId xmlns:a16="http://schemas.microsoft.com/office/drawing/2014/main" id="{A02632E6-D304-E39E-4432-4F2EBDCAAE58}"/>
              </a:ext>
            </a:extLst>
          </p:cNvPr>
          <p:cNvGrpSpPr/>
          <p:nvPr/>
        </p:nvGrpSpPr>
        <p:grpSpPr>
          <a:xfrm>
            <a:off x="863219" y="6580538"/>
            <a:ext cx="5206831" cy="1847235"/>
            <a:chOff x="902340" y="6983835"/>
            <a:chExt cx="5206831" cy="1847235"/>
          </a:xfrm>
        </p:grpSpPr>
        <p:cxnSp>
          <p:nvCxnSpPr>
            <p:cNvPr id="1250" name="직선 연결선 1249">
              <a:extLst>
                <a:ext uri="{FF2B5EF4-FFF2-40B4-BE49-F238E27FC236}">
                  <a16:creationId xmlns:a16="http://schemas.microsoft.com/office/drawing/2014/main" id="{C839662B-CFE4-6873-F842-95B780A011DC}"/>
                </a:ext>
              </a:extLst>
            </p:cNvPr>
            <p:cNvCxnSpPr>
              <a:cxnSpLocks/>
            </p:cNvCxnSpPr>
            <p:nvPr/>
          </p:nvCxnSpPr>
          <p:spPr>
            <a:xfrm>
              <a:off x="1298586" y="7855691"/>
              <a:ext cx="4805156"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51" name="직사각형 1250">
              <a:extLst>
                <a:ext uri="{FF2B5EF4-FFF2-40B4-BE49-F238E27FC236}">
                  <a16:creationId xmlns:a16="http://schemas.microsoft.com/office/drawing/2014/main" id="{E9BD8CDC-3E8E-FEF5-A9CF-403DB3F55EF1}"/>
                </a:ext>
              </a:extLst>
            </p:cNvPr>
            <p:cNvSpPr/>
            <p:nvPr/>
          </p:nvSpPr>
          <p:spPr>
            <a:xfrm>
              <a:off x="914771" y="737760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252" name="직사각형 1251">
              <a:extLst>
                <a:ext uri="{FF2B5EF4-FFF2-40B4-BE49-F238E27FC236}">
                  <a16:creationId xmlns:a16="http://schemas.microsoft.com/office/drawing/2014/main" id="{B0D9D331-8DE7-A7F0-870F-8BEFDCC9CB99}"/>
                </a:ext>
              </a:extLst>
            </p:cNvPr>
            <p:cNvSpPr/>
            <p:nvPr/>
          </p:nvSpPr>
          <p:spPr>
            <a:xfrm>
              <a:off x="924222" y="775412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253" name="직사각형 1252">
              <a:extLst>
                <a:ext uri="{FF2B5EF4-FFF2-40B4-BE49-F238E27FC236}">
                  <a16:creationId xmlns:a16="http://schemas.microsoft.com/office/drawing/2014/main" id="{6EB33E7D-7B7D-ABFF-61EA-C87A01A0FF4B}"/>
                </a:ext>
              </a:extLst>
            </p:cNvPr>
            <p:cNvSpPr/>
            <p:nvPr/>
          </p:nvSpPr>
          <p:spPr>
            <a:xfrm>
              <a:off x="1590536" y="7639588"/>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FAULT-READ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254" name="직선 연결선 1253">
              <a:extLst>
                <a:ext uri="{FF2B5EF4-FFF2-40B4-BE49-F238E27FC236}">
                  <a16:creationId xmlns:a16="http://schemas.microsoft.com/office/drawing/2014/main" id="{1D8DDB7F-F191-A1CC-6D0A-4D0CBF7EC29F}"/>
                </a:ext>
              </a:extLst>
            </p:cNvPr>
            <p:cNvCxnSpPr>
              <a:cxnSpLocks/>
            </p:cNvCxnSpPr>
            <p:nvPr/>
          </p:nvCxnSpPr>
          <p:spPr>
            <a:xfrm flipV="1">
              <a:off x="1490976" y="7469627"/>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55" name="그룹 1254">
              <a:extLst>
                <a:ext uri="{FF2B5EF4-FFF2-40B4-BE49-F238E27FC236}">
                  <a16:creationId xmlns:a16="http://schemas.microsoft.com/office/drawing/2014/main" id="{7389233A-28C9-E14B-3FD0-D17598764B09}"/>
                </a:ext>
              </a:extLst>
            </p:cNvPr>
            <p:cNvGrpSpPr/>
            <p:nvPr/>
          </p:nvGrpSpPr>
          <p:grpSpPr>
            <a:xfrm>
              <a:off x="1315657" y="7329501"/>
              <a:ext cx="168544" cy="146277"/>
              <a:chOff x="1843806" y="2637183"/>
              <a:chExt cx="1586064" cy="146277"/>
            </a:xfrm>
          </p:grpSpPr>
          <p:cxnSp>
            <p:nvCxnSpPr>
              <p:cNvPr id="1697" name="직선 연결선 1696">
                <a:extLst>
                  <a:ext uri="{FF2B5EF4-FFF2-40B4-BE49-F238E27FC236}">
                    <a16:creationId xmlns:a16="http://schemas.microsoft.com/office/drawing/2014/main" id="{02524357-CA48-577B-23D7-2318616A33CE}"/>
                  </a:ext>
                </a:extLst>
              </p:cNvPr>
              <p:cNvCxnSpPr/>
              <p:nvPr/>
            </p:nvCxnSpPr>
            <p:spPr>
              <a:xfrm>
                <a:off x="1843806" y="2637183"/>
                <a:ext cx="15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8" name="직선 연결선 1697">
                <a:extLst>
                  <a:ext uri="{FF2B5EF4-FFF2-40B4-BE49-F238E27FC236}">
                    <a16:creationId xmlns:a16="http://schemas.microsoft.com/office/drawing/2014/main" id="{73B744B1-9EFB-C4E4-2738-098E5A6C664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56" name="직선 연결선 1255">
              <a:extLst>
                <a:ext uri="{FF2B5EF4-FFF2-40B4-BE49-F238E27FC236}">
                  <a16:creationId xmlns:a16="http://schemas.microsoft.com/office/drawing/2014/main" id="{989255DE-A614-9C9B-3DA1-67FF8E8789D2}"/>
                </a:ext>
              </a:extLst>
            </p:cNvPr>
            <p:cNvCxnSpPr>
              <a:cxnSpLocks/>
            </p:cNvCxnSpPr>
            <p:nvPr/>
          </p:nvCxnSpPr>
          <p:spPr>
            <a:xfrm flipV="1">
              <a:off x="1268927" y="8209019"/>
              <a:ext cx="155371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57" name="직사각형 1256">
              <a:extLst>
                <a:ext uri="{FF2B5EF4-FFF2-40B4-BE49-F238E27FC236}">
                  <a16:creationId xmlns:a16="http://schemas.microsoft.com/office/drawing/2014/main" id="{E8BFC239-E293-D1AB-E550-F2EF2F704B19}"/>
                </a:ext>
              </a:extLst>
            </p:cNvPr>
            <p:cNvSpPr/>
            <p:nvPr/>
          </p:nvSpPr>
          <p:spPr>
            <a:xfrm>
              <a:off x="914771" y="8109570"/>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258" name="직선 연결선 1257">
              <a:extLst>
                <a:ext uri="{FF2B5EF4-FFF2-40B4-BE49-F238E27FC236}">
                  <a16:creationId xmlns:a16="http://schemas.microsoft.com/office/drawing/2014/main" id="{A063EFC5-A372-8D92-E601-E5E84A265C4B}"/>
                </a:ext>
              </a:extLst>
            </p:cNvPr>
            <p:cNvCxnSpPr>
              <a:cxnSpLocks/>
            </p:cNvCxnSpPr>
            <p:nvPr/>
          </p:nvCxnSpPr>
          <p:spPr>
            <a:xfrm flipV="1">
              <a:off x="1269199" y="8431780"/>
              <a:ext cx="1553441" cy="117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59" name="직사각형 1258">
              <a:extLst>
                <a:ext uri="{FF2B5EF4-FFF2-40B4-BE49-F238E27FC236}">
                  <a16:creationId xmlns:a16="http://schemas.microsoft.com/office/drawing/2014/main" id="{6C81AFD9-D0A8-5A4E-90D1-484F3DC20F5E}"/>
                </a:ext>
              </a:extLst>
            </p:cNvPr>
            <p:cNvSpPr/>
            <p:nvPr/>
          </p:nvSpPr>
          <p:spPr>
            <a:xfrm>
              <a:off x="907465" y="832993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260" name="직선 연결선 1259">
              <a:extLst>
                <a:ext uri="{FF2B5EF4-FFF2-40B4-BE49-F238E27FC236}">
                  <a16:creationId xmlns:a16="http://schemas.microsoft.com/office/drawing/2014/main" id="{21E7CFCE-2889-381B-15B0-8A595450E5D6}"/>
                </a:ext>
              </a:extLst>
            </p:cNvPr>
            <p:cNvCxnSpPr>
              <a:cxnSpLocks/>
            </p:cNvCxnSpPr>
            <p:nvPr/>
          </p:nvCxnSpPr>
          <p:spPr>
            <a:xfrm flipV="1">
              <a:off x="1269126" y="8671986"/>
              <a:ext cx="155351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61" name="직사각형 1260">
              <a:extLst>
                <a:ext uri="{FF2B5EF4-FFF2-40B4-BE49-F238E27FC236}">
                  <a16:creationId xmlns:a16="http://schemas.microsoft.com/office/drawing/2014/main" id="{946B188B-42E9-88F8-11BC-B83D7D498A35}"/>
                </a:ext>
              </a:extLst>
            </p:cNvPr>
            <p:cNvSpPr/>
            <p:nvPr/>
          </p:nvSpPr>
          <p:spPr>
            <a:xfrm>
              <a:off x="902340" y="857074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262" name="그룹 1261">
              <a:extLst>
                <a:ext uri="{FF2B5EF4-FFF2-40B4-BE49-F238E27FC236}">
                  <a16:creationId xmlns:a16="http://schemas.microsoft.com/office/drawing/2014/main" id="{15DC754D-F1BD-B2D5-61CF-E8D1CE14F674}"/>
                </a:ext>
              </a:extLst>
            </p:cNvPr>
            <p:cNvGrpSpPr/>
            <p:nvPr/>
          </p:nvGrpSpPr>
          <p:grpSpPr>
            <a:xfrm>
              <a:off x="2746794" y="7329837"/>
              <a:ext cx="3356948" cy="144000"/>
              <a:chOff x="5453592" y="2641965"/>
              <a:chExt cx="1693024" cy="144000"/>
            </a:xfrm>
          </p:grpSpPr>
          <p:cxnSp>
            <p:nvCxnSpPr>
              <p:cNvPr id="1695" name="직선 연결선 1694">
                <a:extLst>
                  <a:ext uri="{FF2B5EF4-FFF2-40B4-BE49-F238E27FC236}">
                    <a16:creationId xmlns:a16="http://schemas.microsoft.com/office/drawing/2014/main" id="{A26B4B6C-261C-F2E6-3F8D-F2CDA093AEFB}"/>
                  </a:ext>
                </a:extLst>
              </p:cNvPr>
              <p:cNvCxnSpPr/>
              <p:nvPr/>
            </p:nvCxnSpPr>
            <p:spPr>
              <a:xfrm>
                <a:off x="5454616" y="2641965"/>
                <a:ext cx="16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6" name="직선 연결선 1695">
                <a:extLst>
                  <a:ext uri="{FF2B5EF4-FFF2-40B4-BE49-F238E27FC236}">
                    <a16:creationId xmlns:a16="http://schemas.microsoft.com/office/drawing/2014/main" id="{5BFE9045-5CC5-BE21-F81E-E11ABB8EC96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263" name="직사각형 1262">
              <a:extLst>
                <a:ext uri="{FF2B5EF4-FFF2-40B4-BE49-F238E27FC236}">
                  <a16:creationId xmlns:a16="http://schemas.microsoft.com/office/drawing/2014/main" id="{3C2F7DFE-BF1A-072F-A449-6EAB7E734AD1}"/>
                </a:ext>
              </a:extLst>
            </p:cNvPr>
            <p:cNvSpPr/>
            <p:nvPr/>
          </p:nvSpPr>
          <p:spPr>
            <a:xfrm>
              <a:off x="912707" y="709523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VSYNC</a:t>
              </a:r>
              <a:endParaRPr lang="ko-KR" altLang="en-US" sz="700" baseline="-25000" dirty="0">
                <a:solidFill>
                  <a:schemeClr val="tx1"/>
                </a:solidFill>
                <a:latin typeface="Arial" panose="020B0604020202020204" pitchFamily="34" charset="0"/>
                <a:cs typeface="Arial" panose="020B0604020202020204" pitchFamily="34" charset="0"/>
              </a:endParaRPr>
            </a:p>
          </p:txBody>
        </p:sp>
        <p:cxnSp>
          <p:nvCxnSpPr>
            <p:cNvPr id="1264" name="직선 연결선 1263">
              <a:extLst>
                <a:ext uri="{FF2B5EF4-FFF2-40B4-BE49-F238E27FC236}">
                  <a16:creationId xmlns:a16="http://schemas.microsoft.com/office/drawing/2014/main" id="{C5544C32-8C42-5CCF-864A-C4CE67101497}"/>
                </a:ext>
              </a:extLst>
            </p:cNvPr>
            <p:cNvCxnSpPr>
              <a:cxnSpLocks/>
            </p:cNvCxnSpPr>
            <p:nvPr/>
          </p:nvCxnSpPr>
          <p:spPr>
            <a:xfrm>
              <a:off x="4115221" y="7185317"/>
              <a:ext cx="1988522"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5" name="직선 연결선 1264">
              <a:extLst>
                <a:ext uri="{FF2B5EF4-FFF2-40B4-BE49-F238E27FC236}">
                  <a16:creationId xmlns:a16="http://schemas.microsoft.com/office/drawing/2014/main" id="{D8D58AC2-B961-F99B-D217-44B8B60FC393}"/>
                </a:ext>
              </a:extLst>
            </p:cNvPr>
            <p:cNvCxnSpPr>
              <a:cxnSpLocks/>
            </p:cNvCxnSpPr>
            <p:nvPr/>
          </p:nvCxnSpPr>
          <p:spPr>
            <a:xfrm>
              <a:off x="1322979" y="7185317"/>
              <a:ext cx="2686717"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66" name="그룹 1265">
              <a:extLst>
                <a:ext uri="{FF2B5EF4-FFF2-40B4-BE49-F238E27FC236}">
                  <a16:creationId xmlns:a16="http://schemas.microsoft.com/office/drawing/2014/main" id="{19D0B8F4-766C-88F3-82F7-57E068F8EBC1}"/>
                </a:ext>
              </a:extLst>
            </p:cNvPr>
            <p:cNvGrpSpPr/>
            <p:nvPr/>
          </p:nvGrpSpPr>
          <p:grpSpPr>
            <a:xfrm>
              <a:off x="4009696" y="7040888"/>
              <a:ext cx="108000" cy="146641"/>
              <a:chOff x="1787555" y="2904640"/>
              <a:chExt cx="108000" cy="146641"/>
            </a:xfrm>
          </p:grpSpPr>
          <p:cxnSp>
            <p:nvCxnSpPr>
              <p:cNvPr id="1692" name="직선 연결선 1691">
                <a:extLst>
                  <a:ext uri="{FF2B5EF4-FFF2-40B4-BE49-F238E27FC236}">
                    <a16:creationId xmlns:a16="http://schemas.microsoft.com/office/drawing/2014/main" id="{F3573C92-53B5-CA2A-0EDB-62270795343B}"/>
                  </a:ext>
                </a:extLst>
              </p:cNvPr>
              <p:cNvCxnSpPr>
                <a:cxnSpLocks/>
              </p:cNvCxnSpPr>
              <p:nvPr/>
            </p:nvCxnSpPr>
            <p:spPr>
              <a:xfrm flipV="1">
                <a:off x="1789930" y="2907698"/>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3" name="직선 연결선 1692">
                <a:extLst>
                  <a:ext uri="{FF2B5EF4-FFF2-40B4-BE49-F238E27FC236}">
                    <a16:creationId xmlns:a16="http://schemas.microsoft.com/office/drawing/2014/main" id="{0942045D-E0ED-FCFC-CB27-D03BD20ACD15}"/>
                  </a:ext>
                </a:extLst>
              </p:cNvPr>
              <p:cNvCxnSpPr>
                <a:cxnSpLocks/>
              </p:cNvCxnSpPr>
              <p:nvPr/>
            </p:nvCxnSpPr>
            <p:spPr>
              <a:xfrm flipV="1">
                <a:off x="1893080" y="2907402"/>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4" name="직선 연결선 1693">
                <a:extLst>
                  <a:ext uri="{FF2B5EF4-FFF2-40B4-BE49-F238E27FC236}">
                    <a16:creationId xmlns:a16="http://schemas.microsoft.com/office/drawing/2014/main" id="{DE4524A5-ABBB-3233-2325-8E3223CF6B7B}"/>
                  </a:ext>
                </a:extLst>
              </p:cNvPr>
              <p:cNvCxnSpPr>
                <a:cxnSpLocks/>
              </p:cNvCxnSpPr>
              <p:nvPr/>
            </p:nvCxnSpPr>
            <p:spPr>
              <a:xfrm flipH="1">
                <a:off x="1787555" y="290464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71" name="직선 연결선 1270">
              <a:extLst>
                <a:ext uri="{FF2B5EF4-FFF2-40B4-BE49-F238E27FC236}">
                  <a16:creationId xmlns:a16="http://schemas.microsoft.com/office/drawing/2014/main" id="{2AB8F935-30C7-4AA9-9D9C-7585E6CC3BD1}"/>
                </a:ext>
              </a:extLst>
            </p:cNvPr>
            <p:cNvCxnSpPr>
              <a:cxnSpLocks/>
            </p:cNvCxnSpPr>
            <p:nvPr/>
          </p:nvCxnSpPr>
          <p:spPr>
            <a:xfrm flipV="1">
              <a:off x="3794701" y="8666610"/>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4" name="직선 연결선 1273">
              <a:extLst>
                <a:ext uri="{FF2B5EF4-FFF2-40B4-BE49-F238E27FC236}">
                  <a16:creationId xmlns:a16="http://schemas.microsoft.com/office/drawing/2014/main" id="{00DAC364-A2A9-DAF9-9351-D80D3492FF00}"/>
                </a:ext>
              </a:extLst>
            </p:cNvPr>
            <p:cNvCxnSpPr>
              <a:cxnSpLocks/>
            </p:cNvCxnSpPr>
            <p:nvPr/>
          </p:nvCxnSpPr>
          <p:spPr>
            <a:xfrm flipV="1">
              <a:off x="3795573" y="8437412"/>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5" name="직선 연결선 1274">
              <a:extLst>
                <a:ext uri="{FF2B5EF4-FFF2-40B4-BE49-F238E27FC236}">
                  <a16:creationId xmlns:a16="http://schemas.microsoft.com/office/drawing/2014/main" id="{B18E032C-5635-ED3B-7D30-549E524BCF2C}"/>
                </a:ext>
              </a:extLst>
            </p:cNvPr>
            <p:cNvCxnSpPr>
              <a:cxnSpLocks/>
            </p:cNvCxnSpPr>
            <p:nvPr/>
          </p:nvCxnSpPr>
          <p:spPr>
            <a:xfrm flipV="1">
              <a:off x="3793585" y="8216558"/>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6" name="그룹 1275">
              <a:extLst>
                <a:ext uri="{FF2B5EF4-FFF2-40B4-BE49-F238E27FC236}">
                  <a16:creationId xmlns:a16="http://schemas.microsoft.com/office/drawing/2014/main" id="{32F22E5F-3E1A-88C2-C6A0-2FC163EA5C30}"/>
                </a:ext>
              </a:extLst>
            </p:cNvPr>
            <p:cNvGrpSpPr/>
            <p:nvPr/>
          </p:nvGrpSpPr>
          <p:grpSpPr>
            <a:xfrm>
              <a:off x="3711949" y="8613320"/>
              <a:ext cx="36000" cy="108000"/>
              <a:chOff x="2385358" y="4750780"/>
              <a:chExt cx="72460" cy="161138"/>
            </a:xfrm>
          </p:grpSpPr>
          <p:sp>
            <p:nvSpPr>
              <p:cNvPr id="1285" name="자유형: 도형 1284">
                <a:extLst>
                  <a:ext uri="{FF2B5EF4-FFF2-40B4-BE49-F238E27FC236}">
                    <a16:creationId xmlns:a16="http://schemas.microsoft.com/office/drawing/2014/main" id="{0CEA2AE8-F37B-932D-4032-26CE53F37376}"/>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86" name="자유형: 도형 1285">
                <a:extLst>
                  <a:ext uri="{FF2B5EF4-FFF2-40B4-BE49-F238E27FC236}">
                    <a16:creationId xmlns:a16="http://schemas.microsoft.com/office/drawing/2014/main" id="{978B7240-63C8-8E1C-7B4E-1E177BA2423C}"/>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77" name="그룹 1276">
              <a:extLst>
                <a:ext uri="{FF2B5EF4-FFF2-40B4-BE49-F238E27FC236}">
                  <a16:creationId xmlns:a16="http://schemas.microsoft.com/office/drawing/2014/main" id="{7F9165AA-B369-451D-974E-E12765E04F93}"/>
                </a:ext>
              </a:extLst>
            </p:cNvPr>
            <p:cNvGrpSpPr/>
            <p:nvPr/>
          </p:nvGrpSpPr>
          <p:grpSpPr>
            <a:xfrm>
              <a:off x="3709513" y="8362615"/>
              <a:ext cx="36000" cy="108000"/>
              <a:chOff x="2385358" y="4750780"/>
              <a:chExt cx="72460" cy="161138"/>
            </a:xfrm>
          </p:grpSpPr>
          <p:sp>
            <p:nvSpPr>
              <p:cNvPr id="1283" name="자유형: 도형 1282">
                <a:extLst>
                  <a:ext uri="{FF2B5EF4-FFF2-40B4-BE49-F238E27FC236}">
                    <a16:creationId xmlns:a16="http://schemas.microsoft.com/office/drawing/2014/main" id="{2F215967-85E2-7D28-C5FD-7FE634681683}"/>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84" name="자유형: 도형 1283">
                <a:extLst>
                  <a:ext uri="{FF2B5EF4-FFF2-40B4-BE49-F238E27FC236}">
                    <a16:creationId xmlns:a16="http://schemas.microsoft.com/office/drawing/2014/main" id="{4D89EFA6-6B4C-D52D-80B0-D203BD2CC06F}"/>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78" name="그룹 1277">
              <a:extLst>
                <a:ext uri="{FF2B5EF4-FFF2-40B4-BE49-F238E27FC236}">
                  <a16:creationId xmlns:a16="http://schemas.microsoft.com/office/drawing/2014/main" id="{E081E468-194A-C210-7494-EB216150BE7A}"/>
                </a:ext>
              </a:extLst>
            </p:cNvPr>
            <p:cNvGrpSpPr/>
            <p:nvPr/>
          </p:nvGrpSpPr>
          <p:grpSpPr>
            <a:xfrm>
              <a:off x="3706521" y="8144558"/>
              <a:ext cx="36000" cy="108000"/>
              <a:chOff x="2385358" y="4750780"/>
              <a:chExt cx="72460" cy="161138"/>
            </a:xfrm>
          </p:grpSpPr>
          <p:sp>
            <p:nvSpPr>
              <p:cNvPr id="1281" name="자유형: 도형 1280">
                <a:extLst>
                  <a:ext uri="{FF2B5EF4-FFF2-40B4-BE49-F238E27FC236}">
                    <a16:creationId xmlns:a16="http://schemas.microsoft.com/office/drawing/2014/main" id="{0F43B429-C371-4A46-62E4-89E0DBD96FC3}"/>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82" name="자유형: 도형 1281">
                <a:extLst>
                  <a:ext uri="{FF2B5EF4-FFF2-40B4-BE49-F238E27FC236}">
                    <a16:creationId xmlns:a16="http://schemas.microsoft.com/office/drawing/2014/main" id="{0693D6A4-F4E9-416D-ED12-22685364C839}"/>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1279" name="직선 연결선 1278">
              <a:extLst>
                <a:ext uri="{FF2B5EF4-FFF2-40B4-BE49-F238E27FC236}">
                  <a16:creationId xmlns:a16="http://schemas.microsoft.com/office/drawing/2014/main" id="{28277068-823E-9533-7FAE-E741A8B712D2}"/>
                </a:ext>
              </a:extLst>
            </p:cNvPr>
            <p:cNvCxnSpPr/>
            <p:nvPr/>
          </p:nvCxnSpPr>
          <p:spPr>
            <a:xfrm>
              <a:off x="4012035" y="6983835"/>
              <a:ext cx="0" cy="1836000"/>
            </a:xfrm>
            <a:prstGeom prst="line">
              <a:avLst/>
            </a:prstGeom>
            <a:ln w="3175">
              <a:solidFill>
                <a:srgbClr val="0033CC"/>
              </a:solidFill>
              <a:prstDash val="dash"/>
            </a:ln>
          </p:spPr>
          <p:style>
            <a:lnRef idx="1">
              <a:schemeClr val="accent1"/>
            </a:lnRef>
            <a:fillRef idx="0">
              <a:schemeClr val="accent1"/>
            </a:fillRef>
            <a:effectRef idx="0">
              <a:schemeClr val="accent1"/>
            </a:effectRef>
            <a:fontRef idx="minor">
              <a:schemeClr val="tx1"/>
            </a:fontRef>
          </p:style>
        </p:cxnSp>
        <p:sp>
          <p:nvSpPr>
            <p:cNvPr id="1248" name="자유형: 도형 1247">
              <a:extLst>
                <a:ext uri="{FF2B5EF4-FFF2-40B4-BE49-F238E27FC236}">
                  <a16:creationId xmlns:a16="http://schemas.microsoft.com/office/drawing/2014/main" id="{0B8163AF-A310-507C-984D-4D24C4322F21}"/>
                </a:ext>
              </a:extLst>
            </p:cNvPr>
            <p:cNvSpPr/>
            <p:nvPr/>
          </p:nvSpPr>
          <p:spPr>
            <a:xfrm>
              <a:off x="2649214" y="7776475"/>
              <a:ext cx="214685" cy="246490"/>
            </a:xfrm>
            <a:custGeom>
              <a:avLst/>
              <a:gdLst>
                <a:gd name="connsiteX0" fmla="*/ 0 w 214685"/>
                <a:gd name="connsiteY0" fmla="*/ 0 h 246490"/>
                <a:gd name="connsiteX1" fmla="*/ 155050 w 214685"/>
                <a:gd name="connsiteY1" fmla="*/ 123245 h 246490"/>
                <a:gd name="connsiteX2" fmla="*/ 214685 w 214685"/>
                <a:gd name="connsiteY2" fmla="*/ 246490 h 246490"/>
              </a:gdLst>
              <a:ahLst/>
              <a:cxnLst>
                <a:cxn ang="0">
                  <a:pos x="connsiteX0" y="connsiteY0"/>
                </a:cxn>
                <a:cxn ang="0">
                  <a:pos x="connsiteX1" y="connsiteY1"/>
                </a:cxn>
                <a:cxn ang="0">
                  <a:pos x="connsiteX2" y="connsiteY2"/>
                </a:cxn>
              </a:cxnLst>
              <a:rect l="l" t="t" r="r" b="b"/>
              <a:pathLst>
                <a:path w="214685" h="246490">
                  <a:moveTo>
                    <a:pt x="0" y="0"/>
                  </a:moveTo>
                  <a:cubicBezTo>
                    <a:pt x="59634" y="41081"/>
                    <a:pt x="119269" y="82163"/>
                    <a:pt x="155050" y="123245"/>
                  </a:cubicBezTo>
                  <a:cubicBezTo>
                    <a:pt x="190831" y="164327"/>
                    <a:pt x="202758" y="205408"/>
                    <a:pt x="214685" y="246490"/>
                  </a:cubicBezTo>
                </a:path>
              </a:pathLst>
            </a:custGeom>
            <a:noFill/>
            <a:ln w="3175">
              <a:solidFill>
                <a:schemeClr val="tx1"/>
              </a:solidFill>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nvGrpSpPr>
            <p:cNvPr id="1992" name="그룹 1991">
              <a:extLst>
                <a:ext uri="{FF2B5EF4-FFF2-40B4-BE49-F238E27FC236}">
                  <a16:creationId xmlns:a16="http://schemas.microsoft.com/office/drawing/2014/main" id="{49C11544-AE49-5FFD-52DA-0467E611AF6C}"/>
                </a:ext>
              </a:extLst>
            </p:cNvPr>
            <p:cNvGrpSpPr/>
            <p:nvPr/>
          </p:nvGrpSpPr>
          <p:grpSpPr>
            <a:xfrm>
              <a:off x="2826325" y="8523037"/>
              <a:ext cx="846355" cy="149365"/>
              <a:chOff x="4673908" y="8890453"/>
              <a:chExt cx="846355" cy="149365"/>
            </a:xfrm>
          </p:grpSpPr>
          <p:grpSp>
            <p:nvGrpSpPr>
              <p:cNvPr id="1914" name="그룹 1913">
                <a:extLst>
                  <a:ext uri="{FF2B5EF4-FFF2-40B4-BE49-F238E27FC236}">
                    <a16:creationId xmlns:a16="http://schemas.microsoft.com/office/drawing/2014/main" id="{01774C5D-4F68-6CBD-2A31-9DEAFAA17EC5}"/>
                  </a:ext>
                </a:extLst>
              </p:cNvPr>
              <p:cNvGrpSpPr/>
              <p:nvPr/>
            </p:nvGrpSpPr>
            <p:grpSpPr>
              <a:xfrm>
                <a:off x="4673908" y="8891937"/>
                <a:ext cx="72000" cy="146357"/>
                <a:chOff x="3250177" y="2637183"/>
                <a:chExt cx="179693" cy="146357"/>
              </a:xfrm>
            </p:grpSpPr>
            <p:grpSp>
              <p:nvGrpSpPr>
                <p:cNvPr id="1988" name="그룹 1987">
                  <a:extLst>
                    <a:ext uri="{FF2B5EF4-FFF2-40B4-BE49-F238E27FC236}">
                      <a16:creationId xmlns:a16="http://schemas.microsoft.com/office/drawing/2014/main" id="{B04E5A60-F7BD-E255-A887-A7075B0A227F}"/>
                    </a:ext>
                  </a:extLst>
                </p:cNvPr>
                <p:cNvGrpSpPr/>
                <p:nvPr/>
              </p:nvGrpSpPr>
              <p:grpSpPr>
                <a:xfrm>
                  <a:off x="3250177" y="2637183"/>
                  <a:ext cx="178823" cy="146357"/>
                  <a:chOff x="5453593" y="2641965"/>
                  <a:chExt cx="178823" cy="146357"/>
                </a:xfrm>
              </p:grpSpPr>
              <p:cxnSp>
                <p:nvCxnSpPr>
                  <p:cNvPr id="1990" name="직선 연결선 1989">
                    <a:extLst>
                      <a:ext uri="{FF2B5EF4-FFF2-40B4-BE49-F238E27FC236}">
                        <a16:creationId xmlns:a16="http://schemas.microsoft.com/office/drawing/2014/main" id="{E6D272F7-D23A-65AE-D41D-0DE809D36C3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91" name="직선 연결선 1990">
                    <a:extLst>
                      <a:ext uri="{FF2B5EF4-FFF2-40B4-BE49-F238E27FC236}">
                        <a16:creationId xmlns:a16="http://schemas.microsoft.com/office/drawing/2014/main" id="{21F53613-DC7C-A6B1-DC95-60DBA63074BF}"/>
                      </a:ext>
                    </a:extLst>
                  </p:cNvPr>
                  <p:cNvCxnSpPr>
                    <a:cxnSpLocks/>
                  </p:cNvCxnSpPr>
                  <p:nvPr/>
                </p:nvCxnSpPr>
                <p:spPr>
                  <a:xfrm>
                    <a:off x="5453593" y="264432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89" name="직선 연결선 1988">
                  <a:extLst>
                    <a:ext uri="{FF2B5EF4-FFF2-40B4-BE49-F238E27FC236}">
                      <a16:creationId xmlns:a16="http://schemas.microsoft.com/office/drawing/2014/main" id="{2331E822-6978-5654-4980-315C615A0B3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15" name="직선 연결선 1914">
                <a:extLst>
                  <a:ext uri="{FF2B5EF4-FFF2-40B4-BE49-F238E27FC236}">
                    <a16:creationId xmlns:a16="http://schemas.microsoft.com/office/drawing/2014/main" id="{F51EA0AB-AA40-0C91-5631-F97285A3CEB6}"/>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16" name="그룹 1915">
                <a:extLst>
                  <a:ext uri="{FF2B5EF4-FFF2-40B4-BE49-F238E27FC236}">
                    <a16:creationId xmlns:a16="http://schemas.microsoft.com/office/drawing/2014/main" id="{B0F168F7-5718-44D5-B372-368CB412B84D}"/>
                  </a:ext>
                </a:extLst>
              </p:cNvPr>
              <p:cNvGrpSpPr/>
              <p:nvPr/>
            </p:nvGrpSpPr>
            <p:grpSpPr>
              <a:xfrm>
                <a:off x="4780809" y="8891329"/>
                <a:ext cx="101416" cy="146277"/>
                <a:chOff x="4545844" y="3971199"/>
                <a:chExt cx="101416" cy="146277"/>
              </a:xfrm>
            </p:grpSpPr>
            <p:grpSp>
              <p:nvGrpSpPr>
                <p:cNvPr id="1982" name="그룹 1981">
                  <a:extLst>
                    <a:ext uri="{FF2B5EF4-FFF2-40B4-BE49-F238E27FC236}">
                      <a16:creationId xmlns:a16="http://schemas.microsoft.com/office/drawing/2014/main" id="{51A9DEA7-3D63-DB01-CB0C-70D41702C163}"/>
                    </a:ext>
                  </a:extLst>
                </p:cNvPr>
                <p:cNvGrpSpPr/>
                <p:nvPr/>
              </p:nvGrpSpPr>
              <p:grpSpPr>
                <a:xfrm>
                  <a:off x="4545844" y="3971199"/>
                  <a:ext cx="35826" cy="146277"/>
                  <a:chOff x="3250176" y="2637183"/>
                  <a:chExt cx="178824" cy="146277"/>
                </a:xfrm>
              </p:grpSpPr>
              <p:grpSp>
                <p:nvGrpSpPr>
                  <p:cNvPr id="1984" name="그룹 1983">
                    <a:extLst>
                      <a:ext uri="{FF2B5EF4-FFF2-40B4-BE49-F238E27FC236}">
                        <a16:creationId xmlns:a16="http://schemas.microsoft.com/office/drawing/2014/main" id="{F9FB3051-04CB-A932-C30F-68DFA4F18255}"/>
                      </a:ext>
                    </a:extLst>
                  </p:cNvPr>
                  <p:cNvGrpSpPr/>
                  <p:nvPr/>
                </p:nvGrpSpPr>
                <p:grpSpPr>
                  <a:xfrm>
                    <a:off x="3250176" y="2637183"/>
                    <a:ext cx="178824" cy="144000"/>
                    <a:chOff x="5453592" y="2641965"/>
                    <a:chExt cx="178824" cy="144000"/>
                  </a:xfrm>
                </p:grpSpPr>
                <p:cxnSp>
                  <p:nvCxnSpPr>
                    <p:cNvPr id="1986" name="직선 연결선 1985">
                      <a:extLst>
                        <a:ext uri="{FF2B5EF4-FFF2-40B4-BE49-F238E27FC236}">
                          <a16:creationId xmlns:a16="http://schemas.microsoft.com/office/drawing/2014/main" id="{3CC68C7B-88B6-FAE0-876B-476E112BCD9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87" name="직선 연결선 1986">
                      <a:extLst>
                        <a:ext uri="{FF2B5EF4-FFF2-40B4-BE49-F238E27FC236}">
                          <a16:creationId xmlns:a16="http://schemas.microsoft.com/office/drawing/2014/main" id="{30D58359-1867-2958-D9C8-3D7E34BCBE2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85" name="직선 연결선 1984">
                    <a:extLst>
                      <a:ext uri="{FF2B5EF4-FFF2-40B4-BE49-F238E27FC236}">
                        <a16:creationId xmlns:a16="http://schemas.microsoft.com/office/drawing/2014/main" id="{445CAAA3-8FC3-9041-2A4C-DFC908AD9C1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83" name="직선 연결선 1982">
                  <a:extLst>
                    <a:ext uri="{FF2B5EF4-FFF2-40B4-BE49-F238E27FC236}">
                      <a16:creationId xmlns:a16="http://schemas.microsoft.com/office/drawing/2014/main" id="{37F399CF-0F43-DF39-4BC7-B3817954BDD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17" name="그룹 1916">
                <a:extLst>
                  <a:ext uri="{FF2B5EF4-FFF2-40B4-BE49-F238E27FC236}">
                    <a16:creationId xmlns:a16="http://schemas.microsoft.com/office/drawing/2014/main" id="{B358495A-CEAA-EA5A-8144-3A6EA3DCA55D}"/>
                  </a:ext>
                </a:extLst>
              </p:cNvPr>
              <p:cNvGrpSpPr/>
              <p:nvPr/>
            </p:nvGrpSpPr>
            <p:grpSpPr>
              <a:xfrm>
                <a:off x="4995993" y="8891419"/>
                <a:ext cx="101416" cy="146277"/>
                <a:chOff x="4545844" y="3971199"/>
                <a:chExt cx="101416" cy="146277"/>
              </a:xfrm>
            </p:grpSpPr>
            <p:grpSp>
              <p:nvGrpSpPr>
                <p:cNvPr id="1976" name="그룹 1975">
                  <a:extLst>
                    <a:ext uri="{FF2B5EF4-FFF2-40B4-BE49-F238E27FC236}">
                      <a16:creationId xmlns:a16="http://schemas.microsoft.com/office/drawing/2014/main" id="{838D9A37-C073-AD48-3774-C220AB39D5A0}"/>
                    </a:ext>
                  </a:extLst>
                </p:cNvPr>
                <p:cNvGrpSpPr/>
                <p:nvPr/>
              </p:nvGrpSpPr>
              <p:grpSpPr>
                <a:xfrm>
                  <a:off x="4545844" y="3971199"/>
                  <a:ext cx="35826" cy="146277"/>
                  <a:chOff x="3250176" y="2637183"/>
                  <a:chExt cx="178824" cy="146277"/>
                </a:xfrm>
              </p:grpSpPr>
              <p:grpSp>
                <p:nvGrpSpPr>
                  <p:cNvPr id="1978" name="그룹 1977">
                    <a:extLst>
                      <a:ext uri="{FF2B5EF4-FFF2-40B4-BE49-F238E27FC236}">
                        <a16:creationId xmlns:a16="http://schemas.microsoft.com/office/drawing/2014/main" id="{EE52A16A-A190-4767-4B0B-E0EC8118A0E1}"/>
                      </a:ext>
                    </a:extLst>
                  </p:cNvPr>
                  <p:cNvGrpSpPr/>
                  <p:nvPr/>
                </p:nvGrpSpPr>
                <p:grpSpPr>
                  <a:xfrm>
                    <a:off x="3250176" y="2637183"/>
                    <a:ext cx="178824" cy="144000"/>
                    <a:chOff x="5453592" y="2641965"/>
                    <a:chExt cx="178824" cy="144000"/>
                  </a:xfrm>
                </p:grpSpPr>
                <p:cxnSp>
                  <p:nvCxnSpPr>
                    <p:cNvPr id="1980" name="직선 연결선 1979">
                      <a:extLst>
                        <a:ext uri="{FF2B5EF4-FFF2-40B4-BE49-F238E27FC236}">
                          <a16:creationId xmlns:a16="http://schemas.microsoft.com/office/drawing/2014/main" id="{81F5A6C4-39A6-7CD2-EB87-43BE767AFDF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81" name="직선 연결선 1980">
                      <a:extLst>
                        <a:ext uri="{FF2B5EF4-FFF2-40B4-BE49-F238E27FC236}">
                          <a16:creationId xmlns:a16="http://schemas.microsoft.com/office/drawing/2014/main" id="{AB7B8746-119A-7B40-49A0-1736297901F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79" name="직선 연결선 1978">
                    <a:extLst>
                      <a:ext uri="{FF2B5EF4-FFF2-40B4-BE49-F238E27FC236}">
                        <a16:creationId xmlns:a16="http://schemas.microsoft.com/office/drawing/2014/main" id="{279CB16D-ACBE-A23E-D6BA-5CD9E2AB716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77" name="직선 연결선 1976">
                  <a:extLst>
                    <a:ext uri="{FF2B5EF4-FFF2-40B4-BE49-F238E27FC236}">
                      <a16:creationId xmlns:a16="http://schemas.microsoft.com/office/drawing/2014/main" id="{0699FC78-49C5-BC62-C01D-AD21CB1D5A9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18" name="그룹 1917">
                <a:extLst>
                  <a:ext uri="{FF2B5EF4-FFF2-40B4-BE49-F238E27FC236}">
                    <a16:creationId xmlns:a16="http://schemas.microsoft.com/office/drawing/2014/main" id="{17093663-053F-6A82-4873-4BD6F7AA2B91}"/>
                  </a:ext>
                </a:extLst>
              </p:cNvPr>
              <p:cNvGrpSpPr/>
              <p:nvPr/>
            </p:nvGrpSpPr>
            <p:grpSpPr>
              <a:xfrm>
                <a:off x="4886987" y="8893541"/>
                <a:ext cx="72000" cy="146277"/>
                <a:chOff x="3250176" y="2637183"/>
                <a:chExt cx="179694" cy="146277"/>
              </a:xfrm>
            </p:grpSpPr>
            <p:grpSp>
              <p:nvGrpSpPr>
                <p:cNvPr id="1972" name="그룹 1971">
                  <a:extLst>
                    <a:ext uri="{FF2B5EF4-FFF2-40B4-BE49-F238E27FC236}">
                      <a16:creationId xmlns:a16="http://schemas.microsoft.com/office/drawing/2014/main" id="{020964B3-7976-3C69-2CE2-946D00C939DB}"/>
                    </a:ext>
                  </a:extLst>
                </p:cNvPr>
                <p:cNvGrpSpPr/>
                <p:nvPr/>
              </p:nvGrpSpPr>
              <p:grpSpPr>
                <a:xfrm>
                  <a:off x="3250176" y="2637183"/>
                  <a:ext cx="178824" cy="144000"/>
                  <a:chOff x="5453592" y="2641965"/>
                  <a:chExt cx="178824" cy="144000"/>
                </a:xfrm>
              </p:grpSpPr>
              <p:cxnSp>
                <p:nvCxnSpPr>
                  <p:cNvPr id="1974" name="직선 연결선 1973">
                    <a:extLst>
                      <a:ext uri="{FF2B5EF4-FFF2-40B4-BE49-F238E27FC236}">
                        <a16:creationId xmlns:a16="http://schemas.microsoft.com/office/drawing/2014/main" id="{B09B698E-0BBE-DBCE-1F3B-4A722F7E8DE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75" name="직선 연결선 1974">
                    <a:extLst>
                      <a:ext uri="{FF2B5EF4-FFF2-40B4-BE49-F238E27FC236}">
                        <a16:creationId xmlns:a16="http://schemas.microsoft.com/office/drawing/2014/main" id="{5DB3BDA5-3A6D-FC05-44D7-3E09100961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73" name="직선 연결선 1972">
                  <a:extLst>
                    <a:ext uri="{FF2B5EF4-FFF2-40B4-BE49-F238E27FC236}">
                      <a16:creationId xmlns:a16="http://schemas.microsoft.com/office/drawing/2014/main" id="{F27CCF46-F5F6-C0CC-ED60-078B076D11BA}"/>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19" name="직선 연결선 1918">
                <a:extLst>
                  <a:ext uri="{FF2B5EF4-FFF2-40B4-BE49-F238E27FC236}">
                    <a16:creationId xmlns:a16="http://schemas.microsoft.com/office/drawing/2014/main" id="{F8EFEAB2-4887-3860-A01F-B8A4D95019F8}"/>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20" name="그룹 1919">
                <a:extLst>
                  <a:ext uri="{FF2B5EF4-FFF2-40B4-BE49-F238E27FC236}">
                    <a16:creationId xmlns:a16="http://schemas.microsoft.com/office/drawing/2014/main" id="{948D0CAE-6C45-B130-A0FF-D583640CBF0F}"/>
                  </a:ext>
                </a:extLst>
              </p:cNvPr>
              <p:cNvGrpSpPr/>
              <p:nvPr/>
            </p:nvGrpSpPr>
            <p:grpSpPr>
              <a:xfrm>
                <a:off x="5096754" y="8890453"/>
                <a:ext cx="72000" cy="146277"/>
                <a:chOff x="3250176" y="2637183"/>
                <a:chExt cx="179694" cy="146277"/>
              </a:xfrm>
            </p:grpSpPr>
            <p:grpSp>
              <p:nvGrpSpPr>
                <p:cNvPr id="1968" name="그룹 1967">
                  <a:extLst>
                    <a:ext uri="{FF2B5EF4-FFF2-40B4-BE49-F238E27FC236}">
                      <a16:creationId xmlns:a16="http://schemas.microsoft.com/office/drawing/2014/main" id="{8DD931CB-1E30-2058-08A6-96B5B11A665D}"/>
                    </a:ext>
                  </a:extLst>
                </p:cNvPr>
                <p:cNvGrpSpPr/>
                <p:nvPr/>
              </p:nvGrpSpPr>
              <p:grpSpPr>
                <a:xfrm>
                  <a:off x="3250176" y="2637183"/>
                  <a:ext cx="178824" cy="144000"/>
                  <a:chOff x="5453592" y="2641965"/>
                  <a:chExt cx="178824" cy="144000"/>
                </a:xfrm>
              </p:grpSpPr>
              <p:cxnSp>
                <p:nvCxnSpPr>
                  <p:cNvPr id="1970" name="직선 연결선 1969">
                    <a:extLst>
                      <a:ext uri="{FF2B5EF4-FFF2-40B4-BE49-F238E27FC236}">
                        <a16:creationId xmlns:a16="http://schemas.microsoft.com/office/drawing/2014/main" id="{FB5B713C-90A1-D76F-5341-5226C9588C1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71" name="직선 연결선 1970">
                    <a:extLst>
                      <a:ext uri="{FF2B5EF4-FFF2-40B4-BE49-F238E27FC236}">
                        <a16:creationId xmlns:a16="http://schemas.microsoft.com/office/drawing/2014/main" id="{C3B9DC1F-E50E-3EAE-9ABD-8E543101578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69" name="직선 연결선 1968">
                  <a:extLst>
                    <a:ext uri="{FF2B5EF4-FFF2-40B4-BE49-F238E27FC236}">
                      <a16:creationId xmlns:a16="http://schemas.microsoft.com/office/drawing/2014/main" id="{8B6139B4-257F-3540-0B69-AF7F09250C7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21" name="직선 연결선 1920">
                <a:extLst>
                  <a:ext uri="{FF2B5EF4-FFF2-40B4-BE49-F238E27FC236}">
                    <a16:creationId xmlns:a16="http://schemas.microsoft.com/office/drawing/2014/main" id="{17F52B26-5D0A-C018-D33B-A7CFC1F4CCA9}"/>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22" name="그룹 1921">
                <a:extLst>
                  <a:ext uri="{FF2B5EF4-FFF2-40B4-BE49-F238E27FC236}">
                    <a16:creationId xmlns:a16="http://schemas.microsoft.com/office/drawing/2014/main" id="{97CD24CE-4C27-9346-C1FB-08C9335EC6A7}"/>
                  </a:ext>
                </a:extLst>
              </p:cNvPr>
              <p:cNvGrpSpPr/>
              <p:nvPr/>
            </p:nvGrpSpPr>
            <p:grpSpPr>
              <a:xfrm>
                <a:off x="5203663" y="8892184"/>
                <a:ext cx="101416" cy="146277"/>
                <a:chOff x="4545844" y="3971199"/>
                <a:chExt cx="101416" cy="146277"/>
              </a:xfrm>
            </p:grpSpPr>
            <p:grpSp>
              <p:nvGrpSpPr>
                <p:cNvPr id="1962" name="그룹 1961">
                  <a:extLst>
                    <a:ext uri="{FF2B5EF4-FFF2-40B4-BE49-F238E27FC236}">
                      <a16:creationId xmlns:a16="http://schemas.microsoft.com/office/drawing/2014/main" id="{DDB68FEE-B253-2A9F-14D6-4CBCE4E27C50}"/>
                    </a:ext>
                  </a:extLst>
                </p:cNvPr>
                <p:cNvGrpSpPr/>
                <p:nvPr/>
              </p:nvGrpSpPr>
              <p:grpSpPr>
                <a:xfrm>
                  <a:off x="4545844" y="3971199"/>
                  <a:ext cx="35826" cy="146277"/>
                  <a:chOff x="3250176" y="2637183"/>
                  <a:chExt cx="178824" cy="146277"/>
                </a:xfrm>
              </p:grpSpPr>
              <p:grpSp>
                <p:nvGrpSpPr>
                  <p:cNvPr id="1964" name="그룹 1963">
                    <a:extLst>
                      <a:ext uri="{FF2B5EF4-FFF2-40B4-BE49-F238E27FC236}">
                        <a16:creationId xmlns:a16="http://schemas.microsoft.com/office/drawing/2014/main" id="{21FE8B08-67AA-74FC-7932-C3F083933D97}"/>
                      </a:ext>
                    </a:extLst>
                  </p:cNvPr>
                  <p:cNvGrpSpPr/>
                  <p:nvPr/>
                </p:nvGrpSpPr>
                <p:grpSpPr>
                  <a:xfrm>
                    <a:off x="3250176" y="2637183"/>
                    <a:ext cx="178824" cy="144000"/>
                    <a:chOff x="5453592" y="2641965"/>
                    <a:chExt cx="178824" cy="144000"/>
                  </a:xfrm>
                </p:grpSpPr>
                <p:cxnSp>
                  <p:nvCxnSpPr>
                    <p:cNvPr id="1966" name="직선 연결선 1965">
                      <a:extLst>
                        <a:ext uri="{FF2B5EF4-FFF2-40B4-BE49-F238E27FC236}">
                          <a16:creationId xmlns:a16="http://schemas.microsoft.com/office/drawing/2014/main" id="{150D0780-E91B-30CD-FA52-C556FB6FFEE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67" name="직선 연결선 1966">
                      <a:extLst>
                        <a:ext uri="{FF2B5EF4-FFF2-40B4-BE49-F238E27FC236}">
                          <a16:creationId xmlns:a16="http://schemas.microsoft.com/office/drawing/2014/main" id="{D99BBFEA-5F6F-2AC7-EF49-01D681738E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65" name="직선 연결선 1964">
                    <a:extLst>
                      <a:ext uri="{FF2B5EF4-FFF2-40B4-BE49-F238E27FC236}">
                        <a16:creationId xmlns:a16="http://schemas.microsoft.com/office/drawing/2014/main" id="{5F342D15-1491-21E5-72F7-680DF2FF690C}"/>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63" name="직선 연결선 1962">
                  <a:extLst>
                    <a:ext uri="{FF2B5EF4-FFF2-40B4-BE49-F238E27FC236}">
                      <a16:creationId xmlns:a16="http://schemas.microsoft.com/office/drawing/2014/main" id="{F8251043-A2BB-39A8-5ACD-716832735AD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23" name="그룹 1922">
                <a:extLst>
                  <a:ext uri="{FF2B5EF4-FFF2-40B4-BE49-F238E27FC236}">
                    <a16:creationId xmlns:a16="http://schemas.microsoft.com/office/drawing/2014/main" id="{640986D4-3092-CF1A-2CBF-3BAD55933231}"/>
                  </a:ext>
                </a:extLst>
              </p:cNvPr>
              <p:cNvGrpSpPr/>
              <p:nvPr/>
            </p:nvGrpSpPr>
            <p:grpSpPr>
              <a:xfrm>
                <a:off x="5418847" y="8892274"/>
                <a:ext cx="101416" cy="146277"/>
                <a:chOff x="4545844" y="3971199"/>
                <a:chExt cx="101416" cy="146277"/>
              </a:xfrm>
            </p:grpSpPr>
            <p:grpSp>
              <p:nvGrpSpPr>
                <p:cNvPr id="1956" name="그룹 1955">
                  <a:extLst>
                    <a:ext uri="{FF2B5EF4-FFF2-40B4-BE49-F238E27FC236}">
                      <a16:creationId xmlns:a16="http://schemas.microsoft.com/office/drawing/2014/main" id="{899D9D57-D198-4835-8DA1-D4C2256D6096}"/>
                    </a:ext>
                  </a:extLst>
                </p:cNvPr>
                <p:cNvGrpSpPr/>
                <p:nvPr/>
              </p:nvGrpSpPr>
              <p:grpSpPr>
                <a:xfrm>
                  <a:off x="4545844" y="3971199"/>
                  <a:ext cx="35826" cy="146277"/>
                  <a:chOff x="3250176" y="2637183"/>
                  <a:chExt cx="178824" cy="146277"/>
                </a:xfrm>
              </p:grpSpPr>
              <p:grpSp>
                <p:nvGrpSpPr>
                  <p:cNvPr id="1958" name="그룹 1957">
                    <a:extLst>
                      <a:ext uri="{FF2B5EF4-FFF2-40B4-BE49-F238E27FC236}">
                        <a16:creationId xmlns:a16="http://schemas.microsoft.com/office/drawing/2014/main" id="{68BFC9FA-81BE-D40E-0495-C3FE8081989F}"/>
                      </a:ext>
                    </a:extLst>
                  </p:cNvPr>
                  <p:cNvGrpSpPr/>
                  <p:nvPr/>
                </p:nvGrpSpPr>
                <p:grpSpPr>
                  <a:xfrm>
                    <a:off x="3250176" y="2637183"/>
                    <a:ext cx="178824" cy="144000"/>
                    <a:chOff x="5453592" y="2641965"/>
                    <a:chExt cx="178824" cy="144000"/>
                  </a:xfrm>
                </p:grpSpPr>
                <p:cxnSp>
                  <p:nvCxnSpPr>
                    <p:cNvPr id="1960" name="직선 연결선 1959">
                      <a:extLst>
                        <a:ext uri="{FF2B5EF4-FFF2-40B4-BE49-F238E27FC236}">
                          <a16:creationId xmlns:a16="http://schemas.microsoft.com/office/drawing/2014/main" id="{A3549872-EC39-D17D-F727-CB43B8707FC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61" name="직선 연결선 1960">
                      <a:extLst>
                        <a:ext uri="{FF2B5EF4-FFF2-40B4-BE49-F238E27FC236}">
                          <a16:creationId xmlns:a16="http://schemas.microsoft.com/office/drawing/2014/main" id="{E9F018D1-4789-C175-C5A9-BCE720BFD92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59" name="직선 연결선 1958">
                    <a:extLst>
                      <a:ext uri="{FF2B5EF4-FFF2-40B4-BE49-F238E27FC236}">
                        <a16:creationId xmlns:a16="http://schemas.microsoft.com/office/drawing/2014/main" id="{F0459D61-E3AD-C875-7BA7-D9218A36E42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57" name="직선 연결선 1956">
                  <a:extLst>
                    <a:ext uri="{FF2B5EF4-FFF2-40B4-BE49-F238E27FC236}">
                      <a16:creationId xmlns:a16="http://schemas.microsoft.com/office/drawing/2014/main" id="{8E1E8099-941A-F78F-386D-027A1DFA1A3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24" name="그룹 1923">
                <a:extLst>
                  <a:ext uri="{FF2B5EF4-FFF2-40B4-BE49-F238E27FC236}">
                    <a16:creationId xmlns:a16="http://schemas.microsoft.com/office/drawing/2014/main" id="{0B35CB6D-9617-E30D-CD6B-073189E48E52}"/>
                  </a:ext>
                </a:extLst>
              </p:cNvPr>
              <p:cNvGrpSpPr/>
              <p:nvPr/>
            </p:nvGrpSpPr>
            <p:grpSpPr>
              <a:xfrm>
                <a:off x="5309841" y="8892057"/>
                <a:ext cx="72000" cy="146277"/>
                <a:chOff x="3250176" y="2637183"/>
                <a:chExt cx="179694" cy="146277"/>
              </a:xfrm>
            </p:grpSpPr>
            <p:grpSp>
              <p:nvGrpSpPr>
                <p:cNvPr id="1952" name="그룹 1951">
                  <a:extLst>
                    <a:ext uri="{FF2B5EF4-FFF2-40B4-BE49-F238E27FC236}">
                      <a16:creationId xmlns:a16="http://schemas.microsoft.com/office/drawing/2014/main" id="{FD45BB95-B869-F4CC-AC3E-591843EDA3FA}"/>
                    </a:ext>
                  </a:extLst>
                </p:cNvPr>
                <p:cNvGrpSpPr/>
                <p:nvPr/>
              </p:nvGrpSpPr>
              <p:grpSpPr>
                <a:xfrm>
                  <a:off x="3250176" y="2637183"/>
                  <a:ext cx="178824" cy="144000"/>
                  <a:chOff x="5453592" y="2641965"/>
                  <a:chExt cx="178824" cy="144000"/>
                </a:xfrm>
              </p:grpSpPr>
              <p:cxnSp>
                <p:nvCxnSpPr>
                  <p:cNvPr id="1954" name="직선 연결선 1953">
                    <a:extLst>
                      <a:ext uri="{FF2B5EF4-FFF2-40B4-BE49-F238E27FC236}">
                        <a16:creationId xmlns:a16="http://schemas.microsoft.com/office/drawing/2014/main" id="{8E07AEB8-E7F7-57AD-1901-ABBE27E2FB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55" name="직선 연결선 1954">
                    <a:extLst>
                      <a:ext uri="{FF2B5EF4-FFF2-40B4-BE49-F238E27FC236}">
                        <a16:creationId xmlns:a16="http://schemas.microsoft.com/office/drawing/2014/main" id="{631D43A9-E98D-D0C3-A9E0-1AA972C0EF6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53" name="직선 연결선 1952">
                  <a:extLst>
                    <a:ext uri="{FF2B5EF4-FFF2-40B4-BE49-F238E27FC236}">
                      <a16:creationId xmlns:a16="http://schemas.microsoft.com/office/drawing/2014/main" id="{4DEEB3CF-FFC1-B1CD-17E1-A5B4A44E24E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25" name="직선 연결선 1924">
                <a:extLst>
                  <a:ext uri="{FF2B5EF4-FFF2-40B4-BE49-F238E27FC236}">
                    <a16:creationId xmlns:a16="http://schemas.microsoft.com/office/drawing/2014/main" id="{0201F496-DEA3-4D58-8AAE-DB18BD72B1EA}"/>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93" name="그룹 1992">
              <a:extLst>
                <a:ext uri="{FF2B5EF4-FFF2-40B4-BE49-F238E27FC236}">
                  <a16:creationId xmlns:a16="http://schemas.microsoft.com/office/drawing/2014/main" id="{374D34FC-03CF-0554-105C-90E1F73835B6}"/>
                </a:ext>
              </a:extLst>
            </p:cNvPr>
            <p:cNvGrpSpPr/>
            <p:nvPr/>
          </p:nvGrpSpPr>
          <p:grpSpPr>
            <a:xfrm>
              <a:off x="2825355" y="8286639"/>
              <a:ext cx="846363" cy="149365"/>
              <a:chOff x="4673900" y="8890453"/>
              <a:chExt cx="846363" cy="149365"/>
            </a:xfrm>
          </p:grpSpPr>
          <p:grpSp>
            <p:nvGrpSpPr>
              <p:cNvPr id="1994" name="그룹 1993">
                <a:extLst>
                  <a:ext uri="{FF2B5EF4-FFF2-40B4-BE49-F238E27FC236}">
                    <a16:creationId xmlns:a16="http://schemas.microsoft.com/office/drawing/2014/main" id="{E31E3C16-E5CC-95AA-5548-FAAF2F5926A4}"/>
                  </a:ext>
                </a:extLst>
              </p:cNvPr>
              <p:cNvGrpSpPr/>
              <p:nvPr/>
            </p:nvGrpSpPr>
            <p:grpSpPr>
              <a:xfrm>
                <a:off x="4673900" y="8891937"/>
                <a:ext cx="72000" cy="146277"/>
                <a:chOff x="3250176" y="2637183"/>
                <a:chExt cx="179694" cy="146277"/>
              </a:xfrm>
            </p:grpSpPr>
            <p:grpSp>
              <p:nvGrpSpPr>
                <p:cNvPr id="2042" name="그룹 2041">
                  <a:extLst>
                    <a:ext uri="{FF2B5EF4-FFF2-40B4-BE49-F238E27FC236}">
                      <a16:creationId xmlns:a16="http://schemas.microsoft.com/office/drawing/2014/main" id="{6E474CA5-11CA-60B2-B6FD-6816CEAEAC4C}"/>
                    </a:ext>
                  </a:extLst>
                </p:cNvPr>
                <p:cNvGrpSpPr/>
                <p:nvPr/>
              </p:nvGrpSpPr>
              <p:grpSpPr>
                <a:xfrm>
                  <a:off x="3250176" y="2637183"/>
                  <a:ext cx="178824" cy="144000"/>
                  <a:chOff x="5453592" y="2641965"/>
                  <a:chExt cx="178824" cy="144000"/>
                </a:xfrm>
              </p:grpSpPr>
              <p:cxnSp>
                <p:nvCxnSpPr>
                  <p:cNvPr id="2044" name="직선 연결선 2043">
                    <a:extLst>
                      <a:ext uri="{FF2B5EF4-FFF2-40B4-BE49-F238E27FC236}">
                        <a16:creationId xmlns:a16="http://schemas.microsoft.com/office/drawing/2014/main" id="{130D83D5-3CF0-8968-E99A-B39990E934C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45" name="직선 연결선 2044">
                    <a:extLst>
                      <a:ext uri="{FF2B5EF4-FFF2-40B4-BE49-F238E27FC236}">
                        <a16:creationId xmlns:a16="http://schemas.microsoft.com/office/drawing/2014/main" id="{ECB13326-D6D1-56EF-9A9D-C9F615CFCA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43" name="직선 연결선 2042">
                  <a:extLst>
                    <a:ext uri="{FF2B5EF4-FFF2-40B4-BE49-F238E27FC236}">
                      <a16:creationId xmlns:a16="http://schemas.microsoft.com/office/drawing/2014/main" id="{D3274B20-833E-9EE9-9C14-87D6B328F33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95" name="직선 연결선 1994">
                <a:extLst>
                  <a:ext uri="{FF2B5EF4-FFF2-40B4-BE49-F238E27FC236}">
                    <a16:creationId xmlns:a16="http://schemas.microsoft.com/office/drawing/2014/main" id="{2E950C08-F5DE-0627-3581-01AF88C813C2}"/>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96" name="그룹 1995">
                <a:extLst>
                  <a:ext uri="{FF2B5EF4-FFF2-40B4-BE49-F238E27FC236}">
                    <a16:creationId xmlns:a16="http://schemas.microsoft.com/office/drawing/2014/main" id="{982EAA45-1198-F4DC-B34A-0E3C67752DDE}"/>
                  </a:ext>
                </a:extLst>
              </p:cNvPr>
              <p:cNvGrpSpPr/>
              <p:nvPr/>
            </p:nvGrpSpPr>
            <p:grpSpPr>
              <a:xfrm>
                <a:off x="4780809" y="8891329"/>
                <a:ext cx="101416" cy="146277"/>
                <a:chOff x="4545844" y="3971199"/>
                <a:chExt cx="101416" cy="146277"/>
              </a:xfrm>
            </p:grpSpPr>
            <p:grpSp>
              <p:nvGrpSpPr>
                <p:cNvPr id="2036" name="그룹 2035">
                  <a:extLst>
                    <a:ext uri="{FF2B5EF4-FFF2-40B4-BE49-F238E27FC236}">
                      <a16:creationId xmlns:a16="http://schemas.microsoft.com/office/drawing/2014/main" id="{79E227FD-E3B3-1E4B-DADC-04E5840904DD}"/>
                    </a:ext>
                  </a:extLst>
                </p:cNvPr>
                <p:cNvGrpSpPr/>
                <p:nvPr/>
              </p:nvGrpSpPr>
              <p:grpSpPr>
                <a:xfrm>
                  <a:off x="4545844" y="3971199"/>
                  <a:ext cx="35826" cy="146277"/>
                  <a:chOff x="3250176" y="2637183"/>
                  <a:chExt cx="178824" cy="146277"/>
                </a:xfrm>
              </p:grpSpPr>
              <p:grpSp>
                <p:nvGrpSpPr>
                  <p:cNvPr id="2038" name="그룹 2037">
                    <a:extLst>
                      <a:ext uri="{FF2B5EF4-FFF2-40B4-BE49-F238E27FC236}">
                        <a16:creationId xmlns:a16="http://schemas.microsoft.com/office/drawing/2014/main" id="{53E04017-BA6A-CB13-824A-5F8294591503}"/>
                      </a:ext>
                    </a:extLst>
                  </p:cNvPr>
                  <p:cNvGrpSpPr/>
                  <p:nvPr/>
                </p:nvGrpSpPr>
                <p:grpSpPr>
                  <a:xfrm>
                    <a:off x="3250176" y="2637183"/>
                    <a:ext cx="178824" cy="144000"/>
                    <a:chOff x="5453592" y="2641965"/>
                    <a:chExt cx="178824" cy="144000"/>
                  </a:xfrm>
                </p:grpSpPr>
                <p:cxnSp>
                  <p:nvCxnSpPr>
                    <p:cNvPr id="2040" name="직선 연결선 2039">
                      <a:extLst>
                        <a:ext uri="{FF2B5EF4-FFF2-40B4-BE49-F238E27FC236}">
                          <a16:creationId xmlns:a16="http://schemas.microsoft.com/office/drawing/2014/main" id="{CC0F39B4-F514-C224-2BC5-323AF9BFE0F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41" name="직선 연결선 2040">
                      <a:extLst>
                        <a:ext uri="{FF2B5EF4-FFF2-40B4-BE49-F238E27FC236}">
                          <a16:creationId xmlns:a16="http://schemas.microsoft.com/office/drawing/2014/main" id="{28FD1EC4-495C-4645-CB6D-BC45A486E3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9" name="직선 연결선 2038">
                    <a:extLst>
                      <a:ext uri="{FF2B5EF4-FFF2-40B4-BE49-F238E27FC236}">
                        <a16:creationId xmlns:a16="http://schemas.microsoft.com/office/drawing/2014/main" id="{8692C735-E0FE-0217-DA24-4B95F8632C0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7" name="직선 연결선 2036">
                  <a:extLst>
                    <a:ext uri="{FF2B5EF4-FFF2-40B4-BE49-F238E27FC236}">
                      <a16:creationId xmlns:a16="http://schemas.microsoft.com/office/drawing/2014/main" id="{57FA54CC-09E9-B4A1-17E0-1044766DBFD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97" name="그룹 1996">
                <a:extLst>
                  <a:ext uri="{FF2B5EF4-FFF2-40B4-BE49-F238E27FC236}">
                    <a16:creationId xmlns:a16="http://schemas.microsoft.com/office/drawing/2014/main" id="{BBDC91E3-6927-5DF9-52D8-3A457DD36295}"/>
                  </a:ext>
                </a:extLst>
              </p:cNvPr>
              <p:cNvGrpSpPr/>
              <p:nvPr/>
            </p:nvGrpSpPr>
            <p:grpSpPr>
              <a:xfrm>
                <a:off x="4995993" y="8891419"/>
                <a:ext cx="101416" cy="146277"/>
                <a:chOff x="4545844" y="3971199"/>
                <a:chExt cx="101416" cy="146277"/>
              </a:xfrm>
            </p:grpSpPr>
            <p:grpSp>
              <p:nvGrpSpPr>
                <p:cNvPr id="2030" name="그룹 2029">
                  <a:extLst>
                    <a:ext uri="{FF2B5EF4-FFF2-40B4-BE49-F238E27FC236}">
                      <a16:creationId xmlns:a16="http://schemas.microsoft.com/office/drawing/2014/main" id="{12257027-7916-3526-9D7B-F8564A900A9E}"/>
                    </a:ext>
                  </a:extLst>
                </p:cNvPr>
                <p:cNvGrpSpPr/>
                <p:nvPr/>
              </p:nvGrpSpPr>
              <p:grpSpPr>
                <a:xfrm>
                  <a:off x="4545844" y="3971199"/>
                  <a:ext cx="35826" cy="146277"/>
                  <a:chOff x="3250176" y="2637183"/>
                  <a:chExt cx="178824" cy="146277"/>
                </a:xfrm>
              </p:grpSpPr>
              <p:grpSp>
                <p:nvGrpSpPr>
                  <p:cNvPr id="2032" name="그룹 2031">
                    <a:extLst>
                      <a:ext uri="{FF2B5EF4-FFF2-40B4-BE49-F238E27FC236}">
                        <a16:creationId xmlns:a16="http://schemas.microsoft.com/office/drawing/2014/main" id="{9161F5D6-D5B8-A3A9-07B3-56EF6A4E9AD1}"/>
                      </a:ext>
                    </a:extLst>
                  </p:cNvPr>
                  <p:cNvGrpSpPr/>
                  <p:nvPr/>
                </p:nvGrpSpPr>
                <p:grpSpPr>
                  <a:xfrm>
                    <a:off x="3250176" y="2637183"/>
                    <a:ext cx="178824" cy="144000"/>
                    <a:chOff x="5453592" y="2641965"/>
                    <a:chExt cx="178824" cy="144000"/>
                  </a:xfrm>
                </p:grpSpPr>
                <p:cxnSp>
                  <p:nvCxnSpPr>
                    <p:cNvPr id="2034" name="직선 연결선 2033">
                      <a:extLst>
                        <a:ext uri="{FF2B5EF4-FFF2-40B4-BE49-F238E27FC236}">
                          <a16:creationId xmlns:a16="http://schemas.microsoft.com/office/drawing/2014/main" id="{8163502C-555D-FB10-A6A3-6E1E32B54BD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35" name="직선 연결선 2034">
                      <a:extLst>
                        <a:ext uri="{FF2B5EF4-FFF2-40B4-BE49-F238E27FC236}">
                          <a16:creationId xmlns:a16="http://schemas.microsoft.com/office/drawing/2014/main" id="{B682B298-805D-ED76-8086-92E0F1940F5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3" name="직선 연결선 2032">
                    <a:extLst>
                      <a:ext uri="{FF2B5EF4-FFF2-40B4-BE49-F238E27FC236}">
                        <a16:creationId xmlns:a16="http://schemas.microsoft.com/office/drawing/2014/main" id="{C8304649-D9B0-F5C3-9E8E-02A7F8B6E0E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1" name="직선 연결선 2030">
                  <a:extLst>
                    <a:ext uri="{FF2B5EF4-FFF2-40B4-BE49-F238E27FC236}">
                      <a16:creationId xmlns:a16="http://schemas.microsoft.com/office/drawing/2014/main" id="{892447F9-A5B5-50BF-43DD-7B1C73874DD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98" name="그룹 1997">
                <a:extLst>
                  <a:ext uri="{FF2B5EF4-FFF2-40B4-BE49-F238E27FC236}">
                    <a16:creationId xmlns:a16="http://schemas.microsoft.com/office/drawing/2014/main" id="{1DEA9BE3-9A0E-1074-EF71-8EAF0507E2D7}"/>
                  </a:ext>
                </a:extLst>
              </p:cNvPr>
              <p:cNvGrpSpPr/>
              <p:nvPr/>
            </p:nvGrpSpPr>
            <p:grpSpPr>
              <a:xfrm>
                <a:off x="4886987" y="8893541"/>
                <a:ext cx="72000" cy="146277"/>
                <a:chOff x="3250176" y="2637183"/>
                <a:chExt cx="179694" cy="146277"/>
              </a:xfrm>
            </p:grpSpPr>
            <p:grpSp>
              <p:nvGrpSpPr>
                <p:cNvPr id="2026" name="그룹 2025">
                  <a:extLst>
                    <a:ext uri="{FF2B5EF4-FFF2-40B4-BE49-F238E27FC236}">
                      <a16:creationId xmlns:a16="http://schemas.microsoft.com/office/drawing/2014/main" id="{5E689142-324D-6405-28DE-DB86A2D7796F}"/>
                    </a:ext>
                  </a:extLst>
                </p:cNvPr>
                <p:cNvGrpSpPr/>
                <p:nvPr/>
              </p:nvGrpSpPr>
              <p:grpSpPr>
                <a:xfrm>
                  <a:off x="3250176" y="2637183"/>
                  <a:ext cx="178824" cy="144000"/>
                  <a:chOff x="5453592" y="2641965"/>
                  <a:chExt cx="178824" cy="144000"/>
                </a:xfrm>
              </p:grpSpPr>
              <p:cxnSp>
                <p:nvCxnSpPr>
                  <p:cNvPr id="2028" name="직선 연결선 2027">
                    <a:extLst>
                      <a:ext uri="{FF2B5EF4-FFF2-40B4-BE49-F238E27FC236}">
                        <a16:creationId xmlns:a16="http://schemas.microsoft.com/office/drawing/2014/main" id="{4A1CC06E-598F-82F1-B356-538A105FEDC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29" name="직선 연결선 2028">
                    <a:extLst>
                      <a:ext uri="{FF2B5EF4-FFF2-40B4-BE49-F238E27FC236}">
                        <a16:creationId xmlns:a16="http://schemas.microsoft.com/office/drawing/2014/main" id="{ACB47FF4-D40A-262E-3ED3-AF1B4C573A6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27" name="직선 연결선 2026">
                  <a:extLst>
                    <a:ext uri="{FF2B5EF4-FFF2-40B4-BE49-F238E27FC236}">
                      <a16:creationId xmlns:a16="http://schemas.microsoft.com/office/drawing/2014/main" id="{A85E1442-8F43-6D46-0754-F5713F30352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99" name="직선 연결선 1998">
                <a:extLst>
                  <a:ext uri="{FF2B5EF4-FFF2-40B4-BE49-F238E27FC236}">
                    <a16:creationId xmlns:a16="http://schemas.microsoft.com/office/drawing/2014/main" id="{2A56E1A5-380B-B222-9E15-5BDF07BA10B3}"/>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00" name="그룹 1999">
                <a:extLst>
                  <a:ext uri="{FF2B5EF4-FFF2-40B4-BE49-F238E27FC236}">
                    <a16:creationId xmlns:a16="http://schemas.microsoft.com/office/drawing/2014/main" id="{68A57EB3-B8B2-2F19-B9B0-08DE17C8D072}"/>
                  </a:ext>
                </a:extLst>
              </p:cNvPr>
              <p:cNvGrpSpPr/>
              <p:nvPr/>
            </p:nvGrpSpPr>
            <p:grpSpPr>
              <a:xfrm>
                <a:off x="5096754" y="8890453"/>
                <a:ext cx="72000" cy="146277"/>
                <a:chOff x="3250176" y="2637183"/>
                <a:chExt cx="179694" cy="146277"/>
              </a:xfrm>
            </p:grpSpPr>
            <p:grpSp>
              <p:nvGrpSpPr>
                <p:cNvPr id="2022" name="그룹 2021">
                  <a:extLst>
                    <a:ext uri="{FF2B5EF4-FFF2-40B4-BE49-F238E27FC236}">
                      <a16:creationId xmlns:a16="http://schemas.microsoft.com/office/drawing/2014/main" id="{69A9F749-782C-199A-68E9-5943B3974490}"/>
                    </a:ext>
                  </a:extLst>
                </p:cNvPr>
                <p:cNvGrpSpPr/>
                <p:nvPr/>
              </p:nvGrpSpPr>
              <p:grpSpPr>
                <a:xfrm>
                  <a:off x="3250176" y="2637183"/>
                  <a:ext cx="178824" cy="144000"/>
                  <a:chOff x="5453592" y="2641965"/>
                  <a:chExt cx="178824" cy="144000"/>
                </a:xfrm>
              </p:grpSpPr>
              <p:cxnSp>
                <p:nvCxnSpPr>
                  <p:cNvPr id="2024" name="직선 연결선 2023">
                    <a:extLst>
                      <a:ext uri="{FF2B5EF4-FFF2-40B4-BE49-F238E27FC236}">
                        <a16:creationId xmlns:a16="http://schemas.microsoft.com/office/drawing/2014/main" id="{CB715422-F2E4-3783-D1CA-8D60C53BED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25" name="직선 연결선 2024">
                    <a:extLst>
                      <a:ext uri="{FF2B5EF4-FFF2-40B4-BE49-F238E27FC236}">
                        <a16:creationId xmlns:a16="http://schemas.microsoft.com/office/drawing/2014/main" id="{70EAF19F-BE7F-829D-382E-D9F8AE9A2A1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23" name="직선 연결선 2022">
                  <a:extLst>
                    <a:ext uri="{FF2B5EF4-FFF2-40B4-BE49-F238E27FC236}">
                      <a16:creationId xmlns:a16="http://schemas.microsoft.com/office/drawing/2014/main" id="{9F691C29-C91A-8D80-B40B-76D04D28228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01" name="직선 연결선 2000">
                <a:extLst>
                  <a:ext uri="{FF2B5EF4-FFF2-40B4-BE49-F238E27FC236}">
                    <a16:creationId xmlns:a16="http://schemas.microsoft.com/office/drawing/2014/main" id="{046D991A-FD00-5A00-BDE1-C3EFC2C3186F}"/>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02" name="그룹 2001">
                <a:extLst>
                  <a:ext uri="{FF2B5EF4-FFF2-40B4-BE49-F238E27FC236}">
                    <a16:creationId xmlns:a16="http://schemas.microsoft.com/office/drawing/2014/main" id="{60959095-91A2-30DF-ECE0-AC6142232BF3}"/>
                  </a:ext>
                </a:extLst>
              </p:cNvPr>
              <p:cNvGrpSpPr/>
              <p:nvPr/>
            </p:nvGrpSpPr>
            <p:grpSpPr>
              <a:xfrm>
                <a:off x="5203663" y="8892184"/>
                <a:ext cx="101416" cy="146277"/>
                <a:chOff x="4545844" y="3971199"/>
                <a:chExt cx="101416" cy="146277"/>
              </a:xfrm>
            </p:grpSpPr>
            <p:grpSp>
              <p:nvGrpSpPr>
                <p:cNvPr id="2016" name="그룹 2015">
                  <a:extLst>
                    <a:ext uri="{FF2B5EF4-FFF2-40B4-BE49-F238E27FC236}">
                      <a16:creationId xmlns:a16="http://schemas.microsoft.com/office/drawing/2014/main" id="{CDAC7843-C495-D7B1-C5CA-0FF00D946992}"/>
                    </a:ext>
                  </a:extLst>
                </p:cNvPr>
                <p:cNvGrpSpPr/>
                <p:nvPr/>
              </p:nvGrpSpPr>
              <p:grpSpPr>
                <a:xfrm>
                  <a:off x="4545844" y="3971199"/>
                  <a:ext cx="35826" cy="146277"/>
                  <a:chOff x="3250176" y="2637183"/>
                  <a:chExt cx="178824" cy="146277"/>
                </a:xfrm>
              </p:grpSpPr>
              <p:grpSp>
                <p:nvGrpSpPr>
                  <p:cNvPr id="2018" name="그룹 2017">
                    <a:extLst>
                      <a:ext uri="{FF2B5EF4-FFF2-40B4-BE49-F238E27FC236}">
                        <a16:creationId xmlns:a16="http://schemas.microsoft.com/office/drawing/2014/main" id="{BD7B865A-B755-EDCD-6305-E85FA4C51AB6}"/>
                      </a:ext>
                    </a:extLst>
                  </p:cNvPr>
                  <p:cNvGrpSpPr/>
                  <p:nvPr/>
                </p:nvGrpSpPr>
                <p:grpSpPr>
                  <a:xfrm>
                    <a:off x="3250176" y="2637183"/>
                    <a:ext cx="178824" cy="144000"/>
                    <a:chOff x="5453592" y="2641965"/>
                    <a:chExt cx="178824" cy="144000"/>
                  </a:xfrm>
                </p:grpSpPr>
                <p:cxnSp>
                  <p:nvCxnSpPr>
                    <p:cNvPr id="2020" name="직선 연결선 2019">
                      <a:extLst>
                        <a:ext uri="{FF2B5EF4-FFF2-40B4-BE49-F238E27FC236}">
                          <a16:creationId xmlns:a16="http://schemas.microsoft.com/office/drawing/2014/main" id="{54675C21-8E47-238E-71FF-CBA85CD4F9D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21" name="직선 연결선 2020">
                      <a:extLst>
                        <a:ext uri="{FF2B5EF4-FFF2-40B4-BE49-F238E27FC236}">
                          <a16:creationId xmlns:a16="http://schemas.microsoft.com/office/drawing/2014/main" id="{BFDE9ACB-418C-0C22-5F9B-08BD91CF934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9" name="직선 연결선 2018">
                    <a:extLst>
                      <a:ext uri="{FF2B5EF4-FFF2-40B4-BE49-F238E27FC236}">
                        <a16:creationId xmlns:a16="http://schemas.microsoft.com/office/drawing/2014/main" id="{CE67300B-BCD6-02B7-73E5-9D1DC2B5DF1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7" name="직선 연결선 2016">
                  <a:extLst>
                    <a:ext uri="{FF2B5EF4-FFF2-40B4-BE49-F238E27FC236}">
                      <a16:creationId xmlns:a16="http://schemas.microsoft.com/office/drawing/2014/main" id="{59F8873F-279C-CF1B-A98F-64E64633771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03" name="그룹 2002">
                <a:extLst>
                  <a:ext uri="{FF2B5EF4-FFF2-40B4-BE49-F238E27FC236}">
                    <a16:creationId xmlns:a16="http://schemas.microsoft.com/office/drawing/2014/main" id="{6690FBA8-C566-2E5B-B496-19C09597E7F1}"/>
                  </a:ext>
                </a:extLst>
              </p:cNvPr>
              <p:cNvGrpSpPr/>
              <p:nvPr/>
            </p:nvGrpSpPr>
            <p:grpSpPr>
              <a:xfrm>
                <a:off x="5418847" y="8892274"/>
                <a:ext cx="101416" cy="146277"/>
                <a:chOff x="4545844" y="3971199"/>
                <a:chExt cx="101416" cy="146277"/>
              </a:xfrm>
            </p:grpSpPr>
            <p:grpSp>
              <p:nvGrpSpPr>
                <p:cNvPr id="2010" name="그룹 2009">
                  <a:extLst>
                    <a:ext uri="{FF2B5EF4-FFF2-40B4-BE49-F238E27FC236}">
                      <a16:creationId xmlns:a16="http://schemas.microsoft.com/office/drawing/2014/main" id="{1A98B6C8-B1EF-BDB3-4CA5-DDDDEA405AFE}"/>
                    </a:ext>
                  </a:extLst>
                </p:cNvPr>
                <p:cNvGrpSpPr/>
                <p:nvPr/>
              </p:nvGrpSpPr>
              <p:grpSpPr>
                <a:xfrm>
                  <a:off x="4545844" y="3971199"/>
                  <a:ext cx="35826" cy="146277"/>
                  <a:chOff x="3250176" y="2637183"/>
                  <a:chExt cx="178824" cy="146277"/>
                </a:xfrm>
              </p:grpSpPr>
              <p:grpSp>
                <p:nvGrpSpPr>
                  <p:cNvPr id="2012" name="그룹 2011">
                    <a:extLst>
                      <a:ext uri="{FF2B5EF4-FFF2-40B4-BE49-F238E27FC236}">
                        <a16:creationId xmlns:a16="http://schemas.microsoft.com/office/drawing/2014/main" id="{E51D681E-28E2-5ADB-55C7-793B9BCB16F0}"/>
                      </a:ext>
                    </a:extLst>
                  </p:cNvPr>
                  <p:cNvGrpSpPr/>
                  <p:nvPr/>
                </p:nvGrpSpPr>
                <p:grpSpPr>
                  <a:xfrm>
                    <a:off x="3250176" y="2637183"/>
                    <a:ext cx="178824" cy="144000"/>
                    <a:chOff x="5453592" y="2641965"/>
                    <a:chExt cx="178824" cy="144000"/>
                  </a:xfrm>
                </p:grpSpPr>
                <p:cxnSp>
                  <p:nvCxnSpPr>
                    <p:cNvPr id="2014" name="직선 연결선 2013">
                      <a:extLst>
                        <a:ext uri="{FF2B5EF4-FFF2-40B4-BE49-F238E27FC236}">
                          <a16:creationId xmlns:a16="http://schemas.microsoft.com/office/drawing/2014/main" id="{C1F205BA-0EAD-4C40-5F64-13D53001B2C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15" name="직선 연결선 2014">
                      <a:extLst>
                        <a:ext uri="{FF2B5EF4-FFF2-40B4-BE49-F238E27FC236}">
                          <a16:creationId xmlns:a16="http://schemas.microsoft.com/office/drawing/2014/main" id="{13F433F6-0E6F-AC07-8E33-BCAA69E8DD6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3" name="직선 연결선 2012">
                    <a:extLst>
                      <a:ext uri="{FF2B5EF4-FFF2-40B4-BE49-F238E27FC236}">
                        <a16:creationId xmlns:a16="http://schemas.microsoft.com/office/drawing/2014/main" id="{0D5F8368-AB3D-5F8E-F91B-D657B239AD4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1" name="직선 연결선 2010">
                  <a:extLst>
                    <a:ext uri="{FF2B5EF4-FFF2-40B4-BE49-F238E27FC236}">
                      <a16:creationId xmlns:a16="http://schemas.microsoft.com/office/drawing/2014/main" id="{C0A92582-689F-5522-BB45-D82C04EB5CB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04" name="그룹 2003">
                <a:extLst>
                  <a:ext uri="{FF2B5EF4-FFF2-40B4-BE49-F238E27FC236}">
                    <a16:creationId xmlns:a16="http://schemas.microsoft.com/office/drawing/2014/main" id="{4F18D572-DC32-3E4F-BAE1-8BA2A822B7C8}"/>
                  </a:ext>
                </a:extLst>
              </p:cNvPr>
              <p:cNvGrpSpPr/>
              <p:nvPr/>
            </p:nvGrpSpPr>
            <p:grpSpPr>
              <a:xfrm>
                <a:off x="5309841" y="8892057"/>
                <a:ext cx="72000" cy="146277"/>
                <a:chOff x="3250176" y="2637183"/>
                <a:chExt cx="179694" cy="146277"/>
              </a:xfrm>
            </p:grpSpPr>
            <p:grpSp>
              <p:nvGrpSpPr>
                <p:cNvPr id="2006" name="그룹 2005">
                  <a:extLst>
                    <a:ext uri="{FF2B5EF4-FFF2-40B4-BE49-F238E27FC236}">
                      <a16:creationId xmlns:a16="http://schemas.microsoft.com/office/drawing/2014/main" id="{DB306CBB-E6EA-BE8A-B668-3A1290ACF66A}"/>
                    </a:ext>
                  </a:extLst>
                </p:cNvPr>
                <p:cNvGrpSpPr/>
                <p:nvPr/>
              </p:nvGrpSpPr>
              <p:grpSpPr>
                <a:xfrm>
                  <a:off x="3250176" y="2637183"/>
                  <a:ext cx="178824" cy="144000"/>
                  <a:chOff x="5453592" y="2641965"/>
                  <a:chExt cx="178824" cy="144000"/>
                </a:xfrm>
              </p:grpSpPr>
              <p:cxnSp>
                <p:nvCxnSpPr>
                  <p:cNvPr id="2008" name="직선 연결선 2007">
                    <a:extLst>
                      <a:ext uri="{FF2B5EF4-FFF2-40B4-BE49-F238E27FC236}">
                        <a16:creationId xmlns:a16="http://schemas.microsoft.com/office/drawing/2014/main" id="{9169702C-00E6-1E34-AA96-82EED0E2DFB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09" name="직선 연결선 2008">
                    <a:extLst>
                      <a:ext uri="{FF2B5EF4-FFF2-40B4-BE49-F238E27FC236}">
                        <a16:creationId xmlns:a16="http://schemas.microsoft.com/office/drawing/2014/main" id="{3135D5CA-BC78-CF8E-0E59-75AAC76F304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07" name="직선 연결선 2006">
                  <a:extLst>
                    <a:ext uri="{FF2B5EF4-FFF2-40B4-BE49-F238E27FC236}">
                      <a16:creationId xmlns:a16="http://schemas.microsoft.com/office/drawing/2014/main" id="{A2A4B1A5-AAB2-384A-1CE0-64B448FA90A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05" name="직선 연결선 2004">
                <a:extLst>
                  <a:ext uri="{FF2B5EF4-FFF2-40B4-BE49-F238E27FC236}">
                    <a16:creationId xmlns:a16="http://schemas.microsoft.com/office/drawing/2014/main" id="{40BC28E6-B4CF-F546-49DF-D1B835EEC7FF}"/>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46" name="그룹 2045">
              <a:extLst>
                <a:ext uri="{FF2B5EF4-FFF2-40B4-BE49-F238E27FC236}">
                  <a16:creationId xmlns:a16="http://schemas.microsoft.com/office/drawing/2014/main" id="{7991A562-F439-536D-9442-E0019A996637}"/>
                </a:ext>
              </a:extLst>
            </p:cNvPr>
            <p:cNvGrpSpPr/>
            <p:nvPr/>
          </p:nvGrpSpPr>
          <p:grpSpPr>
            <a:xfrm>
              <a:off x="2825416" y="8060501"/>
              <a:ext cx="846363" cy="149365"/>
              <a:chOff x="4673900" y="8890453"/>
              <a:chExt cx="846363" cy="149365"/>
            </a:xfrm>
          </p:grpSpPr>
          <p:grpSp>
            <p:nvGrpSpPr>
              <p:cNvPr id="2047" name="그룹 2046">
                <a:extLst>
                  <a:ext uri="{FF2B5EF4-FFF2-40B4-BE49-F238E27FC236}">
                    <a16:creationId xmlns:a16="http://schemas.microsoft.com/office/drawing/2014/main" id="{386BE09D-A0E4-52CE-894C-03430FF0E3E7}"/>
                  </a:ext>
                </a:extLst>
              </p:cNvPr>
              <p:cNvGrpSpPr/>
              <p:nvPr/>
            </p:nvGrpSpPr>
            <p:grpSpPr>
              <a:xfrm>
                <a:off x="4673900" y="8891937"/>
                <a:ext cx="72000" cy="146277"/>
                <a:chOff x="3250176" y="2637183"/>
                <a:chExt cx="179694" cy="146277"/>
              </a:xfrm>
            </p:grpSpPr>
            <p:grpSp>
              <p:nvGrpSpPr>
                <p:cNvPr id="2095" name="그룹 2094">
                  <a:extLst>
                    <a:ext uri="{FF2B5EF4-FFF2-40B4-BE49-F238E27FC236}">
                      <a16:creationId xmlns:a16="http://schemas.microsoft.com/office/drawing/2014/main" id="{C6E123CE-6246-D57C-3941-C684E0239ACF}"/>
                    </a:ext>
                  </a:extLst>
                </p:cNvPr>
                <p:cNvGrpSpPr/>
                <p:nvPr/>
              </p:nvGrpSpPr>
              <p:grpSpPr>
                <a:xfrm>
                  <a:off x="3250176" y="2637183"/>
                  <a:ext cx="178824" cy="144000"/>
                  <a:chOff x="5453592" y="2641965"/>
                  <a:chExt cx="178824" cy="144000"/>
                </a:xfrm>
              </p:grpSpPr>
              <p:cxnSp>
                <p:nvCxnSpPr>
                  <p:cNvPr id="2097" name="직선 연결선 2096">
                    <a:extLst>
                      <a:ext uri="{FF2B5EF4-FFF2-40B4-BE49-F238E27FC236}">
                        <a16:creationId xmlns:a16="http://schemas.microsoft.com/office/drawing/2014/main" id="{5D514CA4-D78A-2B06-DDD8-185FAD74A1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98" name="직선 연결선 2097">
                    <a:extLst>
                      <a:ext uri="{FF2B5EF4-FFF2-40B4-BE49-F238E27FC236}">
                        <a16:creationId xmlns:a16="http://schemas.microsoft.com/office/drawing/2014/main" id="{BDD03790-481A-3177-5C95-0963B231B38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6" name="직선 연결선 2095">
                  <a:extLst>
                    <a:ext uri="{FF2B5EF4-FFF2-40B4-BE49-F238E27FC236}">
                      <a16:creationId xmlns:a16="http://schemas.microsoft.com/office/drawing/2014/main" id="{CAE050CA-063F-7C6F-3CBF-EC70F9CC3B3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48" name="직선 연결선 2047">
                <a:extLst>
                  <a:ext uri="{FF2B5EF4-FFF2-40B4-BE49-F238E27FC236}">
                    <a16:creationId xmlns:a16="http://schemas.microsoft.com/office/drawing/2014/main" id="{E4FD51A8-9EDD-9B1F-0A04-4027D671CBE1}"/>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49" name="그룹 2048">
                <a:extLst>
                  <a:ext uri="{FF2B5EF4-FFF2-40B4-BE49-F238E27FC236}">
                    <a16:creationId xmlns:a16="http://schemas.microsoft.com/office/drawing/2014/main" id="{18902453-3381-940A-754D-D294DBFB2A5F}"/>
                  </a:ext>
                </a:extLst>
              </p:cNvPr>
              <p:cNvGrpSpPr/>
              <p:nvPr/>
            </p:nvGrpSpPr>
            <p:grpSpPr>
              <a:xfrm>
                <a:off x="4780809" y="8891329"/>
                <a:ext cx="101416" cy="146277"/>
                <a:chOff x="4545844" y="3971199"/>
                <a:chExt cx="101416" cy="146277"/>
              </a:xfrm>
            </p:grpSpPr>
            <p:grpSp>
              <p:nvGrpSpPr>
                <p:cNvPr id="2089" name="그룹 2088">
                  <a:extLst>
                    <a:ext uri="{FF2B5EF4-FFF2-40B4-BE49-F238E27FC236}">
                      <a16:creationId xmlns:a16="http://schemas.microsoft.com/office/drawing/2014/main" id="{33B519A7-4E58-66D4-46E7-56985E7231FF}"/>
                    </a:ext>
                  </a:extLst>
                </p:cNvPr>
                <p:cNvGrpSpPr/>
                <p:nvPr/>
              </p:nvGrpSpPr>
              <p:grpSpPr>
                <a:xfrm>
                  <a:off x="4545844" y="3971199"/>
                  <a:ext cx="35826" cy="146277"/>
                  <a:chOff x="3250176" y="2637183"/>
                  <a:chExt cx="178824" cy="146277"/>
                </a:xfrm>
              </p:grpSpPr>
              <p:grpSp>
                <p:nvGrpSpPr>
                  <p:cNvPr id="2091" name="그룹 2090">
                    <a:extLst>
                      <a:ext uri="{FF2B5EF4-FFF2-40B4-BE49-F238E27FC236}">
                        <a16:creationId xmlns:a16="http://schemas.microsoft.com/office/drawing/2014/main" id="{D756FD59-54DF-91E5-B04C-3BBCAB56C848}"/>
                      </a:ext>
                    </a:extLst>
                  </p:cNvPr>
                  <p:cNvGrpSpPr/>
                  <p:nvPr/>
                </p:nvGrpSpPr>
                <p:grpSpPr>
                  <a:xfrm>
                    <a:off x="3250176" y="2637183"/>
                    <a:ext cx="178824" cy="144000"/>
                    <a:chOff x="5453592" y="2641965"/>
                    <a:chExt cx="178824" cy="144000"/>
                  </a:xfrm>
                </p:grpSpPr>
                <p:cxnSp>
                  <p:nvCxnSpPr>
                    <p:cNvPr id="2093" name="직선 연결선 2092">
                      <a:extLst>
                        <a:ext uri="{FF2B5EF4-FFF2-40B4-BE49-F238E27FC236}">
                          <a16:creationId xmlns:a16="http://schemas.microsoft.com/office/drawing/2014/main" id="{8CF519E2-AA72-1ABB-EC50-33C6CA0CA6E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94" name="직선 연결선 2093">
                      <a:extLst>
                        <a:ext uri="{FF2B5EF4-FFF2-40B4-BE49-F238E27FC236}">
                          <a16:creationId xmlns:a16="http://schemas.microsoft.com/office/drawing/2014/main" id="{D8A0E920-8326-83D9-D1B7-B13337B18EF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2" name="직선 연결선 2091">
                    <a:extLst>
                      <a:ext uri="{FF2B5EF4-FFF2-40B4-BE49-F238E27FC236}">
                        <a16:creationId xmlns:a16="http://schemas.microsoft.com/office/drawing/2014/main" id="{EDD1D734-9C63-A028-352F-AD4D59CDACC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0" name="직선 연결선 2089">
                  <a:extLst>
                    <a:ext uri="{FF2B5EF4-FFF2-40B4-BE49-F238E27FC236}">
                      <a16:creationId xmlns:a16="http://schemas.microsoft.com/office/drawing/2014/main" id="{E246DC21-A4FF-399B-E552-F5A7A32C188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0" name="그룹 2049">
                <a:extLst>
                  <a:ext uri="{FF2B5EF4-FFF2-40B4-BE49-F238E27FC236}">
                    <a16:creationId xmlns:a16="http://schemas.microsoft.com/office/drawing/2014/main" id="{769BE7D0-DA33-7655-A839-96AB54D8DB50}"/>
                  </a:ext>
                </a:extLst>
              </p:cNvPr>
              <p:cNvGrpSpPr/>
              <p:nvPr/>
            </p:nvGrpSpPr>
            <p:grpSpPr>
              <a:xfrm>
                <a:off x="4995993" y="8891419"/>
                <a:ext cx="101416" cy="146277"/>
                <a:chOff x="4545844" y="3971199"/>
                <a:chExt cx="101416" cy="146277"/>
              </a:xfrm>
            </p:grpSpPr>
            <p:grpSp>
              <p:nvGrpSpPr>
                <p:cNvPr id="2083" name="그룹 2082">
                  <a:extLst>
                    <a:ext uri="{FF2B5EF4-FFF2-40B4-BE49-F238E27FC236}">
                      <a16:creationId xmlns:a16="http://schemas.microsoft.com/office/drawing/2014/main" id="{2929C24C-3C28-F4B5-2154-3895B11E1EE4}"/>
                    </a:ext>
                  </a:extLst>
                </p:cNvPr>
                <p:cNvGrpSpPr/>
                <p:nvPr/>
              </p:nvGrpSpPr>
              <p:grpSpPr>
                <a:xfrm>
                  <a:off x="4545844" y="3971199"/>
                  <a:ext cx="35826" cy="146277"/>
                  <a:chOff x="3250176" y="2637183"/>
                  <a:chExt cx="178824" cy="146277"/>
                </a:xfrm>
              </p:grpSpPr>
              <p:grpSp>
                <p:nvGrpSpPr>
                  <p:cNvPr id="2085" name="그룹 2084">
                    <a:extLst>
                      <a:ext uri="{FF2B5EF4-FFF2-40B4-BE49-F238E27FC236}">
                        <a16:creationId xmlns:a16="http://schemas.microsoft.com/office/drawing/2014/main" id="{D5B73E9E-3E70-364B-6AD0-6D47E8A6BFE0}"/>
                      </a:ext>
                    </a:extLst>
                  </p:cNvPr>
                  <p:cNvGrpSpPr/>
                  <p:nvPr/>
                </p:nvGrpSpPr>
                <p:grpSpPr>
                  <a:xfrm>
                    <a:off x="3250176" y="2637183"/>
                    <a:ext cx="178824" cy="144000"/>
                    <a:chOff x="5453592" y="2641965"/>
                    <a:chExt cx="178824" cy="144000"/>
                  </a:xfrm>
                </p:grpSpPr>
                <p:cxnSp>
                  <p:nvCxnSpPr>
                    <p:cNvPr id="2087" name="직선 연결선 2086">
                      <a:extLst>
                        <a:ext uri="{FF2B5EF4-FFF2-40B4-BE49-F238E27FC236}">
                          <a16:creationId xmlns:a16="http://schemas.microsoft.com/office/drawing/2014/main" id="{02B7FB1E-1804-D629-4817-927BEDAD6B1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88" name="직선 연결선 2087">
                      <a:extLst>
                        <a:ext uri="{FF2B5EF4-FFF2-40B4-BE49-F238E27FC236}">
                          <a16:creationId xmlns:a16="http://schemas.microsoft.com/office/drawing/2014/main" id="{A6CEE1A2-F1E5-966C-B05A-05C0EF9F279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86" name="직선 연결선 2085">
                    <a:extLst>
                      <a:ext uri="{FF2B5EF4-FFF2-40B4-BE49-F238E27FC236}">
                        <a16:creationId xmlns:a16="http://schemas.microsoft.com/office/drawing/2014/main" id="{8E118FE1-B5D3-921F-2CDF-100A0D26E2A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84" name="직선 연결선 2083">
                  <a:extLst>
                    <a:ext uri="{FF2B5EF4-FFF2-40B4-BE49-F238E27FC236}">
                      <a16:creationId xmlns:a16="http://schemas.microsoft.com/office/drawing/2014/main" id="{8F17722C-9E6F-5FB7-B657-71BC1893AA07}"/>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1" name="그룹 2050">
                <a:extLst>
                  <a:ext uri="{FF2B5EF4-FFF2-40B4-BE49-F238E27FC236}">
                    <a16:creationId xmlns:a16="http://schemas.microsoft.com/office/drawing/2014/main" id="{48EC6A79-9444-4264-4065-290C21A11589}"/>
                  </a:ext>
                </a:extLst>
              </p:cNvPr>
              <p:cNvGrpSpPr/>
              <p:nvPr/>
            </p:nvGrpSpPr>
            <p:grpSpPr>
              <a:xfrm>
                <a:off x="4886987" y="8893541"/>
                <a:ext cx="72000" cy="146277"/>
                <a:chOff x="3250176" y="2637183"/>
                <a:chExt cx="179694" cy="146277"/>
              </a:xfrm>
            </p:grpSpPr>
            <p:grpSp>
              <p:nvGrpSpPr>
                <p:cNvPr id="2079" name="그룹 2078">
                  <a:extLst>
                    <a:ext uri="{FF2B5EF4-FFF2-40B4-BE49-F238E27FC236}">
                      <a16:creationId xmlns:a16="http://schemas.microsoft.com/office/drawing/2014/main" id="{7EA85D8B-50EC-5D61-E191-087D1DC5F885}"/>
                    </a:ext>
                  </a:extLst>
                </p:cNvPr>
                <p:cNvGrpSpPr/>
                <p:nvPr/>
              </p:nvGrpSpPr>
              <p:grpSpPr>
                <a:xfrm>
                  <a:off x="3250176" y="2637183"/>
                  <a:ext cx="178824" cy="144000"/>
                  <a:chOff x="5453592" y="2641965"/>
                  <a:chExt cx="178824" cy="144000"/>
                </a:xfrm>
              </p:grpSpPr>
              <p:cxnSp>
                <p:nvCxnSpPr>
                  <p:cNvPr id="2081" name="직선 연결선 2080">
                    <a:extLst>
                      <a:ext uri="{FF2B5EF4-FFF2-40B4-BE49-F238E27FC236}">
                        <a16:creationId xmlns:a16="http://schemas.microsoft.com/office/drawing/2014/main" id="{B5AB9403-2816-E4FE-A59E-EAC6742C558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82" name="직선 연결선 2081">
                    <a:extLst>
                      <a:ext uri="{FF2B5EF4-FFF2-40B4-BE49-F238E27FC236}">
                        <a16:creationId xmlns:a16="http://schemas.microsoft.com/office/drawing/2014/main" id="{2ACC3C74-022B-7454-1E3C-5B564EEDDB9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80" name="직선 연결선 2079">
                  <a:extLst>
                    <a:ext uri="{FF2B5EF4-FFF2-40B4-BE49-F238E27FC236}">
                      <a16:creationId xmlns:a16="http://schemas.microsoft.com/office/drawing/2014/main" id="{40D0348E-CDF1-BF38-46FC-110AC367AB7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52" name="직선 연결선 2051">
                <a:extLst>
                  <a:ext uri="{FF2B5EF4-FFF2-40B4-BE49-F238E27FC236}">
                    <a16:creationId xmlns:a16="http://schemas.microsoft.com/office/drawing/2014/main" id="{DF2CE432-2B59-1081-E400-0FD44390085D}"/>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53" name="그룹 2052">
                <a:extLst>
                  <a:ext uri="{FF2B5EF4-FFF2-40B4-BE49-F238E27FC236}">
                    <a16:creationId xmlns:a16="http://schemas.microsoft.com/office/drawing/2014/main" id="{FDF5CDFD-5996-1BD2-F631-C7331EEFDA51}"/>
                  </a:ext>
                </a:extLst>
              </p:cNvPr>
              <p:cNvGrpSpPr/>
              <p:nvPr/>
            </p:nvGrpSpPr>
            <p:grpSpPr>
              <a:xfrm>
                <a:off x="5096754" y="8890453"/>
                <a:ext cx="72000" cy="146277"/>
                <a:chOff x="3250176" y="2637183"/>
                <a:chExt cx="179694" cy="146277"/>
              </a:xfrm>
            </p:grpSpPr>
            <p:grpSp>
              <p:nvGrpSpPr>
                <p:cNvPr id="2075" name="그룹 2074">
                  <a:extLst>
                    <a:ext uri="{FF2B5EF4-FFF2-40B4-BE49-F238E27FC236}">
                      <a16:creationId xmlns:a16="http://schemas.microsoft.com/office/drawing/2014/main" id="{D3A4718B-27A0-71D0-4D88-60F3D8895FED}"/>
                    </a:ext>
                  </a:extLst>
                </p:cNvPr>
                <p:cNvGrpSpPr/>
                <p:nvPr/>
              </p:nvGrpSpPr>
              <p:grpSpPr>
                <a:xfrm>
                  <a:off x="3250176" y="2637183"/>
                  <a:ext cx="178824" cy="144000"/>
                  <a:chOff x="5453592" y="2641965"/>
                  <a:chExt cx="178824" cy="144000"/>
                </a:xfrm>
              </p:grpSpPr>
              <p:cxnSp>
                <p:nvCxnSpPr>
                  <p:cNvPr id="2077" name="직선 연결선 2076">
                    <a:extLst>
                      <a:ext uri="{FF2B5EF4-FFF2-40B4-BE49-F238E27FC236}">
                        <a16:creationId xmlns:a16="http://schemas.microsoft.com/office/drawing/2014/main" id="{E273FCE2-F814-5E24-A1CC-DD9D4573994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78" name="직선 연결선 2077">
                    <a:extLst>
                      <a:ext uri="{FF2B5EF4-FFF2-40B4-BE49-F238E27FC236}">
                        <a16:creationId xmlns:a16="http://schemas.microsoft.com/office/drawing/2014/main" id="{FB418269-3F7D-F6BE-B973-1FBFE9805EF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76" name="직선 연결선 2075">
                  <a:extLst>
                    <a:ext uri="{FF2B5EF4-FFF2-40B4-BE49-F238E27FC236}">
                      <a16:creationId xmlns:a16="http://schemas.microsoft.com/office/drawing/2014/main" id="{AC5BFA2A-D541-C05D-B8F3-A824A7CAA42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54" name="직선 연결선 2053">
                <a:extLst>
                  <a:ext uri="{FF2B5EF4-FFF2-40B4-BE49-F238E27FC236}">
                    <a16:creationId xmlns:a16="http://schemas.microsoft.com/office/drawing/2014/main" id="{E4E2601C-A228-6A0B-BA06-5549FB235400}"/>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55" name="그룹 2054">
                <a:extLst>
                  <a:ext uri="{FF2B5EF4-FFF2-40B4-BE49-F238E27FC236}">
                    <a16:creationId xmlns:a16="http://schemas.microsoft.com/office/drawing/2014/main" id="{380FF28F-4409-1CDA-5820-66933D3A635E}"/>
                  </a:ext>
                </a:extLst>
              </p:cNvPr>
              <p:cNvGrpSpPr/>
              <p:nvPr/>
            </p:nvGrpSpPr>
            <p:grpSpPr>
              <a:xfrm>
                <a:off x="5203663" y="8892184"/>
                <a:ext cx="101416" cy="146277"/>
                <a:chOff x="4545844" y="3971199"/>
                <a:chExt cx="101416" cy="146277"/>
              </a:xfrm>
            </p:grpSpPr>
            <p:grpSp>
              <p:nvGrpSpPr>
                <p:cNvPr id="2069" name="그룹 2068">
                  <a:extLst>
                    <a:ext uri="{FF2B5EF4-FFF2-40B4-BE49-F238E27FC236}">
                      <a16:creationId xmlns:a16="http://schemas.microsoft.com/office/drawing/2014/main" id="{1B3875EC-1DC5-C8C9-0642-DF02729C0685}"/>
                    </a:ext>
                  </a:extLst>
                </p:cNvPr>
                <p:cNvGrpSpPr/>
                <p:nvPr/>
              </p:nvGrpSpPr>
              <p:grpSpPr>
                <a:xfrm>
                  <a:off x="4545844" y="3971199"/>
                  <a:ext cx="35826" cy="146277"/>
                  <a:chOff x="3250176" y="2637183"/>
                  <a:chExt cx="178824" cy="146277"/>
                </a:xfrm>
              </p:grpSpPr>
              <p:grpSp>
                <p:nvGrpSpPr>
                  <p:cNvPr id="2071" name="그룹 2070">
                    <a:extLst>
                      <a:ext uri="{FF2B5EF4-FFF2-40B4-BE49-F238E27FC236}">
                        <a16:creationId xmlns:a16="http://schemas.microsoft.com/office/drawing/2014/main" id="{865B6872-1A61-BA4C-B9DD-3337A967BD61}"/>
                      </a:ext>
                    </a:extLst>
                  </p:cNvPr>
                  <p:cNvGrpSpPr/>
                  <p:nvPr/>
                </p:nvGrpSpPr>
                <p:grpSpPr>
                  <a:xfrm>
                    <a:off x="3250176" y="2637183"/>
                    <a:ext cx="178824" cy="144000"/>
                    <a:chOff x="5453592" y="2641965"/>
                    <a:chExt cx="178824" cy="144000"/>
                  </a:xfrm>
                </p:grpSpPr>
                <p:cxnSp>
                  <p:nvCxnSpPr>
                    <p:cNvPr id="2073" name="직선 연결선 2072">
                      <a:extLst>
                        <a:ext uri="{FF2B5EF4-FFF2-40B4-BE49-F238E27FC236}">
                          <a16:creationId xmlns:a16="http://schemas.microsoft.com/office/drawing/2014/main" id="{ABBD82C0-2E32-381F-6821-04FF0EE4256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74" name="직선 연결선 2073">
                      <a:extLst>
                        <a:ext uri="{FF2B5EF4-FFF2-40B4-BE49-F238E27FC236}">
                          <a16:creationId xmlns:a16="http://schemas.microsoft.com/office/drawing/2014/main" id="{894D60D0-CBE0-9E2F-8027-0CDED01B50C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72" name="직선 연결선 2071">
                    <a:extLst>
                      <a:ext uri="{FF2B5EF4-FFF2-40B4-BE49-F238E27FC236}">
                        <a16:creationId xmlns:a16="http://schemas.microsoft.com/office/drawing/2014/main" id="{A5A1E0A5-C23E-AAE6-6094-4B035EBC80A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70" name="직선 연결선 2069">
                  <a:extLst>
                    <a:ext uri="{FF2B5EF4-FFF2-40B4-BE49-F238E27FC236}">
                      <a16:creationId xmlns:a16="http://schemas.microsoft.com/office/drawing/2014/main" id="{8F1C2C00-58EB-188C-EAF2-2BCD7FC57A9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6" name="그룹 2055">
                <a:extLst>
                  <a:ext uri="{FF2B5EF4-FFF2-40B4-BE49-F238E27FC236}">
                    <a16:creationId xmlns:a16="http://schemas.microsoft.com/office/drawing/2014/main" id="{9FDDB01D-0E60-F09F-9BD1-0283C871F24F}"/>
                  </a:ext>
                </a:extLst>
              </p:cNvPr>
              <p:cNvGrpSpPr/>
              <p:nvPr/>
            </p:nvGrpSpPr>
            <p:grpSpPr>
              <a:xfrm>
                <a:off x="5418847" y="8892274"/>
                <a:ext cx="101416" cy="146277"/>
                <a:chOff x="4545844" y="3971199"/>
                <a:chExt cx="101416" cy="146277"/>
              </a:xfrm>
            </p:grpSpPr>
            <p:grpSp>
              <p:nvGrpSpPr>
                <p:cNvPr id="2063" name="그룹 2062">
                  <a:extLst>
                    <a:ext uri="{FF2B5EF4-FFF2-40B4-BE49-F238E27FC236}">
                      <a16:creationId xmlns:a16="http://schemas.microsoft.com/office/drawing/2014/main" id="{05E37435-049C-13EF-1ECC-50210D10747D}"/>
                    </a:ext>
                  </a:extLst>
                </p:cNvPr>
                <p:cNvGrpSpPr/>
                <p:nvPr/>
              </p:nvGrpSpPr>
              <p:grpSpPr>
                <a:xfrm>
                  <a:off x="4545844" y="3971199"/>
                  <a:ext cx="35826" cy="146277"/>
                  <a:chOff x="3250176" y="2637183"/>
                  <a:chExt cx="178824" cy="146277"/>
                </a:xfrm>
              </p:grpSpPr>
              <p:grpSp>
                <p:nvGrpSpPr>
                  <p:cNvPr id="2065" name="그룹 2064">
                    <a:extLst>
                      <a:ext uri="{FF2B5EF4-FFF2-40B4-BE49-F238E27FC236}">
                        <a16:creationId xmlns:a16="http://schemas.microsoft.com/office/drawing/2014/main" id="{AC59F45F-128C-A7D4-A2E0-83D999C88B2F}"/>
                      </a:ext>
                    </a:extLst>
                  </p:cNvPr>
                  <p:cNvGrpSpPr/>
                  <p:nvPr/>
                </p:nvGrpSpPr>
                <p:grpSpPr>
                  <a:xfrm>
                    <a:off x="3250176" y="2637183"/>
                    <a:ext cx="178824" cy="144000"/>
                    <a:chOff x="5453592" y="2641965"/>
                    <a:chExt cx="178824" cy="144000"/>
                  </a:xfrm>
                </p:grpSpPr>
                <p:cxnSp>
                  <p:nvCxnSpPr>
                    <p:cNvPr id="2067" name="직선 연결선 2066">
                      <a:extLst>
                        <a:ext uri="{FF2B5EF4-FFF2-40B4-BE49-F238E27FC236}">
                          <a16:creationId xmlns:a16="http://schemas.microsoft.com/office/drawing/2014/main" id="{2D7FD7EA-B971-1FB1-0B52-7FB88B4E6AA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68" name="직선 연결선 2067">
                      <a:extLst>
                        <a:ext uri="{FF2B5EF4-FFF2-40B4-BE49-F238E27FC236}">
                          <a16:creationId xmlns:a16="http://schemas.microsoft.com/office/drawing/2014/main" id="{B8AA1A89-3774-0682-D155-CC7BFD23DA6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66" name="직선 연결선 2065">
                    <a:extLst>
                      <a:ext uri="{FF2B5EF4-FFF2-40B4-BE49-F238E27FC236}">
                        <a16:creationId xmlns:a16="http://schemas.microsoft.com/office/drawing/2014/main" id="{DCD0E622-18FF-C91F-A35C-82A82B0B4B7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64" name="직선 연결선 2063">
                  <a:extLst>
                    <a:ext uri="{FF2B5EF4-FFF2-40B4-BE49-F238E27FC236}">
                      <a16:creationId xmlns:a16="http://schemas.microsoft.com/office/drawing/2014/main" id="{28A7AB1C-52F9-C7B7-726B-879101804F0F}"/>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7" name="그룹 2056">
                <a:extLst>
                  <a:ext uri="{FF2B5EF4-FFF2-40B4-BE49-F238E27FC236}">
                    <a16:creationId xmlns:a16="http://schemas.microsoft.com/office/drawing/2014/main" id="{E59B849B-2BD7-FD9D-3623-1AF79E2D347A}"/>
                  </a:ext>
                </a:extLst>
              </p:cNvPr>
              <p:cNvGrpSpPr/>
              <p:nvPr/>
            </p:nvGrpSpPr>
            <p:grpSpPr>
              <a:xfrm>
                <a:off x="5309841" y="8892057"/>
                <a:ext cx="72000" cy="146277"/>
                <a:chOff x="3250176" y="2637183"/>
                <a:chExt cx="179694" cy="146277"/>
              </a:xfrm>
            </p:grpSpPr>
            <p:grpSp>
              <p:nvGrpSpPr>
                <p:cNvPr id="2059" name="그룹 2058">
                  <a:extLst>
                    <a:ext uri="{FF2B5EF4-FFF2-40B4-BE49-F238E27FC236}">
                      <a16:creationId xmlns:a16="http://schemas.microsoft.com/office/drawing/2014/main" id="{371088D8-CCA4-DAAE-36F0-EB4F20E43398}"/>
                    </a:ext>
                  </a:extLst>
                </p:cNvPr>
                <p:cNvGrpSpPr/>
                <p:nvPr/>
              </p:nvGrpSpPr>
              <p:grpSpPr>
                <a:xfrm>
                  <a:off x="3250176" y="2637183"/>
                  <a:ext cx="178824" cy="144000"/>
                  <a:chOff x="5453592" y="2641965"/>
                  <a:chExt cx="178824" cy="144000"/>
                </a:xfrm>
              </p:grpSpPr>
              <p:cxnSp>
                <p:nvCxnSpPr>
                  <p:cNvPr id="2061" name="직선 연결선 2060">
                    <a:extLst>
                      <a:ext uri="{FF2B5EF4-FFF2-40B4-BE49-F238E27FC236}">
                        <a16:creationId xmlns:a16="http://schemas.microsoft.com/office/drawing/2014/main" id="{82F046C7-7531-F3ED-B7D9-47936815535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62" name="직선 연결선 2061">
                    <a:extLst>
                      <a:ext uri="{FF2B5EF4-FFF2-40B4-BE49-F238E27FC236}">
                        <a16:creationId xmlns:a16="http://schemas.microsoft.com/office/drawing/2014/main" id="{2520EAE0-4F37-94D0-0CD9-A7305BC4C1B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60" name="직선 연결선 2059">
                  <a:extLst>
                    <a:ext uri="{FF2B5EF4-FFF2-40B4-BE49-F238E27FC236}">
                      <a16:creationId xmlns:a16="http://schemas.microsoft.com/office/drawing/2014/main" id="{1EF77DAF-07B6-8C03-41E0-79100A546B7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58" name="직선 연결선 2057">
                <a:extLst>
                  <a:ext uri="{FF2B5EF4-FFF2-40B4-BE49-F238E27FC236}">
                    <a16:creationId xmlns:a16="http://schemas.microsoft.com/office/drawing/2014/main" id="{A6450697-6C13-61BD-2084-C072C09A6360}"/>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9" name="직선 연결선 2098">
              <a:extLst>
                <a:ext uri="{FF2B5EF4-FFF2-40B4-BE49-F238E27FC236}">
                  <a16:creationId xmlns:a16="http://schemas.microsoft.com/office/drawing/2014/main" id="{5E797AD0-EEA5-9F79-93DF-AB519FEEAEED}"/>
                </a:ext>
              </a:extLst>
            </p:cNvPr>
            <p:cNvCxnSpPr/>
            <p:nvPr/>
          </p:nvCxnSpPr>
          <p:spPr>
            <a:xfrm>
              <a:off x="2825424" y="6995070"/>
              <a:ext cx="0" cy="1836000"/>
            </a:xfrm>
            <a:prstGeom prst="line">
              <a:avLst/>
            </a:prstGeom>
            <a:ln w="3175">
              <a:solidFill>
                <a:srgbClr val="0033CC"/>
              </a:solidFill>
              <a:prstDash val="dash"/>
            </a:ln>
          </p:spPr>
          <p:style>
            <a:lnRef idx="1">
              <a:schemeClr val="accent1"/>
            </a:lnRef>
            <a:fillRef idx="0">
              <a:schemeClr val="accent1"/>
            </a:fillRef>
            <a:effectRef idx="0">
              <a:schemeClr val="accent1"/>
            </a:effectRef>
            <a:fontRef idx="minor">
              <a:schemeClr val="tx1"/>
            </a:fontRef>
          </p:style>
        </p:cxnSp>
        <p:grpSp>
          <p:nvGrpSpPr>
            <p:cNvPr id="2102" name="그룹 2101">
              <a:extLst>
                <a:ext uri="{FF2B5EF4-FFF2-40B4-BE49-F238E27FC236}">
                  <a16:creationId xmlns:a16="http://schemas.microsoft.com/office/drawing/2014/main" id="{5B1882C2-D813-3888-B127-A2D75334EFEC}"/>
                </a:ext>
              </a:extLst>
            </p:cNvPr>
            <p:cNvGrpSpPr/>
            <p:nvPr/>
          </p:nvGrpSpPr>
          <p:grpSpPr>
            <a:xfrm>
              <a:off x="6073171" y="8616348"/>
              <a:ext cx="36000" cy="108000"/>
              <a:chOff x="2385358" y="4750780"/>
              <a:chExt cx="72460" cy="161138"/>
            </a:xfrm>
          </p:grpSpPr>
          <p:sp>
            <p:nvSpPr>
              <p:cNvPr id="2103" name="자유형: 도형 2102">
                <a:extLst>
                  <a:ext uri="{FF2B5EF4-FFF2-40B4-BE49-F238E27FC236}">
                    <a16:creationId xmlns:a16="http://schemas.microsoft.com/office/drawing/2014/main" id="{1DCC9C46-A668-ECD6-6A9A-E4B543AA0B2F}"/>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04" name="자유형: 도형 2103">
                <a:extLst>
                  <a:ext uri="{FF2B5EF4-FFF2-40B4-BE49-F238E27FC236}">
                    <a16:creationId xmlns:a16="http://schemas.microsoft.com/office/drawing/2014/main" id="{D8D5C2DA-2FF6-8426-7621-D6F8CBE0CAF3}"/>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05" name="그룹 2104">
              <a:extLst>
                <a:ext uri="{FF2B5EF4-FFF2-40B4-BE49-F238E27FC236}">
                  <a16:creationId xmlns:a16="http://schemas.microsoft.com/office/drawing/2014/main" id="{3B13110A-9438-95BB-D427-85BCBAA8A5BC}"/>
                </a:ext>
              </a:extLst>
            </p:cNvPr>
            <p:cNvGrpSpPr/>
            <p:nvPr/>
          </p:nvGrpSpPr>
          <p:grpSpPr>
            <a:xfrm>
              <a:off x="6070735" y="8365643"/>
              <a:ext cx="36000" cy="108000"/>
              <a:chOff x="2385358" y="4750780"/>
              <a:chExt cx="72460" cy="161138"/>
            </a:xfrm>
          </p:grpSpPr>
          <p:sp>
            <p:nvSpPr>
              <p:cNvPr id="2106" name="자유형: 도형 2105">
                <a:extLst>
                  <a:ext uri="{FF2B5EF4-FFF2-40B4-BE49-F238E27FC236}">
                    <a16:creationId xmlns:a16="http://schemas.microsoft.com/office/drawing/2014/main" id="{B9CBC85E-2529-B80E-47BA-8C515EDBA8DF}"/>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07" name="자유형: 도형 2106">
                <a:extLst>
                  <a:ext uri="{FF2B5EF4-FFF2-40B4-BE49-F238E27FC236}">
                    <a16:creationId xmlns:a16="http://schemas.microsoft.com/office/drawing/2014/main" id="{78422290-079A-ED29-AAA3-966DF51358DD}"/>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08" name="그룹 2107">
              <a:extLst>
                <a:ext uri="{FF2B5EF4-FFF2-40B4-BE49-F238E27FC236}">
                  <a16:creationId xmlns:a16="http://schemas.microsoft.com/office/drawing/2014/main" id="{44B6FDDA-0B73-D218-E2FA-53E9900A8546}"/>
                </a:ext>
              </a:extLst>
            </p:cNvPr>
            <p:cNvGrpSpPr/>
            <p:nvPr/>
          </p:nvGrpSpPr>
          <p:grpSpPr>
            <a:xfrm>
              <a:off x="6067743" y="8147586"/>
              <a:ext cx="36000" cy="108000"/>
              <a:chOff x="2385358" y="4750780"/>
              <a:chExt cx="72460" cy="161138"/>
            </a:xfrm>
          </p:grpSpPr>
          <p:sp>
            <p:nvSpPr>
              <p:cNvPr id="2109" name="자유형: 도형 2108">
                <a:extLst>
                  <a:ext uri="{FF2B5EF4-FFF2-40B4-BE49-F238E27FC236}">
                    <a16:creationId xmlns:a16="http://schemas.microsoft.com/office/drawing/2014/main" id="{48F11FB5-9EA3-2595-4C76-50BED5D6840B}"/>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10" name="자유형: 도형 2109">
                <a:extLst>
                  <a:ext uri="{FF2B5EF4-FFF2-40B4-BE49-F238E27FC236}">
                    <a16:creationId xmlns:a16="http://schemas.microsoft.com/office/drawing/2014/main" id="{07FEE108-6902-AC12-847D-4F3451A3F1B4}"/>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11" name="그룹 2110">
              <a:extLst>
                <a:ext uri="{FF2B5EF4-FFF2-40B4-BE49-F238E27FC236}">
                  <a16:creationId xmlns:a16="http://schemas.microsoft.com/office/drawing/2014/main" id="{BBECBA25-58AB-5E67-56E6-1B522986C26D}"/>
                </a:ext>
              </a:extLst>
            </p:cNvPr>
            <p:cNvGrpSpPr/>
            <p:nvPr/>
          </p:nvGrpSpPr>
          <p:grpSpPr>
            <a:xfrm>
              <a:off x="5187539" y="8526065"/>
              <a:ext cx="846363" cy="149365"/>
              <a:chOff x="4673900" y="8890453"/>
              <a:chExt cx="846363" cy="149365"/>
            </a:xfrm>
          </p:grpSpPr>
          <p:grpSp>
            <p:nvGrpSpPr>
              <p:cNvPr id="2112" name="그룹 2111">
                <a:extLst>
                  <a:ext uri="{FF2B5EF4-FFF2-40B4-BE49-F238E27FC236}">
                    <a16:creationId xmlns:a16="http://schemas.microsoft.com/office/drawing/2014/main" id="{0A704E4E-85A0-F517-E160-3EB33F3869D0}"/>
                  </a:ext>
                </a:extLst>
              </p:cNvPr>
              <p:cNvGrpSpPr/>
              <p:nvPr/>
            </p:nvGrpSpPr>
            <p:grpSpPr>
              <a:xfrm>
                <a:off x="4673900" y="8891937"/>
                <a:ext cx="72000" cy="146277"/>
                <a:chOff x="3250176" y="2637183"/>
                <a:chExt cx="179694" cy="146277"/>
              </a:xfrm>
            </p:grpSpPr>
            <p:grpSp>
              <p:nvGrpSpPr>
                <p:cNvPr id="2160" name="그룹 2159">
                  <a:extLst>
                    <a:ext uri="{FF2B5EF4-FFF2-40B4-BE49-F238E27FC236}">
                      <a16:creationId xmlns:a16="http://schemas.microsoft.com/office/drawing/2014/main" id="{FD471E3A-BAA9-B50F-0E20-F14295A7955C}"/>
                    </a:ext>
                  </a:extLst>
                </p:cNvPr>
                <p:cNvGrpSpPr/>
                <p:nvPr/>
              </p:nvGrpSpPr>
              <p:grpSpPr>
                <a:xfrm>
                  <a:off x="3250176" y="2637183"/>
                  <a:ext cx="178824" cy="144000"/>
                  <a:chOff x="5453592" y="2641965"/>
                  <a:chExt cx="178824" cy="144000"/>
                </a:xfrm>
              </p:grpSpPr>
              <p:cxnSp>
                <p:nvCxnSpPr>
                  <p:cNvPr id="2162" name="직선 연결선 2161">
                    <a:extLst>
                      <a:ext uri="{FF2B5EF4-FFF2-40B4-BE49-F238E27FC236}">
                        <a16:creationId xmlns:a16="http://schemas.microsoft.com/office/drawing/2014/main" id="{9FC200E5-2521-D253-3394-11E351BAED4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63" name="직선 연결선 2162">
                    <a:extLst>
                      <a:ext uri="{FF2B5EF4-FFF2-40B4-BE49-F238E27FC236}">
                        <a16:creationId xmlns:a16="http://schemas.microsoft.com/office/drawing/2014/main" id="{BF8EE1AC-0486-52AE-0A07-29A8BCD81AB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61" name="직선 연결선 2160">
                  <a:extLst>
                    <a:ext uri="{FF2B5EF4-FFF2-40B4-BE49-F238E27FC236}">
                      <a16:creationId xmlns:a16="http://schemas.microsoft.com/office/drawing/2014/main" id="{3AF94C04-9691-4971-8718-17770797FB6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13" name="직선 연결선 2112">
                <a:extLst>
                  <a:ext uri="{FF2B5EF4-FFF2-40B4-BE49-F238E27FC236}">
                    <a16:creationId xmlns:a16="http://schemas.microsoft.com/office/drawing/2014/main" id="{14ED4F90-D739-63A9-4EED-409C8C8718C6}"/>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14" name="그룹 2113">
                <a:extLst>
                  <a:ext uri="{FF2B5EF4-FFF2-40B4-BE49-F238E27FC236}">
                    <a16:creationId xmlns:a16="http://schemas.microsoft.com/office/drawing/2014/main" id="{92048424-0D2E-23BA-286D-7B39C7A458CD}"/>
                  </a:ext>
                </a:extLst>
              </p:cNvPr>
              <p:cNvGrpSpPr/>
              <p:nvPr/>
            </p:nvGrpSpPr>
            <p:grpSpPr>
              <a:xfrm>
                <a:off x="4780809" y="8891329"/>
                <a:ext cx="101416" cy="146277"/>
                <a:chOff x="4545844" y="3971199"/>
                <a:chExt cx="101416" cy="146277"/>
              </a:xfrm>
            </p:grpSpPr>
            <p:grpSp>
              <p:nvGrpSpPr>
                <p:cNvPr id="2154" name="그룹 2153">
                  <a:extLst>
                    <a:ext uri="{FF2B5EF4-FFF2-40B4-BE49-F238E27FC236}">
                      <a16:creationId xmlns:a16="http://schemas.microsoft.com/office/drawing/2014/main" id="{235CB7D5-603F-0421-1A89-EB182F9C054A}"/>
                    </a:ext>
                  </a:extLst>
                </p:cNvPr>
                <p:cNvGrpSpPr/>
                <p:nvPr/>
              </p:nvGrpSpPr>
              <p:grpSpPr>
                <a:xfrm>
                  <a:off x="4545844" y="3971199"/>
                  <a:ext cx="35826" cy="146277"/>
                  <a:chOff x="3250176" y="2637183"/>
                  <a:chExt cx="178824" cy="146277"/>
                </a:xfrm>
              </p:grpSpPr>
              <p:grpSp>
                <p:nvGrpSpPr>
                  <p:cNvPr id="2156" name="그룹 2155">
                    <a:extLst>
                      <a:ext uri="{FF2B5EF4-FFF2-40B4-BE49-F238E27FC236}">
                        <a16:creationId xmlns:a16="http://schemas.microsoft.com/office/drawing/2014/main" id="{DC441BA4-7028-282C-2219-F4DB5BECC86D}"/>
                      </a:ext>
                    </a:extLst>
                  </p:cNvPr>
                  <p:cNvGrpSpPr/>
                  <p:nvPr/>
                </p:nvGrpSpPr>
                <p:grpSpPr>
                  <a:xfrm>
                    <a:off x="3250176" y="2637183"/>
                    <a:ext cx="178824" cy="144000"/>
                    <a:chOff x="5453592" y="2641965"/>
                    <a:chExt cx="178824" cy="144000"/>
                  </a:xfrm>
                </p:grpSpPr>
                <p:cxnSp>
                  <p:nvCxnSpPr>
                    <p:cNvPr id="2158" name="직선 연결선 2157">
                      <a:extLst>
                        <a:ext uri="{FF2B5EF4-FFF2-40B4-BE49-F238E27FC236}">
                          <a16:creationId xmlns:a16="http://schemas.microsoft.com/office/drawing/2014/main" id="{429153F6-8284-6B9E-B3D5-B1B14489041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59" name="직선 연결선 2158">
                      <a:extLst>
                        <a:ext uri="{FF2B5EF4-FFF2-40B4-BE49-F238E27FC236}">
                          <a16:creationId xmlns:a16="http://schemas.microsoft.com/office/drawing/2014/main" id="{5E327682-A049-32E9-1871-804BB71CF93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57" name="직선 연결선 2156">
                    <a:extLst>
                      <a:ext uri="{FF2B5EF4-FFF2-40B4-BE49-F238E27FC236}">
                        <a16:creationId xmlns:a16="http://schemas.microsoft.com/office/drawing/2014/main" id="{FFD7E4D7-810A-B846-106D-9F1CC0000E8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55" name="직선 연결선 2154">
                  <a:extLst>
                    <a:ext uri="{FF2B5EF4-FFF2-40B4-BE49-F238E27FC236}">
                      <a16:creationId xmlns:a16="http://schemas.microsoft.com/office/drawing/2014/main" id="{354DB655-03DE-ED90-1FA4-0A25A1D8994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15" name="그룹 2114">
                <a:extLst>
                  <a:ext uri="{FF2B5EF4-FFF2-40B4-BE49-F238E27FC236}">
                    <a16:creationId xmlns:a16="http://schemas.microsoft.com/office/drawing/2014/main" id="{B2F85CF4-3621-2928-B09C-1E7B3811316A}"/>
                  </a:ext>
                </a:extLst>
              </p:cNvPr>
              <p:cNvGrpSpPr/>
              <p:nvPr/>
            </p:nvGrpSpPr>
            <p:grpSpPr>
              <a:xfrm>
                <a:off x="4995993" y="8891419"/>
                <a:ext cx="101416" cy="146277"/>
                <a:chOff x="4545844" y="3971199"/>
                <a:chExt cx="101416" cy="146277"/>
              </a:xfrm>
            </p:grpSpPr>
            <p:grpSp>
              <p:nvGrpSpPr>
                <p:cNvPr id="2148" name="그룹 2147">
                  <a:extLst>
                    <a:ext uri="{FF2B5EF4-FFF2-40B4-BE49-F238E27FC236}">
                      <a16:creationId xmlns:a16="http://schemas.microsoft.com/office/drawing/2014/main" id="{DBFE5DCC-E3B3-95BA-1A9D-CEDA707A7CCA}"/>
                    </a:ext>
                  </a:extLst>
                </p:cNvPr>
                <p:cNvGrpSpPr/>
                <p:nvPr/>
              </p:nvGrpSpPr>
              <p:grpSpPr>
                <a:xfrm>
                  <a:off x="4545844" y="3971199"/>
                  <a:ext cx="35826" cy="146277"/>
                  <a:chOff x="3250176" y="2637183"/>
                  <a:chExt cx="178824" cy="146277"/>
                </a:xfrm>
              </p:grpSpPr>
              <p:grpSp>
                <p:nvGrpSpPr>
                  <p:cNvPr id="2150" name="그룹 2149">
                    <a:extLst>
                      <a:ext uri="{FF2B5EF4-FFF2-40B4-BE49-F238E27FC236}">
                        <a16:creationId xmlns:a16="http://schemas.microsoft.com/office/drawing/2014/main" id="{80E8D522-F19D-BF8C-6741-4DE8B22DD39B}"/>
                      </a:ext>
                    </a:extLst>
                  </p:cNvPr>
                  <p:cNvGrpSpPr/>
                  <p:nvPr/>
                </p:nvGrpSpPr>
                <p:grpSpPr>
                  <a:xfrm>
                    <a:off x="3250176" y="2637183"/>
                    <a:ext cx="178824" cy="144000"/>
                    <a:chOff x="5453592" y="2641965"/>
                    <a:chExt cx="178824" cy="144000"/>
                  </a:xfrm>
                </p:grpSpPr>
                <p:cxnSp>
                  <p:nvCxnSpPr>
                    <p:cNvPr id="2152" name="직선 연결선 2151">
                      <a:extLst>
                        <a:ext uri="{FF2B5EF4-FFF2-40B4-BE49-F238E27FC236}">
                          <a16:creationId xmlns:a16="http://schemas.microsoft.com/office/drawing/2014/main" id="{BA2853D1-1F2D-D746-4E2B-9E5B5B72BFF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53" name="직선 연결선 2152">
                      <a:extLst>
                        <a:ext uri="{FF2B5EF4-FFF2-40B4-BE49-F238E27FC236}">
                          <a16:creationId xmlns:a16="http://schemas.microsoft.com/office/drawing/2014/main" id="{B9E06D67-8BD0-F8A0-6E52-7C7BDE44FD3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51" name="직선 연결선 2150">
                    <a:extLst>
                      <a:ext uri="{FF2B5EF4-FFF2-40B4-BE49-F238E27FC236}">
                        <a16:creationId xmlns:a16="http://schemas.microsoft.com/office/drawing/2014/main" id="{D786BD39-F991-74E3-D4DA-146459F0FAC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49" name="직선 연결선 2148">
                  <a:extLst>
                    <a:ext uri="{FF2B5EF4-FFF2-40B4-BE49-F238E27FC236}">
                      <a16:creationId xmlns:a16="http://schemas.microsoft.com/office/drawing/2014/main" id="{689A981E-B65A-2DBB-8AE5-7428A26F5FF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16" name="그룹 2115">
                <a:extLst>
                  <a:ext uri="{FF2B5EF4-FFF2-40B4-BE49-F238E27FC236}">
                    <a16:creationId xmlns:a16="http://schemas.microsoft.com/office/drawing/2014/main" id="{973E6909-A8B1-F6DE-26B1-6D8D59C02520}"/>
                  </a:ext>
                </a:extLst>
              </p:cNvPr>
              <p:cNvGrpSpPr/>
              <p:nvPr/>
            </p:nvGrpSpPr>
            <p:grpSpPr>
              <a:xfrm>
                <a:off x="4886987" y="8893541"/>
                <a:ext cx="72000" cy="146277"/>
                <a:chOff x="3250176" y="2637183"/>
                <a:chExt cx="179694" cy="146277"/>
              </a:xfrm>
            </p:grpSpPr>
            <p:grpSp>
              <p:nvGrpSpPr>
                <p:cNvPr id="2144" name="그룹 2143">
                  <a:extLst>
                    <a:ext uri="{FF2B5EF4-FFF2-40B4-BE49-F238E27FC236}">
                      <a16:creationId xmlns:a16="http://schemas.microsoft.com/office/drawing/2014/main" id="{A4938132-F657-6F18-A682-97D3F7D2FA16}"/>
                    </a:ext>
                  </a:extLst>
                </p:cNvPr>
                <p:cNvGrpSpPr/>
                <p:nvPr/>
              </p:nvGrpSpPr>
              <p:grpSpPr>
                <a:xfrm>
                  <a:off x="3250176" y="2637183"/>
                  <a:ext cx="178824" cy="144000"/>
                  <a:chOff x="5453592" y="2641965"/>
                  <a:chExt cx="178824" cy="144000"/>
                </a:xfrm>
              </p:grpSpPr>
              <p:cxnSp>
                <p:nvCxnSpPr>
                  <p:cNvPr id="2146" name="직선 연결선 2145">
                    <a:extLst>
                      <a:ext uri="{FF2B5EF4-FFF2-40B4-BE49-F238E27FC236}">
                        <a16:creationId xmlns:a16="http://schemas.microsoft.com/office/drawing/2014/main" id="{D6AD80D6-0879-5040-E984-5F66A02FACF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47" name="직선 연결선 2146">
                    <a:extLst>
                      <a:ext uri="{FF2B5EF4-FFF2-40B4-BE49-F238E27FC236}">
                        <a16:creationId xmlns:a16="http://schemas.microsoft.com/office/drawing/2014/main" id="{6B5537DE-7B0A-8A39-4EC7-78CD4255329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45" name="직선 연결선 2144">
                  <a:extLst>
                    <a:ext uri="{FF2B5EF4-FFF2-40B4-BE49-F238E27FC236}">
                      <a16:creationId xmlns:a16="http://schemas.microsoft.com/office/drawing/2014/main" id="{3BC1C784-5521-0944-78B8-889FF1BAC5F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17" name="직선 연결선 2116">
                <a:extLst>
                  <a:ext uri="{FF2B5EF4-FFF2-40B4-BE49-F238E27FC236}">
                    <a16:creationId xmlns:a16="http://schemas.microsoft.com/office/drawing/2014/main" id="{93CCE2B7-DAF8-FE42-7CE2-53732EBBBE95}"/>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18" name="그룹 2117">
                <a:extLst>
                  <a:ext uri="{FF2B5EF4-FFF2-40B4-BE49-F238E27FC236}">
                    <a16:creationId xmlns:a16="http://schemas.microsoft.com/office/drawing/2014/main" id="{FC75042B-95F0-030F-83BE-D48EC9FF2AFA}"/>
                  </a:ext>
                </a:extLst>
              </p:cNvPr>
              <p:cNvGrpSpPr/>
              <p:nvPr/>
            </p:nvGrpSpPr>
            <p:grpSpPr>
              <a:xfrm>
                <a:off x="5096754" y="8890453"/>
                <a:ext cx="72000" cy="146277"/>
                <a:chOff x="3250176" y="2637183"/>
                <a:chExt cx="179694" cy="146277"/>
              </a:xfrm>
            </p:grpSpPr>
            <p:grpSp>
              <p:nvGrpSpPr>
                <p:cNvPr id="2140" name="그룹 2139">
                  <a:extLst>
                    <a:ext uri="{FF2B5EF4-FFF2-40B4-BE49-F238E27FC236}">
                      <a16:creationId xmlns:a16="http://schemas.microsoft.com/office/drawing/2014/main" id="{20D00229-1448-C819-F21C-5F53F6BEECA0}"/>
                    </a:ext>
                  </a:extLst>
                </p:cNvPr>
                <p:cNvGrpSpPr/>
                <p:nvPr/>
              </p:nvGrpSpPr>
              <p:grpSpPr>
                <a:xfrm>
                  <a:off x="3250176" y="2637183"/>
                  <a:ext cx="178824" cy="144000"/>
                  <a:chOff x="5453592" y="2641965"/>
                  <a:chExt cx="178824" cy="144000"/>
                </a:xfrm>
              </p:grpSpPr>
              <p:cxnSp>
                <p:nvCxnSpPr>
                  <p:cNvPr id="2142" name="직선 연결선 2141">
                    <a:extLst>
                      <a:ext uri="{FF2B5EF4-FFF2-40B4-BE49-F238E27FC236}">
                        <a16:creationId xmlns:a16="http://schemas.microsoft.com/office/drawing/2014/main" id="{4DE55F73-A2B0-6433-229D-371010E5C15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43" name="직선 연결선 2142">
                    <a:extLst>
                      <a:ext uri="{FF2B5EF4-FFF2-40B4-BE49-F238E27FC236}">
                        <a16:creationId xmlns:a16="http://schemas.microsoft.com/office/drawing/2014/main" id="{D2943CF8-7C51-E521-7DBC-DD186F50867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41" name="직선 연결선 2140">
                  <a:extLst>
                    <a:ext uri="{FF2B5EF4-FFF2-40B4-BE49-F238E27FC236}">
                      <a16:creationId xmlns:a16="http://schemas.microsoft.com/office/drawing/2014/main" id="{B3F241A2-0B95-D8E3-2F02-2C5A4D700CB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19" name="직선 연결선 2118">
                <a:extLst>
                  <a:ext uri="{FF2B5EF4-FFF2-40B4-BE49-F238E27FC236}">
                    <a16:creationId xmlns:a16="http://schemas.microsoft.com/office/drawing/2014/main" id="{89BD779D-C2BF-C821-A4EF-891B2DBE685B}"/>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20" name="그룹 2119">
                <a:extLst>
                  <a:ext uri="{FF2B5EF4-FFF2-40B4-BE49-F238E27FC236}">
                    <a16:creationId xmlns:a16="http://schemas.microsoft.com/office/drawing/2014/main" id="{35BEE570-E620-DD6E-88D4-C165C7202A97}"/>
                  </a:ext>
                </a:extLst>
              </p:cNvPr>
              <p:cNvGrpSpPr/>
              <p:nvPr/>
            </p:nvGrpSpPr>
            <p:grpSpPr>
              <a:xfrm>
                <a:off x="5203663" y="8892184"/>
                <a:ext cx="101416" cy="146277"/>
                <a:chOff x="4545844" y="3971199"/>
                <a:chExt cx="101416" cy="146277"/>
              </a:xfrm>
            </p:grpSpPr>
            <p:grpSp>
              <p:nvGrpSpPr>
                <p:cNvPr id="2134" name="그룹 2133">
                  <a:extLst>
                    <a:ext uri="{FF2B5EF4-FFF2-40B4-BE49-F238E27FC236}">
                      <a16:creationId xmlns:a16="http://schemas.microsoft.com/office/drawing/2014/main" id="{C9180B0F-AB6A-56C3-FF9C-1D10DEF00F56}"/>
                    </a:ext>
                  </a:extLst>
                </p:cNvPr>
                <p:cNvGrpSpPr/>
                <p:nvPr/>
              </p:nvGrpSpPr>
              <p:grpSpPr>
                <a:xfrm>
                  <a:off x="4545844" y="3971199"/>
                  <a:ext cx="35826" cy="146277"/>
                  <a:chOff x="3250176" y="2637183"/>
                  <a:chExt cx="178824" cy="146277"/>
                </a:xfrm>
              </p:grpSpPr>
              <p:grpSp>
                <p:nvGrpSpPr>
                  <p:cNvPr id="2136" name="그룹 2135">
                    <a:extLst>
                      <a:ext uri="{FF2B5EF4-FFF2-40B4-BE49-F238E27FC236}">
                        <a16:creationId xmlns:a16="http://schemas.microsoft.com/office/drawing/2014/main" id="{C0816CD1-536C-0B52-53D7-758ED57E333A}"/>
                      </a:ext>
                    </a:extLst>
                  </p:cNvPr>
                  <p:cNvGrpSpPr/>
                  <p:nvPr/>
                </p:nvGrpSpPr>
                <p:grpSpPr>
                  <a:xfrm>
                    <a:off x="3250176" y="2637183"/>
                    <a:ext cx="178824" cy="144000"/>
                    <a:chOff x="5453592" y="2641965"/>
                    <a:chExt cx="178824" cy="144000"/>
                  </a:xfrm>
                </p:grpSpPr>
                <p:cxnSp>
                  <p:nvCxnSpPr>
                    <p:cNvPr id="2138" name="직선 연결선 2137">
                      <a:extLst>
                        <a:ext uri="{FF2B5EF4-FFF2-40B4-BE49-F238E27FC236}">
                          <a16:creationId xmlns:a16="http://schemas.microsoft.com/office/drawing/2014/main" id="{319330BB-759F-E298-C4DE-71113DBB93B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39" name="직선 연결선 2138">
                      <a:extLst>
                        <a:ext uri="{FF2B5EF4-FFF2-40B4-BE49-F238E27FC236}">
                          <a16:creationId xmlns:a16="http://schemas.microsoft.com/office/drawing/2014/main" id="{398483FA-371D-D294-46FD-C1E3568282D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37" name="직선 연결선 2136">
                    <a:extLst>
                      <a:ext uri="{FF2B5EF4-FFF2-40B4-BE49-F238E27FC236}">
                        <a16:creationId xmlns:a16="http://schemas.microsoft.com/office/drawing/2014/main" id="{2727D533-AFA0-456A-08FE-62A7E8E68C8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35" name="직선 연결선 2134">
                  <a:extLst>
                    <a:ext uri="{FF2B5EF4-FFF2-40B4-BE49-F238E27FC236}">
                      <a16:creationId xmlns:a16="http://schemas.microsoft.com/office/drawing/2014/main" id="{F975F3B0-B766-5334-B077-3A9EEFCBF20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21" name="그룹 2120">
                <a:extLst>
                  <a:ext uri="{FF2B5EF4-FFF2-40B4-BE49-F238E27FC236}">
                    <a16:creationId xmlns:a16="http://schemas.microsoft.com/office/drawing/2014/main" id="{C0273260-4BFA-AD75-5ADC-C9ADDB33EDE5}"/>
                  </a:ext>
                </a:extLst>
              </p:cNvPr>
              <p:cNvGrpSpPr/>
              <p:nvPr/>
            </p:nvGrpSpPr>
            <p:grpSpPr>
              <a:xfrm>
                <a:off x="5418847" y="8892274"/>
                <a:ext cx="101416" cy="146277"/>
                <a:chOff x="4545844" y="3971199"/>
                <a:chExt cx="101416" cy="146277"/>
              </a:xfrm>
            </p:grpSpPr>
            <p:grpSp>
              <p:nvGrpSpPr>
                <p:cNvPr id="2128" name="그룹 2127">
                  <a:extLst>
                    <a:ext uri="{FF2B5EF4-FFF2-40B4-BE49-F238E27FC236}">
                      <a16:creationId xmlns:a16="http://schemas.microsoft.com/office/drawing/2014/main" id="{88A43878-0997-AE3D-7967-78D9DB403318}"/>
                    </a:ext>
                  </a:extLst>
                </p:cNvPr>
                <p:cNvGrpSpPr/>
                <p:nvPr/>
              </p:nvGrpSpPr>
              <p:grpSpPr>
                <a:xfrm>
                  <a:off x="4545844" y="3971199"/>
                  <a:ext cx="35826" cy="146277"/>
                  <a:chOff x="3250176" y="2637183"/>
                  <a:chExt cx="178824" cy="146277"/>
                </a:xfrm>
              </p:grpSpPr>
              <p:grpSp>
                <p:nvGrpSpPr>
                  <p:cNvPr id="2130" name="그룹 2129">
                    <a:extLst>
                      <a:ext uri="{FF2B5EF4-FFF2-40B4-BE49-F238E27FC236}">
                        <a16:creationId xmlns:a16="http://schemas.microsoft.com/office/drawing/2014/main" id="{10197DF2-DA77-875B-D875-4DA3FCE54DC5}"/>
                      </a:ext>
                    </a:extLst>
                  </p:cNvPr>
                  <p:cNvGrpSpPr/>
                  <p:nvPr/>
                </p:nvGrpSpPr>
                <p:grpSpPr>
                  <a:xfrm>
                    <a:off x="3250176" y="2637183"/>
                    <a:ext cx="178824" cy="144000"/>
                    <a:chOff x="5453592" y="2641965"/>
                    <a:chExt cx="178824" cy="144000"/>
                  </a:xfrm>
                </p:grpSpPr>
                <p:cxnSp>
                  <p:nvCxnSpPr>
                    <p:cNvPr id="2132" name="직선 연결선 2131">
                      <a:extLst>
                        <a:ext uri="{FF2B5EF4-FFF2-40B4-BE49-F238E27FC236}">
                          <a16:creationId xmlns:a16="http://schemas.microsoft.com/office/drawing/2014/main" id="{8A76C29F-9351-879C-157C-D2F173D52A3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33" name="직선 연결선 2132">
                      <a:extLst>
                        <a:ext uri="{FF2B5EF4-FFF2-40B4-BE49-F238E27FC236}">
                          <a16:creationId xmlns:a16="http://schemas.microsoft.com/office/drawing/2014/main" id="{41728E8B-2DB3-D5CE-C96D-CE40413C745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31" name="직선 연결선 2130">
                    <a:extLst>
                      <a:ext uri="{FF2B5EF4-FFF2-40B4-BE49-F238E27FC236}">
                        <a16:creationId xmlns:a16="http://schemas.microsoft.com/office/drawing/2014/main" id="{83A951D5-687B-7CB6-3B7F-245A64C5341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29" name="직선 연결선 2128">
                  <a:extLst>
                    <a:ext uri="{FF2B5EF4-FFF2-40B4-BE49-F238E27FC236}">
                      <a16:creationId xmlns:a16="http://schemas.microsoft.com/office/drawing/2014/main" id="{EB0610D3-2B0B-A38F-C1CC-0E96EC0862C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22" name="그룹 2121">
                <a:extLst>
                  <a:ext uri="{FF2B5EF4-FFF2-40B4-BE49-F238E27FC236}">
                    <a16:creationId xmlns:a16="http://schemas.microsoft.com/office/drawing/2014/main" id="{80CCCC56-5D6F-927B-4A2C-A7E16433FB4C}"/>
                  </a:ext>
                </a:extLst>
              </p:cNvPr>
              <p:cNvGrpSpPr/>
              <p:nvPr/>
            </p:nvGrpSpPr>
            <p:grpSpPr>
              <a:xfrm>
                <a:off x="5309841" y="8892057"/>
                <a:ext cx="72000" cy="146277"/>
                <a:chOff x="3250176" y="2637183"/>
                <a:chExt cx="179694" cy="146277"/>
              </a:xfrm>
            </p:grpSpPr>
            <p:grpSp>
              <p:nvGrpSpPr>
                <p:cNvPr id="2124" name="그룹 2123">
                  <a:extLst>
                    <a:ext uri="{FF2B5EF4-FFF2-40B4-BE49-F238E27FC236}">
                      <a16:creationId xmlns:a16="http://schemas.microsoft.com/office/drawing/2014/main" id="{A1529924-580D-F422-DE32-E1139711A10D}"/>
                    </a:ext>
                  </a:extLst>
                </p:cNvPr>
                <p:cNvGrpSpPr/>
                <p:nvPr/>
              </p:nvGrpSpPr>
              <p:grpSpPr>
                <a:xfrm>
                  <a:off x="3250176" y="2637183"/>
                  <a:ext cx="178824" cy="144000"/>
                  <a:chOff x="5453592" y="2641965"/>
                  <a:chExt cx="178824" cy="144000"/>
                </a:xfrm>
              </p:grpSpPr>
              <p:cxnSp>
                <p:nvCxnSpPr>
                  <p:cNvPr id="2126" name="직선 연결선 2125">
                    <a:extLst>
                      <a:ext uri="{FF2B5EF4-FFF2-40B4-BE49-F238E27FC236}">
                        <a16:creationId xmlns:a16="http://schemas.microsoft.com/office/drawing/2014/main" id="{8FF11750-B0FF-000F-6136-1AB1DA6C0F7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27" name="직선 연결선 2126">
                    <a:extLst>
                      <a:ext uri="{FF2B5EF4-FFF2-40B4-BE49-F238E27FC236}">
                        <a16:creationId xmlns:a16="http://schemas.microsoft.com/office/drawing/2014/main" id="{7F3FC075-187D-02F1-4D5C-3B28C50352C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25" name="직선 연결선 2124">
                  <a:extLst>
                    <a:ext uri="{FF2B5EF4-FFF2-40B4-BE49-F238E27FC236}">
                      <a16:creationId xmlns:a16="http://schemas.microsoft.com/office/drawing/2014/main" id="{400D2131-3E93-70A9-F96E-2B77C34064B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23" name="직선 연결선 2122">
                <a:extLst>
                  <a:ext uri="{FF2B5EF4-FFF2-40B4-BE49-F238E27FC236}">
                    <a16:creationId xmlns:a16="http://schemas.microsoft.com/office/drawing/2014/main" id="{83C8BA9F-F3B5-1D6B-DDCF-BC7095C9FEE2}"/>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64" name="그룹 2163">
              <a:extLst>
                <a:ext uri="{FF2B5EF4-FFF2-40B4-BE49-F238E27FC236}">
                  <a16:creationId xmlns:a16="http://schemas.microsoft.com/office/drawing/2014/main" id="{B63213AF-F048-43B0-1F96-99CA9FB3997F}"/>
                </a:ext>
              </a:extLst>
            </p:cNvPr>
            <p:cNvGrpSpPr/>
            <p:nvPr/>
          </p:nvGrpSpPr>
          <p:grpSpPr>
            <a:xfrm>
              <a:off x="5186577" y="8289667"/>
              <a:ext cx="846363" cy="149365"/>
              <a:chOff x="4673900" y="8890453"/>
              <a:chExt cx="846363" cy="149365"/>
            </a:xfrm>
          </p:grpSpPr>
          <p:grpSp>
            <p:nvGrpSpPr>
              <p:cNvPr id="2165" name="그룹 2164">
                <a:extLst>
                  <a:ext uri="{FF2B5EF4-FFF2-40B4-BE49-F238E27FC236}">
                    <a16:creationId xmlns:a16="http://schemas.microsoft.com/office/drawing/2014/main" id="{7A9D93D8-AE09-25E1-8201-11FC9A6EF03F}"/>
                  </a:ext>
                </a:extLst>
              </p:cNvPr>
              <p:cNvGrpSpPr/>
              <p:nvPr/>
            </p:nvGrpSpPr>
            <p:grpSpPr>
              <a:xfrm>
                <a:off x="4673900" y="8891937"/>
                <a:ext cx="72000" cy="146277"/>
                <a:chOff x="3250176" y="2637183"/>
                <a:chExt cx="179694" cy="146277"/>
              </a:xfrm>
            </p:grpSpPr>
            <p:grpSp>
              <p:nvGrpSpPr>
                <p:cNvPr id="2213" name="그룹 2212">
                  <a:extLst>
                    <a:ext uri="{FF2B5EF4-FFF2-40B4-BE49-F238E27FC236}">
                      <a16:creationId xmlns:a16="http://schemas.microsoft.com/office/drawing/2014/main" id="{4B54269E-F03A-020F-37AF-7C80B0D06514}"/>
                    </a:ext>
                  </a:extLst>
                </p:cNvPr>
                <p:cNvGrpSpPr/>
                <p:nvPr/>
              </p:nvGrpSpPr>
              <p:grpSpPr>
                <a:xfrm>
                  <a:off x="3250176" y="2637183"/>
                  <a:ext cx="178824" cy="144000"/>
                  <a:chOff x="5453592" y="2641965"/>
                  <a:chExt cx="178824" cy="144000"/>
                </a:xfrm>
              </p:grpSpPr>
              <p:cxnSp>
                <p:nvCxnSpPr>
                  <p:cNvPr id="2215" name="직선 연결선 2214">
                    <a:extLst>
                      <a:ext uri="{FF2B5EF4-FFF2-40B4-BE49-F238E27FC236}">
                        <a16:creationId xmlns:a16="http://schemas.microsoft.com/office/drawing/2014/main" id="{6D534664-0464-D647-EEDC-0CF947D7E57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6" name="직선 연결선 2215">
                    <a:extLst>
                      <a:ext uri="{FF2B5EF4-FFF2-40B4-BE49-F238E27FC236}">
                        <a16:creationId xmlns:a16="http://schemas.microsoft.com/office/drawing/2014/main" id="{4B427ADD-8C16-5F5F-F7D5-ECC15C9153A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14" name="직선 연결선 2213">
                  <a:extLst>
                    <a:ext uri="{FF2B5EF4-FFF2-40B4-BE49-F238E27FC236}">
                      <a16:creationId xmlns:a16="http://schemas.microsoft.com/office/drawing/2014/main" id="{69886436-6EA3-A231-8B74-F84A030E9E3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66" name="직선 연결선 2165">
                <a:extLst>
                  <a:ext uri="{FF2B5EF4-FFF2-40B4-BE49-F238E27FC236}">
                    <a16:creationId xmlns:a16="http://schemas.microsoft.com/office/drawing/2014/main" id="{3433D38F-E7E6-6373-E540-2B2D9FAE74F7}"/>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67" name="그룹 2166">
                <a:extLst>
                  <a:ext uri="{FF2B5EF4-FFF2-40B4-BE49-F238E27FC236}">
                    <a16:creationId xmlns:a16="http://schemas.microsoft.com/office/drawing/2014/main" id="{A74166C8-7F0A-D6BA-46C3-D468A2A0D5CA}"/>
                  </a:ext>
                </a:extLst>
              </p:cNvPr>
              <p:cNvGrpSpPr/>
              <p:nvPr/>
            </p:nvGrpSpPr>
            <p:grpSpPr>
              <a:xfrm>
                <a:off x="4780809" y="8891329"/>
                <a:ext cx="101416" cy="146277"/>
                <a:chOff x="4545844" y="3971199"/>
                <a:chExt cx="101416" cy="146277"/>
              </a:xfrm>
            </p:grpSpPr>
            <p:grpSp>
              <p:nvGrpSpPr>
                <p:cNvPr id="2207" name="그룹 2206">
                  <a:extLst>
                    <a:ext uri="{FF2B5EF4-FFF2-40B4-BE49-F238E27FC236}">
                      <a16:creationId xmlns:a16="http://schemas.microsoft.com/office/drawing/2014/main" id="{1C6F42E7-C754-A9A6-0EE6-73B5514EFE6B}"/>
                    </a:ext>
                  </a:extLst>
                </p:cNvPr>
                <p:cNvGrpSpPr/>
                <p:nvPr/>
              </p:nvGrpSpPr>
              <p:grpSpPr>
                <a:xfrm>
                  <a:off x="4545844" y="3971199"/>
                  <a:ext cx="35826" cy="146277"/>
                  <a:chOff x="3250176" y="2637183"/>
                  <a:chExt cx="178824" cy="146277"/>
                </a:xfrm>
              </p:grpSpPr>
              <p:grpSp>
                <p:nvGrpSpPr>
                  <p:cNvPr id="2209" name="그룹 2208">
                    <a:extLst>
                      <a:ext uri="{FF2B5EF4-FFF2-40B4-BE49-F238E27FC236}">
                        <a16:creationId xmlns:a16="http://schemas.microsoft.com/office/drawing/2014/main" id="{25431790-A9DB-3CCE-98B2-666298E7803D}"/>
                      </a:ext>
                    </a:extLst>
                  </p:cNvPr>
                  <p:cNvGrpSpPr/>
                  <p:nvPr/>
                </p:nvGrpSpPr>
                <p:grpSpPr>
                  <a:xfrm>
                    <a:off x="3250176" y="2637183"/>
                    <a:ext cx="178824" cy="144000"/>
                    <a:chOff x="5453592" y="2641965"/>
                    <a:chExt cx="178824" cy="144000"/>
                  </a:xfrm>
                </p:grpSpPr>
                <p:cxnSp>
                  <p:nvCxnSpPr>
                    <p:cNvPr id="2211" name="직선 연결선 2210">
                      <a:extLst>
                        <a:ext uri="{FF2B5EF4-FFF2-40B4-BE49-F238E27FC236}">
                          <a16:creationId xmlns:a16="http://schemas.microsoft.com/office/drawing/2014/main" id="{687326F7-5F2F-E9A3-DD72-3C77804E0F6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2" name="직선 연결선 2211">
                      <a:extLst>
                        <a:ext uri="{FF2B5EF4-FFF2-40B4-BE49-F238E27FC236}">
                          <a16:creationId xmlns:a16="http://schemas.microsoft.com/office/drawing/2014/main" id="{7FF3344C-8302-78F4-21EC-8334AC2CEB6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10" name="직선 연결선 2209">
                    <a:extLst>
                      <a:ext uri="{FF2B5EF4-FFF2-40B4-BE49-F238E27FC236}">
                        <a16:creationId xmlns:a16="http://schemas.microsoft.com/office/drawing/2014/main" id="{D7A22601-F744-C719-8B71-24412D20DF7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08" name="직선 연결선 2207">
                  <a:extLst>
                    <a:ext uri="{FF2B5EF4-FFF2-40B4-BE49-F238E27FC236}">
                      <a16:creationId xmlns:a16="http://schemas.microsoft.com/office/drawing/2014/main" id="{74396226-D456-4E58-94FC-782F5EE5F97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68" name="그룹 2167">
                <a:extLst>
                  <a:ext uri="{FF2B5EF4-FFF2-40B4-BE49-F238E27FC236}">
                    <a16:creationId xmlns:a16="http://schemas.microsoft.com/office/drawing/2014/main" id="{3C4ED573-EB52-06B0-F1B2-6C9280C2C4A1}"/>
                  </a:ext>
                </a:extLst>
              </p:cNvPr>
              <p:cNvGrpSpPr/>
              <p:nvPr/>
            </p:nvGrpSpPr>
            <p:grpSpPr>
              <a:xfrm>
                <a:off x="4995993" y="8891419"/>
                <a:ext cx="101416" cy="146277"/>
                <a:chOff x="4545844" y="3971199"/>
                <a:chExt cx="101416" cy="146277"/>
              </a:xfrm>
            </p:grpSpPr>
            <p:grpSp>
              <p:nvGrpSpPr>
                <p:cNvPr id="2201" name="그룹 2200">
                  <a:extLst>
                    <a:ext uri="{FF2B5EF4-FFF2-40B4-BE49-F238E27FC236}">
                      <a16:creationId xmlns:a16="http://schemas.microsoft.com/office/drawing/2014/main" id="{8E41870D-7684-706E-83FA-99EA317865FF}"/>
                    </a:ext>
                  </a:extLst>
                </p:cNvPr>
                <p:cNvGrpSpPr/>
                <p:nvPr/>
              </p:nvGrpSpPr>
              <p:grpSpPr>
                <a:xfrm>
                  <a:off x="4545844" y="3971199"/>
                  <a:ext cx="35826" cy="146277"/>
                  <a:chOff x="3250176" y="2637183"/>
                  <a:chExt cx="178824" cy="146277"/>
                </a:xfrm>
              </p:grpSpPr>
              <p:grpSp>
                <p:nvGrpSpPr>
                  <p:cNvPr id="2203" name="그룹 2202">
                    <a:extLst>
                      <a:ext uri="{FF2B5EF4-FFF2-40B4-BE49-F238E27FC236}">
                        <a16:creationId xmlns:a16="http://schemas.microsoft.com/office/drawing/2014/main" id="{50028159-C81B-379D-E965-6063D79B37DF}"/>
                      </a:ext>
                    </a:extLst>
                  </p:cNvPr>
                  <p:cNvGrpSpPr/>
                  <p:nvPr/>
                </p:nvGrpSpPr>
                <p:grpSpPr>
                  <a:xfrm>
                    <a:off x="3250176" y="2637183"/>
                    <a:ext cx="178824" cy="144000"/>
                    <a:chOff x="5453592" y="2641965"/>
                    <a:chExt cx="178824" cy="144000"/>
                  </a:xfrm>
                </p:grpSpPr>
                <p:cxnSp>
                  <p:nvCxnSpPr>
                    <p:cNvPr id="2205" name="직선 연결선 2204">
                      <a:extLst>
                        <a:ext uri="{FF2B5EF4-FFF2-40B4-BE49-F238E27FC236}">
                          <a16:creationId xmlns:a16="http://schemas.microsoft.com/office/drawing/2014/main" id="{E498F3EE-5945-9AC7-31C1-42083524219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06" name="직선 연결선 2205">
                      <a:extLst>
                        <a:ext uri="{FF2B5EF4-FFF2-40B4-BE49-F238E27FC236}">
                          <a16:creationId xmlns:a16="http://schemas.microsoft.com/office/drawing/2014/main" id="{5166B98E-C2C5-D515-FC18-D911D5E7E77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04" name="직선 연결선 2203">
                    <a:extLst>
                      <a:ext uri="{FF2B5EF4-FFF2-40B4-BE49-F238E27FC236}">
                        <a16:creationId xmlns:a16="http://schemas.microsoft.com/office/drawing/2014/main" id="{B847D670-DDF2-C53E-9F2A-17359DA9F81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02" name="직선 연결선 2201">
                  <a:extLst>
                    <a:ext uri="{FF2B5EF4-FFF2-40B4-BE49-F238E27FC236}">
                      <a16:creationId xmlns:a16="http://schemas.microsoft.com/office/drawing/2014/main" id="{EAFDF680-BC5B-88F8-72C3-DEB1BEDB6B3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69" name="그룹 2168">
                <a:extLst>
                  <a:ext uri="{FF2B5EF4-FFF2-40B4-BE49-F238E27FC236}">
                    <a16:creationId xmlns:a16="http://schemas.microsoft.com/office/drawing/2014/main" id="{F5DC2FD2-2F45-C28C-619A-1C8F512E89BB}"/>
                  </a:ext>
                </a:extLst>
              </p:cNvPr>
              <p:cNvGrpSpPr/>
              <p:nvPr/>
            </p:nvGrpSpPr>
            <p:grpSpPr>
              <a:xfrm>
                <a:off x="4886987" y="8893541"/>
                <a:ext cx="72000" cy="146277"/>
                <a:chOff x="3250176" y="2637183"/>
                <a:chExt cx="179694" cy="146277"/>
              </a:xfrm>
            </p:grpSpPr>
            <p:grpSp>
              <p:nvGrpSpPr>
                <p:cNvPr id="2197" name="그룹 2196">
                  <a:extLst>
                    <a:ext uri="{FF2B5EF4-FFF2-40B4-BE49-F238E27FC236}">
                      <a16:creationId xmlns:a16="http://schemas.microsoft.com/office/drawing/2014/main" id="{81BE2640-F2FB-750A-10C3-3CF0C2B0B070}"/>
                    </a:ext>
                  </a:extLst>
                </p:cNvPr>
                <p:cNvGrpSpPr/>
                <p:nvPr/>
              </p:nvGrpSpPr>
              <p:grpSpPr>
                <a:xfrm>
                  <a:off x="3250176" y="2637183"/>
                  <a:ext cx="178824" cy="144000"/>
                  <a:chOff x="5453592" y="2641965"/>
                  <a:chExt cx="178824" cy="144000"/>
                </a:xfrm>
              </p:grpSpPr>
              <p:cxnSp>
                <p:nvCxnSpPr>
                  <p:cNvPr id="2199" name="직선 연결선 2198">
                    <a:extLst>
                      <a:ext uri="{FF2B5EF4-FFF2-40B4-BE49-F238E27FC236}">
                        <a16:creationId xmlns:a16="http://schemas.microsoft.com/office/drawing/2014/main" id="{00CFFC44-B20E-0677-A4CC-2CC23A23BD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00" name="직선 연결선 2199">
                    <a:extLst>
                      <a:ext uri="{FF2B5EF4-FFF2-40B4-BE49-F238E27FC236}">
                        <a16:creationId xmlns:a16="http://schemas.microsoft.com/office/drawing/2014/main" id="{CEB1F22C-F33A-A9EE-6AB2-302A6247366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98" name="직선 연결선 2197">
                  <a:extLst>
                    <a:ext uri="{FF2B5EF4-FFF2-40B4-BE49-F238E27FC236}">
                      <a16:creationId xmlns:a16="http://schemas.microsoft.com/office/drawing/2014/main" id="{84C46E1E-48A9-5862-AC3F-FCCE8FCFAB7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0" name="직선 연결선 2169">
                <a:extLst>
                  <a:ext uri="{FF2B5EF4-FFF2-40B4-BE49-F238E27FC236}">
                    <a16:creationId xmlns:a16="http://schemas.microsoft.com/office/drawing/2014/main" id="{6BD50E47-0C75-4A18-1CB7-2CA34532B4BB}"/>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71" name="그룹 2170">
                <a:extLst>
                  <a:ext uri="{FF2B5EF4-FFF2-40B4-BE49-F238E27FC236}">
                    <a16:creationId xmlns:a16="http://schemas.microsoft.com/office/drawing/2014/main" id="{76D9E886-8AB6-7AA5-FE63-E33783A1482A}"/>
                  </a:ext>
                </a:extLst>
              </p:cNvPr>
              <p:cNvGrpSpPr/>
              <p:nvPr/>
            </p:nvGrpSpPr>
            <p:grpSpPr>
              <a:xfrm>
                <a:off x="5096754" y="8890453"/>
                <a:ext cx="72000" cy="146277"/>
                <a:chOff x="3250176" y="2637183"/>
                <a:chExt cx="179694" cy="146277"/>
              </a:xfrm>
            </p:grpSpPr>
            <p:grpSp>
              <p:nvGrpSpPr>
                <p:cNvPr id="2193" name="그룹 2192">
                  <a:extLst>
                    <a:ext uri="{FF2B5EF4-FFF2-40B4-BE49-F238E27FC236}">
                      <a16:creationId xmlns:a16="http://schemas.microsoft.com/office/drawing/2014/main" id="{6C4581D9-E970-EB5F-27EE-167DC6FCFB14}"/>
                    </a:ext>
                  </a:extLst>
                </p:cNvPr>
                <p:cNvGrpSpPr/>
                <p:nvPr/>
              </p:nvGrpSpPr>
              <p:grpSpPr>
                <a:xfrm>
                  <a:off x="3250176" y="2637183"/>
                  <a:ext cx="178824" cy="144000"/>
                  <a:chOff x="5453592" y="2641965"/>
                  <a:chExt cx="178824" cy="144000"/>
                </a:xfrm>
              </p:grpSpPr>
              <p:cxnSp>
                <p:nvCxnSpPr>
                  <p:cNvPr id="2195" name="직선 연결선 2194">
                    <a:extLst>
                      <a:ext uri="{FF2B5EF4-FFF2-40B4-BE49-F238E27FC236}">
                        <a16:creationId xmlns:a16="http://schemas.microsoft.com/office/drawing/2014/main" id="{0FDD9C7D-2D4C-D526-2821-020DF7FA47C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96" name="직선 연결선 2195">
                    <a:extLst>
                      <a:ext uri="{FF2B5EF4-FFF2-40B4-BE49-F238E27FC236}">
                        <a16:creationId xmlns:a16="http://schemas.microsoft.com/office/drawing/2014/main" id="{FE86A305-6F7F-80E6-F85B-068B5B0C2D4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94" name="직선 연결선 2193">
                  <a:extLst>
                    <a:ext uri="{FF2B5EF4-FFF2-40B4-BE49-F238E27FC236}">
                      <a16:creationId xmlns:a16="http://schemas.microsoft.com/office/drawing/2014/main" id="{241EE669-6F30-6B13-CDE4-700E4796D5F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2" name="직선 연결선 2171">
                <a:extLst>
                  <a:ext uri="{FF2B5EF4-FFF2-40B4-BE49-F238E27FC236}">
                    <a16:creationId xmlns:a16="http://schemas.microsoft.com/office/drawing/2014/main" id="{1F460C4C-ACD4-B20E-28AB-787AAEF1D400}"/>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73" name="그룹 2172">
                <a:extLst>
                  <a:ext uri="{FF2B5EF4-FFF2-40B4-BE49-F238E27FC236}">
                    <a16:creationId xmlns:a16="http://schemas.microsoft.com/office/drawing/2014/main" id="{E1EBF3F1-09E2-03D7-6117-81FEC4DACEB1}"/>
                  </a:ext>
                </a:extLst>
              </p:cNvPr>
              <p:cNvGrpSpPr/>
              <p:nvPr/>
            </p:nvGrpSpPr>
            <p:grpSpPr>
              <a:xfrm>
                <a:off x="5203663" y="8892184"/>
                <a:ext cx="101416" cy="146277"/>
                <a:chOff x="4545844" y="3971199"/>
                <a:chExt cx="101416" cy="146277"/>
              </a:xfrm>
            </p:grpSpPr>
            <p:grpSp>
              <p:nvGrpSpPr>
                <p:cNvPr id="2187" name="그룹 2186">
                  <a:extLst>
                    <a:ext uri="{FF2B5EF4-FFF2-40B4-BE49-F238E27FC236}">
                      <a16:creationId xmlns:a16="http://schemas.microsoft.com/office/drawing/2014/main" id="{4F5DAAF0-7FFE-4EE8-28E6-D454EC2D36F2}"/>
                    </a:ext>
                  </a:extLst>
                </p:cNvPr>
                <p:cNvGrpSpPr/>
                <p:nvPr/>
              </p:nvGrpSpPr>
              <p:grpSpPr>
                <a:xfrm>
                  <a:off x="4545844" y="3971199"/>
                  <a:ext cx="35826" cy="146277"/>
                  <a:chOff x="3250176" y="2637183"/>
                  <a:chExt cx="178824" cy="146277"/>
                </a:xfrm>
              </p:grpSpPr>
              <p:grpSp>
                <p:nvGrpSpPr>
                  <p:cNvPr id="2189" name="그룹 2188">
                    <a:extLst>
                      <a:ext uri="{FF2B5EF4-FFF2-40B4-BE49-F238E27FC236}">
                        <a16:creationId xmlns:a16="http://schemas.microsoft.com/office/drawing/2014/main" id="{59667D64-8264-4093-0E06-7081DFAF8F7F}"/>
                      </a:ext>
                    </a:extLst>
                  </p:cNvPr>
                  <p:cNvGrpSpPr/>
                  <p:nvPr/>
                </p:nvGrpSpPr>
                <p:grpSpPr>
                  <a:xfrm>
                    <a:off x="3250176" y="2637183"/>
                    <a:ext cx="178824" cy="144000"/>
                    <a:chOff x="5453592" y="2641965"/>
                    <a:chExt cx="178824" cy="144000"/>
                  </a:xfrm>
                </p:grpSpPr>
                <p:cxnSp>
                  <p:nvCxnSpPr>
                    <p:cNvPr id="2191" name="직선 연결선 2190">
                      <a:extLst>
                        <a:ext uri="{FF2B5EF4-FFF2-40B4-BE49-F238E27FC236}">
                          <a16:creationId xmlns:a16="http://schemas.microsoft.com/office/drawing/2014/main" id="{8E51576C-CEC5-1C56-249E-80C1088029C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92" name="직선 연결선 2191">
                      <a:extLst>
                        <a:ext uri="{FF2B5EF4-FFF2-40B4-BE49-F238E27FC236}">
                          <a16:creationId xmlns:a16="http://schemas.microsoft.com/office/drawing/2014/main" id="{692B22FC-24EF-A319-5E86-44498E3CB68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90" name="직선 연결선 2189">
                    <a:extLst>
                      <a:ext uri="{FF2B5EF4-FFF2-40B4-BE49-F238E27FC236}">
                        <a16:creationId xmlns:a16="http://schemas.microsoft.com/office/drawing/2014/main" id="{6028F5CB-392D-7B7C-BB90-39BF605EAD8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88" name="직선 연결선 2187">
                  <a:extLst>
                    <a:ext uri="{FF2B5EF4-FFF2-40B4-BE49-F238E27FC236}">
                      <a16:creationId xmlns:a16="http://schemas.microsoft.com/office/drawing/2014/main" id="{D1984959-7DBC-B3D9-B062-CEB79573806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74" name="그룹 2173">
                <a:extLst>
                  <a:ext uri="{FF2B5EF4-FFF2-40B4-BE49-F238E27FC236}">
                    <a16:creationId xmlns:a16="http://schemas.microsoft.com/office/drawing/2014/main" id="{3E2A7B6D-224B-04DA-7928-28DD39A43DA0}"/>
                  </a:ext>
                </a:extLst>
              </p:cNvPr>
              <p:cNvGrpSpPr/>
              <p:nvPr/>
            </p:nvGrpSpPr>
            <p:grpSpPr>
              <a:xfrm>
                <a:off x="5418847" y="8892274"/>
                <a:ext cx="101416" cy="146277"/>
                <a:chOff x="4545844" y="3971199"/>
                <a:chExt cx="101416" cy="146277"/>
              </a:xfrm>
            </p:grpSpPr>
            <p:grpSp>
              <p:nvGrpSpPr>
                <p:cNvPr id="2181" name="그룹 2180">
                  <a:extLst>
                    <a:ext uri="{FF2B5EF4-FFF2-40B4-BE49-F238E27FC236}">
                      <a16:creationId xmlns:a16="http://schemas.microsoft.com/office/drawing/2014/main" id="{14A3A92A-134A-D9C7-8114-4386A16FA7EC}"/>
                    </a:ext>
                  </a:extLst>
                </p:cNvPr>
                <p:cNvGrpSpPr/>
                <p:nvPr/>
              </p:nvGrpSpPr>
              <p:grpSpPr>
                <a:xfrm>
                  <a:off x="4545844" y="3971199"/>
                  <a:ext cx="35826" cy="146277"/>
                  <a:chOff x="3250176" y="2637183"/>
                  <a:chExt cx="178824" cy="146277"/>
                </a:xfrm>
              </p:grpSpPr>
              <p:grpSp>
                <p:nvGrpSpPr>
                  <p:cNvPr id="2183" name="그룹 2182">
                    <a:extLst>
                      <a:ext uri="{FF2B5EF4-FFF2-40B4-BE49-F238E27FC236}">
                        <a16:creationId xmlns:a16="http://schemas.microsoft.com/office/drawing/2014/main" id="{30F74399-DB6B-32BC-9611-A9A42A26893D}"/>
                      </a:ext>
                    </a:extLst>
                  </p:cNvPr>
                  <p:cNvGrpSpPr/>
                  <p:nvPr/>
                </p:nvGrpSpPr>
                <p:grpSpPr>
                  <a:xfrm>
                    <a:off x="3250176" y="2637183"/>
                    <a:ext cx="178824" cy="144000"/>
                    <a:chOff x="5453592" y="2641965"/>
                    <a:chExt cx="178824" cy="144000"/>
                  </a:xfrm>
                </p:grpSpPr>
                <p:cxnSp>
                  <p:nvCxnSpPr>
                    <p:cNvPr id="2185" name="직선 연결선 2184">
                      <a:extLst>
                        <a:ext uri="{FF2B5EF4-FFF2-40B4-BE49-F238E27FC236}">
                          <a16:creationId xmlns:a16="http://schemas.microsoft.com/office/drawing/2014/main" id="{2052A1B4-98A3-C981-739B-C8FBFDA08BA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86" name="직선 연결선 2185">
                      <a:extLst>
                        <a:ext uri="{FF2B5EF4-FFF2-40B4-BE49-F238E27FC236}">
                          <a16:creationId xmlns:a16="http://schemas.microsoft.com/office/drawing/2014/main" id="{0C85457E-C9C1-D364-80FC-7E4ABAABAC5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84" name="직선 연결선 2183">
                    <a:extLst>
                      <a:ext uri="{FF2B5EF4-FFF2-40B4-BE49-F238E27FC236}">
                        <a16:creationId xmlns:a16="http://schemas.microsoft.com/office/drawing/2014/main" id="{673323F2-20E4-E2C2-46A8-FA5CA101F73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82" name="직선 연결선 2181">
                  <a:extLst>
                    <a:ext uri="{FF2B5EF4-FFF2-40B4-BE49-F238E27FC236}">
                      <a16:creationId xmlns:a16="http://schemas.microsoft.com/office/drawing/2014/main" id="{5AAB486D-CC8E-57EE-092D-8F9CD221D98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75" name="그룹 2174">
                <a:extLst>
                  <a:ext uri="{FF2B5EF4-FFF2-40B4-BE49-F238E27FC236}">
                    <a16:creationId xmlns:a16="http://schemas.microsoft.com/office/drawing/2014/main" id="{81E4B4AE-F741-6C56-8A89-BFB02621D900}"/>
                  </a:ext>
                </a:extLst>
              </p:cNvPr>
              <p:cNvGrpSpPr/>
              <p:nvPr/>
            </p:nvGrpSpPr>
            <p:grpSpPr>
              <a:xfrm>
                <a:off x="5309841" y="8892057"/>
                <a:ext cx="72000" cy="146277"/>
                <a:chOff x="3250176" y="2637183"/>
                <a:chExt cx="179694" cy="146277"/>
              </a:xfrm>
            </p:grpSpPr>
            <p:grpSp>
              <p:nvGrpSpPr>
                <p:cNvPr id="2177" name="그룹 2176">
                  <a:extLst>
                    <a:ext uri="{FF2B5EF4-FFF2-40B4-BE49-F238E27FC236}">
                      <a16:creationId xmlns:a16="http://schemas.microsoft.com/office/drawing/2014/main" id="{9A7BC0C2-808D-C3FE-F98C-9CC3CD281BC2}"/>
                    </a:ext>
                  </a:extLst>
                </p:cNvPr>
                <p:cNvGrpSpPr/>
                <p:nvPr/>
              </p:nvGrpSpPr>
              <p:grpSpPr>
                <a:xfrm>
                  <a:off x="3250176" y="2637183"/>
                  <a:ext cx="178824" cy="144000"/>
                  <a:chOff x="5453592" y="2641965"/>
                  <a:chExt cx="178824" cy="144000"/>
                </a:xfrm>
              </p:grpSpPr>
              <p:cxnSp>
                <p:nvCxnSpPr>
                  <p:cNvPr id="2179" name="직선 연결선 2178">
                    <a:extLst>
                      <a:ext uri="{FF2B5EF4-FFF2-40B4-BE49-F238E27FC236}">
                        <a16:creationId xmlns:a16="http://schemas.microsoft.com/office/drawing/2014/main" id="{ECA90C56-9DB5-D335-F73B-D2595942741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80" name="직선 연결선 2179">
                    <a:extLst>
                      <a:ext uri="{FF2B5EF4-FFF2-40B4-BE49-F238E27FC236}">
                        <a16:creationId xmlns:a16="http://schemas.microsoft.com/office/drawing/2014/main" id="{DC3746E5-FDCC-AB62-C1D4-2B1AFF5BD2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8" name="직선 연결선 2177">
                  <a:extLst>
                    <a:ext uri="{FF2B5EF4-FFF2-40B4-BE49-F238E27FC236}">
                      <a16:creationId xmlns:a16="http://schemas.microsoft.com/office/drawing/2014/main" id="{51326773-502F-0B77-71DC-FD351DC8428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6" name="직선 연결선 2175">
                <a:extLst>
                  <a:ext uri="{FF2B5EF4-FFF2-40B4-BE49-F238E27FC236}">
                    <a16:creationId xmlns:a16="http://schemas.microsoft.com/office/drawing/2014/main" id="{A16104FC-3613-8802-CCEE-F62463F69957}"/>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17" name="그룹 2216">
              <a:extLst>
                <a:ext uri="{FF2B5EF4-FFF2-40B4-BE49-F238E27FC236}">
                  <a16:creationId xmlns:a16="http://schemas.microsoft.com/office/drawing/2014/main" id="{551FC477-E999-D06C-F482-721183AE796B}"/>
                </a:ext>
              </a:extLst>
            </p:cNvPr>
            <p:cNvGrpSpPr/>
            <p:nvPr/>
          </p:nvGrpSpPr>
          <p:grpSpPr>
            <a:xfrm>
              <a:off x="5186638" y="8063529"/>
              <a:ext cx="846363" cy="149365"/>
              <a:chOff x="4673900" y="8890453"/>
              <a:chExt cx="846363" cy="149365"/>
            </a:xfrm>
          </p:grpSpPr>
          <p:grpSp>
            <p:nvGrpSpPr>
              <p:cNvPr id="2218" name="그룹 2217">
                <a:extLst>
                  <a:ext uri="{FF2B5EF4-FFF2-40B4-BE49-F238E27FC236}">
                    <a16:creationId xmlns:a16="http://schemas.microsoft.com/office/drawing/2014/main" id="{47DDBBA4-7265-EA51-514D-DDF5E583F3E5}"/>
                  </a:ext>
                </a:extLst>
              </p:cNvPr>
              <p:cNvGrpSpPr/>
              <p:nvPr/>
            </p:nvGrpSpPr>
            <p:grpSpPr>
              <a:xfrm>
                <a:off x="4673900" y="8891937"/>
                <a:ext cx="72000" cy="146277"/>
                <a:chOff x="3250176" y="2637183"/>
                <a:chExt cx="179694" cy="146277"/>
              </a:xfrm>
            </p:grpSpPr>
            <p:grpSp>
              <p:nvGrpSpPr>
                <p:cNvPr id="2266" name="그룹 2265">
                  <a:extLst>
                    <a:ext uri="{FF2B5EF4-FFF2-40B4-BE49-F238E27FC236}">
                      <a16:creationId xmlns:a16="http://schemas.microsoft.com/office/drawing/2014/main" id="{342A92B8-36F2-E480-550D-6757532CDB40}"/>
                    </a:ext>
                  </a:extLst>
                </p:cNvPr>
                <p:cNvGrpSpPr/>
                <p:nvPr/>
              </p:nvGrpSpPr>
              <p:grpSpPr>
                <a:xfrm>
                  <a:off x="3250176" y="2637183"/>
                  <a:ext cx="178824" cy="144000"/>
                  <a:chOff x="5453592" y="2641965"/>
                  <a:chExt cx="178824" cy="144000"/>
                </a:xfrm>
              </p:grpSpPr>
              <p:cxnSp>
                <p:nvCxnSpPr>
                  <p:cNvPr id="2268" name="직선 연결선 2267">
                    <a:extLst>
                      <a:ext uri="{FF2B5EF4-FFF2-40B4-BE49-F238E27FC236}">
                        <a16:creationId xmlns:a16="http://schemas.microsoft.com/office/drawing/2014/main" id="{CA639A42-9615-094C-4E5C-4F4CEC1BC33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9" name="직선 연결선 2268">
                    <a:extLst>
                      <a:ext uri="{FF2B5EF4-FFF2-40B4-BE49-F238E27FC236}">
                        <a16:creationId xmlns:a16="http://schemas.microsoft.com/office/drawing/2014/main" id="{45D68CBF-4A3D-F7FD-C5B6-1E954BF602B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67" name="직선 연결선 2266">
                  <a:extLst>
                    <a:ext uri="{FF2B5EF4-FFF2-40B4-BE49-F238E27FC236}">
                      <a16:creationId xmlns:a16="http://schemas.microsoft.com/office/drawing/2014/main" id="{75B058C5-2AC8-AAE6-9448-E5EAA58FBA8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19" name="직선 연결선 2218">
                <a:extLst>
                  <a:ext uri="{FF2B5EF4-FFF2-40B4-BE49-F238E27FC236}">
                    <a16:creationId xmlns:a16="http://schemas.microsoft.com/office/drawing/2014/main" id="{C14EEE02-6772-6E3E-24FF-504A85458C59}"/>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20" name="그룹 2219">
                <a:extLst>
                  <a:ext uri="{FF2B5EF4-FFF2-40B4-BE49-F238E27FC236}">
                    <a16:creationId xmlns:a16="http://schemas.microsoft.com/office/drawing/2014/main" id="{52F64CB7-E80A-2C6C-EF22-DF8DCEB77558}"/>
                  </a:ext>
                </a:extLst>
              </p:cNvPr>
              <p:cNvGrpSpPr/>
              <p:nvPr/>
            </p:nvGrpSpPr>
            <p:grpSpPr>
              <a:xfrm>
                <a:off x="4780809" y="8891329"/>
                <a:ext cx="101416" cy="146277"/>
                <a:chOff x="4545844" y="3971199"/>
                <a:chExt cx="101416" cy="146277"/>
              </a:xfrm>
            </p:grpSpPr>
            <p:grpSp>
              <p:nvGrpSpPr>
                <p:cNvPr id="2260" name="그룹 2259">
                  <a:extLst>
                    <a:ext uri="{FF2B5EF4-FFF2-40B4-BE49-F238E27FC236}">
                      <a16:creationId xmlns:a16="http://schemas.microsoft.com/office/drawing/2014/main" id="{70E14EFF-9258-CE41-1FE6-CF450AABB82E}"/>
                    </a:ext>
                  </a:extLst>
                </p:cNvPr>
                <p:cNvGrpSpPr/>
                <p:nvPr/>
              </p:nvGrpSpPr>
              <p:grpSpPr>
                <a:xfrm>
                  <a:off x="4545844" y="3971199"/>
                  <a:ext cx="35826" cy="146277"/>
                  <a:chOff x="3250176" y="2637183"/>
                  <a:chExt cx="178824" cy="146277"/>
                </a:xfrm>
              </p:grpSpPr>
              <p:grpSp>
                <p:nvGrpSpPr>
                  <p:cNvPr id="2262" name="그룹 2261">
                    <a:extLst>
                      <a:ext uri="{FF2B5EF4-FFF2-40B4-BE49-F238E27FC236}">
                        <a16:creationId xmlns:a16="http://schemas.microsoft.com/office/drawing/2014/main" id="{858A8A55-8267-DA4A-3375-9339D4DECDC2}"/>
                      </a:ext>
                    </a:extLst>
                  </p:cNvPr>
                  <p:cNvGrpSpPr/>
                  <p:nvPr/>
                </p:nvGrpSpPr>
                <p:grpSpPr>
                  <a:xfrm>
                    <a:off x="3250176" y="2637183"/>
                    <a:ext cx="178824" cy="144000"/>
                    <a:chOff x="5453592" y="2641965"/>
                    <a:chExt cx="178824" cy="144000"/>
                  </a:xfrm>
                </p:grpSpPr>
                <p:cxnSp>
                  <p:nvCxnSpPr>
                    <p:cNvPr id="2264" name="직선 연결선 2263">
                      <a:extLst>
                        <a:ext uri="{FF2B5EF4-FFF2-40B4-BE49-F238E27FC236}">
                          <a16:creationId xmlns:a16="http://schemas.microsoft.com/office/drawing/2014/main" id="{C98A68EC-995D-2027-3140-FF8CC9D2898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5" name="직선 연결선 2264">
                      <a:extLst>
                        <a:ext uri="{FF2B5EF4-FFF2-40B4-BE49-F238E27FC236}">
                          <a16:creationId xmlns:a16="http://schemas.microsoft.com/office/drawing/2014/main" id="{E6B0A9A5-9E98-0A12-16B0-8484A8B17E5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63" name="직선 연결선 2262">
                    <a:extLst>
                      <a:ext uri="{FF2B5EF4-FFF2-40B4-BE49-F238E27FC236}">
                        <a16:creationId xmlns:a16="http://schemas.microsoft.com/office/drawing/2014/main" id="{30E02557-870D-BA90-A9ED-E6E229F38DC0}"/>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61" name="직선 연결선 2260">
                  <a:extLst>
                    <a:ext uri="{FF2B5EF4-FFF2-40B4-BE49-F238E27FC236}">
                      <a16:creationId xmlns:a16="http://schemas.microsoft.com/office/drawing/2014/main" id="{9B766289-1923-3BCE-6161-C0D97DBA9A8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1" name="그룹 2220">
                <a:extLst>
                  <a:ext uri="{FF2B5EF4-FFF2-40B4-BE49-F238E27FC236}">
                    <a16:creationId xmlns:a16="http://schemas.microsoft.com/office/drawing/2014/main" id="{33E0E2B6-8E23-2108-EE79-642E4F9BE801}"/>
                  </a:ext>
                </a:extLst>
              </p:cNvPr>
              <p:cNvGrpSpPr/>
              <p:nvPr/>
            </p:nvGrpSpPr>
            <p:grpSpPr>
              <a:xfrm>
                <a:off x="4995993" y="8891419"/>
                <a:ext cx="101416" cy="146277"/>
                <a:chOff x="4545844" y="3971199"/>
                <a:chExt cx="101416" cy="146277"/>
              </a:xfrm>
            </p:grpSpPr>
            <p:grpSp>
              <p:nvGrpSpPr>
                <p:cNvPr id="2254" name="그룹 2253">
                  <a:extLst>
                    <a:ext uri="{FF2B5EF4-FFF2-40B4-BE49-F238E27FC236}">
                      <a16:creationId xmlns:a16="http://schemas.microsoft.com/office/drawing/2014/main" id="{55808A33-8D13-E168-8EDD-5A85A871CF99}"/>
                    </a:ext>
                  </a:extLst>
                </p:cNvPr>
                <p:cNvGrpSpPr/>
                <p:nvPr/>
              </p:nvGrpSpPr>
              <p:grpSpPr>
                <a:xfrm>
                  <a:off x="4545844" y="3971199"/>
                  <a:ext cx="35826" cy="146277"/>
                  <a:chOff x="3250176" y="2637183"/>
                  <a:chExt cx="178824" cy="146277"/>
                </a:xfrm>
              </p:grpSpPr>
              <p:grpSp>
                <p:nvGrpSpPr>
                  <p:cNvPr id="2256" name="그룹 2255">
                    <a:extLst>
                      <a:ext uri="{FF2B5EF4-FFF2-40B4-BE49-F238E27FC236}">
                        <a16:creationId xmlns:a16="http://schemas.microsoft.com/office/drawing/2014/main" id="{633E7D1E-4610-17E6-3580-1E2979D4D94B}"/>
                      </a:ext>
                    </a:extLst>
                  </p:cNvPr>
                  <p:cNvGrpSpPr/>
                  <p:nvPr/>
                </p:nvGrpSpPr>
                <p:grpSpPr>
                  <a:xfrm>
                    <a:off x="3250176" y="2637183"/>
                    <a:ext cx="178824" cy="144000"/>
                    <a:chOff x="5453592" y="2641965"/>
                    <a:chExt cx="178824" cy="144000"/>
                  </a:xfrm>
                </p:grpSpPr>
                <p:cxnSp>
                  <p:nvCxnSpPr>
                    <p:cNvPr id="2258" name="직선 연결선 2257">
                      <a:extLst>
                        <a:ext uri="{FF2B5EF4-FFF2-40B4-BE49-F238E27FC236}">
                          <a16:creationId xmlns:a16="http://schemas.microsoft.com/office/drawing/2014/main" id="{28076CAE-2D5A-07AF-E83F-71743F5F4B1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59" name="직선 연결선 2258">
                      <a:extLst>
                        <a:ext uri="{FF2B5EF4-FFF2-40B4-BE49-F238E27FC236}">
                          <a16:creationId xmlns:a16="http://schemas.microsoft.com/office/drawing/2014/main" id="{8164EA25-1EF6-2AB2-D273-A36B0F2048E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57" name="직선 연결선 2256">
                    <a:extLst>
                      <a:ext uri="{FF2B5EF4-FFF2-40B4-BE49-F238E27FC236}">
                        <a16:creationId xmlns:a16="http://schemas.microsoft.com/office/drawing/2014/main" id="{76F91189-634B-ED35-0BA6-A1DD1468EB9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55" name="직선 연결선 2254">
                  <a:extLst>
                    <a:ext uri="{FF2B5EF4-FFF2-40B4-BE49-F238E27FC236}">
                      <a16:creationId xmlns:a16="http://schemas.microsoft.com/office/drawing/2014/main" id="{8A2184F3-52B6-704F-9F96-99020393788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2" name="그룹 2221">
                <a:extLst>
                  <a:ext uri="{FF2B5EF4-FFF2-40B4-BE49-F238E27FC236}">
                    <a16:creationId xmlns:a16="http://schemas.microsoft.com/office/drawing/2014/main" id="{6DF3A26A-FA3D-1009-507F-387BEEA8B044}"/>
                  </a:ext>
                </a:extLst>
              </p:cNvPr>
              <p:cNvGrpSpPr/>
              <p:nvPr/>
            </p:nvGrpSpPr>
            <p:grpSpPr>
              <a:xfrm>
                <a:off x="4886987" y="8893541"/>
                <a:ext cx="72000" cy="146277"/>
                <a:chOff x="3250176" y="2637183"/>
                <a:chExt cx="179694" cy="146277"/>
              </a:xfrm>
            </p:grpSpPr>
            <p:grpSp>
              <p:nvGrpSpPr>
                <p:cNvPr id="2250" name="그룹 2249">
                  <a:extLst>
                    <a:ext uri="{FF2B5EF4-FFF2-40B4-BE49-F238E27FC236}">
                      <a16:creationId xmlns:a16="http://schemas.microsoft.com/office/drawing/2014/main" id="{430C2C2B-31DB-5516-0815-4994F0F3B539}"/>
                    </a:ext>
                  </a:extLst>
                </p:cNvPr>
                <p:cNvGrpSpPr/>
                <p:nvPr/>
              </p:nvGrpSpPr>
              <p:grpSpPr>
                <a:xfrm>
                  <a:off x="3250176" y="2637183"/>
                  <a:ext cx="178824" cy="144000"/>
                  <a:chOff x="5453592" y="2641965"/>
                  <a:chExt cx="178824" cy="144000"/>
                </a:xfrm>
              </p:grpSpPr>
              <p:cxnSp>
                <p:nvCxnSpPr>
                  <p:cNvPr id="2252" name="직선 연결선 2251">
                    <a:extLst>
                      <a:ext uri="{FF2B5EF4-FFF2-40B4-BE49-F238E27FC236}">
                        <a16:creationId xmlns:a16="http://schemas.microsoft.com/office/drawing/2014/main" id="{6F28F164-B8CF-AE8B-12F6-7B4CC04F918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53" name="직선 연결선 2252">
                    <a:extLst>
                      <a:ext uri="{FF2B5EF4-FFF2-40B4-BE49-F238E27FC236}">
                        <a16:creationId xmlns:a16="http://schemas.microsoft.com/office/drawing/2014/main" id="{7C344984-14C2-5169-6420-A8C00FA0008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51" name="직선 연결선 2250">
                  <a:extLst>
                    <a:ext uri="{FF2B5EF4-FFF2-40B4-BE49-F238E27FC236}">
                      <a16:creationId xmlns:a16="http://schemas.microsoft.com/office/drawing/2014/main" id="{A3CA8EE1-B166-FA26-441F-0795B535073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3" name="직선 연결선 2222">
                <a:extLst>
                  <a:ext uri="{FF2B5EF4-FFF2-40B4-BE49-F238E27FC236}">
                    <a16:creationId xmlns:a16="http://schemas.microsoft.com/office/drawing/2014/main" id="{1E8CAAA5-737B-4D66-02C0-052DEA44A200}"/>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24" name="그룹 2223">
                <a:extLst>
                  <a:ext uri="{FF2B5EF4-FFF2-40B4-BE49-F238E27FC236}">
                    <a16:creationId xmlns:a16="http://schemas.microsoft.com/office/drawing/2014/main" id="{BD7AE457-72AF-3D03-6A59-AAFC5ABE4C30}"/>
                  </a:ext>
                </a:extLst>
              </p:cNvPr>
              <p:cNvGrpSpPr/>
              <p:nvPr/>
            </p:nvGrpSpPr>
            <p:grpSpPr>
              <a:xfrm>
                <a:off x="5096754" y="8890453"/>
                <a:ext cx="72000" cy="146277"/>
                <a:chOff x="3250176" y="2637183"/>
                <a:chExt cx="179694" cy="146277"/>
              </a:xfrm>
            </p:grpSpPr>
            <p:grpSp>
              <p:nvGrpSpPr>
                <p:cNvPr id="2246" name="그룹 2245">
                  <a:extLst>
                    <a:ext uri="{FF2B5EF4-FFF2-40B4-BE49-F238E27FC236}">
                      <a16:creationId xmlns:a16="http://schemas.microsoft.com/office/drawing/2014/main" id="{2C337D21-1940-0069-501D-A2C9A48EAB9C}"/>
                    </a:ext>
                  </a:extLst>
                </p:cNvPr>
                <p:cNvGrpSpPr/>
                <p:nvPr/>
              </p:nvGrpSpPr>
              <p:grpSpPr>
                <a:xfrm>
                  <a:off x="3250176" y="2637183"/>
                  <a:ext cx="178824" cy="144000"/>
                  <a:chOff x="5453592" y="2641965"/>
                  <a:chExt cx="178824" cy="144000"/>
                </a:xfrm>
              </p:grpSpPr>
              <p:cxnSp>
                <p:nvCxnSpPr>
                  <p:cNvPr id="2248" name="직선 연결선 2247">
                    <a:extLst>
                      <a:ext uri="{FF2B5EF4-FFF2-40B4-BE49-F238E27FC236}">
                        <a16:creationId xmlns:a16="http://schemas.microsoft.com/office/drawing/2014/main" id="{FF747714-B570-15E5-3A17-B0C6DF2EBCA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49" name="직선 연결선 2248">
                    <a:extLst>
                      <a:ext uri="{FF2B5EF4-FFF2-40B4-BE49-F238E27FC236}">
                        <a16:creationId xmlns:a16="http://schemas.microsoft.com/office/drawing/2014/main" id="{EE96C74B-5773-3B32-08AB-E3870788062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7" name="직선 연결선 2246">
                  <a:extLst>
                    <a:ext uri="{FF2B5EF4-FFF2-40B4-BE49-F238E27FC236}">
                      <a16:creationId xmlns:a16="http://schemas.microsoft.com/office/drawing/2014/main" id="{812A0A21-CAFF-CA2B-9723-74F4353C9BA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5" name="직선 연결선 2224">
                <a:extLst>
                  <a:ext uri="{FF2B5EF4-FFF2-40B4-BE49-F238E27FC236}">
                    <a16:creationId xmlns:a16="http://schemas.microsoft.com/office/drawing/2014/main" id="{82E9D142-14E0-731B-9CED-705E7E7B133B}"/>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26" name="그룹 2225">
                <a:extLst>
                  <a:ext uri="{FF2B5EF4-FFF2-40B4-BE49-F238E27FC236}">
                    <a16:creationId xmlns:a16="http://schemas.microsoft.com/office/drawing/2014/main" id="{718D1A10-7B95-CDC2-5C95-2DD2FEBE84BE}"/>
                  </a:ext>
                </a:extLst>
              </p:cNvPr>
              <p:cNvGrpSpPr/>
              <p:nvPr/>
            </p:nvGrpSpPr>
            <p:grpSpPr>
              <a:xfrm>
                <a:off x="5203663" y="8892184"/>
                <a:ext cx="101416" cy="146277"/>
                <a:chOff x="4545844" y="3971199"/>
                <a:chExt cx="101416" cy="146277"/>
              </a:xfrm>
            </p:grpSpPr>
            <p:grpSp>
              <p:nvGrpSpPr>
                <p:cNvPr id="2240" name="그룹 2239">
                  <a:extLst>
                    <a:ext uri="{FF2B5EF4-FFF2-40B4-BE49-F238E27FC236}">
                      <a16:creationId xmlns:a16="http://schemas.microsoft.com/office/drawing/2014/main" id="{BEDC0BF2-F0FC-44A4-5BDD-6FA77AB46136}"/>
                    </a:ext>
                  </a:extLst>
                </p:cNvPr>
                <p:cNvGrpSpPr/>
                <p:nvPr/>
              </p:nvGrpSpPr>
              <p:grpSpPr>
                <a:xfrm>
                  <a:off x="4545844" y="3971199"/>
                  <a:ext cx="35826" cy="146277"/>
                  <a:chOff x="3250176" y="2637183"/>
                  <a:chExt cx="178824" cy="146277"/>
                </a:xfrm>
              </p:grpSpPr>
              <p:grpSp>
                <p:nvGrpSpPr>
                  <p:cNvPr id="2242" name="그룹 2241">
                    <a:extLst>
                      <a:ext uri="{FF2B5EF4-FFF2-40B4-BE49-F238E27FC236}">
                        <a16:creationId xmlns:a16="http://schemas.microsoft.com/office/drawing/2014/main" id="{585CC70A-4490-080A-41BB-4257A4D611CF}"/>
                      </a:ext>
                    </a:extLst>
                  </p:cNvPr>
                  <p:cNvGrpSpPr/>
                  <p:nvPr/>
                </p:nvGrpSpPr>
                <p:grpSpPr>
                  <a:xfrm>
                    <a:off x="3250176" y="2637183"/>
                    <a:ext cx="178824" cy="144000"/>
                    <a:chOff x="5453592" y="2641965"/>
                    <a:chExt cx="178824" cy="144000"/>
                  </a:xfrm>
                </p:grpSpPr>
                <p:cxnSp>
                  <p:nvCxnSpPr>
                    <p:cNvPr id="2244" name="직선 연결선 2243">
                      <a:extLst>
                        <a:ext uri="{FF2B5EF4-FFF2-40B4-BE49-F238E27FC236}">
                          <a16:creationId xmlns:a16="http://schemas.microsoft.com/office/drawing/2014/main" id="{BAC3F0D2-DA0D-AE84-87B8-4CCF67E5521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45" name="직선 연결선 2244">
                      <a:extLst>
                        <a:ext uri="{FF2B5EF4-FFF2-40B4-BE49-F238E27FC236}">
                          <a16:creationId xmlns:a16="http://schemas.microsoft.com/office/drawing/2014/main" id="{A446562C-D89A-0BD9-C160-797991A1B4B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3" name="직선 연결선 2242">
                    <a:extLst>
                      <a:ext uri="{FF2B5EF4-FFF2-40B4-BE49-F238E27FC236}">
                        <a16:creationId xmlns:a16="http://schemas.microsoft.com/office/drawing/2014/main" id="{E0A107F9-2C15-A173-51F3-19ECCEF1B9B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1" name="직선 연결선 2240">
                  <a:extLst>
                    <a:ext uri="{FF2B5EF4-FFF2-40B4-BE49-F238E27FC236}">
                      <a16:creationId xmlns:a16="http://schemas.microsoft.com/office/drawing/2014/main" id="{69E148DE-3312-B508-957F-69F695EA1F2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7" name="그룹 2226">
                <a:extLst>
                  <a:ext uri="{FF2B5EF4-FFF2-40B4-BE49-F238E27FC236}">
                    <a16:creationId xmlns:a16="http://schemas.microsoft.com/office/drawing/2014/main" id="{52272852-71F4-4028-6096-DAA69F61EEEF}"/>
                  </a:ext>
                </a:extLst>
              </p:cNvPr>
              <p:cNvGrpSpPr/>
              <p:nvPr/>
            </p:nvGrpSpPr>
            <p:grpSpPr>
              <a:xfrm>
                <a:off x="5418847" y="8892274"/>
                <a:ext cx="101416" cy="146277"/>
                <a:chOff x="4545844" y="3971199"/>
                <a:chExt cx="101416" cy="146277"/>
              </a:xfrm>
            </p:grpSpPr>
            <p:grpSp>
              <p:nvGrpSpPr>
                <p:cNvPr id="2234" name="그룹 2233">
                  <a:extLst>
                    <a:ext uri="{FF2B5EF4-FFF2-40B4-BE49-F238E27FC236}">
                      <a16:creationId xmlns:a16="http://schemas.microsoft.com/office/drawing/2014/main" id="{AFED7486-056E-2A2E-DA7F-1C0135E26514}"/>
                    </a:ext>
                  </a:extLst>
                </p:cNvPr>
                <p:cNvGrpSpPr/>
                <p:nvPr/>
              </p:nvGrpSpPr>
              <p:grpSpPr>
                <a:xfrm>
                  <a:off x="4545844" y="3971199"/>
                  <a:ext cx="35826" cy="146277"/>
                  <a:chOff x="3250176" y="2637183"/>
                  <a:chExt cx="178824" cy="146277"/>
                </a:xfrm>
              </p:grpSpPr>
              <p:grpSp>
                <p:nvGrpSpPr>
                  <p:cNvPr id="2236" name="그룹 2235">
                    <a:extLst>
                      <a:ext uri="{FF2B5EF4-FFF2-40B4-BE49-F238E27FC236}">
                        <a16:creationId xmlns:a16="http://schemas.microsoft.com/office/drawing/2014/main" id="{E1B7BBF4-13F8-8FA3-57CA-9C1AC2DE8196}"/>
                      </a:ext>
                    </a:extLst>
                  </p:cNvPr>
                  <p:cNvGrpSpPr/>
                  <p:nvPr/>
                </p:nvGrpSpPr>
                <p:grpSpPr>
                  <a:xfrm>
                    <a:off x="3250176" y="2637183"/>
                    <a:ext cx="178824" cy="144000"/>
                    <a:chOff x="5453592" y="2641965"/>
                    <a:chExt cx="178824" cy="144000"/>
                  </a:xfrm>
                </p:grpSpPr>
                <p:cxnSp>
                  <p:nvCxnSpPr>
                    <p:cNvPr id="2238" name="직선 연결선 2237">
                      <a:extLst>
                        <a:ext uri="{FF2B5EF4-FFF2-40B4-BE49-F238E27FC236}">
                          <a16:creationId xmlns:a16="http://schemas.microsoft.com/office/drawing/2014/main" id="{B72EEE24-39B9-6D1A-84AD-5464A376461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39" name="직선 연결선 2238">
                      <a:extLst>
                        <a:ext uri="{FF2B5EF4-FFF2-40B4-BE49-F238E27FC236}">
                          <a16:creationId xmlns:a16="http://schemas.microsoft.com/office/drawing/2014/main" id="{CA1A2788-FB54-9C75-506E-81C01D3B111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37" name="직선 연결선 2236">
                    <a:extLst>
                      <a:ext uri="{FF2B5EF4-FFF2-40B4-BE49-F238E27FC236}">
                        <a16:creationId xmlns:a16="http://schemas.microsoft.com/office/drawing/2014/main" id="{0A1B7BAE-499F-6D51-39AD-E6160236F08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35" name="직선 연결선 2234">
                  <a:extLst>
                    <a:ext uri="{FF2B5EF4-FFF2-40B4-BE49-F238E27FC236}">
                      <a16:creationId xmlns:a16="http://schemas.microsoft.com/office/drawing/2014/main" id="{00350C19-3A0C-B1B4-7FEC-F9CE810FFB0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8" name="그룹 2227">
                <a:extLst>
                  <a:ext uri="{FF2B5EF4-FFF2-40B4-BE49-F238E27FC236}">
                    <a16:creationId xmlns:a16="http://schemas.microsoft.com/office/drawing/2014/main" id="{67458198-ACFE-3D15-87B8-E658689EE550}"/>
                  </a:ext>
                </a:extLst>
              </p:cNvPr>
              <p:cNvGrpSpPr/>
              <p:nvPr/>
            </p:nvGrpSpPr>
            <p:grpSpPr>
              <a:xfrm>
                <a:off x="5309841" y="8892057"/>
                <a:ext cx="72000" cy="146277"/>
                <a:chOff x="3250176" y="2637183"/>
                <a:chExt cx="179694" cy="146277"/>
              </a:xfrm>
            </p:grpSpPr>
            <p:grpSp>
              <p:nvGrpSpPr>
                <p:cNvPr id="2230" name="그룹 2229">
                  <a:extLst>
                    <a:ext uri="{FF2B5EF4-FFF2-40B4-BE49-F238E27FC236}">
                      <a16:creationId xmlns:a16="http://schemas.microsoft.com/office/drawing/2014/main" id="{5C5ABE29-3CB4-EC2F-C5E7-42FF59D2F115}"/>
                    </a:ext>
                  </a:extLst>
                </p:cNvPr>
                <p:cNvGrpSpPr/>
                <p:nvPr/>
              </p:nvGrpSpPr>
              <p:grpSpPr>
                <a:xfrm>
                  <a:off x="3250176" y="2637183"/>
                  <a:ext cx="178824" cy="144000"/>
                  <a:chOff x="5453592" y="2641965"/>
                  <a:chExt cx="178824" cy="144000"/>
                </a:xfrm>
              </p:grpSpPr>
              <p:cxnSp>
                <p:nvCxnSpPr>
                  <p:cNvPr id="2232" name="직선 연결선 2231">
                    <a:extLst>
                      <a:ext uri="{FF2B5EF4-FFF2-40B4-BE49-F238E27FC236}">
                        <a16:creationId xmlns:a16="http://schemas.microsoft.com/office/drawing/2014/main" id="{33626B13-1774-5E71-FB54-C9B8299FF40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33" name="직선 연결선 2232">
                    <a:extLst>
                      <a:ext uri="{FF2B5EF4-FFF2-40B4-BE49-F238E27FC236}">
                        <a16:creationId xmlns:a16="http://schemas.microsoft.com/office/drawing/2014/main" id="{1611C7F7-F758-E131-E8DC-013419DACDC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31" name="직선 연결선 2230">
                  <a:extLst>
                    <a:ext uri="{FF2B5EF4-FFF2-40B4-BE49-F238E27FC236}">
                      <a16:creationId xmlns:a16="http://schemas.microsoft.com/office/drawing/2014/main" id="{481BEAE2-75B1-3496-608E-B7F9E3072EB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9" name="직선 연결선 2228">
                <a:extLst>
                  <a:ext uri="{FF2B5EF4-FFF2-40B4-BE49-F238E27FC236}">
                    <a16:creationId xmlns:a16="http://schemas.microsoft.com/office/drawing/2014/main" id="{329C7276-961C-3C6B-3B62-B9921A72CA1C}"/>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0" name="그룹 2269">
              <a:extLst>
                <a:ext uri="{FF2B5EF4-FFF2-40B4-BE49-F238E27FC236}">
                  <a16:creationId xmlns:a16="http://schemas.microsoft.com/office/drawing/2014/main" id="{270ACC83-832D-E5E6-E940-262C2EE460C8}"/>
                </a:ext>
              </a:extLst>
            </p:cNvPr>
            <p:cNvGrpSpPr/>
            <p:nvPr/>
          </p:nvGrpSpPr>
          <p:grpSpPr>
            <a:xfrm>
              <a:off x="4014166" y="8522651"/>
              <a:ext cx="843703" cy="150569"/>
              <a:chOff x="2752717" y="4385438"/>
              <a:chExt cx="843703" cy="150569"/>
            </a:xfrm>
          </p:grpSpPr>
          <p:grpSp>
            <p:nvGrpSpPr>
              <p:cNvPr id="2271" name="그룹 2270">
                <a:extLst>
                  <a:ext uri="{FF2B5EF4-FFF2-40B4-BE49-F238E27FC236}">
                    <a16:creationId xmlns:a16="http://schemas.microsoft.com/office/drawing/2014/main" id="{22EDA413-243F-C5E1-109C-F8861962C8F9}"/>
                  </a:ext>
                </a:extLst>
              </p:cNvPr>
              <p:cNvGrpSpPr/>
              <p:nvPr/>
            </p:nvGrpSpPr>
            <p:grpSpPr>
              <a:xfrm>
                <a:off x="2752717" y="4386023"/>
                <a:ext cx="419075" cy="149984"/>
                <a:chOff x="4408576" y="4387925"/>
                <a:chExt cx="419075" cy="149984"/>
              </a:xfrm>
            </p:grpSpPr>
            <p:grpSp>
              <p:nvGrpSpPr>
                <p:cNvPr id="2299" name="그룹 2298">
                  <a:extLst>
                    <a:ext uri="{FF2B5EF4-FFF2-40B4-BE49-F238E27FC236}">
                      <a16:creationId xmlns:a16="http://schemas.microsoft.com/office/drawing/2014/main" id="{9BD761A5-F153-3C2F-39F3-2FC3311BB645}"/>
                    </a:ext>
                  </a:extLst>
                </p:cNvPr>
                <p:cNvGrpSpPr/>
                <p:nvPr/>
              </p:nvGrpSpPr>
              <p:grpSpPr>
                <a:xfrm>
                  <a:off x="4408576" y="4388533"/>
                  <a:ext cx="72000" cy="146277"/>
                  <a:chOff x="3250176" y="2637183"/>
                  <a:chExt cx="179694" cy="146277"/>
                </a:xfrm>
              </p:grpSpPr>
              <p:grpSp>
                <p:nvGrpSpPr>
                  <p:cNvPr id="2321" name="그룹 2320">
                    <a:extLst>
                      <a:ext uri="{FF2B5EF4-FFF2-40B4-BE49-F238E27FC236}">
                        <a16:creationId xmlns:a16="http://schemas.microsoft.com/office/drawing/2014/main" id="{E5ED9399-7C64-B787-D4FF-591F8B3B5939}"/>
                      </a:ext>
                    </a:extLst>
                  </p:cNvPr>
                  <p:cNvGrpSpPr/>
                  <p:nvPr/>
                </p:nvGrpSpPr>
                <p:grpSpPr>
                  <a:xfrm>
                    <a:off x="3250176" y="2637183"/>
                    <a:ext cx="178824" cy="144000"/>
                    <a:chOff x="5453592" y="2641965"/>
                    <a:chExt cx="178824" cy="144000"/>
                  </a:xfrm>
                </p:grpSpPr>
                <p:cxnSp>
                  <p:nvCxnSpPr>
                    <p:cNvPr id="2323" name="직선 연결선 2322">
                      <a:extLst>
                        <a:ext uri="{FF2B5EF4-FFF2-40B4-BE49-F238E27FC236}">
                          <a16:creationId xmlns:a16="http://schemas.microsoft.com/office/drawing/2014/main" id="{8FE668ED-4CC0-A32B-D7F8-078E3BE0E68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24" name="직선 연결선 2323">
                      <a:extLst>
                        <a:ext uri="{FF2B5EF4-FFF2-40B4-BE49-F238E27FC236}">
                          <a16:creationId xmlns:a16="http://schemas.microsoft.com/office/drawing/2014/main" id="{3BEA6662-E456-21D7-8A29-9617A166B3A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22" name="직선 연결선 2321">
                    <a:extLst>
                      <a:ext uri="{FF2B5EF4-FFF2-40B4-BE49-F238E27FC236}">
                        <a16:creationId xmlns:a16="http://schemas.microsoft.com/office/drawing/2014/main" id="{30F5B64C-917F-67EE-FAF3-C7C558ADD2A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0" name="직선 연결선 2299">
                  <a:extLst>
                    <a:ext uri="{FF2B5EF4-FFF2-40B4-BE49-F238E27FC236}">
                      <a16:creationId xmlns:a16="http://schemas.microsoft.com/office/drawing/2014/main" id="{3D24A4F9-2F88-5B70-E223-F3DAC4A3E20E}"/>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01" name="그룹 2300">
                  <a:extLst>
                    <a:ext uri="{FF2B5EF4-FFF2-40B4-BE49-F238E27FC236}">
                      <a16:creationId xmlns:a16="http://schemas.microsoft.com/office/drawing/2014/main" id="{CEF94D46-565F-E7C9-6066-B738B9849209}"/>
                    </a:ext>
                  </a:extLst>
                </p:cNvPr>
                <p:cNvGrpSpPr/>
                <p:nvPr/>
              </p:nvGrpSpPr>
              <p:grpSpPr>
                <a:xfrm>
                  <a:off x="4515485" y="4387925"/>
                  <a:ext cx="101416" cy="146277"/>
                  <a:chOff x="4545844" y="3971199"/>
                  <a:chExt cx="101416" cy="146277"/>
                </a:xfrm>
              </p:grpSpPr>
              <p:grpSp>
                <p:nvGrpSpPr>
                  <p:cNvPr id="2315" name="그룹 2314">
                    <a:extLst>
                      <a:ext uri="{FF2B5EF4-FFF2-40B4-BE49-F238E27FC236}">
                        <a16:creationId xmlns:a16="http://schemas.microsoft.com/office/drawing/2014/main" id="{648ED52B-C332-214E-2FE4-C6DF227B7E81}"/>
                      </a:ext>
                    </a:extLst>
                  </p:cNvPr>
                  <p:cNvGrpSpPr/>
                  <p:nvPr/>
                </p:nvGrpSpPr>
                <p:grpSpPr>
                  <a:xfrm>
                    <a:off x="4545844" y="3971199"/>
                    <a:ext cx="35826" cy="146277"/>
                    <a:chOff x="3250176" y="2637183"/>
                    <a:chExt cx="178824" cy="146277"/>
                  </a:xfrm>
                </p:grpSpPr>
                <p:grpSp>
                  <p:nvGrpSpPr>
                    <p:cNvPr id="2317" name="그룹 2316">
                      <a:extLst>
                        <a:ext uri="{FF2B5EF4-FFF2-40B4-BE49-F238E27FC236}">
                          <a16:creationId xmlns:a16="http://schemas.microsoft.com/office/drawing/2014/main" id="{EFD5E159-813B-E64B-2126-94BA946D50E0}"/>
                        </a:ext>
                      </a:extLst>
                    </p:cNvPr>
                    <p:cNvGrpSpPr/>
                    <p:nvPr/>
                  </p:nvGrpSpPr>
                  <p:grpSpPr>
                    <a:xfrm>
                      <a:off x="3250176" y="2637183"/>
                      <a:ext cx="178824" cy="144000"/>
                      <a:chOff x="5453592" y="2641965"/>
                      <a:chExt cx="178824" cy="144000"/>
                    </a:xfrm>
                  </p:grpSpPr>
                  <p:cxnSp>
                    <p:nvCxnSpPr>
                      <p:cNvPr id="2319" name="직선 연결선 2318">
                        <a:extLst>
                          <a:ext uri="{FF2B5EF4-FFF2-40B4-BE49-F238E27FC236}">
                            <a16:creationId xmlns:a16="http://schemas.microsoft.com/office/drawing/2014/main" id="{FB2DD0B9-956F-7D13-4A69-A5D432813A2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20" name="직선 연결선 2319">
                        <a:extLst>
                          <a:ext uri="{FF2B5EF4-FFF2-40B4-BE49-F238E27FC236}">
                            <a16:creationId xmlns:a16="http://schemas.microsoft.com/office/drawing/2014/main" id="{C77BDA24-3390-9AE2-635A-FB49B23DF83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8" name="직선 연결선 2317">
                      <a:extLst>
                        <a:ext uri="{FF2B5EF4-FFF2-40B4-BE49-F238E27FC236}">
                          <a16:creationId xmlns:a16="http://schemas.microsoft.com/office/drawing/2014/main" id="{CF6B6C06-9145-8E51-9F19-52F0AE2213C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6" name="직선 연결선 2315">
                    <a:extLst>
                      <a:ext uri="{FF2B5EF4-FFF2-40B4-BE49-F238E27FC236}">
                        <a16:creationId xmlns:a16="http://schemas.microsoft.com/office/drawing/2014/main" id="{F1A372DD-9F58-BEA9-6A97-A3D758075E1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02" name="그룹 2301">
                  <a:extLst>
                    <a:ext uri="{FF2B5EF4-FFF2-40B4-BE49-F238E27FC236}">
                      <a16:creationId xmlns:a16="http://schemas.microsoft.com/office/drawing/2014/main" id="{1EAF34A4-2B88-9C5E-DCA3-161F008655E6}"/>
                    </a:ext>
                  </a:extLst>
                </p:cNvPr>
                <p:cNvGrpSpPr/>
                <p:nvPr/>
              </p:nvGrpSpPr>
              <p:grpSpPr>
                <a:xfrm>
                  <a:off x="4616003" y="4389306"/>
                  <a:ext cx="101416" cy="146277"/>
                  <a:chOff x="4545844" y="3971199"/>
                  <a:chExt cx="101416" cy="146277"/>
                </a:xfrm>
              </p:grpSpPr>
              <p:grpSp>
                <p:nvGrpSpPr>
                  <p:cNvPr id="2309" name="그룹 2308">
                    <a:extLst>
                      <a:ext uri="{FF2B5EF4-FFF2-40B4-BE49-F238E27FC236}">
                        <a16:creationId xmlns:a16="http://schemas.microsoft.com/office/drawing/2014/main" id="{ECD50343-FAD8-B70E-7F65-B2A85C0C76AB}"/>
                      </a:ext>
                    </a:extLst>
                  </p:cNvPr>
                  <p:cNvGrpSpPr/>
                  <p:nvPr/>
                </p:nvGrpSpPr>
                <p:grpSpPr>
                  <a:xfrm>
                    <a:off x="4545844" y="3971199"/>
                    <a:ext cx="35826" cy="146277"/>
                    <a:chOff x="3250176" y="2637183"/>
                    <a:chExt cx="178824" cy="146277"/>
                  </a:xfrm>
                </p:grpSpPr>
                <p:grpSp>
                  <p:nvGrpSpPr>
                    <p:cNvPr id="2311" name="그룹 2310">
                      <a:extLst>
                        <a:ext uri="{FF2B5EF4-FFF2-40B4-BE49-F238E27FC236}">
                          <a16:creationId xmlns:a16="http://schemas.microsoft.com/office/drawing/2014/main" id="{2CF550A8-AE2E-4FA0-31C5-2AD3E86467F8}"/>
                        </a:ext>
                      </a:extLst>
                    </p:cNvPr>
                    <p:cNvGrpSpPr/>
                    <p:nvPr/>
                  </p:nvGrpSpPr>
                  <p:grpSpPr>
                    <a:xfrm>
                      <a:off x="3250176" y="2637183"/>
                      <a:ext cx="178824" cy="144000"/>
                      <a:chOff x="5453592" y="2641965"/>
                      <a:chExt cx="178824" cy="144000"/>
                    </a:xfrm>
                  </p:grpSpPr>
                  <p:cxnSp>
                    <p:nvCxnSpPr>
                      <p:cNvPr id="2313" name="직선 연결선 2312">
                        <a:extLst>
                          <a:ext uri="{FF2B5EF4-FFF2-40B4-BE49-F238E27FC236}">
                            <a16:creationId xmlns:a16="http://schemas.microsoft.com/office/drawing/2014/main" id="{A9E5433F-4BC8-2C92-502D-D81890E4B88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14" name="직선 연결선 2313">
                        <a:extLst>
                          <a:ext uri="{FF2B5EF4-FFF2-40B4-BE49-F238E27FC236}">
                            <a16:creationId xmlns:a16="http://schemas.microsoft.com/office/drawing/2014/main" id="{92EE1964-9FFA-3BB8-EB21-CA2ED92A5A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2" name="직선 연결선 2311">
                      <a:extLst>
                        <a:ext uri="{FF2B5EF4-FFF2-40B4-BE49-F238E27FC236}">
                          <a16:creationId xmlns:a16="http://schemas.microsoft.com/office/drawing/2014/main" id="{FE377D79-F5FF-14E1-AB70-8792DD209F8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0" name="직선 연결선 2309">
                    <a:extLst>
                      <a:ext uri="{FF2B5EF4-FFF2-40B4-BE49-F238E27FC236}">
                        <a16:creationId xmlns:a16="http://schemas.microsoft.com/office/drawing/2014/main" id="{9B722903-077E-441B-9B6F-4791164B414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03" name="그룹 2302">
                  <a:extLst>
                    <a:ext uri="{FF2B5EF4-FFF2-40B4-BE49-F238E27FC236}">
                      <a16:creationId xmlns:a16="http://schemas.microsoft.com/office/drawing/2014/main" id="{120E830E-5055-A055-1CAA-66672E18AFE9}"/>
                    </a:ext>
                  </a:extLst>
                </p:cNvPr>
                <p:cNvGrpSpPr/>
                <p:nvPr/>
              </p:nvGrpSpPr>
              <p:grpSpPr>
                <a:xfrm>
                  <a:off x="4722981" y="4391632"/>
                  <a:ext cx="72000" cy="146277"/>
                  <a:chOff x="3250176" y="2637183"/>
                  <a:chExt cx="179694" cy="146277"/>
                </a:xfrm>
              </p:grpSpPr>
              <p:grpSp>
                <p:nvGrpSpPr>
                  <p:cNvPr id="2305" name="그룹 2304">
                    <a:extLst>
                      <a:ext uri="{FF2B5EF4-FFF2-40B4-BE49-F238E27FC236}">
                        <a16:creationId xmlns:a16="http://schemas.microsoft.com/office/drawing/2014/main" id="{1EA5A4EB-AD95-3316-4AD2-0B8CBBF74C9A}"/>
                      </a:ext>
                    </a:extLst>
                  </p:cNvPr>
                  <p:cNvGrpSpPr/>
                  <p:nvPr/>
                </p:nvGrpSpPr>
                <p:grpSpPr>
                  <a:xfrm>
                    <a:off x="3250176" y="2637183"/>
                    <a:ext cx="178824" cy="144000"/>
                    <a:chOff x="5453592" y="2641965"/>
                    <a:chExt cx="178824" cy="144000"/>
                  </a:xfrm>
                </p:grpSpPr>
                <p:cxnSp>
                  <p:nvCxnSpPr>
                    <p:cNvPr id="2307" name="직선 연결선 2306">
                      <a:extLst>
                        <a:ext uri="{FF2B5EF4-FFF2-40B4-BE49-F238E27FC236}">
                          <a16:creationId xmlns:a16="http://schemas.microsoft.com/office/drawing/2014/main" id="{EAFB1BA3-65DD-6D3C-D697-94BD6F124B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08" name="직선 연결선 2307">
                      <a:extLst>
                        <a:ext uri="{FF2B5EF4-FFF2-40B4-BE49-F238E27FC236}">
                          <a16:creationId xmlns:a16="http://schemas.microsoft.com/office/drawing/2014/main" id="{DEDCC6E5-92A2-54EE-F9CD-F585059FEB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6" name="직선 연결선 2305">
                    <a:extLst>
                      <a:ext uri="{FF2B5EF4-FFF2-40B4-BE49-F238E27FC236}">
                        <a16:creationId xmlns:a16="http://schemas.microsoft.com/office/drawing/2014/main" id="{78DACC8F-BBE3-3254-A35E-050DA841441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4" name="직선 연결선 2303">
                  <a:extLst>
                    <a:ext uri="{FF2B5EF4-FFF2-40B4-BE49-F238E27FC236}">
                      <a16:creationId xmlns:a16="http://schemas.microsoft.com/office/drawing/2014/main" id="{B656AFBA-2588-88FD-23EE-C733A7A79F9E}"/>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2" name="그룹 2271">
                <a:extLst>
                  <a:ext uri="{FF2B5EF4-FFF2-40B4-BE49-F238E27FC236}">
                    <a16:creationId xmlns:a16="http://schemas.microsoft.com/office/drawing/2014/main" id="{279AE282-13F2-17EB-6BB8-779A1B88FBB9}"/>
                  </a:ext>
                </a:extLst>
              </p:cNvPr>
              <p:cNvGrpSpPr/>
              <p:nvPr/>
            </p:nvGrpSpPr>
            <p:grpSpPr>
              <a:xfrm>
                <a:off x="3177345" y="4385438"/>
                <a:ext cx="419075" cy="149984"/>
                <a:chOff x="4408576" y="4387925"/>
                <a:chExt cx="419075" cy="149984"/>
              </a:xfrm>
            </p:grpSpPr>
            <p:grpSp>
              <p:nvGrpSpPr>
                <p:cNvPr id="2273" name="그룹 2272">
                  <a:extLst>
                    <a:ext uri="{FF2B5EF4-FFF2-40B4-BE49-F238E27FC236}">
                      <a16:creationId xmlns:a16="http://schemas.microsoft.com/office/drawing/2014/main" id="{D58B901B-9E6B-4F91-5B86-8B9DD193144D}"/>
                    </a:ext>
                  </a:extLst>
                </p:cNvPr>
                <p:cNvGrpSpPr/>
                <p:nvPr/>
              </p:nvGrpSpPr>
              <p:grpSpPr>
                <a:xfrm>
                  <a:off x="4408576" y="4388533"/>
                  <a:ext cx="72000" cy="146277"/>
                  <a:chOff x="3250176" y="2637183"/>
                  <a:chExt cx="179694" cy="146277"/>
                </a:xfrm>
              </p:grpSpPr>
              <p:grpSp>
                <p:nvGrpSpPr>
                  <p:cNvPr id="2295" name="그룹 2294">
                    <a:extLst>
                      <a:ext uri="{FF2B5EF4-FFF2-40B4-BE49-F238E27FC236}">
                        <a16:creationId xmlns:a16="http://schemas.microsoft.com/office/drawing/2014/main" id="{4BD38531-5C7F-1884-6366-FF5DD3144F99}"/>
                      </a:ext>
                    </a:extLst>
                  </p:cNvPr>
                  <p:cNvGrpSpPr/>
                  <p:nvPr/>
                </p:nvGrpSpPr>
                <p:grpSpPr>
                  <a:xfrm>
                    <a:off x="3250176" y="2637183"/>
                    <a:ext cx="178824" cy="144000"/>
                    <a:chOff x="5453592" y="2641965"/>
                    <a:chExt cx="178824" cy="144000"/>
                  </a:xfrm>
                </p:grpSpPr>
                <p:cxnSp>
                  <p:nvCxnSpPr>
                    <p:cNvPr id="2297" name="직선 연결선 2296">
                      <a:extLst>
                        <a:ext uri="{FF2B5EF4-FFF2-40B4-BE49-F238E27FC236}">
                          <a16:creationId xmlns:a16="http://schemas.microsoft.com/office/drawing/2014/main" id="{26B737A5-EDF6-70DC-9F7D-DC534D782D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98" name="직선 연결선 2297">
                      <a:extLst>
                        <a:ext uri="{FF2B5EF4-FFF2-40B4-BE49-F238E27FC236}">
                          <a16:creationId xmlns:a16="http://schemas.microsoft.com/office/drawing/2014/main" id="{04A1CE15-1B7A-CD51-8460-CA74993D83B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96" name="직선 연결선 2295">
                    <a:extLst>
                      <a:ext uri="{FF2B5EF4-FFF2-40B4-BE49-F238E27FC236}">
                        <a16:creationId xmlns:a16="http://schemas.microsoft.com/office/drawing/2014/main" id="{3F0E445E-5F09-B45B-0665-91B1BB3E126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74" name="직선 연결선 2273">
                  <a:extLst>
                    <a:ext uri="{FF2B5EF4-FFF2-40B4-BE49-F238E27FC236}">
                      <a16:creationId xmlns:a16="http://schemas.microsoft.com/office/drawing/2014/main" id="{09255AB9-F650-888F-A5B7-AFD50151CACD}"/>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75" name="그룹 2274">
                  <a:extLst>
                    <a:ext uri="{FF2B5EF4-FFF2-40B4-BE49-F238E27FC236}">
                      <a16:creationId xmlns:a16="http://schemas.microsoft.com/office/drawing/2014/main" id="{2BC99EDB-DCAA-07D9-2D0A-1CD1B910C7B9}"/>
                    </a:ext>
                  </a:extLst>
                </p:cNvPr>
                <p:cNvGrpSpPr/>
                <p:nvPr/>
              </p:nvGrpSpPr>
              <p:grpSpPr>
                <a:xfrm>
                  <a:off x="4515485" y="4387925"/>
                  <a:ext cx="101416" cy="146277"/>
                  <a:chOff x="4545844" y="3971199"/>
                  <a:chExt cx="101416" cy="146277"/>
                </a:xfrm>
              </p:grpSpPr>
              <p:grpSp>
                <p:nvGrpSpPr>
                  <p:cNvPr id="2289" name="그룹 2288">
                    <a:extLst>
                      <a:ext uri="{FF2B5EF4-FFF2-40B4-BE49-F238E27FC236}">
                        <a16:creationId xmlns:a16="http://schemas.microsoft.com/office/drawing/2014/main" id="{20AD7916-984F-35AE-AAF3-C46594B88962}"/>
                      </a:ext>
                    </a:extLst>
                  </p:cNvPr>
                  <p:cNvGrpSpPr/>
                  <p:nvPr/>
                </p:nvGrpSpPr>
                <p:grpSpPr>
                  <a:xfrm>
                    <a:off x="4545844" y="3971199"/>
                    <a:ext cx="35826" cy="146277"/>
                    <a:chOff x="3250176" y="2637183"/>
                    <a:chExt cx="178824" cy="146277"/>
                  </a:xfrm>
                </p:grpSpPr>
                <p:grpSp>
                  <p:nvGrpSpPr>
                    <p:cNvPr id="2291" name="그룹 2290">
                      <a:extLst>
                        <a:ext uri="{FF2B5EF4-FFF2-40B4-BE49-F238E27FC236}">
                          <a16:creationId xmlns:a16="http://schemas.microsoft.com/office/drawing/2014/main" id="{EE94770D-3983-4709-A198-D8C6D78C0B5F}"/>
                        </a:ext>
                      </a:extLst>
                    </p:cNvPr>
                    <p:cNvGrpSpPr/>
                    <p:nvPr/>
                  </p:nvGrpSpPr>
                  <p:grpSpPr>
                    <a:xfrm>
                      <a:off x="3250176" y="2637183"/>
                      <a:ext cx="178824" cy="144000"/>
                      <a:chOff x="5453592" y="2641965"/>
                      <a:chExt cx="178824" cy="144000"/>
                    </a:xfrm>
                  </p:grpSpPr>
                  <p:cxnSp>
                    <p:nvCxnSpPr>
                      <p:cNvPr id="2293" name="직선 연결선 2292">
                        <a:extLst>
                          <a:ext uri="{FF2B5EF4-FFF2-40B4-BE49-F238E27FC236}">
                            <a16:creationId xmlns:a16="http://schemas.microsoft.com/office/drawing/2014/main" id="{A6503CAD-3376-CC80-0B6F-E97D262315D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94" name="직선 연결선 2293">
                        <a:extLst>
                          <a:ext uri="{FF2B5EF4-FFF2-40B4-BE49-F238E27FC236}">
                            <a16:creationId xmlns:a16="http://schemas.microsoft.com/office/drawing/2014/main" id="{2E9608E6-DC95-4C84-6185-95AE964F997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92" name="직선 연결선 2291">
                      <a:extLst>
                        <a:ext uri="{FF2B5EF4-FFF2-40B4-BE49-F238E27FC236}">
                          <a16:creationId xmlns:a16="http://schemas.microsoft.com/office/drawing/2014/main" id="{2DB17CD5-B408-26EE-EFF0-BC1FBF72A82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90" name="직선 연결선 2289">
                    <a:extLst>
                      <a:ext uri="{FF2B5EF4-FFF2-40B4-BE49-F238E27FC236}">
                        <a16:creationId xmlns:a16="http://schemas.microsoft.com/office/drawing/2014/main" id="{A841334C-23BA-4871-381A-15CE9DE1227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6" name="그룹 2275">
                  <a:extLst>
                    <a:ext uri="{FF2B5EF4-FFF2-40B4-BE49-F238E27FC236}">
                      <a16:creationId xmlns:a16="http://schemas.microsoft.com/office/drawing/2014/main" id="{02304071-F634-6CF3-7588-724777C9DDDD}"/>
                    </a:ext>
                  </a:extLst>
                </p:cNvPr>
                <p:cNvGrpSpPr/>
                <p:nvPr/>
              </p:nvGrpSpPr>
              <p:grpSpPr>
                <a:xfrm>
                  <a:off x="4616003" y="4389306"/>
                  <a:ext cx="101416" cy="146277"/>
                  <a:chOff x="4545844" y="3971199"/>
                  <a:chExt cx="101416" cy="146277"/>
                </a:xfrm>
              </p:grpSpPr>
              <p:grpSp>
                <p:nvGrpSpPr>
                  <p:cNvPr id="2283" name="그룹 2282">
                    <a:extLst>
                      <a:ext uri="{FF2B5EF4-FFF2-40B4-BE49-F238E27FC236}">
                        <a16:creationId xmlns:a16="http://schemas.microsoft.com/office/drawing/2014/main" id="{B425225B-BB05-1C32-5507-C5BA3864DB63}"/>
                      </a:ext>
                    </a:extLst>
                  </p:cNvPr>
                  <p:cNvGrpSpPr/>
                  <p:nvPr/>
                </p:nvGrpSpPr>
                <p:grpSpPr>
                  <a:xfrm>
                    <a:off x="4545844" y="3971199"/>
                    <a:ext cx="35826" cy="146277"/>
                    <a:chOff x="3250176" y="2637183"/>
                    <a:chExt cx="178824" cy="146277"/>
                  </a:xfrm>
                </p:grpSpPr>
                <p:grpSp>
                  <p:nvGrpSpPr>
                    <p:cNvPr id="2285" name="그룹 2284">
                      <a:extLst>
                        <a:ext uri="{FF2B5EF4-FFF2-40B4-BE49-F238E27FC236}">
                          <a16:creationId xmlns:a16="http://schemas.microsoft.com/office/drawing/2014/main" id="{E611D612-A996-B4B9-B551-144B1EEAAEA9}"/>
                        </a:ext>
                      </a:extLst>
                    </p:cNvPr>
                    <p:cNvGrpSpPr/>
                    <p:nvPr/>
                  </p:nvGrpSpPr>
                  <p:grpSpPr>
                    <a:xfrm>
                      <a:off x="3250176" y="2637183"/>
                      <a:ext cx="178824" cy="144000"/>
                      <a:chOff x="5453592" y="2641965"/>
                      <a:chExt cx="178824" cy="144000"/>
                    </a:xfrm>
                  </p:grpSpPr>
                  <p:cxnSp>
                    <p:nvCxnSpPr>
                      <p:cNvPr id="2287" name="직선 연결선 2286">
                        <a:extLst>
                          <a:ext uri="{FF2B5EF4-FFF2-40B4-BE49-F238E27FC236}">
                            <a16:creationId xmlns:a16="http://schemas.microsoft.com/office/drawing/2014/main" id="{0AC8DA53-3289-F237-109C-E246013A301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8" name="직선 연결선 2287">
                        <a:extLst>
                          <a:ext uri="{FF2B5EF4-FFF2-40B4-BE49-F238E27FC236}">
                            <a16:creationId xmlns:a16="http://schemas.microsoft.com/office/drawing/2014/main" id="{011FF9A1-1CB2-54A0-DB41-9BF102FA3B0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6" name="직선 연결선 2285">
                      <a:extLst>
                        <a:ext uri="{FF2B5EF4-FFF2-40B4-BE49-F238E27FC236}">
                          <a16:creationId xmlns:a16="http://schemas.microsoft.com/office/drawing/2014/main" id="{13C86B92-0E40-F1D1-0132-65E4B6B5272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4" name="직선 연결선 2283">
                    <a:extLst>
                      <a:ext uri="{FF2B5EF4-FFF2-40B4-BE49-F238E27FC236}">
                        <a16:creationId xmlns:a16="http://schemas.microsoft.com/office/drawing/2014/main" id="{8BD2D853-3600-8C32-7811-03F271210CC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7" name="그룹 2276">
                  <a:extLst>
                    <a:ext uri="{FF2B5EF4-FFF2-40B4-BE49-F238E27FC236}">
                      <a16:creationId xmlns:a16="http://schemas.microsoft.com/office/drawing/2014/main" id="{82469B77-EA42-CB61-F3ED-6FAB34FDAC92}"/>
                    </a:ext>
                  </a:extLst>
                </p:cNvPr>
                <p:cNvGrpSpPr/>
                <p:nvPr/>
              </p:nvGrpSpPr>
              <p:grpSpPr>
                <a:xfrm>
                  <a:off x="4722981" y="4391632"/>
                  <a:ext cx="72000" cy="146277"/>
                  <a:chOff x="3250176" y="2637183"/>
                  <a:chExt cx="179694" cy="146277"/>
                </a:xfrm>
              </p:grpSpPr>
              <p:grpSp>
                <p:nvGrpSpPr>
                  <p:cNvPr id="2279" name="그룹 2278">
                    <a:extLst>
                      <a:ext uri="{FF2B5EF4-FFF2-40B4-BE49-F238E27FC236}">
                        <a16:creationId xmlns:a16="http://schemas.microsoft.com/office/drawing/2014/main" id="{3FA7B776-4BFD-EEE0-4456-8D7D3C08D4D3}"/>
                      </a:ext>
                    </a:extLst>
                  </p:cNvPr>
                  <p:cNvGrpSpPr/>
                  <p:nvPr/>
                </p:nvGrpSpPr>
                <p:grpSpPr>
                  <a:xfrm>
                    <a:off x="3250176" y="2637183"/>
                    <a:ext cx="178824" cy="144000"/>
                    <a:chOff x="5453592" y="2641965"/>
                    <a:chExt cx="178824" cy="144000"/>
                  </a:xfrm>
                </p:grpSpPr>
                <p:cxnSp>
                  <p:nvCxnSpPr>
                    <p:cNvPr id="2281" name="직선 연결선 2280">
                      <a:extLst>
                        <a:ext uri="{FF2B5EF4-FFF2-40B4-BE49-F238E27FC236}">
                          <a16:creationId xmlns:a16="http://schemas.microsoft.com/office/drawing/2014/main" id="{EBD25B10-CDB1-698C-26AD-CABA7F423B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2" name="직선 연결선 2281">
                      <a:extLst>
                        <a:ext uri="{FF2B5EF4-FFF2-40B4-BE49-F238E27FC236}">
                          <a16:creationId xmlns:a16="http://schemas.microsoft.com/office/drawing/2014/main" id="{D15C73DE-3103-8BFB-3735-8E198A0913D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0" name="직선 연결선 2279">
                    <a:extLst>
                      <a:ext uri="{FF2B5EF4-FFF2-40B4-BE49-F238E27FC236}">
                        <a16:creationId xmlns:a16="http://schemas.microsoft.com/office/drawing/2014/main" id="{349D59AD-D2F0-4A2F-9E4D-C05C0973380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78" name="직선 연결선 2277">
                  <a:extLst>
                    <a:ext uri="{FF2B5EF4-FFF2-40B4-BE49-F238E27FC236}">
                      <a16:creationId xmlns:a16="http://schemas.microsoft.com/office/drawing/2014/main" id="{B3B02A22-1EB0-6023-8D23-C7F8F5FE5988}"/>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325" name="그룹 2324">
              <a:extLst>
                <a:ext uri="{FF2B5EF4-FFF2-40B4-BE49-F238E27FC236}">
                  <a16:creationId xmlns:a16="http://schemas.microsoft.com/office/drawing/2014/main" id="{CF8B7A22-2206-AFD6-6CFD-CDC04CA6BABB}"/>
                </a:ext>
              </a:extLst>
            </p:cNvPr>
            <p:cNvGrpSpPr/>
            <p:nvPr/>
          </p:nvGrpSpPr>
          <p:grpSpPr>
            <a:xfrm>
              <a:off x="4009585" y="8280170"/>
              <a:ext cx="843703" cy="150569"/>
              <a:chOff x="2752717" y="4385438"/>
              <a:chExt cx="843703" cy="150569"/>
            </a:xfrm>
          </p:grpSpPr>
          <p:grpSp>
            <p:nvGrpSpPr>
              <p:cNvPr id="2326" name="그룹 2325">
                <a:extLst>
                  <a:ext uri="{FF2B5EF4-FFF2-40B4-BE49-F238E27FC236}">
                    <a16:creationId xmlns:a16="http://schemas.microsoft.com/office/drawing/2014/main" id="{C3AF79E2-E1B8-3B6A-F70E-56D19046DC02}"/>
                  </a:ext>
                </a:extLst>
              </p:cNvPr>
              <p:cNvGrpSpPr/>
              <p:nvPr/>
            </p:nvGrpSpPr>
            <p:grpSpPr>
              <a:xfrm>
                <a:off x="2752717" y="4386023"/>
                <a:ext cx="419075" cy="149984"/>
                <a:chOff x="4408576" y="4387925"/>
                <a:chExt cx="419075" cy="149984"/>
              </a:xfrm>
            </p:grpSpPr>
            <p:grpSp>
              <p:nvGrpSpPr>
                <p:cNvPr id="2354" name="그룹 2353">
                  <a:extLst>
                    <a:ext uri="{FF2B5EF4-FFF2-40B4-BE49-F238E27FC236}">
                      <a16:creationId xmlns:a16="http://schemas.microsoft.com/office/drawing/2014/main" id="{D2B77F61-9B53-3101-C9F9-C8F04407239B}"/>
                    </a:ext>
                  </a:extLst>
                </p:cNvPr>
                <p:cNvGrpSpPr/>
                <p:nvPr/>
              </p:nvGrpSpPr>
              <p:grpSpPr>
                <a:xfrm>
                  <a:off x="4408576" y="4388533"/>
                  <a:ext cx="72000" cy="146277"/>
                  <a:chOff x="3250176" y="2637183"/>
                  <a:chExt cx="179694" cy="146277"/>
                </a:xfrm>
              </p:grpSpPr>
              <p:grpSp>
                <p:nvGrpSpPr>
                  <p:cNvPr id="2376" name="그룹 2375">
                    <a:extLst>
                      <a:ext uri="{FF2B5EF4-FFF2-40B4-BE49-F238E27FC236}">
                        <a16:creationId xmlns:a16="http://schemas.microsoft.com/office/drawing/2014/main" id="{19462C97-B3B0-DCCA-31DE-5724BEC0518B}"/>
                      </a:ext>
                    </a:extLst>
                  </p:cNvPr>
                  <p:cNvGrpSpPr/>
                  <p:nvPr/>
                </p:nvGrpSpPr>
                <p:grpSpPr>
                  <a:xfrm>
                    <a:off x="3250176" y="2637183"/>
                    <a:ext cx="178824" cy="144000"/>
                    <a:chOff x="5453592" y="2641965"/>
                    <a:chExt cx="178824" cy="144000"/>
                  </a:xfrm>
                </p:grpSpPr>
                <p:cxnSp>
                  <p:nvCxnSpPr>
                    <p:cNvPr id="2378" name="직선 연결선 2377">
                      <a:extLst>
                        <a:ext uri="{FF2B5EF4-FFF2-40B4-BE49-F238E27FC236}">
                          <a16:creationId xmlns:a16="http://schemas.microsoft.com/office/drawing/2014/main" id="{82EA1257-0AB0-5387-D56D-FB41357B809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79" name="직선 연결선 2378">
                      <a:extLst>
                        <a:ext uri="{FF2B5EF4-FFF2-40B4-BE49-F238E27FC236}">
                          <a16:creationId xmlns:a16="http://schemas.microsoft.com/office/drawing/2014/main" id="{BCD1A84A-B9E5-0D80-8350-12AD1A7FA8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77" name="직선 연결선 2376">
                    <a:extLst>
                      <a:ext uri="{FF2B5EF4-FFF2-40B4-BE49-F238E27FC236}">
                        <a16:creationId xmlns:a16="http://schemas.microsoft.com/office/drawing/2014/main" id="{CC8D84A4-4A71-F039-4996-4532447873D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55" name="직선 연결선 2354">
                  <a:extLst>
                    <a:ext uri="{FF2B5EF4-FFF2-40B4-BE49-F238E27FC236}">
                      <a16:creationId xmlns:a16="http://schemas.microsoft.com/office/drawing/2014/main" id="{ED228315-8F3F-46CA-A494-148C3003B97B}"/>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56" name="그룹 2355">
                  <a:extLst>
                    <a:ext uri="{FF2B5EF4-FFF2-40B4-BE49-F238E27FC236}">
                      <a16:creationId xmlns:a16="http://schemas.microsoft.com/office/drawing/2014/main" id="{CCA6310A-13EF-FFF5-4968-0F6F2BF6C8C1}"/>
                    </a:ext>
                  </a:extLst>
                </p:cNvPr>
                <p:cNvGrpSpPr/>
                <p:nvPr/>
              </p:nvGrpSpPr>
              <p:grpSpPr>
                <a:xfrm>
                  <a:off x="4515485" y="4387925"/>
                  <a:ext cx="101416" cy="146277"/>
                  <a:chOff x="4545844" y="3971199"/>
                  <a:chExt cx="101416" cy="146277"/>
                </a:xfrm>
              </p:grpSpPr>
              <p:grpSp>
                <p:nvGrpSpPr>
                  <p:cNvPr id="2370" name="그룹 2369">
                    <a:extLst>
                      <a:ext uri="{FF2B5EF4-FFF2-40B4-BE49-F238E27FC236}">
                        <a16:creationId xmlns:a16="http://schemas.microsoft.com/office/drawing/2014/main" id="{F40E1D0A-78C8-852D-2695-583C487762C9}"/>
                      </a:ext>
                    </a:extLst>
                  </p:cNvPr>
                  <p:cNvGrpSpPr/>
                  <p:nvPr/>
                </p:nvGrpSpPr>
                <p:grpSpPr>
                  <a:xfrm>
                    <a:off x="4545844" y="3971199"/>
                    <a:ext cx="35826" cy="146277"/>
                    <a:chOff x="3250176" y="2637183"/>
                    <a:chExt cx="178824" cy="146277"/>
                  </a:xfrm>
                </p:grpSpPr>
                <p:grpSp>
                  <p:nvGrpSpPr>
                    <p:cNvPr id="2372" name="그룹 2371">
                      <a:extLst>
                        <a:ext uri="{FF2B5EF4-FFF2-40B4-BE49-F238E27FC236}">
                          <a16:creationId xmlns:a16="http://schemas.microsoft.com/office/drawing/2014/main" id="{B13C7898-D29E-FAC5-52AB-C3084FFD9E3D}"/>
                        </a:ext>
                      </a:extLst>
                    </p:cNvPr>
                    <p:cNvGrpSpPr/>
                    <p:nvPr/>
                  </p:nvGrpSpPr>
                  <p:grpSpPr>
                    <a:xfrm>
                      <a:off x="3250176" y="2637183"/>
                      <a:ext cx="178824" cy="144000"/>
                      <a:chOff x="5453592" y="2641965"/>
                      <a:chExt cx="178824" cy="144000"/>
                    </a:xfrm>
                  </p:grpSpPr>
                  <p:cxnSp>
                    <p:nvCxnSpPr>
                      <p:cNvPr id="2374" name="직선 연결선 2373">
                        <a:extLst>
                          <a:ext uri="{FF2B5EF4-FFF2-40B4-BE49-F238E27FC236}">
                            <a16:creationId xmlns:a16="http://schemas.microsoft.com/office/drawing/2014/main" id="{9AF08777-253A-AE17-907D-4AAC5DDE653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75" name="직선 연결선 2374">
                        <a:extLst>
                          <a:ext uri="{FF2B5EF4-FFF2-40B4-BE49-F238E27FC236}">
                            <a16:creationId xmlns:a16="http://schemas.microsoft.com/office/drawing/2014/main" id="{0EE19B7C-88AB-C397-ED21-7FE2447BE5B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73" name="직선 연결선 2372">
                      <a:extLst>
                        <a:ext uri="{FF2B5EF4-FFF2-40B4-BE49-F238E27FC236}">
                          <a16:creationId xmlns:a16="http://schemas.microsoft.com/office/drawing/2014/main" id="{F61F7DFB-0E19-B4BC-FBAC-BA25F872BFB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71" name="직선 연결선 2370">
                    <a:extLst>
                      <a:ext uri="{FF2B5EF4-FFF2-40B4-BE49-F238E27FC236}">
                        <a16:creationId xmlns:a16="http://schemas.microsoft.com/office/drawing/2014/main" id="{6523BF1C-89E3-225F-1C4B-C5D439123C3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57" name="그룹 2356">
                  <a:extLst>
                    <a:ext uri="{FF2B5EF4-FFF2-40B4-BE49-F238E27FC236}">
                      <a16:creationId xmlns:a16="http://schemas.microsoft.com/office/drawing/2014/main" id="{9A48A5B5-0035-F878-4F2E-0ED663BCCF4A}"/>
                    </a:ext>
                  </a:extLst>
                </p:cNvPr>
                <p:cNvGrpSpPr/>
                <p:nvPr/>
              </p:nvGrpSpPr>
              <p:grpSpPr>
                <a:xfrm>
                  <a:off x="4616003" y="4389306"/>
                  <a:ext cx="101416" cy="146277"/>
                  <a:chOff x="4545844" y="3971199"/>
                  <a:chExt cx="101416" cy="146277"/>
                </a:xfrm>
              </p:grpSpPr>
              <p:grpSp>
                <p:nvGrpSpPr>
                  <p:cNvPr id="2364" name="그룹 2363">
                    <a:extLst>
                      <a:ext uri="{FF2B5EF4-FFF2-40B4-BE49-F238E27FC236}">
                        <a16:creationId xmlns:a16="http://schemas.microsoft.com/office/drawing/2014/main" id="{A938C1C6-1B19-3344-674C-1A32B897383C}"/>
                      </a:ext>
                    </a:extLst>
                  </p:cNvPr>
                  <p:cNvGrpSpPr/>
                  <p:nvPr/>
                </p:nvGrpSpPr>
                <p:grpSpPr>
                  <a:xfrm>
                    <a:off x="4545844" y="3971199"/>
                    <a:ext cx="35826" cy="146277"/>
                    <a:chOff x="3250176" y="2637183"/>
                    <a:chExt cx="178824" cy="146277"/>
                  </a:xfrm>
                </p:grpSpPr>
                <p:grpSp>
                  <p:nvGrpSpPr>
                    <p:cNvPr id="2366" name="그룹 2365">
                      <a:extLst>
                        <a:ext uri="{FF2B5EF4-FFF2-40B4-BE49-F238E27FC236}">
                          <a16:creationId xmlns:a16="http://schemas.microsoft.com/office/drawing/2014/main" id="{76FF668B-1ABA-E56D-D8CB-D2E620B476C4}"/>
                        </a:ext>
                      </a:extLst>
                    </p:cNvPr>
                    <p:cNvGrpSpPr/>
                    <p:nvPr/>
                  </p:nvGrpSpPr>
                  <p:grpSpPr>
                    <a:xfrm>
                      <a:off x="3250176" y="2637183"/>
                      <a:ext cx="178824" cy="144000"/>
                      <a:chOff x="5453592" y="2641965"/>
                      <a:chExt cx="178824" cy="144000"/>
                    </a:xfrm>
                  </p:grpSpPr>
                  <p:cxnSp>
                    <p:nvCxnSpPr>
                      <p:cNvPr id="2368" name="직선 연결선 2367">
                        <a:extLst>
                          <a:ext uri="{FF2B5EF4-FFF2-40B4-BE49-F238E27FC236}">
                            <a16:creationId xmlns:a16="http://schemas.microsoft.com/office/drawing/2014/main" id="{E68F06D8-6B81-76AE-5EF5-29BDF295260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69" name="직선 연결선 2368">
                        <a:extLst>
                          <a:ext uri="{FF2B5EF4-FFF2-40B4-BE49-F238E27FC236}">
                            <a16:creationId xmlns:a16="http://schemas.microsoft.com/office/drawing/2014/main" id="{7CD7AB42-C46C-7754-6424-4A2D65A70D1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7" name="직선 연결선 2366">
                      <a:extLst>
                        <a:ext uri="{FF2B5EF4-FFF2-40B4-BE49-F238E27FC236}">
                          <a16:creationId xmlns:a16="http://schemas.microsoft.com/office/drawing/2014/main" id="{FDCF92F8-5EDD-789A-7B8E-2C2A1B28ADD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5" name="직선 연결선 2364">
                    <a:extLst>
                      <a:ext uri="{FF2B5EF4-FFF2-40B4-BE49-F238E27FC236}">
                        <a16:creationId xmlns:a16="http://schemas.microsoft.com/office/drawing/2014/main" id="{BC676CC5-C8E6-1AE0-1165-EF92D1E20F5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58" name="그룹 2357">
                  <a:extLst>
                    <a:ext uri="{FF2B5EF4-FFF2-40B4-BE49-F238E27FC236}">
                      <a16:creationId xmlns:a16="http://schemas.microsoft.com/office/drawing/2014/main" id="{796A9D86-88EE-A0B0-50D5-5962160E9E6A}"/>
                    </a:ext>
                  </a:extLst>
                </p:cNvPr>
                <p:cNvGrpSpPr/>
                <p:nvPr/>
              </p:nvGrpSpPr>
              <p:grpSpPr>
                <a:xfrm>
                  <a:off x="4722981" y="4391632"/>
                  <a:ext cx="72000" cy="146277"/>
                  <a:chOff x="3250176" y="2637183"/>
                  <a:chExt cx="179694" cy="146277"/>
                </a:xfrm>
              </p:grpSpPr>
              <p:grpSp>
                <p:nvGrpSpPr>
                  <p:cNvPr id="2360" name="그룹 2359">
                    <a:extLst>
                      <a:ext uri="{FF2B5EF4-FFF2-40B4-BE49-F238E27FC236}">
                        <a16:creationId xmlns:a16="http://schemas.microsoft.com/office/drawing/2014/main" id="{2B4FC413-FB08-9C1B-0267-B9CBC40B6CDA}"/>
                      </a:ext>
                    </a:extLst>
                  </p:cNvPr>
                  <p:cNvGrpSpPr/>
                  <p:nvPr/>
                </p:nvGrpSpPr>
                <p:grpSpPr>
                  <a:xfrm>
                    <a:off x="3250176" y="2637183"/>
                    <a:ext cx="178824" cy="144000"/>
                    <a:chOff x="5453592" y="2641965"/>
                    <a:chExt cx="178824" cy="144000"/>
                  </a:xfrm>
                </p:grpSpPr>
                <p:cxnSp>
                  <p:nvCxnSpPr>
                    <p:cNvPr id="2362" name="직선 연결선 2361">
                      <a:extLst>
                        <a:ext uri="{FF2B5EF4-FFF2-40B4-BE49-F238E27FC236}">
                          <a16:creationId xmlns:a16="http://schemas.microsoft.com/office/drawing/2014/main" id="{88CD0556-4270-27E5-2F3B-961FB7D2F18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63" name="직선 연결선 2362">
                      <a:extLst>
                        <a:ext uri="{FF2B5EF4-FFF2-40B4-BE49-F238E27FC236}">
                          <a16:creationId xmlns:a16="http://schemas.microsoft.com/office/drawing/2014/main" id="{F615848C-1EDD-1C41-73C1-B21C42C5BEE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1" name="직선 연결선 2360">
                    <a:extLst>
                      <a:ext uri="{FF2B5EF4-FFF2-40B4-BE49-F238E27FC236}">
                        <a16:creationId xmlns:a16="http://schemas.microsoft.com/office/drawing/2014/main" id="{D6CBD68E-68C6-E68C-59EC-B84FBFC453A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59" name="직선 연결선 2358">
                  <a:extLst>
                    <a:ext uri="{FF2B5EF4-FFF2-40B4-BE49-F238E27FC236}">
                      <a16:creationId xmlns:a16="http://schemas.microsoft.com/office/drawing/2014/main" id="{A4A3A61F-0D83-BAC7-E1D6-9FC89CD2F3A7}"/>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27" name="그룹 2326">
                <a:extLst>
                  <a:ext uri="{FF2B5EF4-FFF2-40B4-BE49-F238E27FC236}">
                    <a16:creationId xmlns:a16="http://schemas.microsoft.com/office/drawing/2014/main" id="{F7749B52-F9CF-E5B7-5514-FC906D4E1203}"/>
                  </a:ext>
                </a:extLst>
              </p:cNvPr>
              <p:cNvGrpSpPr/>
              <p:nvPr/>
            </p:nvGrpSpPr>
            <p:grpSpPr>
              <a:xfrm>
                <a:off x="3177345" y="4385438"/>
                <a:ext cx="419075" cy="149984"/>
                <a:chOff x="4408576" y="4387925"/>
                <a:chExt cx="419075" cy="149984"/>
              </a:xfrm>
            </p:grpSpPr>
            <p:grpSp>
              <p:nvGrpSpPr>
                <p:cNvPr id="2328" name="그룹 2327">
                  <a:extLst>
                    <a:ext uri="{FF2B5EF4-FFF2-40B4-BE49-F238E27FC236}">
                      <a16:creationId xmlns:a16="http://schemas.microsoft.com/office/drawing/2014/main" id="{2B3B23EE-0E2B-AA1F-6CED-A9D4B313A475}"/>
                    </a:ext>
                  </a:extLst>
                </p:cNvPr>
                <p:cNvGrpSpPr/>
                <p:nvPr/>
              </p:nvGrpSpPr>
              <p:grpSpPr>
                <a:xfrm>
                  <a:off x="4408576" y="4388533"/>
                  <a:ext cx="72000" cy="146277"/>
                  <a:chOff x="3250176" y="2637183"/>
                  <a:chExt cx="179694" cy="146277"/>
                </a:xfrm>
              </p:grpSpPr>
              <p:grpSp>
                <p:nvGrpSpPr>
                  <p:cNvPr id="2350" name="그룹 2349">
                    <a:extLst>
                      <a:ext uri="{FF2B5EF4-FFF2-40B4-BE49-F238E27FC236}">
                        <a16:creationId xmlns:a16="http://schemas.microsoft.com/office/drawing/2014/main" id="{2A8AF67A-20FB-409F-5690-2018B8FECD49}"/>
                      </a:ext>
                    </a:extLst>
                  </p:cNvPr>
                  <p:cNvGrpSpPr/>
                  <p:nvPr/>
                </p:nvGrpSpPr>
                <p:grpSpPr>
                  <a:xfrm>
                    <a:off x="3250176" y="2637183"/>
                    <a:ext cx="178824" cy="144000"/>
                    <a:chOff x="5453592" y="2641965"/>
                    <a:chExt cx="178824" cy="144000"/>
                  </a:xfrm>
                </p:grpSpPr>
                <p:cxnSp>
                  <p:nvCxnSpPr>
                    <p:cNvPr id="2352" name="직선 연결선 2351">
                      <a:extLst>
                        <a:ext uri="{FF2B5EF4-FFF2-40B4-BE49-F238E27FC236}">
                          <a16:creationId xmlns:a16="http://schemas.microsoft.com/office/drawing/2014/main" id="{0F324A53-AD49-495C-635D-C2D5E4FFFEE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53" name="직선 연결선 2352">
                      <a:extLst>
                        <a:ext uri="{FF2B5EF4-FFF2-40B4-BE49-F238E27FC236}">
                          <a16:creationId xmlns:a16="http://schemas.microsoft.com/office/drawing/2014/main" id="{A6C000D8-3AD0-0F6D-F0D1-BD74FA208A7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51" name="직선 연결선 2350">
                    <a:extLst>
                      <a:ext uri="{FF2B5EF4-FFF2-40B4-BE49-F238E27FC236}">
                        <a16:creationId xmlns:a16="http://schemas.microsoft.com/office/drawing/2014/main" id="{B1E85B59-6747-11E6-F24C-0AFC732660B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29" name="직선 연결선 2328">
                  <a:extLst>
                    <a:ext uri="{FF2B5EF4-FFF2-40B4-BE49-F238E27FC236}">
                      <a16:creationId xmlns:a16="http://schemas.microsoft.com/office/drawing/2014/main" id="{CE3C8C75-E9B2-2F3A-BC16-0A053449581C}"/>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30" name="그룹 2329">
                  <a:extLst>
                    <a:ext uri="{FF2B5EF4-FFF2-40B4-BE49-F238E27FC236}">
                      <a16:creationId xmlns:a16="http://schemas.microsoft.com/office/drawing/2014/main" id="{D276AC1F-EEF8-1DFB-F70D-C1EEA41AE245}"/>
                    </a:ext>
                  </a:extLst>
                </p:cNvPr>
                <p:cNvGrpSpPr/>
                <p:nvPr/>
              </p:nvGrpSpPr>
              <p:grpSpPr>
                <a:xfrm>
                  <a:off x="4515485" y="4387925"/>
                  <a:ext cx="101416" cy="146277"/>
                  <a:chOff x="4545844" y="3971199"/>
                  <a:chExt cx="101416" cy="146277"/>
                </a:xfrm>
              </p:grpSpPr>
              <p:grpSp>
                <p:nvGrpSpPr>
                  <p:cNvPr id="2344" name="그룹 2343">
                    <a:extLst>
                      <a:ext uri="{FF2B5EF4-FFF2-40B4-BE49-F238E27FC236}">
                        <a16:creationId xmlns:a16="http://schemas.microsoft.com/office/drawing/2014/main" id="{0D65ED06-FC1D-5429-933B-1F93E11968B5}"/>
                      </a:ext>
                    </a:extLst>
                  </p:cNvPr>
                  <p:cNvGrpSpPr/>
                  <p:nvPr/>
                </p:nvGrpSpPr>
                <p:grpSpPr>
                  <a:xfrm>
                    <a:off x="4545844" y="3971199"/>
                    <a:ext cx="35826" cy="146277"/>
                    <a:chOff x="3250176" y="2637183"/>
                    <a:chExt cx="178824" cy="146277"/>
                  </a:xfrm>
                </p:grpSpPr>
                <p:grpSp>
                  <p:nvGrpSpPr>
                    <p:cNvPr id="2346" name="그룹 2345">
                      <a:extLst>
                        <a:ext uri="{FF2B5EF4-FFF2-40B4-BE49-F238E27FC236}">
                          <a16:creationId xmlns:a16="http://schemas.microsoft.com/office/drawing/2014/main" id="{3CCC2FDD-7E25-ECB7-4685-BD1FBE06FC08}"/>
                        </a:ext>
                      </a:extLst>
                    </p:cNvPr>
                    <p:cNvGrpSpPr/>
                    <p:nvPr/>
                  </p:nvGrpSpPr>
                  <p:grpSpPr>
                    <a:xfrm>
                      <a:off x="3250176" y="2637183"/>
                      <a:ext cx="178824" cy="144000"/>
                      <a:chOff x="5453592" y="2641965"/>
                      <a:chExt cx="178824" cy="144000"/>
                    </a:xfrm>
                  </p:grpSpPr>
                  <p:cxnSp>
                    <p:nvCxnSpPr>
                      <p:cNvPr id="2348" name="직선 연결선 2347">
                        <a:extLst>
                          <a:ext uri="{FF2B5EF4-FFF2-40B4-BE49-F238E27FC236}">
                            <a16:creationId xmlns:a16="http://schemas.microsoft.com/office/drawing/2014/main" id="{409AD9F5-F70B-3CF2-76F7-8E50DDDA87E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49" name="직선 연결선 2348">
                        <a:extLst>
                          <a:ext uri="{FF2B5EF4-FFF2-40B4-BE49-F238E27FC236}">
                            <a16:creationId xmlns:a16="http://schemas.microsoft.com/office/drawing/2014/main" id="{71DCCC5B-41DC-0E40-0095-6FBD0521A07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7" name="직선 연결선 2346">
                      <a:extLst>
                        <a:ext uri="{FF2B5EF4-FFF2-40B4-BE49-F238E27FC236}">
                          <a16:creationId xmlns:a16="http://schemas.microsoft.com/office/drawing/2014/main" id="{5F6164F3-C873-3E41-C497-C640A742ED0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5" name="직선 연결선 2344">
                    <a:extLst>
                      <a:ext uri="{FF2B5EF4-FFF2-40B4-BE49-F238E27FC236}">
                        <a16:creationId xmlns:a16="http://schemas.microsoft.com/office/drawing/2014/main" id="{798BE133-FA25-8067-6004-C0A7B88FDF6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31" name="그룹 2330">
                  <a:extLst>
                    <a:ext uri="{FF2B5EF4-FFF2-40B4-BE49-F238E27FC236}">
                      <a16:creationId xmlns:a16="http://schemas.microsoft.com/office/drawing/2014/main" id="{48EC4E74-CBB3-79F8-C0B6-41B537DE7652}"/>
                    </a:ext>
                  </a:extLst>
                </p:cNvPr>
                <p:cNvGrpSpPr/>
                <p:nvPr/>
              </p:nvGrpSpPr>
              <p:grpSpPr>
                <a:xfrm>
                  <a:off x="4616003" y="4389306"/>
                  <a:ext cx="101416" cy="146277"/>
                  <a:chOff x="4545844" y="3971199"/>
                  <a:chExt cx="101416" cy="146277"/>
                </a:xfrm>
              </p:grpSpPr>
              <p:grpSp>
                <p:nvGrpSpPr>
                  <p:cNvPr id="2338" name="그룹 2337">
                    <a:extLst>
                      <a:ext uri="{FF2B5EF4-FFF2-40B4-BE49-F238E27FC236}">
                        <a16:creationId xmlns:a16="http://schemas.microsoft.com/office/drawing/2014/main" id="{8282C30E-82E2-8BA5-D831-3428279D8B14}"/>
                      </a:ext>
                    </a:extLst>
                  </p:cNvPr>
                  <p:cNvGrpSpPr/>
                  <p:nvPr/>
                </p:nvGrpSpPr>
                <p:grpSpPr>
                  <a:xfrm>
                    <a:off x="4545844" y="3971199"/>
                    <a:ext cx="35826" cy="146277"/>
                    <a:chOff x="3250176" y="2637183"/>
                    <a:chExt cx="178824" cy="146277"/>
                  </a:xfrm>
                </p:grpSpPr>
                <p:grpSp>
                  <p:nvGrpSpPr>
                    <p:cNvPr id="2340" name="그룹 2339">
                      <a:extLst>
                        <a:ext uri="{FF2B5EF4-FFF2-40B4-BE49-F238E27FC236}">
                          <a16:creationId xmlns:a16="http://schemas.microsoft.com/office/drawing/2014/main" id="{54EEBB8B-E5FF-184E-400F-808FCACFF290}"/>
                        </a:ext>
                      </a:extLst>
                    </p:cNvPr>
                    <p:cNvGrpSpPr/>
                    <p:nvPr/>
                  </p:nvGrpSpPr>
                  <p:grpSpPr>
                    <a:xfrm>
                      <a:off x="3250176" y="2637183"/>
                      <a:ext cx="178824" cy="144000"/>
                      <a:chOff x="5453592" y="2641965"/>
                      <a:chExt cx="178824" cy="144000"/>
                    </a:xfrm>
                  </p:grpSpPr>
                  <p:cxnSp>
                    <p:nvCxnSpPr>
                      <p:cNvPr id="2342" name="직선 연결선 2341">
                        <a:extLst>
                          <a:ext uri="{FF2B5EF4-FFF2-40B4-BE49-F238E27FC236}">
                            <a16:creationId xmlns:a16="http://schemas.microsoft.com/office/drawing/2014/main" id="{7484FED5-7CF3-E270-82C1-1BBB69F0022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43" name="직선 연결선 2342">
                        <a:extLst>
                          <a:ext uri="{FF2B5EF4-FFF2-40B4-BE49-F238E27FC236}">
                            <a16:creationId xmlns:a16="http://schemas.microsoft.com/office/drawing/2014/main" id="{56F6D810-5A60-F91C-A892-72F46428140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1" name="직선 연결선 2340">
                      <a:extLst>
                        <a:ext uri="{FF2B5EF4-FFF2-40B4-BE49-F238E27FC236}">
                          <a16:creationId xmlns:a16="http://schemas.microsoft.com/office/drawing/2014/main" id="{D37B103E-87F5-AC12-784A-56D93CA6AFD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39" name="직선 연결선 2338">
                    <a:extLst>
                      <a:ext uri="{FF2B5EF4-FFF2-40B4-BE49-F238E27FC236}">
                        <a16:creationId xmlns:a16="http://schemas.microsoft.com/office/drawing/2014/main" id="{2207905A-3B56-AA62-9F88-4CE40840B1F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32" name="그룹 2331">
                  <a:extLst>
                    <a:ext uri="{FF2B5EF4-FFF2-40B4-BE49-F238E27FC236}">
                      <a16:creationId xmlns:a16="http://schemas.microsoft.com/office/drawing/2014/main" id="{A6B8ABD6-9F88-8C1D-B39F-3A08302025B7}"/>
                    </a:ext>
                  </a:extLst>
                </p:cNvPr>
                <p:cNvGrpSpPr/>
                <p:nvPr/>
              </p:nvGrpSpPr>
              <p:grpSpPr>
                <a:xfrm>
                  <a:off x="4722981" y="4391632"/>
                  <a:ext cx="72000" cy="146277"/>
                  <a:chOff x="3250176" y="2637183"/>
                  <a:chExt cx="179694" cy="146277"/>
                </a:xfrm>
              </p:grpSpPr>
              <p:grpSp>
                <p:nvGrpSpPr>
                  <p:cNvPr id="2334" name="그룹 2333">
                    <a:extLst>
                      <a:ext uri="{FF2B5EF4-FFF2-40B4-BE49-F238E27FC236}">
                        <a16:creationId xmlns:a16="http://schemas.microsoft.com/office/drawing/2014/main" id="{6CE8922B-C90E-1B9E-E46D-381BA6130919}"/>
                      </a:ext>
                    </a:extLst>
                  </p:cNvPr>
                  <p:cNvGrpSpPr/>
                  <p:nvPr/>
                </p:nvGrpSpPr>
                <p:grpSpPr>
                  <a:xfrm>
                    <a:off x="3250176" y="2637183"/>
                    <a:ext cx="178824" cy="144000"/>
                    <a:chOff x="5453592" y="2641965"/>
                    <a:chExt cx="178824" cy="144000"/>
                  </a:xfrm>
                </p:grpSpPr>
                <p:cxnSp>
                  <p:nvCxnSpPr>
                    <p:cNvPr id="2336" name="직선 연결선 2335">
                      <a:extLst>
                        <a:ext uri="{FF2B5EF4-FFF2-40B4-BE49-F238E27FC236}">
                          <a16:creationId xmlns:a16="http://schemas.microsoft.com/office/drawing/2014/main" id="{5B390400-886D-DF88-66D9-C21CFFD722F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37" name="직선 연결선 2336">
                      <a:extLst>
                        <a:ext uri="{FF2B5EF4-FFF2-40B4-BE49-F238E27FC236}">
                          <a16:creationId xmlns:a16="http://schemas.microsoft.com/office/drawing/2014/main" id="{B43AF00B-3579-D9A6-760B-3A32A6BCF44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35" name="직선 연결선 2334">
                    <a:extLst>
                      <a:ext uri="{FF2B5EF4-FFF2-40B4-BE49-F238E27FC236}">
                        <a16:creationId xmlns:a16="http://schemas.microsoft.com/office/drawing/2014/main" id="{138D1EFF-127E-35BE-71E4-282A7A3CD30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33" name="직선 연결선 2332">
                  <a:extLst>
                    <a:ext uri="{FF2B5EF4-FFF2-40B4-BE49-F238E27FC236}">
                      <a16:creationId xmlns:a16="http://schemas.microsoft.com/office/drawing/2014/main" id="{8C383B27-479A-1E24-0EAC-F97283852A0A}"/>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380" name="그룹 2379">
              <a:extLst>
                <a:ext uri="{FF2B5EF4-FFF2-40B4-BE49-F238E27FC236}">
                  <a16:creationId xmlns:a16="http://schemas.microsoft.com/office/drawing/2014/main" id="{53C0B712-5DD9-4477-BD32-2DB8DA1D0216}"/>
                </a:ext>
              </a:extLst>
            </p:cNvPr>
            <p:cNvGrpSpPr/>
            <p:nvPr/>
          </p:nvGrpSpPr>
          <p:grpSpPr>
            <a:xfrm>
              <a:off x="4012644" y="8061979"/>
              <a:ext cx="843703" cy="150569"/>
              <a:chOff x="2752717" y="4385438"/>
              <a:chExt cx="843703" cy="150569"/>
            </a:xfrm>
          </p:grpSpPr>
          <p:grpSp>
            <p:nvGrpSpPr>
              <p:cNvPr id="2381" name="그룹 2380">
                <a:extLst>
                  <a:ext uri="{FF2B5EF4-FFF2-40B4-BE49-F238E27FC236}">
                    <a16:creationId xmlns:a16="http://schemas.microsoft.com/office/drawing/2014/main" id="{BF1FA28B-D2E2-F19F-C287-425A4A2360E5}"/>
                  </a:ext>
                </a:extLst>
              </p:cNvPr>
              <p:cNvGrpSpPr/>
              <p:nvPr/>
            </p:nvGrpSpPr>
            <p:grpSpPr>
              <a:xfrm>
                <a:off x="2752717" y="4386023"/>
                <a:ext cx="419075" cy="149984"/>
                <a:chOff x="4408576" y="4387925"/>
                <a:chExt cx="419075" cy="149984"/>
              </a:xfrm>
            </p:grpSpPr>
            <p:grpSp>
              <p:nvGrpSpPr>
                <p:cNvPr id="2409" name="그룹 2408">
                  <a:extLst>
                    <a:ext uri="{FF2B5EF4-FFF2-40B4-BE49-F238E27FC236}">
                      <a16:creationId xmlns:a16="http://schemas.microsoft.com/office/drawing/2014/main" id="{CF9697F4-AEB5-3C8B-0B2E-658C57AF438C}"/>
                    </a:ext>
                  </a:extLst>
                </p:cNvPr>
                <p:cNvGrpSpPr/>
                <p:nvPr/>
              </p:nvGrpSpPr>
              <p:grpSpPr>
                <a:xfrm>
                  <a:off x="4408576" y="4388533"/>
                  <a:ext cx="72000" cy="146277"/>
                  <a:chOff x="3250176" y="2637183"/>
                  <a:chExt cx="179694" cy="146277"/>
                </a:xfrm>
              </p:grpSpPr>
              <p:grpSp>
                <p:nvGrpSpPr>
                  <p:cNvPr id="2431" name="그룹 2430">
                    <a:extLst>
                      <a:ext uri="{FF2B5EF4-FFF2-40B4-BE49-F238E27FC236}">
                        <a16:creationId xmlns:a16="http://schemas.microsoft.com/office/drawing/2014/main" id="{4401BF18-B57D-5544-CD07-419FED86AA91}"/>
                      </a:ext>
                    </a:extLst>
                  </p:cNvPr>
                  <p:cNvGrpSpPr/>
                  <p:nvPr/>
                </p:nvGrpSpPr>
                <p:grpSpPr>
                  <a:xfrm>
                    <a:off x="3250176" y="2637183"/>
                    <a:ext cx="178824" cy="144000"/>
                    <a:chOff x="5453592" y="2641965"/>
                    <a:chExt cx="178824" cy="144000"/>
                  </a:xfrm>
                </p:grpSpPr>
                <p:cxnSp>
                  <p:nvCxnSpPr>
                    <p:cNvPr id="2433" name="직선 연결선 2432">
                      <a:extLst>
                        <a:ext uri="{FF2B5EF4-FFF2-40B4-BE49-F238E27FC236}">
                          <a16:creationId xmlns:a16="http://schemas.microsoft.com/office/drawing/2014/main" id="{4DB48EF3-477A-3040-A62F-D1E156B0BEF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34" name="직선 연결선 2433">
                      <a:extLst>
                        <a:ext uri="{FF2B5EF4-FFF2-40B4-BE49-F238E27FC236}">
                          <a16:creationId xmlns:a16="http://schemas.microsoft.com/office/drawing/2014/main" id="{6382D4FE-9D00-EF4E-3E62-BA6FD4F2178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32" name="직선 연결선 2431">
                    <a:extLst>
                      <a:ext uri="{FF2B5EF4-FFF2-40B4-BE49-F238E27FC236}">
                        <a16:creationId xmlns:a16="http://schemas.microsoft.com/office/drawing/2014/main" id="{2535E5D1-A389-197E-D670-DF0DEC38271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10" name="직선 연결선 2409">
                  <a:extLst>
                    <a:ext uri="{FF2B5EF4-FFF2-40B4-BE49-F238E27FC236}">
                      <a16:creationId xmlns:a16="http://schemas.microsoft.com/office/drawing/2014/main" id="{0590EC1C-525B-E924-F4B5-2903FD401F81}"/>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411" name="그룹 2410">
                  <a:extLst>
                    <a:ext uri="{FF2B5EF4-FFF2-40B4-BE49-F238E27FC236}">
                      <a16:creationId xmlns:a16="http://schemas.microsoft.com/office/drawing/2014/main" id="{3BD4AA00-0E72-A139-8922-A10BFBF8F3E2}"/>
                    </a:ext>
                  </a:extLst>
                </p:cNvPr>
                <p:cNvGrpSpPr/>
                <p:nvPr/>
              </p:nvGrpSpPr>
              <p:grpSpPr>
                <a:xfrm>
                  <a:off x="4515485" y="4387925"/>
                  <a:ext cx="101416" cy="146277"/>
                  <a:chOff x="4545844" y="3971199"/>
                  <a:chExt cx="101416" cy="146277"/>
                </a:xfrm>
              </p:grpSpPr>
              <p:grpSp>
                <p:nvGrpSpPr>
                  <p:cNvPr id="2425" name="그룹 2424">
                    <a:extLst>
                      <a:ext uri="{FF2B5EF4-FFF2-40B4-BE49-F238E27FC236}">
                        <a16:creationId xmlns:a16="http://schemas.microsoft.com/office/drawing/2014/main" id="{0C97F6F9-6414-8B53-F4B4-26EDD2738E2C}"/>
                      </a:ext>
                    </a:extLst>
                  </p:cNvPr>
                  <p:cNvGrpSpPr/>
                  <p:nvPr/>
                </p:nvGrpSpPr>
                <p:grpSpPr>
                  <a:xfrm>
                    <a:off x="4545844" y="3971199"/>
                    <a:ext cx="35826" cy="146277"/>
                    <a:chOff x="3250176" y="2637183"/>
                    <a:chExt cx="178824" cy="146277"/>
                  </a:xfrm>
                </p:grpSpPr>
                <p:grpSp>
                  <p:nvGrpSpPr>
                    <p:cNvPr id="2427" name="그룹 2426">
                      <a:extLst>
                        <a:ext uri="{FF2B5EF4-FFF2-40B4-BE49-F238E27FC236}">
                          <a16:creationId xmlns:a16="http://schemas.microsoft.com/office/drawing/2014/main" id="{44BC8EDD-6B45-2675-D674-1A2DD8725BD5}"/>
                        </a:ext>
                      </a:extLst>
                    </p:cNvPr>
                    <p:cNvGrpSpPr/>
                    <p:nvPr/>
                  </p:nvGrpSpPr>
                  <p:grpSpPr>
                    <a:xfrm>
                      <a:off x="3250176" y="2637183"/>
                      <a:ext cx="178824" cy="144000"/>
                      <a:chOff x="5453592" y="2641965"/>
                      <a:chExt cx="178824" cy="144000"/>
                    </a:xfrm>
                  </p:grpSpPr>
                  <p:cxnSp>
                    <p:nvCxnSpPr>
                      <p:cNvPr id="2429" name="직선 연결선 2428">
                        <a:extLst>
                          <a:ext uri="{FF2B5EF4-FFF2-40B4-BE49-F238E27FC236}">
                            <a16:creationId xmlns:a16="http://schemas.microsoft.com/office/drawing/2014/main" id="{EFE2AE1D-65AD-F6EE-2075-879CC3CB201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30" name="직선 연결선 2429">
                        <a:extLst>
                          <a:ext uri="{FF2B5EF4-FFF2-40B4-BE49-F238E27FC236}">
                            <a16:creationId xmlns:a16="http://schemas.microsoft.com/office/drawing/2014/main" id="{74CE8E10-4BB2-98DF-5A67-F67031E2204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8" name="직선 연결선 2427">
                      <a:extLst>
                        <a:ext uri="{FF2B5EF4-FFF2-40B4-BE49-F238E27FC236}">
                          <a16:creationId xmlns:a16="http://schemas.microsoft.com/office/drawing/2014/main" id="{26579CC8-9591-7DED-5439-6BA24240854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6" name="직선 연결선 2425">
                    <a:extLst>
                      <a:ext uri="{FF2B5EF4-FFF2-40B4-BE49-F238E27FC236}">
                        <a16:creationId xmlns:a16="http://schemas.microsoft.com/office/drawing/2014/main" id="{41109874-6328-ED1C-6C77-6E0B97E6A3A9}"/>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12" name="그룹 2411">
                  <a:extLst>
                    <a:ext uri="{FF2B5EF4-FFF2-40B4-BE49-F238E27FC236}">
                      <a16:creationId xmlns:a16="http://schemas.microsoft.com/office/drawing/2014/main" id="{7EC3208E-B7A7-96D4-86F8-A2D8D6CA1F4F}"/>
                    </a:ext>
                  </a:extLst>
                </p:cNvPr>
                <p:cNvGrpSpPr/>
                <p:nvPr/>
              </p:nvGrpSpPr>
              <p:grpSpPr>
                <a:xfrm>
                  <a:off x="4616003" y="4389306"/>
                  <a:ext cx="101416" cy="146277"/>
                  <a:chOff x="4545844" y="3971199"/>
                  <a:chExt cx="101416" cy="146277"/>
                </a:xfrm>
              </p:grpSpPr>
              <p:grpSp>
                <p:nvGrpSpPr>
                  <p:cNvPr id="2419" name="그룹 2418">
                    <a:extLst>
                      <a:ext uri="{FF2B5EF4-FFF2-40B4-BE49-F238E27FC236}">
                        <a16:creationId xmlns:a16="http://schemas.microsoft.com/office/drawing/2014/main" id="{BB0B0D36-C9D9-FD00-EF37-F9D8636D38E1}"/>
                      </a:ext>
                    </a:extLst>
                  </p:cNvPr>
                  <p:cNvGrpSpPr/>
                  <p:nvPr/>
                </p:nvGrpSpPr>
                <p:grpSpPr>
                  <a:xfrm>
                    <a:off x="4545844" y="3971199"/>
                    <a:ext cx="35826" cy="146277"/>
                    <a:chOff x="3250176" y="2637183"/>
                    <a:chExt cx="178824" cy="146277"/>
                  </a:xfrm>
                </p:grpSpPr>
                <p:grpSp>
                  <p:nvGrpSpPr>
                    <p:cNvPr id="2421" name="그룹 2420">
                      <a:extLst>
                        <a:ext uri="{FF2B5EF4-FFF2-40B4-BE49-F238E27FC236}">
                          <a16:creationId xmlns:a16="http://schemas.microsoft.com/office/drawing/2014/main" id="{689C720D-3B54-0DAA-A4F2-AF463B5C3CFD}"/>
                        </a:ext>
                      </a:extLst>
                    </p:cNvPr>
                    <p:cNvGrpSpPr/>
                    <p:nvPr/>
                  </p:nvGrpSpPr>
                  <p:grpSpPr>
                    <a:xfrm>
                      <a:off x="3250176" y="2637183"/>
                      <a:ext cx="178824" cy="144000"/>
                      <a:chOff x="5453592" y="2641965"/>
                      <a:chExt cx="178824" cy="144000"/>
                    </a:xfrm>
                  </p:grpSpPr>
                  <p:cxnSp>
                    <p:nvCxnSpPr>
                      <p:cNvPr id="2423" name="직선 연결선 2422">
                        <a:extLst>
                          <a:ext uri="{FF2B5EF4-FFF2-40B4-BE49-F238E27FC236}">
                            <a16:creationId xmlns:a16="http://schemas.microsoft.com/office/drawing/2014/main" id="{45939417-E47C-2134-1AA0-B3AED33EE91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24" name="직선 연결선 2423">
                        <a:extLst>
                          <a:ext uri="{FF2B5EF4-FFF2-40B4-BE49-F238E27FC236}">
                            <a16:creationId xmlns:a16="http://schemas.microsoft.com/office/drawing/2014/main" id="{4DD7C522-DC06-95AF-4C57-23E079609EE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2" name="직선 연결선 2421">
                      <a:extLst>
                        <a:ext uri="{FF2B5EF4-FFF2-40B4-BE49-F238E27FC236}">
                          <a16:creationId xmlns:a16="http://schemas.microsoft.com/office/drawing/2014/main" id="{19A7520E-1A17-64AF-E3FE-A9AE734AD54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0" name="직선 연결선 2419">
                    <a:extLst>
                      <a:ext uri="{FF2B5EF4-FFF2-40B4-BE49-F238E27FC236}">
                        <a16:creationId xmlns:a16="http://schemas.microsoft.com/office/drawing/2014/main" id="{8A5E1D4A-1C58-C9AE-5CB4-9AAF5DC8FE2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13" name="그룹 2412">
                  <a:extLst>
                    <a:ext uri="{FF2B5EF4-FFF2-40B4-BE49-F238E27FC236}">
                      <a16:creationId xmlns:a16="http://schemas.microsoft.com/office/drawing/2014/main" id="{7435D312-BEC4-F079-9A32-3451CDACF47F}"/>
                    </a:ext>
                  </a:extLst>
                </p:cNvPr>
                <p:cNvGrpSpPr/>
                <p:nvPr/>
              </p:nvGrpSpPr>
              <p:grpSpPr>
                <a:xfrm>
                  <a:off x="4722981" y="4391632"/>
                  <a:ext cx="72000" cy="146277"/>
                  <a:chOff x="3250176" y="2637183"/>
                  <a:chExt cx="179694" cy="146277"/>
                </a:xfrm>
              </p:grpSpPr>
              <p:grpSp>
                <p:nvGrpSpPr>
                  <p:cNvPr id="2415" name="그룹 2414">
                    <a:extLst>
                      <a:ext uri="{FF2B5EF4-FFF2-40B4-BE49-F238E27FC236}">
                        <a16:creationId xmlns:a16="http://schemas.microsoft.com/office/drawing/2014/main" id="{A27B4F10-F8FE-1B5C-3D93-8274DED6C3BE}"/>
                      </a:ext>
                    </a:extLst>
                  </p:cNvPr>
                  <p:cNvGrpSpPr/>
                  <p:nvPr/>
                </p:nvGrpSpPr>
                <p:grpSpPr>
                  <a:xfrm>
                    <a:off x="3250176" y="2637183"/>
                    <a:ext cx="178824" cy="144000"/>
                    <a:chOff x="5453592" y="2641965"/>
                    <a:chExt cx="178824" cy="144000"/>
                  </a:xfrm>
                </p:grpSpPr>
                <p:cxnSp>
                  <p:nvCxnSpPr>
                    <p:cNvPr id="2417" name="직선 연결선 2416">
                      <a:extLst>
                        <a:ext uri="{FF2B5EF4-FFF2-40B4-BE49-F238E27FC236}">
                          <a16:creationId xmlns:a16="http://schemas.microsoft.com/office/drawing/2014/main" id="{AC657E4A-7A22-5148-10E0-65945B2D1C6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18" name="직선 연결선 2417">
                      <a:extLst>
                        <a:ext uri="{FF2B5EF4-FFF2-40B4-BE49-F238E27FC236}">
                          <a16:creationId xmlns:a16="http://schemas.microsoft.com/office/drawing/2014/main" id="{F215AEDB-E2A6-6E90-84F1-A91FBB1C59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16" name="직선 연결선 2415">
                    <a:extLst>
                      <a:ext uri="{FF2B5EF4-FFF2-40B4-BE49-F238E27FC236}">
                        <a16:creationId xmlns:a16="http://schemas.microsoft.com/office/drawing/2014/main" id="{F445E193-2ADE-53BC-46EE-BDF6A83C852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14" name="직선 연결선 2413">
                  <a:extLst>
                    <a:ext uri="{FF2B5EF4-FFF2-40B4-BE49-F238E27FC236}">
                      <a16:creationId xmlns:a16="http://schemas.microsoft.com/office/drawing/2014/main" id="{20E4CA91-9344-26DB-53B6-F6148962856B}"/>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82" name="그룹 2381">
                <a:extLst>
                  <a:ext uri="{FF2B5EF4-FFF2-40B4-BE49-F238E27FC236}">
                    <a16:creationId xmlns:a16="http://schemas.microsoft.com/office/drawing/2014/main" id="{6081E5C6-EEC3-566A-90BB-1AC0EAA1364B}"/>
                  </a:ext>
                </a:extLst>
              </p:cNvPr>
              <p:cNvGrpSpPr/>
              <p:nvPr/>
            </p:nvGrpSpPr>
            <p:grpSpPr>
              <a:xfrm>
                <a:off x="3177345" y="4385438"/>
                <a:ext cx="419075" cy="149984"/>
                <a:chOff x="4408576" y="4387925"/>
                <a:chExt cx="419075" cy="149984"/>
              </a:xfrm>
            </p:grpSpPr>
            <p:grpSp>
              <p:nvGrpSpPr>
                <p:cNvPr id="2383" name="그룹 2382">
                  <a:extLst>
                    <a:ext uri="{FF2B5EF4-FFF2-40B4-BE49-F238E27FC236}">
                      <a16:creationId xmlns:a16="http://schemas.microsoft.com/office/drawing/2014/main" id="{97C3956D-513C-9175-C8B8-466885E368EF}"/>
                    </a:ext>
                  </a:extLst>
                </p:cNvPr>
                <p:cNvGrpSpPr/>
                <p:nvPr/>
              </p:nvGrpSpPr>
              <p:grpSpPr>
                <a:xfrm>
                  <a:off x="4408576" y="4388533"/>
                  <a:ext cx="72000" cy="146277"/>
                  <a:chOff x="3250176" y="2637183"/>
                  <a:chExt cx="179694" cy="146277"/>
                </a:xfrm>
              </p:grpSpPr>
              <p:grpSp>
                <p:nvGrpSpPr>
                  <p:cNvPr id="2405" name="그룹 2404">
                    <a:extLst>
                      <a:ext uri="{FF2B5EF4-FFF2-40B4-BE49-F238E27FC236}">
                        <a16:creationId xmlns:a16="http://schemas.microsoft.com/office/drawing/2014/main" id="{7A596EB5-14FB-1668-4C0C-03ACA005E10A}"/>
                      </a:ext>
                    </a:extLst>
                  </p:cNvPr>
                  <p:cNvGrpSpPr/>
                  <p:nvPr/>
                </p:nvGrpSpPr>
                <p:grpSpPr>
                  <a:xfrm>
                    <a:off x="3250176" y="2637183"/>
                    <a:ext cx="178824" cy="144000"/>
                    <a:chOff x="5453592" y="2641965"/>
                    <a:chExt cx="178824" cy="144000"/>
                  </a:xfrm>
                </p:grpSpPr>
                <p:cxnSp>
                  <p:nvCxnSpPr>
                    <p:cNvPr id="2407" name="직선 연결선 2406">
                      <a:extLst>
                        <a:ext uri="{FF2B5EF4-FFF2-40B4-BE49-F238E27FC236}">
                          <a16:creationId xmlns:a16="http://schemas.microsoft.com/office/drawing/2014/main" id="{E0BE3D4B-5BDA-24C5-CED1-D9658ABA656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08" name="직선 연결선 2407">
                      <a:extLst>
                        <a:ext uri="{FF2B5EF4-FFF2-40B4-BE49-F238E27FC236}">
                          <a16:creationId xmlns:a16="http://schemas.microsoft.com/office/drawing/2014/main" id="{BA2567A3-7765-9115-14F8-28A41215739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6" name="직선 연결선 2405">
                    <a:extLst>
                      <a:ext uri="{FF2B5EF4-FFF2-40B4-BE49-F238E27FC236}">
                        <a16:creationId xmlns:a16="http://schemas.microsoft.com/office/drawing/2014/main" id="{D40097EA-36B8-7C82-233D-AD8166416110}"/>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84" name="직선 연결선 2383">
                  <a:extLst>
                    <a:ext uri="{FF2B5EF4-FFF2-40B4-BE49-F238E27FC236}">
                      <a16:creationId xmlns:a16="http://schemas.microsoft.com/office/drawing/2014/main" id="{7D91B81F-CF2F-3B3B-05D5-62D764A1B14F}"/>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85" name="그룹 2384">
                  <a:extLst>
                    <a:ext uri="{FF2B5EF4-FFF2-40B4-BE49-F238E27FC236}">
                      <a16:creationId xmlns:a16="http://schemas.microsoft.com/office/drawing/2014/main" id="{64E743FB-9CED-B7D2-F280-763E228C1B6B}"/>
                    </a:ext>
                  </a:extLst>
                </p:cNvPr>
                <p:cNvGrpSpPr/>
                <p:nvPr/>
              </p:nvGrpSpPr>
              <p:grpSpPr>
                <a:xfrm>
                  <a:off x="4515485" y="4387925"/>
                  <a:ext cx="101416" cy="146277"/>
                  <a:chOff x="4545844" y="3971199"/>
                  <a:chExt cx="101416" cy="146277"/>
                </a:xfrm>
              </p:grpSpPr>
              <p:grpSp>
                <p:nvGrpSpPr>
                  <p:cNvPr id="2399" name="그룹 2398">
                    <a:extLst>
                      <a:ext uri="{FF2B5EF4-FFF2-40B4-BE49-F238E27FC236}">
                        <a16:creationId xmlns:a16="http://schemas.microsoft.com/office/drawing/2014/main" id="{CBC17DC0-1E08-3BDB-DF5A-7E700AE1E842}"/>
                      </a:ext>
                    </a:extLst>
                  </p:cNvPr>
                  <p:cNvGrpSpPr/>
                  <p:nvPr/>
                </p:nvGrpSpPr>
                <p:grpSpPr>
                  <a:xfrm>
                    <a:off x="4545844" y="3971199"/>
                    <a:ext cx="35826" cy="146277"/>
                    <a:chOff x="3250176" y="2637183"/>
                    <a:chExt cx="178824" cy="146277"/>
                  </a:xfrm>
                </p:grpSpPr>
                <p:grpSp>
                  <p:nvGrpSpPr>
                    <p:cNvPr id="2401" name="그룹 2400">
                      <a:extLst>
                        <a:ext uri="{FF2B5EF4-FFF2-40B4-BE49-F238E27FC236}">
                          <a16:creationId xmlns:a16="http://schemas.microsoft.com/office/drawing/2014/main" id="{FCA3169C-2AEE-DECF-C692-D83456CE904D}"/>
                        </a:ext>
                      </a:extLst>
                    </p:cNvPr>
                    <p:cNvGrpSpPr/>
                    <p:nvPr/>
                  </p:nvGrpSpPr>
                  <p:grpSpPr>
                    <a:xfrm>
                      <a:off x="3250176" y="2637183"/>
                      <a:ext cx="178824" cy="144000"/>
                      <a:chOff x="5453592" y="2641965"/>
                      <a:chExt cx="178824" cy="144000"/>
                    </a:xfrm>
                  </p:grpSpPr>
                  <p:cxnSp>
                    <p:nvCxnSpPr>
                      <p:cNvPr id="2403" name="직선 연결선 2402">
                        <a:extLst>
                          <a:ext uri="{FF2B5EF4-FFF2-40B4-BE49-F238E27FC236}">
                            <a16:creationId xmlns:a16="http://schemas.microsoft.com/office/drawing/2014/main" id="{EA0888F9-44B5-57A4-72EC-573033BCE4A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04" name="직선 연결선 2403">
                        <a:extLst>
                          <a:ext uri="{FF2B5EF4-FFF2-40B4-BE49-F238E27FC236}">
                            <a16:creationId xmlns:a16="http://schemas.microsoft.com/office/drawing/2014/main" id="{5CE8FA0B-AC73-0DEB-6843-7C391A69BA0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2" name="직선 연결선 2401">
                      <a:extLst>
                        <a:ext uri="{FF2B5EF4-FFF2-40B4-BE49-F238E27FC236}">
                          <a16:creationId xmlns:a16="http://schemas.microsoft.com/office/drawing/2014/main" id="{23ABCA3B-0858-395D-2B3F-18B0784DF06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0" name="직선 연결선 2399">
                    <a:extLst>
                      <a:ext uri="{FF2B5EF4-FFF2-40B4-BE49-F238E27FC236}">
                        <a16:creationId xmlns:a16="http://schemas.microsoft.com/office/drawing/2014/main" id="{FD5C48F1-8DFD-F793-DA1C-A231397F0C5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86" name="그룹 2385">
                  <a:extLst>
                    <a:ext uri="{FF2B5EF4-FFF2-40B4-BE49-F238E27FC236}">
                      <a16:creationId xmlns:a16="http://schemas.microsoft.com/office/drawing/2014/main" id="{1DCE6248-EE83-6718-8D59-DD6F0CE1FDC6}"/>
                    </a:ext>
                  </a:extLst>
                </p:cNvPr>
                <p:cNvGrpSpPr/>
                <p:nvPr/>
              </p:nvGrpSpPr>
              <p:grpSpPr>
                <a:xfrm>
                  <a:off x="4616003" y="4389306"/>
                  <a:ext cx="101416" cy="146277"/>
                  <a:chOff x="4545844" y="3971199"/>
                  <a:chExt cx="101416" cy="146277"/>
                </a:xfrm>
              </p:grpSpPr>
              <p:grpSp>
                <p:nvGrpSpPr>
                  <p:cNvPr id="2393" name="그룹 2392">
                    <a:extLst>
                      <a:ext uri="{FF2B5EF4-FFF2-40B4-BE49-F238E27FC236}">
                        <a16:creationId xmlns:a16="http://schemas.microsoft.com/office/drawing/2014/main" id="{ED2CC539-28A4-07C3-4493-149D6473B8A2}"/>
                      </a:ext>
                    </a:extLst>
                  </p:cNvPr>
                  <p:cNvGrpSpPr/>
                  <p:nvPr/>
                </p:nvGrpSpPr>
                <p:grpSpPr>
                  <a:xfrm>
                    <a:off x="4545844" y="3971199"/>
                    <a:ext cx="35826" cy="146277"/>
                    <a:chOff x="3250176" y="2637183"/>
                    <a:chExt cx="178824" cy="146277"/>
                  </a:xfrm>
                </p:grpSpPr>
                <p:grpSp>
                  <p:nvGrpSpPr>
                    <p:cNvPr id="2395" name="그룹 2394">
                      <a:extLst>
                        <a:ext uri="{FF2B5EF4-FFF2-40B4-BE49-F238E27FC236}">
                          <a16:creationId xmlns:a16="http://schemas.microsoft.com/office/drawing/2014/main" id="{5132D080-3884-B86F-3E0F-6CACA69AB05A}"/>
                        </a:ext>
                      </a:extLst>
                    </p:cNvPr>
                    <p:cNvGrpSpPr/>
                    <p:nvPr/>
                  </p:nvGrpSpPr>
                  <p:grpSpPr>
                    <a:xfrm>
                      <a:off x="3250176" y="2637183"/>
                      <a:ext cx="178824" cy="144000"/>
                      <a:chOff x="5453592" y="2641965"/>
                      <a:chExt cx="178824" cy="144000"/>
                    </a:xfrm>
                  </p:grpSpPr>
                  <p:cxnSp>
                    <p:nvCxnSpPr>
                      <p:cNvPr id="2397" name="직선 연결선 2396">
                        <a:extLst>
                          <a:ext uri="{FF2B5EF4-FFF2-40B4-BE49-F238E27FC236}">
                            <a16:creationId xmlns:a16="http://schemas.microsoft.com/office/drawing/2014/main" id="{11B1D278-18A6-E924-E467-A0DE6B8BDF8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98" name="직선 연결선 2397">
                        <a:extLst>
                          <a:ext uri="{FF2B5EF4-FFF2-40B4-BE49-F238E27FC236}">
                            <a16:creationId xmlns:a16="http://schemas.microsoft.com/office/drawing/2014/main" id="{0F56EC7E-0E1E-BDA6-4F77-AF9E79F01EF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96" name="직선 연결선 2395">
                      <a:extLst>
                        <a:ext uri="{FF2B5EF4-FFF2-40B4-BE49-F238E27FC236}">
                          <a16:creationId xmlns:a16="http://schemas.microsoft.com/office/drawing/2014/main" id="{F3856C3B-59EB-CD18-FFE4-CF2517622F1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94" name="직선 연결선 2393">
                    <a:extLst>
                      <a:ext uri="{FF2B5EF4-FFF2-40B4-BE49-F238E27FC236}">
                        <a16:creationId xmlns:a16="http://schemas.microsoft.com/office/drawing/2014/main" id="{DA4F861F-7F0F-FFC1-FCFC-EA7715020C0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87" name="그룹 2386">
                  <a:extLst>
                    <a:ext uri="{FF2B5EF4-FFF2-40B4-BE49-F238E27FC236}">
                      <a16:creationId xmlns:a16="http://schemas.microsoft.com/office/drawing/2014/main" id="{7ECB15B6-9C31-6079-539C-4F7C98BECD2F}"/>
                    </a:ext>
                  </a:extLst>
                </p:cNvPr>
                <p:cNvGrpSpPr/>
                <p:nvPr/>
              </p:nvGrpSpPr>
              <p:grpSpPr>
                <a:xfrm>
                  <a:off x="4722981" y="4391632"/>
                  <a:ext cx="72000" cy="146277"/>
                  <a:chOff x="3250176" y="2637183"/>
                  <a:chExt cx="179694" cy="146277"/>
                </a:xfrm>
              </p:grpSpPr>
              <p:grpSp>
                <p:nvGrpSpPr>
                  <p:cNvPr id="2389" name="그룹 2388">
                    <a:extLst>
                      <a:ext uri="{FF2B5EF4-FFF2-40B4-BE49-F238E27FC236}">
                        <a16:creationId xmlns:a16="http://schemas.microsoft.com/office/drawing/2014/main" id="{8C143057-159C-0B76-9C12-0290B491C6A4}"/>
                      </a:ext>
                    </a:extLst>
                  </p:cNvPr>
                  <p:cNvGrpSpPr/>
                  <p:nvPr/>
                </p:nvGrpSpPr>
                <p:grpSpPr>
                  <a:xfrm>
                    <a:off x="3250176" y="2637183"/>
                    <a:ext cx="178824" cy="144000"/>
                    <a:chOff x="5453592" y="2641965"/>
                    <a:chExt cx="178824" cy="144000"/>
                  </a:xfrm>
                </p:grpSpPr>
                <p:cxnSp>
                  <p:nvCxnSpPr>
                    <p:cNvPr id="2391" name="직선 연결선 2390">
                      <a:extLst>
                        <a:ext uri="{FF2B5EF4-FFF2-40B4-BE49-F238E27FC236}">
                          <a16:creationId xmlns:a16="http://schemas.microsoft.com/office/drawing/2014/main" id="{72C76C93-1554-2859-2364-FB28540E63B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92" name="직선 연결선 2391">
                      <a:extLst>
                        <a:ext uri="{FF2B5EF4-FFF2-40B4-BE49-F238E27FC236}">
                          <a16:creationId xmlns:a16="http://schemas.microsoft.com/office/drawing/2014/main" id="{7AFC93DE-7B2B-20B6-FE13-3F8A3BECF77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90" name="직선 연결선 2389">
                    <a:extLst>
                      <a:ext uri="{FF2B5EF4-FFF2-40B4-BE49-F238E27FC236}">
                        <a16:creationId xmlns:a16="http://schemas.microsoft.com/office/drawing/2014/main" id="{109E3082-29E4-AFB6-5037-C7A3F29DDFC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88" name="직선 연결선 2387">
                  <a:extLst>
                    <a:ext uri="{FF2B5EF4-FFF2-40B4-BE49-F238E27FC236}">
                      <a16:creationId xmlns:a16="http://schemas.microsoft.com/office/drawing/2014/main" id="{6ED0338B-F1F5-569C-077E-FBC6E3437CED}"/>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435" name="그룹 2434">
              <a:extLst>
                <a:ext uri="{FF2B5EF4-FFF2-40B4-BE49-F238E27FC236}">
                  <a16:creationId xmlns:a16="http://schemas.microsoft.com/office/drawing/2014/main" id="{7BB89EC3-EFEE-975C-9B25-0091AB1B08C3}"/>
                </a:ext>
              </a:extLst>
            </p:cNvPr>
            <p:cNvGrpSpPr/>
            <p:nvPr/>
          </p:nvGrpSpPr>
          <p:grpSpPr>
            <a:xfrm>
              <a:off x="4900407" y="8607985"/>
              <a:ext cx="36000" cy="108000"/>
              <a:chOff x="2385358" y="4750780"/>
              <a:chExt cx="72460" cy="161138"/>
            </a:xfrm>
          </p:grpSpPr>
          <p:sp>
            <p:nvSpPr>
              <p:cNvPr id="2436" name="자유형: 도형 2435">
                <a:extLst>
                  <a:ext uri="{FF2B5EF4-FFF2-40B4-BE49-F238E27FC236}">
                    <a16:creationId xmlns:a16="http://schemas.microsoft.com/office/drawing/2014/main" id="{BBCBA335-DE8B-AAEC-C404-01F116089758}"/>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37" name="자유형: 도형 2436">
                <a:extLst>
                  <a:ext uri="{FF2B5EF4-FFF2-40B4-BE49-F238E27FC236}">
                    <a16:creationId xmlns:a16="http://schemas.microsoft.com/office/drawing/2014/main" id="{55683C07-B226-3244-E259-5021C06A685F}"/>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438" name="그룹 2437">
              <a:extLst>
                <a:ext uri="{FF2B5EF4-FFF2-40B4-BE49-F238E27FC236}">
                  <a16:creationId xmlns:a16="http://schemas.microsoft.com/office/drawing/2014/main" id="{7B492CE2-86A1-32DC-3A2A-AAE146369EA6}"/>
                </a:ext>
              </a:extLst>
            </p:cNvPr>
            <p:cNvGrpSpPr/>
            <p:nvPr/>
          </p:nvGrpSpPr>
          <p:grpSpPr>
            <a:xfrm>
              <a:off x="4897971" y="8357280"/>
              <a:ext cx="36000" cy="108000"/>
              <a:chOff x="2385358" y="4750780"/>
              <a:chExt cx="72460" cy="161138"/>
            </a:xfrm>
          </p:grpSpPr>
          <p:sp>
            <p:nvSpPr>
              <p:cNvPr id="2439" name="자유형: 도형 2438">
                <a:extLst>
                  <a:ext uri="{FF2B5EF4-FFF2-40B4-BE49-F238E27FC236}">
                    <a16:creationId xmlns:a16="http://schemas.microsoft.com/office/drawing/2014/main" id="{CA39DC79-9B93-2766-F134-EEF98C44F27A}"/>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40" name="자유형: 도형 2439">
                <a:extLst>
                  <a:ext uri="{FF2B5EF4-FFF2-40B4-BE49-F238E27FC236}">
                    <a16:creationId xmlns:a16="http://schemas.microsoft.com/office/drawing/2014/main" id="{A771E498-C9EB-C2CC-9452-B4C56FA27C39}"/>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441" name="그룹 2440">
              <a:extLst>
                <a:ext uri="{FF2B5EF4-FFF2-40B4-BE49-F238E27FC236}">
                  <a16:creationId xmlns:a16="http://schemas.microsoft.com/office/drawing/2014/main" id="{742B2A18-2934-CCC7-AF8A-81F681EA4299}"/>
                </a:ext>
              </a:extLst>
            </p:cNvPr>
            <p:cNvGrpSpPr/>
            <p:nvPr/>
          </p:nvGrpSpPr>
          <p:grpSpPr>
            <a:xfrm>
              <a:off x="4894979" y="8139223"/>
              <a:ext cx="36000" cy="108000"/>
              <a:chOff x="2385358" y="4750780"/>
              <a:chExt cx="72460" cy="161138"/>
            </a:xfrm>
          </p:grpSpPr>
          <p:sp>
            <p:nvSpPr>
              <p:cNvPr id="2442" name="자유형: 도형 2441">
                <a:extLst>
                  <a:ext uri="{FF2B5EF4-FFF2-40B4-BE49-F238E27FC236}">
                    <a16:creationId xmlns:a16="http://schemas.microsoft.com/office/drawing/2014/main" id="{2A19C8CD-EAF8-0DF3-7B27-9EE0284B32A7}"/>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43" name="자유형: 도형 2442">
                <a:extLst>
                  <a:ext uri="{FF2B5EF4-FFF2-40B4-BE49-F238E27FC236}">
                    <a16:creationId xmlns:a16="http://schemas.microsoft.com/office/drawing/2014/main" id="{E71DB90B-3025-A85C-E415-D345F7D1BAD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2444" name="직선 연결선 2443">
              <a:extLst>
                <a:ext uri="{FF2B5EF4-FFF2-40B4-BE49-F238E27FC236}">
                  <a16:creationId xmlns:a16="http://schemas.microsoft.com/office/drawing/2014/main" id="{85FCF793-0D10-8F0C-DDA2-9EF86ABA9807}"/>
                </a:ext>
              </a:extLst>
            </p:cNvPr>
            <p:cNvCxnSpPr>
              <a:cxnSpLocks/>
            </p:cNvCxnSpPr>
            <p:nvPr/>
          </p:nvCxnSpPr>
          <p:spPr>
            <a:xfrm flipV="1">
              <a:off x="4965187" y="8671681"/>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45" name="직선 연결선 2444">
              <a:extLst>
                <a:ext uri="{FF2B5EF4-FFF2-40B4-BE49-F238E27FC236}">
                  <a16:creationId xmlns:a16="http://schemas.microsoft.com/office/drawing/2014/main" id="{60A31A66-DC2C-D1EE-D028-021DD17E253A}"/>
                </a:ext>
              </a:extLst>
            </p:cNvPr>
            <p:cNvCxnSpPr>
              <a:cxnSpLocks/>
            </p:cNvCxnSpPr>
            <p:nvPr/>
          </p:nvCxnSpPr>
          <p:spPr>
            <a:xfrm flipV="1">
              <a:off x="4966059" y="8442483"/>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46" name="직선 연결선 2445">
              <a:extLst>
                <a:ext uri="{FF2B5EF4-FFF2-40B4-BE49-F238E27FC236}">
                  <a16:creationId xmlns:a16="http://schemas.microsoft.com/office/drawing/2014/main" id="{267ADF29-88AD-1ADA-EAAE-1874B4F710C1}"/>
                </a:ext>
              </a:extLst>
            </p:cNvPr>
            <p:cNvCxnSpPr>
              <a:cxnSpLocks/>
            </p:cNvCxnSpPr>
            <p:nvPr/>
          </p:nvCxnSpPr>
          <p:spPr>
            <a:xfrm flipV="1">
              <a:off x="4964071" y="8205256"/>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2447" name="자유형: 도형 2446">
              <a:extLst>
                <a:ext uri="{FF2B5EF4-FFF2-40B4-BE49-F238E27FC236}">
                  <a16:creationId xmlns:a16="http://schemas.microsoft.com/office/drawing/2014/main" id="{A8660D59-EB9F-EAE1-2D92-EE48A95B4FC7}"/>
                </a:ext>
              </a:extLst>
            </p:cNvPr>
            <p:cNvSpPr/>
            <p:nvPr/>
          </p:nvSpPr>
          <p:spPr>
            <a:xfrm>
              <a:off x="4850296" y="7930175"/>
              <a:ext cx="325068" cy="107658"/>
            </a:xfrm>
            <a:custGeom>
              <a:avLst/>
              <a:gdLst>
                <a:gd name="connsiteX0" fmla="*/ 0 w 325068"/>
                <a:gd name="connsiteY0" fmla="*/ 107658 h 107658"/>
                <a:gd name="connsiteX1" fmla="*/ 133301 w 325068"/>
                <a:gd name="connsiteY1" fmla="*/ 82 h 107658"/>
                <a:gd name="connsiteX2" fmla="*/ 325068 w 325068"/>
                <a:gd name="connsiteY2" fmla="*/ 93627 h 107658"/>
              </a:gdLst>
              <a:ahLst/>
              <a:cxnLst>
                <a:cxn ang="0">
                  <a:pos x="connsiteX0" y="connsiteY0"/>
                </a:cxn>
                <a:cxn ang="0">
                  <a:pos x="connsiteX1" y="connsiteY1"/>
                </a:cxn>
                <a:cxn ang="0">
                  <a:pos x="connsiteX2" y="connsiteY2"/>
                </a:cxn>
              </a:cxnLst>
              <a:rect l="l" t="t" r="r" b="b"/>
              <a:pathLst>
                <a:path w="325068" h="107658">
                  <a:moveTo>
                    <a:pt x="0" y="107658"/>
                  </a:moveTo>
                  <a:cubicBezTo>
                    <a:pt x="39561" y="55039"/>
                    <a:pt x="79123" y="2420"/>
                    <a:pt x="133301" y="82"/>
                  </a:cubicBezTo>
                  <a:cubicBezTo>
                    <a:pt x="187479" y="-2256"/>
                    <a:pt x="256273" y="45685"/>
                    <a:pt x="325068" y="93627"/>
                  </a:cubicBezTo>
                </a:path>
              </a:pathLst>
            </a:custGeom>
            <a:noFill/>
            <a:ln w="3175">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50" name="TextBox 2449">
              <a:extLst>
                <a:ext uri="{FF2B5EF4-FFF2-40B4-BE49-F238E27FC236}">
                  <a16:creationId xmlns:a16="http://schemas.microsoft.com/office/drawing/2014/main" id="{074118CC-E76F-573B-A2AE-BFF564C8B95D}"/>
                </a:ext>
              </a:extLst>
            </p:cNvPr>
            <p:cNvSpPr txBox="1"/>
            <p:nvPr/>
          </p:nvSpPr>
          <p:spPr>
            <a:xfrm>
              <a:off x="4026083" y="7853707"/>
              <a:ext cx="798617" cy="200055"/>
            </a:xfrm>
            <a:prstGeom prst="rect">
              <a:avLst/>
            </a:prstGeom>
            <a:noFill/>
          </p:spPr>
          <p:txBody>
            <a:bodyPr wrap="none" rtlCol="0">
              <a:spAutoFit/>
            </a:bodyPr>
            <a:lstStyle/>
            <a:p>
              <a:r>
                <a:rPr lang="en-US" altLang="ko-KR" sz="700" dirty="0"/>
                <a:t>SYNC-AUTO-GEN</a:t>
              </a:r>
              <a:endParaRPr lang="ko-KR" altLang="en-US" sz="700" dirty="0"/>
            </a:p>
          </p:txBody>
        </p:sp>
        <p:sp>
          <p:nvSpPr>
            <p:cNvPr id="2451" name="TextBox 2450">
              <a:extLst>
                <a:ext uri="{FF2B5EF4-FFF2-40B4-BE49-F238E27FC236}">
                  <a16:creationId xmlns:a16="http://schemas.microsoft.com/office/drawing/2014/main" id="{E758A9EF-3B3E-A415-50A0-BBF3ECCA578F}"/>
                </a:ext>
              </a:extLst>
            </p:cNvPr>
            <p:cNvSpPr txBox="1"/>
            <p:nvPr/>
          </p:nvSpPr>
          <p:spPr>
            <a:xfrm>
              <a:off x="5118116" y="7863659"/>
              <a:ext cx="880369" cy="200055"/>
            </a:xfrm>
            <a:prstGeom prst="rect">
              <a:avLst/>
            </a:prstGeom>
            <a:noFill/>
          </p:spPr>
          <p:txBody>
            <a:bodyPr wrap="none" rtlCol="0">
              <a:spAutoFit/>
            </a:bodyPr>
            <a:lstStyle/>
            <a:p>
              <a:r>
                <a:rPr lang="en-US" altLang="ko-KR" sz="700" dirty="0"/>
                <a:t>FAULT-AUTO-READ</a:t>
              </a:r>
              <a:endParaRPr lang="ko-KR" altLang="en-US" sz="700" dirty="0"/>
            </a:p>
          </p:txBody>
        </p:sp>
        <p:sp>
          <p:nvSpPr>
            <p:cNvPr id="2452" name="TextBox 2451">
              <a:extLst>
                <a:ext uri="{FF2B5EF4-FFF2-40B4-BE49-F238E27FC236}">
                  <a16:creationId xmlns:a16="http://schemas.microsoft.com/office/drawing/2014/main" id="{DFBD16BF-23B0-B89B-F7A8-A49C1BA878CC}"/>
                </a:ext>
              </a:extLst>
            </p:cNvPr>
            <p:cNvSpPr txBox="1"/>
            <p:nvPr/>
          </p:nvSpPr>
          <p:spPr>
            <a:xfrm>
              <a:off x="2834546" y="7863162"/>
              <a:ext cx="641522" cy="200055"/>
            </a:xfrm>
            <a:prstGeom prst="rect">
              <a:avLst/>
            </a:prstGeom>
            <a:noFill/>
          </p:spPr>
          <p:txBody>
            <a:bodyPr wrap="none" rtlCol="0">
              <a:spAutoFit/>
            </a:bodyPr>
            <a:lstStyle/>
            <a:p>
              <a:r>
                <a:rPr lang="en-US" altLang="ko-KR" sz="700" dirty="0"/>
                <a:t>FAULT-READ</a:t>
              </a:r>
              <a:endParaRPr lang="ko-KR" altLang="en-US" sz="700" dirty="0"/>
            </a:p>
          </p:txBody>
        </p:sp>
      </p:grpSp>
      <p:grpSp>
        <p:nvGrpSpPr>
          <p:cNvPr id="5" name="그룹 4">
            <a:extLst>
              <a:ext uri="{FF2B5EF4-FFF2-40B4-BE49-F238E27FC236}">
                <a16:creationId xmlns:a16="http://schemas.microsoft.com/office/drawing/2014/main" id="{D81C4BCE-2F2F-1DE4-0864-CA4DD41B44F9}"/>
              </a:ext>
            </a:extLst>
          </p:cNvPr>
          <p:cNvGrpSpPr/>
          <p:nvPr/>
        </p:nvGrpSpPr>
        <p:grpSpPr>
          <a:xfrm>
            <a:off x="897778" y="2833261"/>
            <a:ext cx="5051396" cy="1836000"/>
            <a:chOff x="897778" y="2833261"/>
            <a:chExt cx="5051396" cy="1836000"/>
          </a:xfrm>
        </p:grpSpPr>
        <p:cxnSp>
          <p:nvCxnSpPr>
            <p:cNvPr id="139" name="직선 연결선 138">
              <a:extLst>
                <a:ext uri="{FF2B5EF4-FFF2-40B4-BE49-F238E27FC236}">
                  <a16:creationId xmlns:a16="http://schemas.microsoft.com/office/drawing/2014/main" id="{10731023-CE20-FFD2-C514-B2EC27077ADB}"/>
                </a:ext>
              </a:extLst>
            </p:cNvPr>
            <p:cNvCxnSpPr>
              <a:cxnSpLocks/>
            </p:cNvCxnSpPr>
            <p:nvPr/>
          </p:nvCxnSpPr>
          <p:spPr>
            <a:xfrm flipV="1">
              <a:off x="1294024" y="3733630"/>
              <a:ext cx="46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직사각형 139">
              <a:extLst>
                <a:ext uri="{FF2B5EF4-FFF2-40B4-BE49-F238E27FC236}">
                  <a16:creationId xmlns:a16="http://schemas.microsoft.com/office/drawing/2014/main" id="{65F33739-FE0D-7AAA-FC3B-6C238DE1F03E}"/>
                </a:ext>
              </a:extLst>
            </p:cNvPr>
            <p:cNvSpPr/>
            <p:nvPr/>
          </p:nvSpPr>
          <p:spPr>
            <a:xfrm>
              <a:off x="910209" y="325554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45" name="직사각형 144">
              <a:extLst>
                <a:ext uri="{FF2B5EF4-FFF2-40B4-BE49-F238E27FC236}">
                  <a16:creationId xmlns:a16="http://schemas.microsoft.com/office/drawing/2014/main" id="{7EABB0F7-307B-6ABA-144B-3BE65CEEE955}"/>
                </a:ext>
              </a:extLst>
            </p:cNvPr>
            <p:cNvSpPr/>
            <p:nvPr/>
          </p:nvSpPr>
          <p:spPr>
            <a:xfrm>
              <a:off x="919660" y="363206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46" name="직사각형 145">
              <a:extLst>
                <a:ext uri="{FF2B5EF4-FFF2-40B4-BE49-F238E27FC236}">
                  <a16:creationId xmlns:a16="http://schemas.microsoft.com/office/drawing/2014/main" id="{8165C9CE-9554-B775-8AF1-D6A5A4DD3FDF}"/>
                </a:ext>
              </a:extLst>
            </p:cNvPr>
            <p:cNvSpPr/>
            <p:nvPr/>
          </p:nvSpPr>
          <p:spPr>
            <a:xfrm>
              <a:off x="1585974" y="3517527"/>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SYNC-GEN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47" name="직선 연결선 146">
              <a:extLst>
                <a:ext uri="{FF2B5EF4-FFF2-40B4-BE49-F238E27FC236}">
                  <a16:creationId xmlns:a16="http://schemas.microsoft.com/office/drawing/2014/main" id="{EB876609-D6C6-CFF7-D2F4-D0EA361CCD0A}"/>
                </a:ext>
              </a:extLst>
            </p:cNvPr>
            <p:cNvCxnSpPr>
              <a:cxnSpLocks/>
            </p:cNvCxnSpPr>
            <p:nvPr/>
          </p:nvCxnSpPr>
          <p:spPr>
            <a:xfrm flipV="1">
              <a:off x="1486414" y="3347566"/>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8" name="그룹 147">
              <a:extLst>
                <a:ext uri="{FF2B5EF4-FFF2-40B4-BE49-F238E27FC236}">
                  <a16:creationId xmlns:a16="http://schemas.microsoft.com/office/drawing/2014/main" id="{8B3A5860-939A-021F-4950-BFC8C4F2BBEB}"/>
                </a:ext>
              </a:extLst>
            </p:cNvPr>
            <p:cNvGrpSpPr/>
            <p:nvPr/>
          </p:nvGrpSpPr>
          <p:grpSpPr>
            <a:xfrm>
              <a:off x="1311095" y="3207440"/>
              <a:ext cx="168544" cy="146277"/>
              <a:chOff x="1843806" y="2637183"/>
              <a:chExt cx="1586064" cy="146277"/>
            </a:xfrm>
          </p:grpSpPr>
          <p:cxnSp>
            <p:nvCxnSpPr>
              <p:cNvPr id="619" name="직선 연결선 618">
                <a:extLst>
                  <a:ext uri="{FF2B5EF4-FFF2-40B4-BE49-F238E27FC236}">
                    <a16:creationId xmlns:a16="http://schemas.microsoft.com/office/drawing/2014/main" id="{903A48E3-868E-4D90-930B-8161B586093E}"/>
                  </a:ext>
                </a:extLst>
              </p:cNvPr>
              <p:cNvCxnSpPr/>
              <p:nvPr/>
            </p:nvCxnSpPr>
            <p:spPr>
              <a:xfrm>
                <a:off x="1843806" y="2637183"/>
                <a:ext cx="15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0" name="직선 연결선 619">
                <a:extLst>
                  <a:ext uri="{FF2B5EF4-FFF2-40B4-BE49-F238E27FC236}">
                    <a16:creationId xmlns:a16="http://schemas.microsoft.com/office/drawing/2014/main" id="{911680F0-CF88-BAC8-DDD6-68FC1FF716C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9" name="직선 연결선 148">
              <a:extLst>
                <a:ext uri="{FF2B5EF4-FFF2-40B4-BE49-F238E27FC236}">
                  <a16:creationId xmlns:a16="http://schemas.microsoft.com/office/drawing/2014/main" id="{4C628ED1-F72C-A8D1-F69F-5470EDD54475}"/>
                </a:ext>
              </a:extLst>
            </p:cNvPr>
            <p:cNvCxnSpPr>
              <a:cxnSpLocks/>
            </p:cNvCxnSpPr>
            <p:nvPr/>
          </p:nvCxnSpPr>
          <p:spPr>
            <a:xfrm flipV="1">
              <a:off x="1264365" y="4086958"/>
              <a:ext cx="155371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50" name="직사각형 149">
              <a:extLst>
                <a:ext uri="{FF2B5EF4-FFF2-40B4-BE49-F238E27FC236}">
                  <a16:creationId xmlns:a16="http://schemas.microsoft.com/office/drawing/2014/main" id="{9C67B607-455F-1AF5-F7AE-798C5E165EA1}"/>
                </a:ext>
              </a:extLst>
            </p:cNvPr>
            <p:cNvSpPr/>
            <p:nvPr/>
          </p:nvSpPr>
          <p:spPr>
            <a:xfrm>
              <a:off x="910209" y="398750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51" name="직선 연결선 150">
              <a:extLst>
                <a:ext uri="{FF2B5EF4-FFF2-40B4-BE49-F238E27FC236}">
                  <a16:creationId xmlns:a16="http://schemas.microsoft.com/office/drawing/2014/main" id="{5EC66860-C9DE-9CE3-F7AF-3C161326511A}"/>
                </a:ext>
              </a:extLst>
            </p:cNvPr>
            <p:cNvCxnSpPr>
              <a:cxnSpLocks/>
            </p:cNvCxnSpPr>
            <p:nvPr/>
          </p:nvCxnSpPr>
          <p:spPr>
            <a:xfrm flipV="1">
              <a:off x="1264637" y="4309719"/>
              <a:ext cx="1553441" cy="117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52" name="직사각형 151">
              <a:extLst>
                <a:ext uri="{FF2B5EF4-FFF2-40B4-BE49-F238E27FC236}">
                  <a16:creationId xmlns:a16="http://schemas.microsoft.com/office/drawing/2014/main" id="{E6857358-6625-7B41-5CD2-1CB5333BE97B}"/>
                </a:ext>
              </a:extLst>
            </p:cNvPr>
            <p:cNvSpPr/>
            <p:nvPr/>
          </p:nvSpPr>
          <p:spPr>
            <a:xfrm>
              <a:off x="902903" y="420787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53" name="직선 연결선 152">
              <a:extLst>
                <a:ext uri="{FF2B5EF4-FFF2-40B4-BE49-F238E27FC236}">
                  <a16:creationId xmlns:a16="http://schemas.microsoft.com/office/drawing/2014/main" id="{FD12224F-C874-5CA7-85BD-4E5C43C3D34C}"/>
                </a:ext>
              </a:extLst>
            </p:cNvPr>
            <p:cNvCxnSpPr>
              <a:cxnSpLocks/>
            </p:cNvCxnSpPr>
            <p:nvPr/>
          </p:nvCxnSpPr>
          <p:spPr>
            <a:xfrm flipV="1">
              <a:off x="1264564" y="4549925"/>
              <a:ext cx="155351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54" name="직사각형 153">
              <a:extLst>
                <a:ext uri="{FF2B5EF4-FFF2-40B4-BE49-F238E27FC236}">
                  <a16:creationId xmlns:a16="http://schemas.microsoft.com/office/drawing/2014/main" id="{6D6864C2-48E8-F2E9-CC7E-9692D1B21670}"/>
                </a:ext>
              </a:extLst>
            </p:cNvPr>
            <p:cNvSpPr/>
            <p:nvPr/>
          </p:nvSpPr>
          <p:spPr>
            <a:xfrm>
              <a:off x="897778" y="444868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55" name="그룹 154">
              <a:extLst>
                <a:ext uri="{FF2B5EF4-FFF2-40B4-BE49-F238E27FC236}">
                  <a16:creationId xmlns:a16="http://schemas.microsoft.com/office/drawing/2014/main" id="{88A2E598-CCF0-AAA1-6332-D5BB9033BEE1}"/>
                </a:ext>
              </a:extLst>
            </p:cNvPr>
            <p:cNvGrpSpPr/>
            <p:nvPr/>
          </p:nvGrpSpPr>
          <p:grpSpPr>
            <a:xfrm>
              <a:off x="2742232" y="3207776"/>
              <a:ext cx="2973119" cy="144000"/>
              <a:chOff x="5453592" y="2641965"/>
              <a:chExt cx="1693024" cy="144000"/>
            </a:xfrm>
          </p:grpSpPr>
          <p:cxnSp>
            <p:nvCxnSpPr>
              <p:cNvPr id="617" name="직선 연결선 616">
                <a:extLst>
                  <a:ext uri="{FF2B5EF4-FFF2-40B4-BE49-F238E27FC236}">
                    <a16:creationId xmlns:a16="http://schemas.microsoft.com/office/drawing/2014/main" id="{CB9B7EE1-A34E-8C3A-BB4A-83CB38E40826}"/>
                  </a:ext>
                </a:extLst>
              </p:cNvPr>
              <p:cNvCxnSpPr/>
              <p:nvPr/>
            </p:nvCxnSpPr>
            <p:spPr>
              <a:xfrm>
                <a:off x="5454616" y="2641965"/>
                <a:ext cx="16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8" name="직선 연결선 617">
                <a:extLst>
                  <a:ext uri="{FF2B5EF4-FFF2-40B4-BE49-F238E27FC236}">
                    <a16:creationId xmlns:a16="http://schemas.microsoft.com/office/drawing/2014/main" id="{AE264AF4-DF50-71BE-11CA-401A26D9446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9" name="직사각형 158">
              <a:extLst>
                <a:ext uri="{FF2B5EF4-FFF2-40B4-BE49-F238E27FC236}">
                  <a16:creationId xmlns:a16="http://schemas.microsoft.com/office/drawing/2014/main" id="{8B7B0575-54AF-DB79-4FFD-6AF1D047088A}"/>
                </a:ext>
              </a:extLst>
            </p:cNvPr>
            <p:cNvSpPr/>
            <p:nvPr/>
          </p:nvSpPr>
          <p:spPr>
            <a:xfrm>
              <a:off x="908145" y="2973177"/>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VSYNC</a:t>
              </a:r>
              <a:endParaRPr lang="ko-KR" altLang="en-US" sz="700" baseline="-25000" dirty="0">
                <a:solidFill>
                  <a:schemeClr val="tx1"/>
                </a:solidFill>
                <a:latin typeface="Arial" panose="020B0604020202020204" pitchFamily="34" charset="0"/>
                <a:cs typeface="Arial" panose="020B0604020202020204" pitchFamily="34" charset="0"/>
              </a:endParaRPr>
            </a:p>
          </p:txBody>
        </p:sp>
        <p:cxnSp>
          <p:nvCxnSpPr>
            <p:cNvPr id="160" name="직선 연결선 159">
              <a:extLst>
                <a:ext uri="{FF2B5EF4-FFF2-40B4-BE49-F238E27FC236}">
                  <a16:creationId xmlns:a16="http://schemas.microsoft.com/office/drawing/2014/main" id="{BD2D9042-6C29-2F9C-F258-37B992F73A65}"/>
                </a:ext>
              </a:extLst>
            </p:cNvPr>
            <p:cNvCxnSpPr>
              <a:cxnSpLocks/>
            </p:cNvCxnSpPr>
            <p:nvPr/>
          </p:nvCxnSpPr>
          <p:spPr>
            <a:xfrm>
              <a:off x="4648570" y="3063256"/>
              <a:ext cx="1164938"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2" name="직선 연결선 161">
              <a:extLst>
                <a:ext uri="{FF2B5EF4-FFF2-40B4-BE49-F238E27FC236}">
                  <a16:creationId xmlns:a16="http://schemas.microsoft.com/office/drawing/2014/main" id="{595288B8-70FE-6DD4-47B1-DCAF69630183}"/>
                </a:ext>
              </a:extLst>
            </p:cNvPr>
            <p:cNvCxnSpPr>
              <a:cxnSpLocks/>
            </p:cNvCxnSpPr>
            <p:nvPr/>
          </p:nvCxnSpPr>
          <p:spPr>
            <a:xfrm>
              <a:off x="1318417" y="3063256"/>
              <a:ext cx="3224628"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26" name="그룹 625">
              <a:extLst>
                <a:ext uri="{FF2B5EF4-FFF2-40B4-BE49-F238E27FC236}">
                  <a16:creationId xmlns:a16="http://schemas.microsoft.com/office/drawing/2014/main" id="{5727B893-B760-50EC-61C1-B9C5C779F960}"/>
                </a:ext>
              </a:extLst>
            </p:cNvPr>
            <p:cNvGrpSpPr/>
            <p:nvPr/>
          </p:nvGrpSpPr>
          <p:grpSpPr>
            <a:xfrm>
              <a:off x="4543045" y="2919141"/>
              <a:ext cx="108000" cy="146641"/>
              <a:chOff x="1787555" y="2904640"/>
              <a:chExt cx="108000" cy="146641"/>
            </a:xfrm>
          </p:grpSpPr>
          <p:cxnSp>
            <p:nvCxnSpPr>
              <p:cNvPr id="161" name="직선 연결선 160">
                <a:extLst>
                  <a:ext uri="{FF2B5EF4-FFF2-40B4-BE49-F238E27FC236}">
                    <a16:creationId xmlns:a16="http://schemas.microsoft.com/office/drawing/2014/main" id="{2DC40031-3FAF-37CE-6226-58A2E63F7B19}"/>
                  </a:ext>
                </a:extLst>
              </p:cNvPr>
              <p:cNvCxnSpPr>
                <a:cxnSpLocks/>
              </p:cNvCxnSpPr>
              <p:nvPr/>
            </p:nvCxnSpPr>
            <p:spPr>
              <a:xfrm flipV="1">
                <a:off x="1789930" y="2907698"/>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3" name="직선 연결선 622">
                <a:extLst>
                  <a:ext uri="{FF2B5EF4-FFF2-40B4-BE49-F238E27FC236}">
                    <a16:creationId xmlns:a16="http://schemas.microsoft.com/office/drawing/2014/main" id="{581C76C4-B508-114C-9844-04E704A5E58A}"/>
                  </a:ext>
                </a:extLst>
              </p:cNvPr>
              <p:cNvCxnSpPr>
                <a:cxnSpLocks/>
              </p:cNvCxnSpPr>
              <p:nvPr/>
            </p:nvCxnSpPr>
            <p:spPr>
              <a:xfrm flipV="1">
                <a:off x="1893080" y="2907402"/>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4" name="직선 연결선 623">
                <a:extLst>
                  <a:ext uri="{FF2B5EF4-FFF2-40B4-BE49-F238E27FC236}">
                    <a16:creationId xmlns:a16="http://schemas.microsoft.com/office/drawing/2014/main" id="{A0F4F224-1371-52FB-5147-82A8AC474D99}"/>
                  </a:ext>
                </a:extLst>
              </p:cNvPr>
              <p:cNvCxnSpPr>
                <a:cxnSpLocks/>
              </p:cNvCxnSpPr>
              <p:nvPr/>
            </p:nvCxnSpPr>
            <p:spPr>
              <a:xfrm flipH="1">
                <a:off x="1787555" y="290464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09" name="그룹 1108">
              <a:extLst>
                <a:ext uri="{FF2B5EF4-FFF2-40B4-BE49-F238E27FC236}">
                  <a16:creationId xmlns:a16="http://schemas.microsoft.com/office/drawing/2014/main" id="{A12E3DB0-944F-5BAC-58CD-DDB5F8025113}"/>
                </a:ext>
              </a:extLst>
            </p:cNvPr>
            <p:cNvGrpSpPr/>
            <p:nvPr/>
          </p:nvGrpSpPr>
          <p:grpSpPr>
            <a:xfrm>
              <a:off x="2821146" y="4405925"/>
              <a:ext cx="843703" cy="150569"/>
              <a:chOff x="2752717" y="4385438"/>
              <a:chExt cx="843703" cy="150569"/>
            </a:xfrm>
          </p:grpSpPr>
          <p:grpSp>
            <p:nvGrpSpPr>
              <p:cNvPr id="635" name="그룹 634">
                <a:extLst>
                  <a:ext uri="{FF2B5EF4-FFF2-40B4-BE49-F238E27FC236}">
                    <a16:creationId xmlns:a16="http://schemas.microsoft.com/office/drawing/2014/main" id="{A168E002-A2EF-6968-4334-AC4308C71F05}"/>
                  </a:ext>
                </a:extLst>
              </p:cNvPr>
              <p:cNvGrpSpPr/>
              <p:nvPr/>
            </p:nvGrpSpPr>
            <p:grpSpPr>
              <a:xfrm>
                <a:off x="2752717" y="4386023"/>
                <a:ext cx="419075" cy="149984"/>
                <a:chOff x="4408576" y="4387925"/>
                <a:chExt cx="419075" cy="149984"/>
              </a:xfrm>
            </p:grpSpPr>
            <p:grpSp>
              <p:nvGrpSpPr>
                <p:cNvPr id="590" name="그룹 589">
                  <a:extLst>
                    <a:ext uri="{FF2B5EF4-FFF2-40B4-BE49-F238E27FC236}">
                      <a16:creationId xmlns:a16="http://schemas.microsoft.com/office/drawing/2014/main" id="{3EE83292-00BE-20DE-EC50-4EB75F4385D2}"/>
                    </a:ext>
                  </a:extLst>
                </p:cNvPr>
                <p:cNvGrpSpPr/>
                <p:nvPr/>
              </p:nvGrpSpPr>
              <p:grpSpPr>
                <a:xfrm>
                  <a:off x="4408576" y="4388533"/>
                  <a:ext cx="72000" cy="146277"/>
                  <a:chOff x="3250176" y="2637183"/>
                  <a:chExt cx="179694" cy="146277"/>
                </a:xfrm>
              </p:grpSpPr>
              <p:grpSp>
                <p:nvGrpSpPr>
                  <p:cNvPr id="613" name="그룹 612">
                    <a:extLst>
                      <a:ext uri="{FF2B5EF4-FFF2-40B4-BE49-F238E27FC236}">
                        <a16:creationId xmlns:a16="http://schemas.microsoft.com/office/drawing/2014/main" id="{6EDF66C9-08F4-4744-2EC4-D562D88B985B}"/>
                      </a:ext>
                    </a:extLst>
                  </p:cNvPr>
                  <p:cNvGrpSpPr/>
                  <p:nvPr/>
                </p:nvGrpSpPr>
                <p:grpSpPr>
                  <a:xfrm>
                    <a:off x="3250176" y="2637183"/>
                    <a:ext cx="178824" cy="144000"/>
                    <a:chOff x="5453592" y="2641965"/>
                    <a:chExt cx="178824" cy="144000"/>
                  </a:xfrm>
                </p:grpSpPr>
                <p:cxnSp>
                  <p:nvCxnSpPr>
                    <p:cNvPr id="615" name="직선 연결선 614">
                      <a:extLst>
                        <a:ext uri="{FF2B5EF4-FFF2-40B4-BE49-F238E27FC236}">
                          <a16:creationId xmlns:a16="http://schemas.microsoft.com/office/drawing/2014/main" id="{A785FA59-A08D-D21A-C0FB-55F4D704104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6" name="직선 연결선 615">
                      <a:extLst>
                        <a:ext uri="{FF2B5EF4-FFF2-40B4-BE49-F238E27FC236}">
                          <a16:creationId xmlns:a16="http://schemas.microsoft.com/office/drawing/2014/main" id="{E003A669-C7CC-24A6-67A2-4EB1BC51674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14" name="직선 연결선 613">
                    <a:extLst>
                      <a:ext uri="{FF2B5EF4-FFF2-40B4-BE49-F238E27FC236}">
                        <a16:creationId xmlns:a16="http://schemas.microsoft.com/office/drawing/2014/main" id="{FA8799E6-1B0C-9DF3-24D0-655BC466575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1" name="직선 연결선 590">
                  <a:extLst>
                    <a:ext uri="{FF2B5EF4-FFF2-40B4-BE49-F238E27FC236}">
                      <a16:creationId xmlns:a16="http://schemas.microsoft.com/office/drawing/2014/main" id="{D920F7BC-24EA-4569-7EAC-D2F02CF4C230}"/>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92" name="그룹 591">
                  <a:extLst>
                    <a:ext uri="{FF2B5EF4-FFF2-40B4-BE49-F238E27FC236}">
                      <a16:creationId xmlns:a16="http://schemas.microsoft.com/office/drawing/2014/main" id="{373477F6-9AA0-493A-1EF9-9A7D14D31948}"/>
                    </a:ext>
                  </a:extLst>
                </p:cNvPr>
                <p:cNvGrpSpPr/>
                <p:nvPr/>
              </p:nvGrpSpPr>
              <p:grpSpPr>
                <a:xfrm>
                  <a:off x="4515485" y="4387925"/>
                  <a:ext cx="101416" cy="146277"/>
                  <a:chOff x="4545844" y="3971199"/>
                  <a:chExt cx="101416" cy="146277"/>
                </a:xfrm>
              </p:grpSpPr>
              <p:grpSp>
                <p:nvGrpSpPr>
                  <p:cNvPr id="607" name="그룹 606">
                    <a:extLst>
                      <a:ext uri="{FF2B5EF4-FFF2-40B4-BE49-F238E27FC236}">
                        <a16:creationId xmlns:a16="http://schemas.microsoft.com/office/drawing/2014/main" id="{EBFE855C-96DA-AC43-7782-4EB97A6F6A5A}"/>
                      </a:ext>
                    </a:extLst>
                  </p:cNvPr>
                  <p:cNvGrpSpPr/>
                  <p:nvPr/>
                </p:nvGrpSpPr>
                <p:grpSpPr>
                  <a:xfrm>
                    <a:off x="4545844" y="3971199"/>
                    <a:ext cx="35826" cy="146277"/>
                    <a:chOff x="3250176" y="2637183"/>
                    <a:chExt cx="178824" cy="146277"/>
                  </a:xfrm>
                </p:grpSpPr>
                <p:grpSp>
                  <p:nvGrpSpPr>
                    <p:cNvPr id="609" name="그룹 608">
                      <a:extLst>
                        <a:ext uri="{FF2B5EF4-FFF2-40B4-BE49-F238E27FC236}">
                          <a16:creationId xmlns:a16="http://schemas.microsoft.com/office/drawing/2014/main" id="{B6626380-F171-11A6-DC99-A97CAB0B282E}"/>
                        </a:ext>
                      </a:extLst>
                    </p:cNvPr>
                    <p:cNvGrpSpPr/>
                    <p:nvPr/>
                  </p:nvGrpSpPr>
                  <p:grpSpPr>
                    <a:xfrm>
                      <a:off x="3250176" y="2637183"/>
                      <a:ext cx="178824" cy="144000"/>
                      <a:chOff x="5453592" y="2641965"/>
                      <a:chExt cx="178824" cy="144000"/>
                    </a:xfrm>
                  </p:grpSpPr>
                  <p:cxnSp>
                    <p:nvCxnSpPr>
                      <p:cNvPr id="611" name="직선 연결선 610">
                        <a:extLst>
                          <a:ext uri="{FF2B5EF4-FFF2-40B4-BE49-F238E27FC236}">
                            <a16:creationId xmlns:a16="http://schemas.microsoft.com/office/drawing/2014/main" id="{7260DE16-1ED6-3446-D1B3-CE0502BA78B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2" name="직선 연결선 611">
                        <a:extLst>
                          <a:ext uri="{FF2B5EF4-FFF2-40B4-BE49-F238E27FC236}">
                            <a16:creationId xmlns:a16="http://schemas.microsoft.com/office/drawing/2014/main" id="{BE48B326-E63F-CA5C-721B-1B558B0A84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10" name="직선 연결선 609">
                      <a:extLst>
                        <a:ext uri="{FF2B5EF4-FFF2-40B4-BE49-F238E27FC236}">
                          <a16:creationId xmlns:a16="http://schemas.microsoft.com/office/drawing/2014/main" id="{22BC20CF-E158-F9E0-3A51-E4B4090C404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8" name="직선 연결선 607">
                    <a:extLst>
                      <a:ext uri="{FF2B5EF4-FFF2-40B4-BE49-F238E27FC236}">
                        <a16:creationId xmlns:a16="http://schemas.microsoft.com/office/drawing/2014/main" id="{D78F5676-C38A-CAA8-1B93-50CA0855FFD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4" name="그룹 593">
                  <a:extLst>
                    <a:ext uri="{FF2B5EF4-FFF2-40B4-BE49-F238E27FC236}">
                      <a16:creationId xmlns:a16="http://schemas.microsoft.com/office/drawing/2014/main" id="{6F0535DB-F522-FB77-06FB-59BAA7014F3D}"/>
                    </a:ext>
                  </a:extLst>
                </p:cNvPr>
                <p:cNvGrpSpPr/>
                <p:nvPr/>
              </p:nvGrpSpPr>
              <p:grpSpPr>
                <a:xfrm>
                  <a:off x="4616003" y="4389306"/>
                  <a:ext cx="101416" cy="146277"/>
                  <a:chOff x="4545844" y="3971199"/>
                  <a:chExt cx="101416" cy="146277"/>
                </a:xfrm>
              </p:grpSpPr>
              <p:grpSp>
                <p:nvGrpSpPr>
                  <p:cNvPr id="595" name="그룹 594">
                    <a:extLst>
                      <a:ext uri="{FF2B5EF4-FFF2-40B4-BE49-F238E27FC236}">
                        <a16:creationId xmlns:a16="http://schemas.microsoft.com/office/drawing/2014/main" id="{3FB6009E-FCDC-08AA-D797-748B7B1FF9E6}"/>
                      </a:ext>
                    </a:extLst>
                  </p:cNvPr>
                  <p:cNvGrpSpPr/>
                  <p:nvPr/>
                </p:nvGrpSpPr>
                <p:grpSpPr>
                  <a:xfrm>
                    <a:off x="4545844" y="3971199"/>
                    <a:ext cx="35826" cy="146277"/>
                    <a:chOff x="3250176" y="2637183"/>
                    <a:chExt cx="178824" cy="146277"/>
                  </a:xfrm>
                </p:grpSpPr>
                <p:grpSp>
                  <p:nvGrpSpPr>
                    <p:cNvPr id="597" name="그룹 596">
                      <a:extLst>
                        <a:ext uri="{FF2B5EF4-FFF2-40B4-BE49-F238E27FC236}">
                          <a16:creationId xmlns:a16="http://schemas.microsoft.com/office/drawing/2014/main" id="{7D49FAE2-A1FA-BBA9-8F7C-DF653CC2C60E}"/>
                        </a:ext>
                      </a:extLst>
                    </p:cNvPr>
                    <p:cNvGrpSpPr/>
                    <p:nvPr/>
                  </p:nvGrpSpPr>
                  <p:grpSpPr>
                    <a:xfrm>
                      <a:off x="3250176" y="2637183"/>
                      <a:ext cx="178824" cy="144000"/>
                      <a:chOff x="5453592" y="2641965"/>
                      <a:chExt cx="178824" cy="144000"/>
                    </a:xfrm>
                  </p:grpSpPr>
                  <p:cxnSp>
                    <p:nvCxnSpPr>
                      <p:cNvPr id="599" name="직선 연결선 598">
                        <a:extLst>
                          <a:ext uri="{FF2B5EF4-FFF2-40B4-BE49-F238E27FC236}">
                            <a16:creationId xmlns:a16="http://schemas.microsoft.com/office/drawing/2014/main" id="{02C07685-044D-7C47-DB43-12C018F8952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0" name="직선 연결선 599">
                        <a:extLst>
                          <a:ext uri="{FF2B5EF4-FFF2-40B4-BE49-F238E27FC236}">
                            <a16:creationId xmlns:a16="http://schemas.microsoft.com/office/drawing/2014/main" id="{7C7BFD83-9D03-BCAE-B9FB-74E854F1B8A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8" name="직선 연결선 597">
                      <a:extLst>
                        <a:ext uri="{FF2B5EF4-FFF2-40B4-BE49-F238E27FC236}">
                          <a16:creationId xmlns:a16="http://schemas.microsoft.com/office/drawing/2014/main" id="{900336EB-3425-9E6C-0857-F9D90D4C94D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6" name="직선 연결선 595">
                    <a:extLst>
                      <a:ext uri="{FF2B5EF4-FFF2-40B4-BE49-F238E27FC236}">
                        <a16:creationId xmlns:a16="http://schemas.microsoft.com/office/drawing/2014/main" id="{994F8DCE-52CF-8844-5CA7-5D111B89BC3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9" name="그룹 628">
                  <a:extLst>
                    <a:ext uri="{FF2B5EF4-FFF2-40B4-BE49-F238E27FC236}">
                      <a16:creationId xmlns:a16="http://schemas.microsoft.com/office/drawing/2014/main" id="{9088382C-A1EC-6FBF-421D-30E08284AD61}"/>
                    </a:ext>
                  </a:extLst>
                </p:cNvPr>
                <p:cNvGrpSpPr/>
                <p:nvPr/>
              </p:nvGrpSpPr>
              <p:grpSpPr>
                <a:xfrm>
                  <a:off x="4722981" y="4391632"/>
                  <a:ext cx="72000" cy="146277"/>
                  <a:chOff x="3250176" y="2637183"/>
                  <a:chExt cx="179694" cy="146277"/>
                </a:xfrm>
              </p:grpSpPr>
              <p:grpSp>
                <p:nvGrpSpPr>
                  <p:cNvPr id="630" name="그룹 629">
                    <a:extLst>
                      <a:ext uri="{FF2B5EF4-FFF2-40B4-BE49-F238E27FC236}">
                        <a16:creationId xmlns:a16="http://schemas.microsoft.com/office/drawing/2014/main" id="{52159725-3FC0-67B9-055F-FD88A12A01B9}"/>
                      </a:ext>
                    </a:extLst>
                  </p:cNvPr>
                  <p:cNvGrpSpPr/>
                  <p:nvPr/>
                </p:nvGrpSpPr>
                <p:grpSpPr>
                  <a:xfrm>
                    <a:off x="3250176" y="2637183"/>
                    <a:ext cx="178824" cy="144000"/>
                    <a:chOff x="5453592" y="2641965"/>
                    <a:chExt cx="178824" cy="144000"/>
                  </a:xfrm>
                </p:grpSpPr>
                <p:cxnSp>
                  <p:nvCxnSpPr>
                    <p:cNvPr id="632" name="직선 연결선 631">
                      <a:extLst>
                        <a:ext uri="{FF2B5EF4-FFF2-40B4-BE49-F238E27FC236}">
                          <a16:creationId xmlns:a16="http://schemas.microsoft.com/office/drawing/2014/main" id="{E3B8A42B-948E-A109-8685-56011790C7A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3" name="직선 연결선 632">
                      <a:extLst>
                        <a:ext uri="{FF2B5EF4-FFF2-40B4-BE49-F238E27FC236}">
                          <a16:creationId xmlns:a16="http://schemas.microsoft.com/office/drawing/2014/main" id="{B4B628D2-9088-0483-6BBB-1F0AB230AE3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1" name="직선 연결선 630">
                    <a:extLst>
                      <a:ext uri="{FF2B5EF4-FFF2-40B4-BE49-F238E27FC236}">
                        <a16:creationId xmlns:a16="http://schemas.microsoft.com/office/drawing/2014/main" id="{3D5C78B3-CC3F-0BB9-A559-E60E49D3459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4" name="직선 연결선 633">
                  <a:extLst>
                    <a:ext uri="{FF2B5EF4-FFF2-40B4-BE49-F238E27FC236}">
                      <a16:creationId xmlns:a16="http://schemas.microsoft.com/office/drawing/2014/main" id="{BCEB2F90-F685-EF8B-4CD4-E1BB1E472F0A}"/>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63" name="그룹 662">
                <a:extLst>
                  <a:ext uri="{FF2B5EF4-FFF2-40B4-BE49-F238E27FC236}">
                    <a16:creationId xmlns:a16="http://schemas.microsoft.com/office/drawing/2014/main" id="{9387AB0B-F53E-D3EF-740F-0486E1C1535D}"/>
                  </a:ext>
                </a:extLst>
              </p:cNvPr>
              <p:cNvGrpSpPr/>
              <p:nvPr/>
            </p:nvGrpSpPr>
            <p:grpSpPr>
              <a:xfrm>
                <a:off x="3177345" y="4385438"/>
                <a:ext cx="419075" cy="149984"/>
                <a:chOff x="4408576" y="4387925"/>
                <a:chExt cx="419075" cy="149984"/>
              </a:xfrm>
            </p:grpSpPr>
            <p:grpSp>
              <p:nvGrpSpPr>
                <p:cNvPr id="664" name="그룹 663">
                  <a:extLst>
                    <a:ext uri="{FF2B5EF4-FFF2-40B4-BE49-F238E27FC236}">
                      <a16:creationId xmlns:a16="http://schemas.microsoft.com/office/drawing/2014/main" id="{EB1370B9-AF03-831B-548F-A33886A47E7B}"/>
                    </a:ext>
                  </a:extLst>
                </p:cNvPr>
                <p:cNvGrpSpPr/>
                <p:nvPr/>
              </p:nvGrpSpPr>
              <p:grpSpPr>
                <a:xfrm>
                  <a:off x="4408576" y="4388533"/>
                  <a:ext cx="72000" cy="146277"/>
                  <a:chOff x="3250176" y="2637183"/>
                  <a:chExt cx="179694" cy="146277"/>
                </a:xfrm>
              </p:grpSpPr>
              <p:grpSp>
                <p:nvGrpSpPr>
                  <p:cNvPr id="686" name="그룹 685">
                    <a:extLst>
                      <a:ext uri="{FF2B5EF4-FFF2-40B4-BE49-F238E27FC236}">
                        <a16:creationId xmlns:a16="http://schemas.microsoft.com/office/drawing/2014/main" id="{351D72E9-0143-4DFB-253A-22C195A130F3}"/>
                      </a:ext>
                    </a:extLst>
                  </p:cNvPr>
                  <p:cNvGrpSpPr/>
                  <p:nvPr/>
                </p:nvGrpSpPr>
                <p:grpSpPr>
                  <a:xfrm>
                    <a:off x="3250176" y="2637183"/>
                    <a:ext cx="178824" cy="144000"/>
                    <a:chOff x="5453592" y="2641965"/>
                    <a:chExt cx="178824" cy="144000"/>
                  </a:xfrm>
                </p:grpSpPr>
                <p:cxnSp>
                  <p:nvCxnSpPr>
                    <p:cNvPr id="688" name="직선 연결선 687">
                      <a:extLst>
                        <a:ext uri="{FF2B5EF4-FFF2-40B4-BE49-F238E27FC236}">
                          <a16:creationId xmlns:a16="http://schemas.microsoft.com/office/drawing/2014/main" id="{884906C5-60E0-29D8-A293-D5B10BBE001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9" name="직선 연결선 688">
                      <a:extLst>
                        <a:ext uri="{FF2B5EF4-FFF2-40B4-BE49-F238E27FC236}">
                          <a16:creationId xmlns:a16="http://schemas.microsoft.com/office/drawing/2014/main" id="{B9A07B87-4907-B733-B6E5-5C48CB5D082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87" name="직선 연결선 686">
                    <a:extLst>
                      <a:ext uri="{FF2B5EF4-FFF2-40B4-BE49-F238E27FC236}">
                        <a16:creationId xmlns:a16="http://schemas.microsoft.com/office/drawing/2014/main" id="{DED33521-12A4-E3A5-FC57-8EE6FFE2FBB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65" name="직선 연결선 664">
                  <a:extLst>
                    <a:ext uri="{FF2B5EF4-FFF2-40B4-BE49-F238E27FC236}">
                      <a16:creationId xmlns:a16="http://schemas.microsoft.com/office/drawing/2014/main" id="{20D77557-4BC6-2D82-0194-57DD571F31F3}"/>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66" name="그룹 665">
                  <a:extLst>
                    <a:ext uri="{FF2B5EF4-FFF2-40B4-BE49-F238E27FC236}">
                      <a16:creationId xmlns:a16="http://schemas.microsoft.com/office/drawing/2014/main" id="{1D572AD2-FCC1-89D0-7329-8F434B49DC00}"/>
                    </a:ext>
                  </a:extLst>
                </p:cNvPr>
                <p:cNvGrpSpPr/>
                <p:nvPr/>
              </p:nvGrpSpPr>
              <p:grpSpPr>
                <a:xfrm>
                  <a:off x="4515485" y="4387925"/>
                  <a:ext cx="101416" cy="146277"/>
                  <a:chOff x="4545844" y="3971199"/>
                  <a:chExt cx="101416" cy="146277"/>
                </a:xfrm>
              </p:grpSpPr>
              <p:grpSp>
                <p:nvGrpSpPr>
                  <p:cNvPr id="680" name="그룹 679">
                    <a:extLst>
                      <a:ext uri="{FF2B5EF4-FFF2-40B4-BE49-F238E27FC236}">
                        <a16:creationId xmlns:a16="http://schemas.microsoft.com/office/drawing/2014/main" id="{C5BBB02B-054C-B2DD-941B-E2265456C304}"/>
                      </a:ext>
                    </a:extLst>
                  </p:cNvPr>
                  <p:cNvGrpSpPr/>
                  <p:nvPr/>
                </p:nvGrpSpPr>
                <p:grpSpPr>
                  <a:xfrm>
                    <a:off x="4545844" y="3971199"/>
                    <a:ext cx="35826" cy="146277"/>
                    <a:chOff x="3250176" y="2637183"/>
                    <a:chExt cx="178824" cy="146277"/>
                  </a:xfrm>
                </p:grpSpPr>
                <p:grpSp>
                  <p:nvGrpSpPr>
                    <p:cNvPr id="682" name="그룹 681">
                      <a:extLst>
                        <a:ext uri="{FF2B5EF4-FFF2-40B4-BE49-F238E27FC236}">
                          <a16:creationId xmlns:a16="http://schemas.microsoft.com/office/drawing/2014/main" id="{F081AF90-9701-6433-7FEC-9DDC41C419CC}"/>
                        </a:ext>
                      </a:extLst>
                    </p:cNvPr>
                    <p:cNvGrpSpPr/>
                    <p:nvPr/>
                  </p:nvGrpSpPr>
                  <p:grpSpPr>
                    <a:xfrm>
                      <a:off x="3250176" y="2637183"/>
                      <a:ext cx="178824" cy="144000"/>
                      <a:chOff x="5453592" y="2641965"/>
                      <a:chExt cx="178824" cy="144000"/>
                    </a:xfrm>
                  </p:grpSpPr>
                  <p:cxnSp>
                    <p:nvCxnSpPr>
                      <p:cNvPr id="684" name="직선 연결선 683">
                        <a:extLst>
                          <a:ext uri="{FF2B5EF4-FFF2-40B4-BE49-F238E27FC236}">
                            <a16:creationId xmlns:a16="http://schemas.microsoft.com/office/drawing/2014/main" id="{F8347AB9-C8DE-C8EC-CB78-CF38849A2B8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5" name="직선 연결선 684">
                        <a:extLst>
                          <a:ext uri="{FF2B5EF4-FFF2-40B4-BE49-F238E27FC236}">
                            <a16:creationId xmlns:a16="http://schemas.microsoft.com/office/drawing/2014/main" id="{E91D9AB4-33D2-376A-F68D-D0880D72EA4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83" name="직선 연결선 682">
                      <a:extLst>
                        <a:ext uri="{FF2B5EF4-FFF2-40B4-BE49-F238E27FC236}">
                          <a16:creationId xmlns:a16="http://schemas.microsoft.com/office/drawing/2014/main" id="{E6BA965D-4921-6D75-84CE-15DFD62140D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81" name="직선 연결선 680">
                    <a:extLst>
                      <a:ext uri="{FF2B5EF4-FFF2-40B4-BE49-F238E27FC236}">
                        <a16:creationId xmlns:a16="http://schemas.microsoft.com/office/drawing/2014/main" id="{344E204B-21AA-3B5A-0AD3-D6990130731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67" name="그룹 666">
                  <a:extLst>
                    <a:ext uri="{FF2B5EF4-FFF2-40B4-BE49-F238E27FC236}">
                      <a16:creationId xmlns:a16="http://schemas.microsoft.com/office/drawing/2014/main" id="{DFA1F56F-5437-A023-F9C4-E9073773EE2B}"/>
                    </a:ext>
                  </a:extLst>
                </p:cNvPr>
                <p:cNvGrpSpPr/>
                <p:nvPr/>
              </p:nvGrpSpPr>
              <p:grpSpPr>
                <a:xfrm>
                  <a:off x="4616003" y="4389306"/>
                  <a:ext cx="101416" cy="146277"/>
                  <a:chOff x="4545844" y="3971199"/>
                  <a:chExt cx="101416" cy="146277"/>
                </a:xfrm>
              </p:grpSpPr>
              <p:grpSp>
                <p:nvGrpSpPr>
                  <p:cNvPr id="674" name="그룹 673">
                    <a:extLst>
                      <a:ext uri="{FF2B5EF4-FFF2-40B4-BE49-F238E27FC236}">
                        <a16:creationId xmlns:a16="http://schemas.microsoft.com/office/drawing/2014/main" id="{7F5B1D99-0D81-76F5-9BB8-DBB46DF83C8E}"/>
                      </a:ext>
                    </a:extLst>
                  </p:cNvPr>
                  <p:cNvGrpSpPr/>
                  <p:nvPr/>
                </p:nvGrpSpPr>
                <p:grpSpPr>
                  <a:xfrm>
                    <a:off x="4545844" y="3971199"/>
                    <a:ext cx="35826" cy="146277"/>
                    <a:chOff x="3250176" y="2637183"/>
                    <a:chExt cx="178824" cy="146277"/>
                  </a:xfrm>
                </p:grpSpPr>
                <p:grpSp>
                  <p:nvGrpSpPr>
                    <p:cNvPr id="676" name="그룹 675">
                      <a:extLst>
                        <a:ext uri="{FF2B5EF4-FFF2-40B4-BE49-F238E27FC236}">
                          <a16:creationId xmlns:a16="http://schemas.microsoft.com/office/drawing/2014/main" id="{5D103809-319F-0899-F740-6C2BE2F013F4}"/>
                        </a:ext>
                      </a:extLst>
                    </p:cNvPr>
                    <p:cNvGrpSpPr/>
                    <p:nvPr/>
                  </p:nvGrpSpPr>
                  <p:grpSpPr>
                    <a:xfrm>
                      <a:off x="3250176" y="2637183"/>
                      <a:ext cx="178824" cy="144000"/>
                      <a:chOff x="5453592" y="2641965"/>
                      <a:chExt cx="178824" cy="144000"/>
                    </a:xfrm>
                  </p:grpSpPr>
                  <p:cxnSp>
                    <p:nvCxnSpPr>
                      <p:cNvPr id="678" name="직선 연결선 677">
                        <a:extLst>
                          <a:ext uri="{FF2B5EF4-FFF2-40B4-BE49-F238E27FC236}">
                            <a16:creationId xmlns:a16="http://schemas.microsoft.com/office/drawing/2014/main" id="{BA31CE35-9D5D-6D7B-15D1-F8EF0AEE965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9" name="직선 연결선 678">
                        <a:extLst>
                          <a:ext uri="{FF2B5EF4-FFF2-40B4-BE49-F238E27FC236}">
                            <a16:creationId xmlns:a16="http://schemas.microsoft.com/office/drawing/2014/main" id="{601F4D08-5306-44F4-2F6B-5DBE5993738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77" name="직선 연결선 676">
                      <a:extLst>
                        <a:ext uri="{FF2B5EF4-FFF2-40B4-BE49-F238E27FC236}">
                          <a16:creationId xmlns:a16="http://schemas.microsoft.com/office/drawing/2014/main" id="{82D1BA04-4685-6BA7-5D9B-E540292A160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75" name="직선 연결선 674">
                    <a:extLst>
                      <a:ext uri="{FF2B5EF4-FFF2-40B4-BE49-F238E27FC236}">
                        <a16:creationId xmlns:a16="http://schemas.microsoft.com/office/drawing/2014/main" id="{26F68AF9-FB8D-8EAE-33D6-99B0C946F51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68" name="그룹 667">
                  <a:extLst>
                    <a:ext uri="{FF2B5EF4-FFF2-40B4-BE49-F238E27FC236}">
                      <a16:creationId xmlns:a16="http://schemas.microsoft.com/office/drawing/2014/main" id="{76BC68BB-2114-3E60-9E3F-EA349C7ED02F}"/>
                    </a:ext>
                  </a:extLst>
                </p:cNvPr>
                <p:cNvGrpSpPr/>
                <p:nvPr/>
              </p:nvGrpSpPr>
              <p:grpSpPr>
                <a:xfrm>
                  <a:off x="4722981" y="4391632"/>
                  <a:ext cx="72000" cy="146277"/>
                  <a:chOff x="3250176" y="2637183"/>
                  <a:chExt cx="179694" cy="146277"/>
                </a:xfrm>
              </p:grpSpPr>
              <p:grpSp>
                <p:nvGrpSpPr>
                  <p:cNvPr id="670" name="그룹 669">
                    <a:extLst>
                      <a:ext uri="{FF2B5EF4-FFF2-40B4-BE49-F238E27FC236}">
                        <a16:creationId xmlns:a16="http://schemas.microsoft.com/office/drawing/2014/main" id="{1C496070-AF83-95A9-2A6A-39DAF1B3EEA0}"/>
                      </a:ext>
                    </a:extLst>
                  </p:cNvPr>
                  <p:cNvGrpSpPr/>
                  <p:nvPr/>
                </p:nvGrpSpPr>
                <p:grpSpPr>
                  <a:xfrm>
                    <a:off x="3250176" y="2637183"/>
                    <a:ext cx="178824" cy="144000"/>
                    <a:chOff x="5453592" y="2641965"/>
                    <a:chExt cx="178824" cy="144000"/>
                  </a:xfrm>
                </p:grpSpPr>
                <p:cxnSp>
                  <p:nvCxnSpPr>
                    <p:cNvPr id="672" name="직선 연결선 671">
                      <a:extLst>
                        <a:ext uri="{FF2B5EF4-FFF2-40B4-BE49-F238E27FC236}">
                          <a16:creationId xmlns:a16="http://schemas.microsoft.com/office/drawing/2014/main" id="{21DA1E73-CD43-1119-D8BE-6CC8C1E3680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3" name="직선 연결선 672">
                      <a:extLst>
                        <a:ext uri="{FF2B5EF4-FFF2-40B4-BE49-F238E27FC236}">
                          <a16:creationId xmlns:a16="http://schemas.microsoft.com/office/drawing/2014/main" id="{2097E410-99A6-FFE0-11EC-0C1900E9545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71" name="직선 연결선 670">
                    <a:extLst>
                      <a:ext uri="{FF2B5EF4-FFF2-40B4-BE49-F238E27FC236}">
                        <a16:creationId xmlns:a16="http://schemas.microsoft.com/office/drawing/2014/main" id="{1EC1D0CA-D564-75D7-963F-B5A3E590FED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69" name="직선 연결선 668">
                  <a:extLst>
                    <a:ext uri="{FF2B5EF4-FFF2-40B4-BE49-F238E27FC236}">
                      <a16:creationId xmlns:a16="http://schemas.microsoft.com/office/drawing/2014/main" id="{4CFC42C0-159B-2842-DC9D-8A181133F548}"/>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861" name="그룹 860">
              <a:extLst>
                <a:ext uri="{FF2B5EF4-FFF2-40B4-BE49-F238E27FC236}">
                  <a16:creationId xmlns:a16="http://schemas.microsoft.com/office/drawing/2014/main" id="{9BD273E7-EC7B-8F95-B12D-38E154001F2B}"/>
                </a:ext>
              </a:extLst>
            </p:cNvPr>
            <p:cNvGrpSpPr/>
            <p:nvPr/>
          </p:nvGrpSpPr>
          <p:grpSpPr>
            <a:xfrm>
              <a:off x="4544836" y="4414259"/>
              <a:ext cx="1262428" cy="150988"/>
              <a:chOff x="2752717" y="4385438"/>
              <a:chExt cx="1262428" cy="150988"/>
            </a:xfrm>
          </p:grpSpPr>
          <p:grpSp>
            <p:nvGrpSpPr>
              <p:cNvPr id="862" name="그룹 861">
                <a:extLst>
                  <a:ext uri="{FF2B5EF4-FFF2-40B4-BE49-F238E27FC236}">
                    <a16:creationId xmlns:a16="http://schemas.microsoft.com/office/drawing/2014/main" id="{B5814AB5-CB6E-1499-81AE-F357367F4664}"/>
                  </a:ext>
                </a:extLst>
              </p:cNvPr>
              <p:cNvGrpSpPr/>
              <p:nvPr/>
            </p:nvGrpSpPr>
            <p:grpSpPr>
              <a:xfrm>
                <a:off x="2752717" y="4386023"/>
                <a:ext cx="419075" cy="149984"/>
                <a:chOff x="4408576" y="4387925"/>
                <a:chExt cx="419075" cy="149984"/>
              </a:xfrm>
            </p:grpSpPr>
            <p:grpSp>
              <p:nvGrpSpPr>
                <p:cNvPr id="917" name="그룹 916">
                  <a:extLst>
                    <a:ext uri="{FF2B5EF4-FFF2-40B4-BE49-F238E27FC236}">
                      <a16:creationId xmlns:a16="http://schemas.microsoft.com/office/drawing/2014/main" id="{775B62E7-24CE-E6CC-E153-ACCCA86544B9}"/>
                    </a:ext>
                  </a:extLst>
                </p:cNvPr>
                <p:cNvGrpSpPr/>
                <p:nvPr/>
              </p:nvGrpSpPr>
              <p:grpSpPr>
                <a:xfrm>
                  <a:off x="4408576" y="4388533"/>
                  <a:ext cx="72000" cy="146277"/>
                  <a:chOff x="3250176" y="2637183"/>
                  <a:chExt cx="179694" cy="146277"/>
                </a:xfrm>
              </p:grpSpPr>
              <p:grpSp>
                <p:nvGrpSpPr>
                  <p:cNvPr id="939" name="그룹 938">
                    <a:extLst>
                      <a:ext uri="{FF2B5EF4-FFF2-40B4-BE49-F238E27FC236}">
                        <a16:creationId xmlns:a16="http://schemas.microsoft.com/office/drawing/2014/main" id="{E05B404D-9EF1-361A-2F16-9C9201FB562C}"/>
                      </a:ext>
                    </a:extLst>
                  </p:cNvPr>
                  <p:cNvGrpSpPr/>
                  <p:nvPr/>
                </p:nvGrpSpPr>
                <p:grpSpPr>
                  <a:xfrm>
                    <a:off x="3250176" y="2637183"/>
                    <a:ext cx="178824" cy="144000"/>
                    <a:chOff x="5453592" y="2641965"/>
                    <a:chExt cx="178824" cy="144000"/>
                  </a:xfrm>
                </p:grpSpPr>
                <p:cxnSp>
                  <p:nvCxnSpPr>
                    <p:cNvPr id="941" name="직선 연결선 940">
                      <a:extLst>
                        <a:ext uri="{FF2B5EF4-FFF2-40B4-BE49-F238E27FC236}">
                          <a16:creationId xmlns:a16="http://schemas.microsoft.com/office/drawing/2014/main" id="{C833DD9B-2172-F583-19DD-5665ED1454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2" name="직선 연결선 941">
                      <a:extLst>
                        <a:ext uri="{FF2B5EF4-FFF2-40B4-BE49-F238E27FC236}">
                          <a16:creationId xmlns:a16="http://schemas.microsoft.com/office/drawing/2014/main" id="{C9E22741-1C6B-5658-BD2F-661BD02FCA0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40" name="직선 연결선 939">
                    <a:extLst>
                      <a:ext uri="{FF2B5EF4-FFF2-40B4-BE49-F238E27FC236}">
                        <a16:creationId xmlns:a16="http://schemas.microsoft.com/office/drawing/2014/main" id="{CC2DE345-319B-8E52-13CF-DD988497ECF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8" name="직선 연결선 917">
                  <a:extLst>
                    <a:ext uri="{FF2B5EF4-FFF2-40B4-BE49-F238E27FC236}">
                      <a16:creationId xmlns:a16="http://schemas.microsoft.com/office/drawing/2014/main" id="{7AA7EA5D-4800-5807-EE71-262CFD3F2806}"/>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19" name="그룹 918">
                  <a:extLst>
                    <a:ext uri="{FF2B5EF4-FFF2-40B4-BE49-F238E27FC236}">
                      <a16:creationId xmlns:a16="http://schemas.microsoft.com/office/drawing/2014/main" id="{43D1DC2A-1A03-D3FA-80E1-4796F2A1E885}"/>
                    </a:ext>
                  </a:extLst>
                </p:cNvPr>
                <p:cNvGrpSpPr/>
                <p:nvPr/>
              </p:nvGrpSpPr>
              <p:grpSpPr>
                <a:xfrm>
                  <a:off x="4515485" y="4387925"/>
                  <a:ext cx="101416" cy="146277"/>
                  <a:chOff x="4545844" y="3971199"/>
                  <a:chExt cx="101416" cy="146277"/>
                </a:xfrm>
              </p:grpSpPr>
              <p:grpSp>
                <p:nvGrpSpPr>
                  <p:cNvPr id="933" name="그룹 932">
                    <a:extLst>
                      <a:ext uri="{FF2B5EF4-FFF2-40B4-BE49-F238E27FC236}">
                        <a16:creationId xmlns:a16="http://schemas.microsoft.com/office/drawing/2014/main" id="{33448504-C630-42F3-4663-5D344CA011D2}"/>
                      </a:ext>
                    </a:extLst>
                  </p:cNvPr>
                  <p:cNvGrpSpPr/>
                  <p:nvPr/>
                </p:nvGrpSpPr>
                <p:grpSpPr>
                  <a:xfrm>
                    <a:off x="4545844" y="3971199"/>
                    <a:ext cx="35826" cy="146277"/>
                    <a:chOff x="3250176" y="2637183"/>
                    <a:chExt cx="178824" cy="146277"/>
                  </a:xfrm>
                </p:grpSpPr>
                <p:grpSp>
                  <p:nvGrpSpPr>
                    <p:cNvPr id="935" name="그룹 934">
                      <a:extLst>
                        <a:ext uri="{FF2B5EF4-FFF2-40B4-BE49-F238E27FC236}">
                          <a16:creationId xmlns:a16="http://schemas.microsoft.com/office/drawing/2014/main" id="{E0B876D2-3B0A-3F1E-F39B-5FCDB739B37D}"/>
                        </a:ext>
                      </a:extLst>
                    </p:cNvPr>
                    <p:cNvGrpSpPr/>
                    <p:nvPr/>
                  </p:nvGrpSpPr>
                  <p:grpSpPr>
                    <a:xfrm>
                      <a:off x="3250176" y="2637183"/>
                      <a:ext cx="178824" cy="144000"/>
                      <a:chOff x="5453592" y="2641965"/>
                      <a:chExt cx="178824" cy="144000"/>
                    </a:xfrm>
                  </p:grpSpPr>
                  <p:cxnSp>
                    <p:nvCxnSpPr>
                      <p:cNvPr id="937" name="직선 연결선 936">
                        <a:extLst>
                          <a:ext uri="{FF2B5EF4-FFF2-40B4-BE49-F238E27FC236}">
                            <a16:creationId xmlns:a16="http://schemas.microsoft.com/office/drawing/2014/main" id="{F74C7408-51A7-D9FC-891A-ADE1EBD958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8" name="직선 연결선 937">
                        <a:extLst>
                          <a:ext uri="{FF2B5EF4-FFF2-40B4-BE49-F238E27FC236}">
                            <a16:creationId xmlns:a16="http://schemas.microsoft.com/office/drawing/2014/main" id="{DA90F6A9-F66D-3B9A-8631-0B3A812380B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36" name="직선 연결선 935">
                      <a:extLst>
                        <a:ext uri="{FF2B5EF4-FFF2-40B4-BE49-F238E27FC236}">
                          <a16:creationId xmlns:a16="http://schemas.microsoft.com/office/drawing/2014/main" id="{ACCA3981-7E0A-3AD3-45EF-FEE84F76ADB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34" name="직선 연결선 933">
                    <a:extLst>
                      <a:ext uri="{FF2B5EF4-FFF2-40B4-BE49-F238E27FC236}">
                        <a16:creationId xmlns:a16="http://schemas.microsoft.com/office/drawing/2014/main" id="{ED7B5206-6AFB-29FB-509C-246EE72DF1A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20" name="그룹 919">
                  <a:extLst>
                    <a:ext uri="{FF2B5EF4-FFF2-40B4-BE49-F238E27FC236}">
                      <a16:creationId xmlns:a16="http://schemas.microsoft.com/office/drawing/2014/main" id="{15DA80F0-7D25-9912-C340-600D06BC785E}"/>
                    </a:ext>
                  </a:extLst>
                </p:cNvPr>
                <p:cNvGrpSpPr/>
                <p:nvPr/>
              </p:nvGrpSpPr>
              <p:grpSpPr>
                <a:xfrm>
                  <a:off x="4616003" y="4389306"/>
                  <a:ext cx="101416" cy="146277"/>
                  <a:chOff x="4545844" y="3971199"/>
                  <a:chExt cx="101416" cy="146277"/>
                </a:xfrm>
              </p:grpSpPr>
              <p:grpSp>
                <p:nvGrpSpPr>
                  <p:cNvPr id="927" name="그룹 926">
                    <a:extLst>
                      <a:ext uri="{FF2B5EF4-FFF2-40B4-BE49-F238E27FC236}">
                        <a16:creationId xmlns:a16="http://schemas.microsoft.com/office/drawing/2014/main" id="{DB006D20-7FAF-C3D8-F573-352A445639B3}"/>
                      </a:ext>
                    </a:extLst>
                  </p:cNvPr>
                  <p:cNvGrpSpPr/>
                  <p:nvPr/>
                </p:nvGrpSpPr>
                <p:grpSpPr>
                  <a:xfrm>
                    <a:off x="4545844" y="3971199"/>
                    <a:ext cx="35826" cy="146277"/>
                    <a:chOff x="3250176" y="2637183"/>
                    <a:chExt cx="178824" cy="146277"/>
                  </a:xfrm>
                </p:grpSpPr>
                <p:grpSp>
                  <p:nvGrpSpPr>
                    <p:cNvPr id="929" name="그룹 928">
                      <a:extLst>
                        <a:ext uri="{FF2B5EF4-FFF2-40B4-BE49-F238E27FC236}">
                          <a16:creationId xmlns:a16="http://schemas.microsoft.com/office/drawing/2014/main" id="{15780405-6F75-5D51-E80F-E56ABEDE19B8}"/>
                        </a:ext>
                      </a:extLst>
                    </p:cNvPr>
                    <p:cNvGrpSpPr/>
                    <p:nvPr/>
                  </p:nvGrpSpPr>
                  <p:grpSpPr>
                    <a:xfrm>
                      <a:off x="3250176" y="2637183"/>
                      <a:ext cx="178824" cy="144000"/>
                      <a:chOff x="5453592" y="2641965"/>
                      <a:chExt cx="178824" cy="144000"/>
                    </a:xfrm>
                  </p:grpSpPr>
                  <p:cxnSp>
                    <p:nvCxnSpPr>
                      <p:cNvPr id="931" name="직선 연결선 930">
                        <a:extLst>
                          <a:ext uri="{FF2B5EF4-FFF2-40B4-BE49-F238E27FC236}">
                            <a16:creationId xmlns:a16="http://schemas.microsoft.com/office/drawing/2014/main" id="{CA3E0D88-FB80-0F96-6CA4-1A9322A68CD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2" name="직선 연결선 931">
                        <a:extLst>
                          <a:ext uri="{FF2B5EF4-FFF2-40B4-BE49-F238E27FC236}">
                            <a16:creationId xmlns:a16="http://schemas.microsoft.com/office/drawing/2014/main" id="{92F4DA0D-B246-C26A-FD62-384790798E9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30" name="직선 연결선 929">
                      <a:extLst>
                        <a:ext uri="{FF2B5EF4-FFF2-40B4-BE49-F238E27FC236}">
                          <a16:creationId xmlns:a16="http://schemas.microsoft.com/office/drawing/2014/main" id="{CEF3B857-7AD8-4E1F-606C-EEE39A41706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28" name="직선 연결선 927">
                    <a:extLst>
                      <a:ext uri="{FF2B5EF4-FFF2-40B4-BE49-F238E27FC236}">
                        <a16:creationId xmlns:a16="http://schemas.microsoft.com/office/drawing/2014/main" id="{8586DF35-59D2-B0C2-0D13-607698B8D73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21" name="그룹 920">
                  <a:extLst>
                    <a:ext uri="{FF2B5EF4-FFF2-40B4-BE49-F238E27FC236}">
                      <a16:creationId xmlns:a16="http://schemas.microsoft.com/office/drawing/2014/main" id="{40D88573-01BD-9EE6-4F90-D5A5E7D8C66E}"/>
                    </a:ext>
                  </a:extLst>
                </p:cNvPr>
                <p:cNvGrpSpPr/>
                <p:nvPr/>
              </p:nvGrpSpPr>
              <p:grpSpPr>
                <a:xfrm>
                  <a:off x="4722981" y="4391632"/>
                  <a:ext cx="72000" cy="146277"/>
                  <a:chOff x="3250176" y="2637183"/>
                  <a:chExt cx="179694" cy="146277"/>
                </a:xfrm>
              </p:grpSpPr>
              <p:grpSp>
                <p:nvGrpSpPr>
                  <p:cNvPr id="923" name="그룹 922">
                    <a:extLst>
                      <a:ext uri="{FF2B5EF4-FFF2-40B4-BE49-F238E27FC236}">
                        <a16:creationId xmlns:a16="http://schemas.microsoft.com/office/drawing/2014/main" id="{0C435090-9303-EDE4-8B4D-59B2041090E0}"/>
                      </a:ext>
                    </a:extLst>
                  </p:cNvPr>
                  <p:cNvGrpSpPr/>
                  <p:nvPr/>
                </p:nvGrpSpPr>
                <p:grpSpPr>
                  <a:xfrm>
                    <a:off x="3250176" y="2637183"/>
                    <a:ext cx="178824" cy="144000"/>
                    <a:chOff x="5453592" y="2641965"/>
                    <a:chExt cx="178824" cy="144000"/>
                  </a:xfrm>
                </p:grpSpPr>
                <p:cxnSp>
                  <p:nvCxnSpPr>
                    <p:cNvPr id="925" name="직선 연결선 924">
                      <a:extLst>
                        <a:ext uri="{FF2B5EF4-FFF2-40B4-BE49-F238E27FC236}">
                          <a16:creationId xmlns:a16="http://schemas.microsoft.com/office/drawing/2014/main" id="{3FEAFD6F-7A4A-0022-A5C7-9DC12252880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6" name="직선 연결선 925">
                      <a:extLst>
                        <a:ext uri="{FF2B5EF4-FFF2-40B4-BE49-F238E27FC236}">
                          <a16:creationId xmlns:a16="http://schemas.microsoft.com/office/drawing/2014/main" id="{022C9373-FDD1-4FE3-2D75-D7A4836D74D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24" name="직선 연결선 923">
                    <a:extLst>
                      <a:ext uri="{FF2B5EF4-FFF2-40B4-BE49-F238E27FC236}">
                        <a16:creationId xmlns:a16="http://schemas.microsoft.com/office/drawing/2014/main" id="{7305D05D-3126-FDEC-017E-D3EF81AD97F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22" name="직선 연결선 921">
                  <a:extLst>
                    <a:ext uri="{FF2B5EF4-FFF2-40B4-BE49-F238E27FC236}">
                      <a16:creationId xmlns:a16="http://schemas.microsoft.com/office/drawing/2014/main" id="{3E5B4632-3EEF-4B24-3BFB-577908E093FD}"/>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3" name="그룹 862">
                <a:extLst>
                  <a:ext uri="{FF2B5EF4-FFF2-40B4-BE49-F238E27FC236}">
                    <a16:creationId xmlns:a16="http://schemas.microsoft.com/office/drawing/2014/main" id="{CEDA0C31-C97C-F69A-14FA-E9EFE65E660B}"/>
                  </a:ext>
                </a:extLst>
              </p:cNvPr>
              <p:cNvGrpSpPr/>
              <p:nvPr/>
            </p:nvGrpSpPr>
            <p:grpSpPr>
              <a:xfrm>
                <a:off x="3596070" y="4386442"/>
                <a:ext cx="419075" cy="149984"/>
                <a:chOff x="4408576" y="4387925"/>
                <a:chExt cx="419075" cy="149984"/>
              </a:xfrm>
            </p:grpSpPr>
            <p:grpSp>
              <p:nvGrpSpPr>
                <p:cNvPr id="891" name="그룹 890">
                  <a:extLst>
                    <a:ext uri="{FF2B5EF4-FFF2-40B4-BE49-F238E27FC236}">
                      <a16:creationId xmlns:a16="http://schemas.microsoft.com/office/drawing/2014/main" id="{5519A68F-915E-851B-0CA9-533EC6AEA754}"/>
                    </a:ext>
                  </a:extLst>
                </p:cNvPr>
                <p:cNvGrpSpPr/>
                <p:nvPr/>
              </p:nvGrpSpPr>
              <p:grpSpPr>
                <a:xfrm>
                  <a:off x="4408576" y="4388533"/>
                  <a:ext cx="72000" cy="146277"/>
                  <a:chOff x="3250176" y="2637183"/>
                  <a:chExt cx="179694" cy="146277"/>
                </a:xfrm>
              </p:grpSpPr>
              <p:grpSp>
                <p:nvGrpSpPr>
                  <p:cNvPr id="913" name="그룹 912">
                    <a:extLst>
                      <a:ext uri="{FF2B5EF4-FFF2-40B4-BE49-F238E27FC236}">
                        <a16:creationId xmlns:a16="http://schemas.microsoft.com/office/drawing/2014/main" id="{C77B3163-6649-0C30-455A-9687BF1FDAF2}"/>
                      </a:ext>
                    </a:extLst>
                  </p:cNvPr>
                  <p:cNvGrpSpPr/>
                  <p:nvPr/>
                </p:nvGrpSpPr>
                <p:grpSpPr>
                  <a:xfrm>
                    <a:off x="3250176" y="2637183"/>
                    <a:ext cx="178824" cy="144000"/>
                    <a:chOff x="5453592" y="2641965"/>
                    <a:chExt cx="178824" cy="144000"/>
                  </a:xfrm>
                </p:grpSpPr>
                <p:cxnSp>
                  <p:nvCxnSpPr>
                    <p:cNvPr id="915" name="직선 연결선 914">
                      <a:extLst>
                        <a:ext uri="{FF2B5EF4-FFF2-40B4-BE49-F238E27FC236}">
                          <a16:creationId xmlns:a16="http://schemas.microsoft.com/office/drawing/2014/main" id="{4FA605C2-18E2-800E-D8DE-88A3DD650FC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6" name="직선 연결선 915">
                      <a:extLst>
                        <a:ext uri="{FF2B5EF4-FFF2-40B4-BE49-F238E27FC236}">
                          <a16:creationId xmlns:a16="http://schemas.microsoft.com/office/drawing/2014/main" id="{571242F7-5B6C-7EC9-00F0-6DEF548B81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4" name="직선 연결선 913">
                    <a:extLst>
                      <a:ext uri="{FF2B5EF4-FFF2-40B4-BE49-F238E27FC236}">
                        <a16:creationId xmlns:a16="http://schemas.microsoft.com/office/drawing/2014/main" id="{94BF9BFE-EAC2-7E3E-37A9-1A2A4E210EC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2" name="직선 연결선 891">
                  <a:extLst>
                    <a:ext uri="{FF2B5EF4-FFF2-40B4-BE49-F238E27FC236}">
                      <a16:creationId xmlns:a16="http://schemas.microsoft.com/office/drawing/2014/main" id="{62E4BD69-2E6F-2BF6-6A69-FFFA37028E99}"/>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93" name="그룹 892">
                  <a:extLst>
                    <a:ext uri="{FF2B5EF4-FFF2-40B4-BE49-F238E27FC236}">
                      <a16:creationId xmlns:a16="http://schemas.microsoft.com/office/drawing/2014/main" id="{657D8D54-41D5-D693-5397-B5755DA87E66}"/>
                    </a:ext>
                  </a:extLst>
                </p:cNvPr>
                <p:cNvGrpSpPr/>
                <p:nvPr/>
              </p:nvGrpSpPr>
              <p:grpSpPr>
                <a:xfrm>
                  <a:off x="4515485" y="4387925"/>
                  <a:ext cx="101416" cy="146277"/>
                  <a:chOff x="4545844" y="3971199"/>
                  <a:chExt cx="101416" cy="146277"/>
                </a:xfrm>
              </p:grpSpPr>
              <p:grpSp>
                <p:nvGrpSpPr>
                  <p:cNvPr id="907" name="그룹 906">
                    <a:extLst>
                      <a:ext uri="{FF2B5EF4-FFF2-40B4-BE49-F238E27FC236}">
                        <a16:creationId xmlns:a16="http://schemas.microsoft.com/office/drawing/2014/main" id="{20EC9303-8A08-B2BE-8257-957B9F025113}"/>
                      </a:ext>
                    </a:extLst>
                  </p:cNvPr>
                  <p:cNvGrpSpPr/>
                  <p:nvPr/>
                </p:nvGrpSpPr>
                <p:grpSpPr>
                  <a:xfrm>
                    <a:off x="4545844" y="3971199"/>
                    <a:ext cx="35826" cy="146277"/>
                    <a:chOff x="3250176" y="2637183"/>
                    <a:chExt cx="178824" cy="146277"/>
                  </a:xfrm>
                </p:grpSpPr>
                <p:grpSp>
                  <p:nvGrpSpPr>
                    <p:cNvPr id="909" name="그룹 908">
                      <a:extLst>
                        <a:ext uri="{FF2B5EF4-FFF2-40B4-BE49-F238E27FC236}">
                          <a16:creationId xmlns:a16="http://schemas.microsoft.com/office/drawing/2014/main" id="{7369EB5B-3F9F-EBCD-F8B0-E6E07308D968}"/>
                        </a:ext>
                      </a:extLst>
                    </p:cNvPr>
                    <p:cNvGrpSpPr/>
                    <p:nvPr/>
                  </p:nvGrpSpPr>
                  <p:grpSpPr>
                    <a:xfrm>
                      <a:off x="3250176" y="2637183"/>
                      <a:ext cx="178824" cy="144000"/>
                      <a:chOff x="5453592" y="2641965"/>
                      <a:chExt cx="178824" cy="144000"/>
                    </a:xfrm>
                  </p:grpSpPr>
                  <p:cxnSp>
                    <p:nvCxnSpPr>
                      <p:cNvPr id="911" name="직선 연결선 910">
                        <a:extLst>
                          <a:ext uri="{FF2B5EF4-FFF2-40B4-BE49-F238E27FC236}">
                            <a16:creationId xmlns:a16="http://schemas.microsoft.com/office/drawing/2014/main" id="{B9E4F851-6571-E3A6-1DF8-7DC0D51A4BF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2" name="직선 연결선 911">
                        <a:extLst>
                          <a:ext uri="{FF2B5EF4-FFF2-40B4-BE49-F238E27FC236}">
                            <a16:creationId xmlns:a16="http://schemas.microsoft.com/office/drawing/2014/main" id="{A8207FCE-BB71-A50B-C7A0-EA8A1F20B12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0" name="직선 연결선 909">
                      <a:extLst>
                        <a:ext uri="{FF2B5EF4-FFF2-40B4-BE49-F238E27FC236}">
                          <a16:creationId xmlns:a16="http://schemas.microsoft.com/office/drawing/2014/main" id="{D0C71D61-CE84-3F55-1867-28ED3E9CF73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08" name="직선 연결선 907">
                    <a:extLst>
                      <a:ext uri="{FF2B5EF4-FFF2-40B4-BE49-F238E27FC236}">
                        <a16:creationId xmlns:a16="http://schemas.microsoft.com/office/drawing/2014/main" id="{B12755CE-C9B3-29DB-258C-BE7795F164C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94" name="그룹 893">
                  <a:extLst>
                    <a:ext uri="{FF2B5EF4-FFF2-40B4-BE49-F238E27FC236}">
                      <a16:creationId xmlns:a16="http://schemas.microsoft.com/office/drawing/2014/main" id="{CBBF5EDE-B537-380A-8FD1-2B3481DF4D3F}"/>
                    </a:ext>
                  </a:extLst>
                </p:cNvPr>
                <p:cNvGrpSpPr/>
                <p:nvPr/>
              </p:nvGrpSpPr>
              <p:grpSpPr>
                <a:xfrm>
                  <a:off x="4616003" y="4389306"/>
                  <a:ext cx="101416" cy="146277"/>
                  <a:chOff x="4545844" y="3971199"/>
                  <a:chExt cx="101416" cy="146277"/>
                </a:xfrm>
              </p:grpSpPr>
              <p:grpSp>
                <p:nvGrpSpPr>
                  <p:cNvPr id="901" name="그룹 900">
                    <a:extLst>
                      <a:ext uri="{FF2B5EF4-FFF2-40B4-BE49-F238E27FC236}">
                        <a16:creationId xmlns:a16="http://schemas.microsoft.com/office/drawing/2014/main" id="{C94B0D4D-6C41-BE20-8C43-529996386DB2}"/>
                      </a:ext>
                    </a:extLst>
                  </p:cNvPr>
                  <p:cNvGrpSpPr/>
                  <p:nvPr/>
                </p:nvGrpSpPr>
                <p:grpSpPr>
                  <a:xfrm>
                    <a:off x="4545844" y="3971199"/>
                    <a:ext cx="35826" cy="146277"/>
                    <a:chOff x="3250176" y="2637183"/>
                    <a:chExt cx="178824" cy="146277"/>
                  </a:xfrm>
                </p:grpSpPr>
                <p:grpSp>
                  <p:nvGrpSpPr>
                    <p:cNvPr id="903" name="그룹 902">
                      <a:extLst>
                        <a:ext uri="{FF2B5EF4-FFF2-40B4-BE49-F238E27FC236}">
                          <a16:creationId xmlns:a16="http://schemas.microsoft.com/office/drawing/2014/main" id="{4FCC2B20-5827-F1F0-AECC-E9F558356A21}"/>
                        </a:ext>
                      </a:extLst>
                    </p:cNvPr>
                    <p:cNvGrpSpPr/>
                    <p:nvPr/>
                  </p:nvGrpSpPr>
                  <p:grpSpPr>
                    <a:xfrm>
                      <a:off x="3250176" y="2637183"/>
                      <a:ext cx="178824" cy="144000"/>
                      <a:chOff x="5453592" y="2641965"/>
                      <a:chExt cx="178824" cy="144000"/>
                    </a:xfrm>
                  </p:grpSpPr>
                  <p:cxnSp>
                    <p:nvCxnSpPr>
                      <p:cNvPr id="905" name="직선 연결선 904">
                        <a:extLst>
                          <a:ext uri="{FF2B5EF4-FFF2-40B4-BE49-F238E27FC236}">
                            <a16:creationId xmlns:a16="http://schemas.microsoft.com/office/drawing/2014/main" id="{9A4135CD-0113-72D3-A2AC-EF512B7DFC5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6" name="직선 연결선 905">
                        <a:extLst>
                          <a:ext uri="{FF2B5EF4-FFF2-40B4-BE49-F238E27FC236}">
                            <a16:creationId xmlns:a16="http://schemas.microsoft.com/office/drawing/2014/main" id="{77595D42-B82B-1EA3-21EB-BE258ACB64E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04" name="직선 연결선 903">
                      <a:extLst>
                        <a:ext uri="{FF2B5EF4-FFF2-40B4-BE49-F238E27FC236}">
                          <a16:creationId xmlns:a16="http://schemas.microsoft.com/office/drawing/2014/main" id="{DD12484B-AFB4-7240-9A71-ADDC1CDD3D0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02" name="직선 연결선 901">
                    <a:extLst>
                      <a:ext uri="{FF2B5EF4-FFF2-40B4-BE49-F238E27FC236}">
                        <a16:creationId xmlns:a16="http://schemas.microsoft.com/office/drawing/2014/main" id="{85EA1544-5F1D-9099-06D0-B5154ED14EB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95" name="그룹 894">
                  <a:extLst>
                    <a:ext uri="{FF2B5EF4-FFF2-40B4-BE49-F238E27FC236}">
                      <a16:creationId xmlns:a16="http://schemas.microsoft.com/office/drawing/2014/main" id="{1ABD7D47-C564-7911-5381-8C5EB1DAEC18}"/>
                    </a:ext>
                  </a:extLst>
                </p:cNvPr>
                <p:cNvGrpSpPr/>
                <p:nvPr/>
              </p:nvGrpSpPr>
              <p:grpSpPr>
                <a:xfrm>
                  <a:off x="4722981" y="4391632"/>
                  <a:ext cx="72000" cy="146277"/>
                  <a:chOff x="3250176" y="2637183"/>
                  <a:chExt cx="179694" cy="146277"/>
                </a:xfrm>
              </p:grpSpPr>
              <p:grpSp>
                <p:nvGrpSpPr>
                  <p:cNvPr id="897" name="그룹 896">
                    <a:extLst>
                      <a:ext uri="{FF2B5EF4-FFF2-40B4-BE49-F238E27FC236}">
                        <a16:creationId xmlns:a16="http://schemas.microsoft.com/office/drawing/2014/main" id="{1AB41378-CE8C-F5F9-16DD-369D837E1FC4}"/>
                      </a:ext>
                    </a:extLst>
                  </p:cNvPr>
                  <p:cNvGrpSpPr/>
                  <p:nvPr/>
                </p:nvGrpSpPr>
                <p:grpSpPr>
                  <a:xfrm>
                    <a:off x="3250176" y="2637183"/>
                    <a:ext cx="178824" cy="144000"/>
                    <a:chOff x="5453592" y="2641965"/>
                    <a:chExt cx="178824" cy="144000"/>
                  </a:xfrm>
                </p:grpSpPr>
                <p:cxnSp>
                  <p:nvCxnSpPr>
                    <p:cNvPr id="899" name="직선 연결선 898">
                      <a:extLst>
                        <a:ext uri="{FF2B5EF4-FFF2-40B4-BE49-F238E27FC236}">
                          <a16:creationId xmlns:a16="http://schemas.microsoft.com/office/drawing/2014/main" id="{AD246DE3-DF2B-EFC0-04BB-CE03ABFB5AB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0" name="직선 연결선 899">
                      <a:extLst>
                        <a:ext uri="{FF2B5EF4-FFF2-40B4-BE49-F238E27FC236}">
                          <a16:creationId xmlns:a16="http://schemas.microsoft.com/office/drawing/2014/main" id="{25280DC9-39B1-278D-97D4-3CD0AE6F464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8" name="직선 연결선 897">
                    <a:extLst>
                      <a:ext uri="{FF2B5EF4-FFF2-40B4-BE49-F238E27FC236}">
                        <a16:creationId xmlns:a16="http://schemas.microsoft.com/office/drawing/2014/main" id="{EB5432FD-B426-87ED-598E-1225E5F7BE7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6" name="직선 연결선 895">
                  <a:extLst>
                    <a:ext uri="{FF2B5EF4-FFF2-40B4-BE49-F238E27FC236}">
                      <a16:creationId xmlns:a16="http://schemas.microsoft.com/office/drawing/2014/main" id="{4567B221-A912-97BD-7CF9-8492D35D5546}"/>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4" name="그룹 863">
                <a:extLst>
                  <a:ext uri="{FF2B5EF4-FFF2-40B4-BE49-F238E27FC236}">
                    <a16:creationId xmlns:a16="http://schemas.microsoft.com/office/drawing/2014/main" id="{8C0EFFF9-E280-F1B8-69C4-F9FA5DFB4822}"/>
                  </a:ext>
                </a:extLst>
              </p:cNvPr>
              <p:cNvGrpSpPr/>
              <p:nvPr/>
            </p:nvGrpSpPr>
            <p:grpSpPr>
              <a:xfrm>
                <a:off x="3177345" y="4385438"/>
                <a:ext cx="419075" cy="149984"/>
                <a:chOff x="4408576" y="4387925"/>
                <a:chExt cx="419075" cy="149984"/>
              </a:xfrm>
            </p:grpSpPr>
            <p:grpSp>
              <p:nvGrpSpPr>
                <p:cNvPr id="865" name="그룹 864">
                  <a:extLst>
                    <a:ext uri="{FF2B5EF4-FFF2-40B4-BE49-F238E27FC236}">
                      <a16:creationId xmlns:a16="http://schemas.microsoft.com/office/drawing/2014/main" id="{10E63A2A-CBCC-998B-9FEE-0DEC935CAEA5}"/>
                    </a:ext>
                  </a:extLst>
                </p:cNvPr>
                <p:cNvGrpSpPr/>
                <p:nvPr/>
              </p:nvGrpSpPr>
              <p:grpSpPr>
                <a:xfrm>
                  <a:off x="4408576" y="4388533"/>
                  <a:ext cx="72000" cy="146277"/>
                  <a:chOff x="3250176" y="2637183"/>
                  <a:chExt cx="179694" cy="146277"/>
                </a:xfrm>
              </p:grpSpPr>
              <p:grpSp>
                <p:nvGrpSpPr>
                  <p:cNvPr id="887" name="그룹 886">
                    <a:extLst>
                      <a:ext uri="{FF2B5EF4-FFF2-40B4-BE49-F238E27FC236}">
                        <a16:creationId xmlns:a16="http://schemas.microsoft.com/office/drawing/2014/main" id="{5541F7D1-C0AD-AFC5-50A0-01457E181453}"/>
                      </a:ext>
                    </a:extLst>
                  </p:cNvPr>
                  <p:cNvGrpSpPr/>
                  <p:nvPr/>
                </p:nvGrpSpPr>
                <p:grpSpPr>
                  <a:xfrm>
                    <a:off x="3250176" y="2637183"/>
                    <a:ext cx="178824" cy="144000"/>
                    <a:chOff x="5453592" y="2641965"/>
                    <a:chExt cx="178824" cy="144000"/>
                  </a:xfrm>
                </p:grpSpPr>
                <p:cxnSp>
                  <p:nvCxnSpPr>
                    <p:cNvPr id="889" name="직선 연결선 888">
                      <a:extLst>
                        <a:ext uri="{FF2B5EF4-FFF2-40B4-BE49-F238E27FC236}">
                          <a16:creationId xmlns:a16="http://schemas.microsoft.com/office/drawing/2014/main" id="{C238A2B0-EB19-19DA-C298-CAAF2E1D07B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0" name="직선 연결선 889">
                      <a:extLst>
                        <a:ext uri="{FF2B5EF4-FFF2-40B4-BE49-F238E27FC236}">
                          <a16:creationId xmlns:a16="http://schemas.microsoft.com/office/drawing/2014/main" id="{2B110897-ECB5-C0B4-F512-623F0BAC13B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8" name="직선 연결선 887">
                    <a:extLst>
                      <a:ext uri="{FF2B5EF4-FFF2-40B4-BE49-F238E27FC236}">
                        <a16:creationId xmlns:a16="http://schemas.microsoft.com/office/drawing/2014/main" id="{E98AF2A9-9CAF-22BF-FAB5-FF0E836DA34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66" name="직선 연결선 865">
                  <a:extLst>
                    <a:ext uri="{FF2B5EF4-FFF2-40B4-BE49-F238E27FC236}">
                      <a16:creationId xmlns:a16="http://schemas.microsoft.com/office/drawing/2014/main" id="{27D32F6E-9041-7C3F-BD57-E0DE6C25DCE7}"/>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67" name="그룹 866">
                  <a:extLst>
                    <a:ext uri="{FF2B5EF4-FFF2-40B4-BE49-F238E27FC236}">
                      <a16:creationId xmlns:a16="http://schemas.microsoft.com/office/drawing/2014/main" id="{DC781214-0012-6E88-F736-760F026AE36B}"/>
                    </a:ext>
                  </a:extLst>
                </p:cNvPr>
                <p:cNvGrpSpPr/>
                <p:nvPr/>
              </p:nvGrpSpPr>
              <p:grpSpPr>
                <a:xfrm>
                  <a:off x="4515485" y="4387925"/>
                  <a:ext cx="101416" cy="146277"/>
                  <a:chOff x="4545844" y="3971199"/>
                  <a:chExt cx="101416" cy="146277"/>
                </a:xfrm>
              </p:grpSpPr>
              <p:grpSp>
                <p:nvGrpSpPr>
                  <p:cNvPr id="881" name="그룹 880">
                    <a:extLst>
                      <a:ext uri="{FF2B5EF4-FFF2-40B4-BE49-F238E27FC236}">
                        <a16:creationId xmlns:a16="http://schemas.microsoft.com/office/drawing/2014/main" id="{BCF8C4C0-6FA7-983D-9E72-BDC191119A6E}"/>
                      </a:ext>
                    </a:extLst>
                  </p:cNvPr>
                  <p:cNvGrpSpPr/>
                  <p:nvPr/>
                </p:nvGrpSpPr>
                <p:grpSpPr>
                  <a:xfrm>
                    <a:off x="4545844" y="3971199"/>
                    <a:ext cx="35826" cy="146277"/>
                    <a:chOff x="3250176" y="2637183"/>
                    <a:chExt cx="178824" cy="146277"/>
                  </a:xfrm>
                </p:grpSpPr>
                <p:grpSp>
                  <p:nvGrpSpPr>
                    <p:cNvPr id="883" name="그룹 882">
                      <a:extLst>
                        <a:ext uri="{FF2B5EF4-FFF2-40B4-BE49-F238E27FC236}">
                          <a16:creationId xmlns:a16="http://schemas.microsoft.com/office/drawing/2014/main" id="{300BE992-FC84-ED08-F705-942A3FFA298C}"/>
                        </a:ext>
                      </a:extLst>
                    </p:cNvPr>
                    <p:cNvGrpSpPr/>
                    <p:nvPr/>
                  </p:nvGrpSpPr>
                  <p:grpSpPr>
                    <a:xfrm>
                      <a:off x="3250176" y="2637183"/>
                      <a:ext cx="178824" cy="144000"/>
                      <a:chOff x="5453592" y="2641965"/>
                      <a:chExt cx="178824" cy="144000"/>
                    </a:xfrm>
                  </p:grpSpPr>
                  <p:cxnSp>
                    <p:nvCxnSpPr>
                      <p:cNvPr id="885" name="직선 연결선 884">
                        <a:extLst>
                          <a:ext uri="{FF2B5EF4-FFF2-40B4-BE49-F238E27FC236}">
                            <a16:creationId xmlns:a16="http://schemas.microsoft.com/office/drawing/2014/main" id="{0AE49DA7-ED73-BD27-82B2-C54044E2B27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6" name="직선 연결선 885">
                        <a:extLst>
                          <a:ext uri="{FF2B5EF4-FFF2-40B4-BE49-F238E27FC236}">
                            <a16:creationId xmlns:a16="http://schemas.microsoft.com/office/drawing/2014/main" id="{55F19611-16BA-0E65-2777-1A73FC3A0D7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4" name="직선 연결선 883">
                      <a:extLst>
                        <a:ext uri="{FF2B5EF4-FFF2-40B4-BE49-F238E27FC236}">
                          <a16:creationId xmlns:a16="http://schemas.microsoft.com/office/drawing/2014/main" id="{E63E1F13-A21E-3E3D-EC6B-B79A34D01FF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2" name="직선 연결선 881">
                    <a:extLst>
                      <a:ext uri="{FF2B5EF4-FFF2-40B4-BE49-F238E27FC236}">
                        <a16:creationId xmlns:a16="http://schemas.microsoft.com/office/drawing/2014/main" id="{CF382B8A-4CDA-9130-428D-5270BF3DF19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8" name="그룹 867">
                  <a:extLst>
                    <a:ext uri="{FF2B5EF4-FFF2-40B4-BE49-F238E27FC236}">
                      <a16:creationId xmlns:a16="http://schemas.microsoft.com/office/drawing/2014/main" id="{CCF30DDE-3789-0746-0CC2-D24BB38C2D10}"/>
                    </a:ext>
                  </a:extLst>
                </p:cNvPr>
                <p:cNvGrpSpPr/>
                <p:nvPr/>
              </p:nvGrpSpPr>
              <p:grpSpPr>
                <a:xfrm>
                  <a:off x="4616003" y="4389306"/>
                  <a:ext cx="101416" cy="146277"/>
                  <a:chOff x="4545844" y="3971199"/>
                  <a:chExt cx="101416" cy="146277"/>
                </a:xfrm>
              </p:grpSpPr>
              <p:grpSp>
                <p:nvGrpSpPr>
                  <p:cNvPr id="875" name="그룹 874">
                    <a:extLst>
                      <a:ext uri="{FF2B5EF4-FFF2-40B4-BE49-F238E27FC236}">
                        <a16:creationId xmlns:a16="http://schemas.microsoft.com/office/drawing/2014/main" id="{5379CB57-AC59-EE10-577E-89CA494DE9F9}"/>
                      </a:ext>
                    </a:extLst>
                  </p:cNvPr>
                  <p:cNvGrpSpPr/>
                  <p:nvPr/>
                </p:nvGrpSpPr>
                <p:grpSpPr>
                  <a:xfrm>
                    <a:off x="4545844" y="3971199"/>
                    <a:ext cx="35826" cy="146277"/>
                    <a:chOff x="3250176" y="2637183"/>
                    <a:chExt cx="178824" cy="146277"/>
                  </a:xfrm>
                </p:grpSpPr>
                <p:grpSp>
                  <p:nvGrpSpPr>
                    <p:cNvPr id="877" name="그룹 876">
                      <a:extLst>
                        <a:ext uri="{FF2B5EF4-FFF2-40B4-BE49-F238E27FC236}">
                          <a16:creationId xmlns:a16="http://schemas.microsoft.com/office/drawing/2014/main" id="{A3D3C363-597B-3B29-1DD9-B64A42068604}"/>
                        </a:ext>
                      </a:extLst>
                    </p:cNvPr>
                    <p:cNvGrpSpPr/>
                    <p:nvPr/>
                  </p:nvGrpSpPr>
                  <p:grpSpPr>
                    <a:xfrm>
                      <a:off x="3250176" y="2637183"/>
                      <a:ext cx="178824" cy="144000"/>
                      <a:chOff x="5453592" y="2641965"/>
                      <a:chExt cx="178824" cy="144000"/>
                    </a:xfrm>
                  </p:grpSpPr>
                  <p:cxnSp>
                    <p:nvCxnSpPr>
                      <p:cNvPr id="879" name="직선 연결선 878">
                        <a:extLst>
                          <a:ext uri="{FF2B5EF4-FFF2-40B4-BE49-F238E27FC236}">
                            <a16:creationId xmlns:a16="http://schemas.microsoft.com/office/drawing/2014/main" id="{3D3BED62-E2E3-E547-D2D3-C43797FFC6E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0" name="직선 연결선 879">
                        <a:extLst>
                          <a:ext uri="{FF2B5EF4-FFF2-40B4-BE49-F238E27FC236}">
                            <a16:creationId xmlns:a16="http://schemas.microsoft.com/office/drawing/2014/main" id="{63752E59-8C41-0BE7-2BB9-283D2431AEF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8" name="직선 연결선 877">
                      <a:extLst>
                        <a:ext uri="{FF2B5EF4-FFF2-40B4-BE49-F238E27FC236}">
                          <a16:creationId xmlns:a16="http://schemas.microsoft.com/office/drawing/2014/main" id="{E60EFB72-59B1-617A-DDCE-2A732F36DED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6" name="직선 연결선 875">
                    <a:extLst>
                      <a:ext uri="{FF2B5EF4-FFF2-40B4-BE49-F238E27FC236}">
                        <a16:creationId xmlns:a16="http://schemas.microsoft.com/office/drawing/2014/main" id="{B05004A0-99CA-9D7F-3085-0AF7BD1BE40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9" name="그룹 868">
                  <a:extLst>
                    <a:ext uri="{FF2B5EF4-FFF2-40B4-BE49-F238E27FC236}">
                      <a16:creationId xmlns:a16="http://schemas.microsoft.com/office/drawing/2014/main" id="{DB780B9F-2A6F-87C7-C763-9C5707A437A7}"/>
                    </a:ext>
                  </a:extLst>
                </p:cNvPr>
                <p:cNvGrpSpPr/>
                <p:nvPr/>
              </p:nvGrpSpPr>
              <p:grpSpPr>
                <a:xfrm>
                  <a:off x="4722981" y="4391632"/>
                  <a:ext cx="72000" cy="146277"/>
                  <a:chOff x="3250176" y="2637183"/>
                  <a:chExt cx="179694" cy="146277"/>
                </a:xfrm>
              </p:grpSpPr>
              <p:grpSp>
                <p:nvGrpSpPr>
                  <p:cNvPr id="871" name="그룹 870">
                    <a:extLst>
                      <a:ext uri="{FF2B5EF4-FFF2-40B4-BE49-F238E27FC236}">
                        <a16:creationId xmlns:a16="http://schemas.microsoft.com/office/drawing/2014/main" id="{D3CE74A4-051A-594B-FD3E-0A590DB40D92}"/>
                      </a:ext>
                    </a:extLst>
                  </p:cNvPr>
                  <p:cNvGrpSpPr/>
                  <p:nvPr/>
                </p:nvGrpSpPr>
                <p:grpSpPr>
                  <a:xfrm>
                    <a:off x="3250176" y="2637183"/>
                    <a:ext cx="178824" cy="144000"/>
                    <a:chOff x="5453592" y="2641965"/>
                    <a:chExt cx="178824" cy="144000"/>
                  </a:xfrm>
                </p:grpSpPr>
                <p:cxnSp>
                  <p:nvCxnSpPr>
                    <p:cNvPr id="873" name="직선 연결선 872">
                      <a:extLst>
                        <a:ext uri="{FF2B5EF4-FFF2-40B4-BE49-F238E27FC236}">
                          <a16:creationId xmlns:a16="http://schemas.microsoft.com/office/drawing/2014/main" id="{5A1760DF-0804-AC90-C9A9-598F0C61933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4" name="직선 연결선 873">
                      <a:extLst>
                        <a:ext uri="{FF2B5EF4-FFF2-40B4-BE49-F238E27FC236}">
                          <a16:creationId xmlns:a16="http://schemas.microsoft.com/office/drawing/2014/main" id="{291A170F-9707-27F0-1FC7-15CEEE59676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2" name="직선 연결선 871">
                    <a:extLst>
                      <a:ext uri="{FF2B5EF4-FFF2-40B4-BE49-F238E27FC236}">
                        <a16:creationId xmlns:a16="http://schemas.microsoft.com/office/drawing/2014/main" id="{93676EDF-5502-1C44-DCE9-E3266B13F0E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0" name="직선 연결선 869">
                  <a:extLst>
                    <a:ext uri="{FF2B5EF4-FFF2-40B4-BE49-F238E27FC236}">
                      <a16:creationId xmlns:a16="http://schemas.microsoft.com/office/drawing/2014/main" id="{C61E35AD-B7F8-E003-7777-C858E049D1C4}"/>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943" name="그룹 942">
              <a:extLst>
                <a:ext uri="{FF2B5EF4-FFF2-40B4-BE49-F238E27FC236}">
                  <a16:creationId xmlns:a16="http://schemas.microsoft.com/office/drawing/2014/main" id="{9EDE60EF-E61A-C3EF-1B7C-6802A9A6E9AB}"/>
                </a:ext>
              </a:extLst>
            </p:cNvPr>
            <p:cNvGrpSpPr/>
            <p:nvPr/>
          </p:nvGrpSpPr>
          <p:grpSpPr>
            <a:xfrm>
              <a:off x="4545744" y="4174053"/>
              <a:ext cx="1262428" cy="150988"/>
              <a:chOff x="2752717" y="4385438"/>
              <a:chExt cx="1262428" cy="150988"/>
            </a:xfrm>
          </p:grpSpPr>
          <p:grpSp>
            <p:nvGrpSpPr>
              <p:cNvPr id="944" name="그룹 943">
                <a:extLst>
                  <a:ext uri="{FF2B5EF4-FFF2-40B4-BE49-F238E27FC236}">
                    <a16:creationId xmlns:a16="http://schemas.microsoft.com/office/drawing/2014/main" id="{C9E343D1-7B94-6587-776F-82EDBEECF5AB}"/>
                  </a:ext>
                </a:extLst>
              </p:cNvPr>
              <p:cNvGrpSpPr/>
              <p:nvPr/>
            </p:nvGrpSpPr>
            <p:grpSpPr>
              <a:xfrm>
                <a:off x="2752717" y="4386023"/>
                <a:ext cx="419075" cy="149984"/>
                <a:chOff x="4408576" y="4387925"/>
                <a:chExt cx="419075" cy="149984"/>
              </a:xfrm>
            </p:grpSpPr>
            <p:grpSp>
              <p:nvGrpSpPr>
                <p:cNvPr id="999" name="그룹 998">
                  <a:extLst>
                    <a:ext uri="{FF2B5EF4-FFF2-40B4-BE49-F238E27FC236}">
                      <a16:creationId xmlns:a16="http://schemas.microsoft.com/office/drawing/2014/main" id="{C1CD8EC1-23EE-1822-CAF6-BECDF6752EFA}"/>
                    </a:ext>
                  </a:extLst>
                </p:cNvPr>
                <p:cNvGrpSpPr/>
                <p:nvPr/>
              </p:nvGrpSpPr>
              <p:grpSpPr>
                <a:xfrm>
                  <a:off x="4408576" y="4388533"/>
                  <a:ext cx="72000" cy="146277"/>
                  <a:chOff x="3250176" y="2637183"/>
                  <a:chExt cx="179694" cy="146277"/>
                </a:xfrm>
              </p:grpSpPr>
              <p:grpSp>
                <p:nvGrpSpPr>
                  <p:cNvPr id="1021" name="그룹 1020">
                    <a:extLst>
                      <a:ext uri="{FF2B5EF4-FFF2-40B4-BE49-F238E27FC236}">
                        <a16:creationId xmlns:a16="http://schemas.microsoft.com/office/drawing/2014/main" id="{FD17D6D4-3581-DBC5-8A55-1FDDC4765C9F}"/>
                      </a:ext>
                    </a:extLst>
                  </p:cNvPr>
                  <p:cNvGrpSpPr/>
                  <p:nvPr/>
                </p:nvGrpSpPr>
                <p:grpSpPr>
                  <a:xfrm>
                    <a:off x="3250176" y="2637183"/>
                    <a:ext cx="178824" cy="144000"/>
                    <a:chOff x="5453592" y="2641965"/>
                    <a:chExt cx="178824" cy="144000"/>
                  </a:xfrm>
                </p:grpSpPr>
                <p:cxnSp>
                  <p:nvCxnSpPr>
                    <p:cNvPr id="1023" name="직선 연결선 1022">
                      <a:extLst>
                        <a:ext uri="{FF2B5EF4-FFF2-40B4-BE49-F238E27FC236}">
                          <a16:creationId xmlns:a16="http://schemas.microsoft.com/office/drawing/2014/main" id="{8A45EE21-72AB-4EB7-E927-3A7F4D73106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4" name="직선 연결선 1023">
                      <a:extLst>
                        <a:ext uri="{FF2B5EF4-FFF2-40B4-BE49-F238E27FC236}">
                          <a16:creationId xmlns:a16="http://schemas.microsoft.com/office/drawing/2014/main" id="{3C86A4EF-2359-F3AB-E647-2688C485465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22" name="직선 연결선 1021">
                    <a:extLst>
                      <a:ext uri="{FF2B5EF4-FFF2-40B4-BE49-F238E27FC236}">
                        <a16:creationId xmlns:a16="http://schemas.microsoft.com/office/drawing/2014/main" id="{0470A014-F2C3-14F9-FA20-784A0998E3A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00" name="직선 연결선 999">
                  <a:extLst>
                    <a:ext uri="{FF2B5EF4-FFF2-40B4-BE49-F238E27FC236}">
                      <a16:creationId xmlns:a16="http://schemas.microsoft.com/office/drawing/2014/main" id="{64A3448E-97F8-3ED2-EE55-2285B942F288}"/>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01" name="그룹 1000">
                  <a:extLst>
                    <a:ext uri="{FF2B5EF4-FFF2-40B4-BE49-F238E27FC236}">
                      <a16:creationId xmlns:a16="http://schemas.microsoft.com/office/drawing/2014/main" id="{5F00640F-5E9E-EEBF-BF82-3F6CF13F9762}"/>
                    </a:ext>
                  </a:extLst>
                </p:cNvPr>
                <p:cNvGrpSpPr/>
                <p:nvPr/>
              </p:nvGrpSpPr>
              <p:grpSpPr>
                <a:xfrm>
                  <a:off x="4515485" y="4387925"/>
                  <a:ext cx="101416" cy="146277"/>
                  <a:chOff x="4545844" y="3971199"/>
                  <a:chExt cx="101416" cy="146277"/>
                </a:xfrm>
              </p:grpSpPr>
              <p:grpSp>
                <p:nvGrpSpPr>
                  <p:cNvPr id="1015" name="그룹 1014">
                    <a:extLst>
                      <a:ext uri="{FF2B5EF4-FFF2-40B4-BE49-F238E27FC236}">
                        <a16:creationId xmlns:a16="http://schemas.microsoft.com/office/drawing/2014/main" id="{3EF2B3F9-20AB-5082-8212-F012E7A49D5F}"/>
                      </a:ext>
                    </a:extLst>
                  </p:cNvPr>
                  <p:cNvGrpSpPr/>
                  <p:nvPr/>
                </p:nvGrpSpPr>
                <p:grpSpPr>
                  <a:xfrm>
                    <a:off x="4545844" y="3971199"/>
                    <a:ext cx="35826" cy="146277"/>
                    <a:chOff x="3250176" y="2637183"/>
                    <a:chExt cx="178824" cy="146277"/>
                  </a:xfrm>
                </p:grpSpPr>
                <p:grpSp>
                  <p:nvGrpSpPr>
                    <p:cNvPr id="1017" name="그룹 1016">
                      <a:extLst>
                        <a:ext uri="{FF2B5EF4-FFF2-40B4-BE49-F238E27FC236}">
                          <a16:creationId xmlns:a16="http://schemas.microsoft.com/office/drawing/2014/main" id="{2C0B4422-2EC0-4CE7-001A-957E111ADA9A}"/>
                        </a:ext>
                      </a:extLst>
                    </p:cNvPr>
                    <p:cNvGrpSpPr/>
                    <p:nvPr/>
                  </p:nvGrpSpPr>
                  <p:grpSpPr>
                    <a:xfrm>
                      <a:off x="3250176" y="2637183"/>
                      <a:ext cx="178824" cy="144000"/>
                      <a:chOff x="5453592" y="2641965"/>
                      <a:chExt cx="178824" cy="144000"/>
                    </a:xfrm>
                  </p:grpSpPr>
                  <p:cxnSp>
                    <p:nvCxnSpPr>
                      <p:cNvPr id="1019" name="직선 연결선 1018">
                        <a:extLst>
                          <a:ext uri="{FF2B5EF4-FFF2-40B4-BE49-F238E27FC236}">
                            <a16:creationId xmlns:a16="http://schemas.microsoft.com/office/drawing/2014/main" id="{BC849AEF-B655-5D85-7235-D96D7376EBF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0" name="직선 연결선 1019">
                        <a:extLst>
                          <a:ext uri="{FF2B5EF4-FFF2-40B4-BE49-F238E27FC236}">
                            <a16:creationId xmlns:a16="http://schemas.microsoft.com/office/drawing/2014/main" id="{D27BB5F2-717A-05D6-D39A-842491A6F44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8" name="직선 연결선 1017">
                      <a:extLst>
                        <a:ext uri="{FF2B5EF4-FFF2-40B4-BE49-F238E27FC236}">
                          <a16:creationId xmlns:a16="http://schemas.microsoft.com/office/drawing/2014/main" id="{3C79CB1B-44C7-222B-E8A1-8EB258D42D2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6" name="직선 연결선 1015">
                    <a:extLst>
                      <a:ext uri="{FF2B5EF4-FFF2-40B4-BE49-F238E27FC236}">
                        <a16:creationId xmlns:a16="http://schemas.microsoft.com/office/drawing/2014/main" id="{318100AE-EA35-F31D-A01D-22E344D7074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02" name="그룹 1001">
                  <a:extLst>
                    <a:ext uri="{FF2B5EF4-FFF2-40B4-BE49-F238E27FC236}">
                      <a16:creationId xmlns:a16="http://schemas.microsoft.com/office/drawing/2014/main" id="{3AFBEA0A-C7F2-1510-33CF-5044393E7CDD}"/>
                    </a:ext>
                  </a:extLst>
                </p:cNvPr>
                <p:cNvGrpSpPr/>
                <p:nvPr/>
              </p:nvGrpSpPr>
              <p:grpSpPr>
                <a:xfrm>
                  <a:off x="4616003" y="4389306"/>
                  <a:ext cx="101416" cy="146277"/>
                  <a:chOff x="4545844" y="3971199"/>
                  <a:chExt cx="101416" cy="146277"/>
                </a:xfrm>
              </p:grpSpPr>
              <p:grpSp>
                <p:nvGrpSpPr>
                  <p:cNvPr id="1009" name="그룹 1008">
                    <a:extLst>
                      <a:ext uri="{FF2B5EF4-FFF2-40B4-BE49-F238E27FC236}">
                        <a16:creationId xmlns:a16="http://schemas.microsoft.com/office/drawing/2014/main" id="{001F29D6-F4BB-1A54-3A95-E02D93B316BA}"/>
                      </a:ext>
                    </a:extLst>
                  </p:cNvPr>
                  <p:cNvGrpSpPr/>
                  <p:nvPr/>
                </p:nvGrpSpPr>
                <p:grpSpPr>
                  <a:xfrm>
                    <a:off x="4545844" y="3971199"/>
                    <a:ext cx="35826" cy="146277"/>
                    <a:chOff x="3250176" y="2637183"/>
                    <a:chExt cx="178824" cy="146277"/>
                  </a:xfrm>
                </p:grpSpPr>
                <p:grpSp>
                  <p:nvGrpSpPr>
                    <p:cNvPr id="1011" name="그룹 1010">
                      <a:extLst>
                        <a:ext uri="{FF2B5EF4-FFF2-40B4-BE49-F238E27FC236}">
                          <a16:creationId xmlns:a16="http://schemas.microsoft.com/office/drawing/2014/main" id="{F427FAF9-D4BD-DAB5-5CC5-0CA676BB4F47}"/>
                        </a:ext>
                      </a:extLst>
                    </p:cNvPr>
                    <p:cNvGrpSpPr/>
                    <p:nvPr/>
                  </p:nvGrpSpPr>
                  <p:grpSpPr>
                    <a:xfrm>
                      <a:off x="3250176" y="2637183"/>
                      <a:ext cx="178824" cy="144000"/>
                      <a:chOff x="5453592" y="2641965"/>
                      <a:chExt cx="178824" cy="144000"/>
                    </a:xfrm>
                  </p:grpSpPr>
                  <p:cxnSp>
                    <p:nvCxnSpPr>
                      <p:cNvPr id="1013" name="직선 연결선 1012">
                        <a:extLst>
                          <a:ext uri="{FF2B5EF4-FFF2-40B4-BE49-F238E27FC236}">
                            <a16:creationId xmlns:a16="http://schemas.microsoft.com/office/drawing/2014/main" id="{5B7BCA20-C843-7173-0C76-95CDB020003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4" name="직선 연결선 1013">
                        <a:extLst>
                          <a:ext uri="{FF2B5EF4-FFF2-40B4-BE49-F238E27FC236}">
                            <a16:creationId xmlns:a16="http://schemas.microsoft.com/office/drawing/2014/main" id="{CF447770-B0C8-AC23-710B-16FC68B7677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2" name="직선 연결선 1011">
                      <a:extLst>
                        <a:ext uri="{FF2B5EF4-FFF2-40B4-BE49-F238E27FC236}">
                          <a16:creationId xmlns:a16="http://schemas.microsoft.com/office/drawing/2014/main" id="{D78718CF-E7DE-5DE4-FC34-304DFC20AF6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0" name="직선 연결선 1009">
                    <a:extLst>
                      <a:ext uri="{FF2B5EF4-FFF2-40B4-BE49-F238E27FC236}">
                        <a16:creationId xmlns:a16="http://schemas.microsoft.com/office/drawing/2014/main" id="{D86BDD55-36BA-D80E-4081-60F0E120827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03" name="그룹 1002">
                  <a:extLst>
                    <a:ext uri="{FF2B5EF4-FFF2-40B4-BE49-F238E27FC236}">
                      <a16:creationId xmlns:a16="http://schemas.microsoft.com/office/drawing/2014/main" id="{EE67E218-DEC4-F45A-F7EC-71F53C4BD323}"/>
                    </a:ext>
                  </a:extLst>
                </p:cNvPr>
                <p:cNvGrpSpPr/>
                <p:nvPr/>
              </p:nvGrpSpPr>
              <p:grpSpPr>
                <a:xfrm>
                  <a:off x="4722981" y="4391632"/>
                  <a:ext cx="72000" cy="146277"/>
                  <a:chOff x="3250176" y="2637183"/>
                  <a:chExt cx="179694" cy="146277"/>
                </a:xfrm>
              </p:grpSpPr>
              <p:grpSp>
                <p:nvGrpSpPr>
                  <p:cNvPr id="1005" name="그룹 1004">
                    <a:extLst>
                      <a:ext uri="{FF2B5EF4-FFF2-40B4-BE49-F238E27FC236}">
                        <a16:creationId xmlns:a16="http://schemas.microsoft.com/office/drawing/2014/main" id="{04E3BD76-F798-AA74-1B53-48BD5A019107}"/>
                      </a:ext>
                    </a:extLst>
                  </p:cNvPr>
                  <p:cNvGrpSpPr/>
                  <p:nvPr/>
                </p:nvGrpSpPr>
                <p:grpSpPr>
                  <a:xfrm>
                    <a:off x="3250176" y="2637183"/>
                    <a:ext cx="178824" cy="144000"/>
                    <a:chOff x="5453592" y="2641965"/>
                    <a:chExt cx="178824" cy="144000"/>
                  </a:xfrm>
                </p:grpSpPr>
                <p:cxnSp>
                  <p:nvCxnSpPr>
                    <p:cNvPr id="1007" name="직선 연결선 1006">
                      <a:extLst>
                        <a:ext uri="{FF2B5EF4-FFF2-40B4-BE49-F238E27FC236}">
                          <a16:creationId xmlns:a16="http://schemas.microsoft.com/office/drawing/2014/main" id="{F12D86A2-2AD4-EE63-285D-D58A62EE152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8" name="직선 연결선 1007">
                      <a:extLst>
                        <a:ext uri="{FF2B5EF4-FFF2-40B4-BE49-F238E27FC236}">
                          <a16:creationId xmlns:a16="http://schemas.microsoft.com/office/drawing/2014/main" id="{505E3A4C-91C7-DB3D-45CA-9AA008CE54D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06" name="직선 연결선 1005">
                    <a:extLst>
                      <a:ext uri="{FF2B5EF4-FFF2-40B4-BE49-F238E27FC236}">
                        <a16:creationId xmlns:a16="http://schemas.microsoft.com/office/drawing/2014/main" id="{9CA29C38-1BA4-70B5-42EF-1ADC4BCEB4B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04" name="직선 연결선 1003">
                  <a:extLst>
                    <a:ext uri="{FF2B5EF4-FFF2-40B4-BE49-F238E27FC236}">
                      <a16:creationId xmlns:a16="http://schemas.microsoft.com/office/drawing/2014/main" id="{A9FFCD35-1A7A-D015-D8BE-7548BB150131}"/>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45" name="그룹 944">
                <a:extLst>
                  <a:ext uri="{FF2B5EF4-FFF2-40B4-BE49-F238E27FC236}">
                    <a16:creationId xmlns:a16="http://schemas.microsoft.com/office/drawing/2014/main" id="{ABEB5187-95C9-CF76-7B6A-E2F50293C89F}"/>
                  </a:ext>
                </a:extLst>
              </p:cNvPr>
              <p:cNvGrpSpPr/>
              <p:nvPr/>
            </p:nvGrpSpPr>
            <p:grpSpPr>
              <a:xfrm>
                <a:off x="3596070" y="4386442"/>
                <a:ext cx="419075" cy="149984"/>
                <a:chOff x="4408576" y="4387925"/>
                <a:chExt cx="419075" cy="149984"/>
              </a:xfrm>
            </p:grpSpPr>
            <p:grpSp>
              <p:nvGrpSpPr>
                <p:cNvPr id="973" name="그룹 972">
                  <a:extLst>
                    <a:ext uri="{FF2B5EF4-FFF2-40B4-BE49-F238E27FC236}">
                      <a16:creationId xmlns:a16="http://schemas.microsoft.com/office/drawing/2014/main" id="{B511D49A-7750-9E0C-A22C-3FC7025E77A6}"/>
                    </a:ext>
                  </a:extLst>
                </p:cNvPr>
                <p:cNvGrpSpPr/>
                <p:nvPr/>
              </p:nvGrpSpPr>
              <p:grpSpPr>
                <a:xfrm>
                  <a:off x="4408576" y="4388533"/>
                  <a:ext cx="72000" cy="146277"/>
                  <a:chOff x="3250176" y="2637183"/>
                  <a:chExt cx="179694" cy="146277"/>
                </a:xfrm>
              </p:grpSpPr>
              <p:grpSp>
                <p:nvGrpSpPr>
                  <p:cNvPr id="995" name="그룹 994">
                    <a:extLst>
                      <a:ext uri="{FF2B5EF4-FFF2-40B4-BE49-F238E27FC236}">
                        <a16:creationId xmlns:a16="http://schemas.microsoft.com/office/drawing/2014/main" id="{695F5694-6A4F-A626-EF7E-61F9BD94C921}"/>
                      </a:ext>
                    </a:extLst>
                  </p:cNvPr>
                  <p:cNvGrpSpPr/>
                  <p:nvPr/>
                </p:nvGrpSpPr>
                <p:grpSpPr>
                  <a:xfrm>
                    <a:off x="3250176" y="2637183"/>
                    <a:ext cx="178824" cy="144000"/>
                    <a:chOff x="5453592" y="2641965"/>
                    <a:chExt cx="178824" cy="144000"/>
                  </a:xfrm>
                </p:grpSpPr>
                <p:cxnSp>
                  <p:nvCxnSpPr>
                    <p:cNvPr id="997" name="직선 연결선 996">
                      <a:extLst>
                        <a:ext uri="{FF2B5EF4-FFF2-40B4-BE49-F238E27FC236}">
                          <a16:creationId xmlns:a16="http://schemas.microsoft.com/office/drawing/2014/main" id="{AD457AE9-D895-39E5-E5C7-6F8801EF940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8" name="직선 연결선 997">
                      <a:extLst>
                        <a:ext uri="{FF2B5EF4-FFF2-40B4-BE49-F238E27FC236}">
                          <a16:creationId xmlns:a16="http://schemas.microsoft.com/office/drawing/2014/main" id="{12D5D5D0-5BCD-53B1-1CDC-EA0AFB8440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96" name="직선 연결선 995">
                    <a:extLst>
                      <a:ext uri="{FF2B5EF4-FFF2-40B4-BE49-F238E27FC236}">
                        <a16:creationId xmlns:a16="http://schemas.microsoft.com/office/drawing/2014/main" id="{9C502E29-33AC-1267-D548-F0F55E13D11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74" name="직선 연결선 973">
                  <a:extLst>
                    <a:ext uri="{FF2B5EF4-FFF2-40B4-BE49-F238E27FC236}">
                      <a16:creationId xmlns:a16="http://schemas.microsoft.com/office/drawing/2014/main" id="{45BEAF46-36BE-5032-ADC9-B856312E197D}"/>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75" name="그룹 974">
                  <a:extLst>
                    <a:ext uri="{FF2B5EF4-FFF2-40B4-BE49-F238E27FC236}">
                      <a16:creationId xmlns:a16="http://schemas.microsoft.com/office/drawing/2014/main" id="{2A2063A2-6B0F-1537-173C-86CA8CED7E53}"/>
                    </a:ext>
                  </a:extLst>
                </p:cNvPr>
                <p:cNvGrpSpPr/>
                <p:nvPr/>
              </p:nvGrpSpPr>
              <p:grpSpPr>
                <a:xfrm>
                  <a:off x="4515485" y="4387925"/>
                  <a:ext cx="101416" cy="146277"/>
                  <a:chOff x="4545844" y="3971199"/>
                  <a:chExt cx="101416" cy="146277"/>
                </a:xfrm>
              </p:grpSpPr>
              <p:grpSp>
                <p:nvGrpSpPr>
                  <p:cNvPr id="989" name="그룹 988">
                    <a:extLst>
                      <a:ext uri="{FF2B5EF4-FFF2-40B4-BE49-F238E27FC236}">
                        <a16:creationId xmlns:a16="http://schemas.microsoft.com/office/drawing/2014/main" id="{FB4625B5-B71B-FECB-7FDB-E93C8B4CF321}"/>
                      </a:ext>
                    </a:extLst>
                  </p:cNvPr>
                  <p:cNvGrpSpPr/>
                  <p:nvPr/>
                </p:nvGrpSpPr>
                <p:grpSpPr>
                  <a:xfrm>
                    <a:off x="4545844" y="3971199"/>
                    <a:ext cx="35826" cy="146277"/>
                    <a:chOff x="3250176" y="2637183"/>
                    <a:chExt cx="178824" cy="146277"/>
                  </a:xfrm>
                </p:grpSpPr>
                <p:grpSp>
                  <p:nvGrpSpPr>
                    <p:cNvPr id="991" name="그룹 990">
                      <a:extLst>
                        <a:ext uri="{FF2B5EF4-FFF2-40B4-BE49-F238E27FC236}">
                          <a16:creationId xmlns:a16="http://schemas.microsoft.com/office/drawing/2014/main" id="{1E3D9278-692E-137C-B2F8-576C98762822}"/>
                        </a:ext>
                      </a:extLst>
                    </p:cNvPr>
                    <p:cNvGrpSpPr/>
                    <p:nvPr/>
                  </p:nvGrpSpPr>
                  <p:grpSpPr>
                    <a:xfrm>
                      <a:off x="3250176" y="2637183"/>
                      <a:ext cx="178824" cy="144000"/>
                      <a:chOff x="5453592" y="2641965"/>
                      <a:chExt cx="178824" cy="144000"/>
                    </a:xfrm>
                  </p:grpSpPr>
                  <p:cxnSp>
                    <p:nvCxnSpPr>
                      <p:cNvPr id="993" name="직선 연결선 992">
                        <a:extLst>
                          <a:ext uri="{FF2B5EF4-FFF2-40B4-BE49-F238E27FC236}">
                            <a16:creationId xmlns:a16="http://schemas.microsoft.com/office/drawing/2014/main" id="{CF5E4ABD-D9E7-974C-7EEC-B44DC6DAF0D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4" name="직선 연결선 993">
                        <a:extLst>
                          <a:ext uri="{FF2B5EF4-FFF2-40B4-BE49-F238E27FC236}">
                            <a16:creationId xmlns:a16="http://schemas.microsoft.com/office/drawing/2014/main" id="{39A14A8C-10E6-0F3E-5A4E-B77C7351E5D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92" name="직선 연결선 991">
                      <a:extLst>
                        <a:ext uri="{FF2B5EF4-FFF2-40B4-BE49-F238E27FC236}">
                          <a16:creationId xmlns:a16="http://schemas.microsoft.com/office/drawing/2014/main" id="{279B004F-AB19-CBAA-4955-0233CCF89C4C}"/>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90" name="직선 연결선 989">
                    <a:extLst>
                      <a:ext uri="{FF2B5EF4-FFF2-40B4-BE49-F238E27FC236}">
                        <a16:creationId xmlns:a16="http://schemas.microsoft.com/office/drawing/2014/main" id="{B66F1F0B-4E17-54E3-4556-3534DE33B37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76" name="그룹 975">
                  <a:extLst>
                    <a:ext uri="{FF2B5EF4-FFF2-40B4-BE49-F238E27FC236}">
                      <a16:creationId xmlns:a16="http://schemas.microsoft.com/office/drawing/2014/main" id="{8D3E31EB-3242-3159-5435-2464294B08A4}"/>
                    </a:ext>
                  </a:extLst>
                </p:cNvPr>
                <p:cNvGrpSpPr/>
                <p:nvPr/>
              </p:nvGrpSpPr>
              <p:grpSpPr>
                <a:xfrm>
                  <a:off x="4616003" y="4389306"/>
                  <a:ext cx="101416" cy="146277"/>
                  <a:chOff x="4545844" y="3971199"/>
                  <a:chExt cx="101416" cy="146277"/>
                </a:xfrm>
              </p:grpSpPr>
              <p:grpSp>
                <p:nvGrpSpPr>
                  <p:cNvPr id="983" name="그룹 982">
                    <a:extLst>
                      <a:ext uri="{FF2B5EF4-FFF2-40B4-BE49-F238E27FC236}">
                        <a16:creationId xmlns:a16="http://schemas.microsoft.com/office/drawing/2014/main" id="{8A31488C-F68E-CBA4-6E6A-66500EAE34F0}"/>
                      </a:ext>
                    </a:extLst>
                  </p:cNvPr>
                  <p:cNvGrpSpPr/>
                  <p:nvPr/>
                </p:nvGrpSpPr>
                <p:grpSpPr>
                  <a:xfrm>
                    <a:off x="4545844" y="3971199"/>
                    <a:ext cx="35826" cy="146277"/>
                    <a:chOff x="3250176" y="2637183"/>
                    <a:chExt cx="178824" cy="146277"/>
                  </a:xfrm>
                </p:grpSpPr>
                <p:grpSp>
                  <p:nvGrpSpPr>
                    <p:cNvPr id="985" name="그룹 984">
                      <a:extLst>
                        <a:ext uri="{FF2B5EF4-FFF2-40B4-BE49-F238E27FC236}">
                          <a16:creationId xmlns:a16="http://schemas.microsoft.com/office/drawing/2014/main" id="{340BE3BB-DD69-FAE4-8AC7-FD1EE5BFA0C9}"/>
                        </a:ext>
                      </a:extLst>
                    </p:cNvPr>
                    <p:cNvGrpSpPr/>
                    <p:nvPr/>
                  </p:nvGrpSpPr>
                  <p:grpSpPr>
                    <a:xfrm>
                      <a:off x="3250176" y="2637183"/>
                      <a:ext cx="178824" cy="144000"/>
                      <a:chOff x="5453592" y="2641965"/>
                      <a:chExt cx="178824" cy="144000"/>
                    </a:xfrm>
                  </p:grpSpPr>
                  <p:cxnSp>
                    <p:nvCxnSpPr>
                      <p:cNvPr id="987" name="직선 연결선 986">
                        <a:extLst>
                          <a:ext uri="{FF2B5EF4-FFF2-40B4-BE49-F238E27FC236}">
                            <a16:creationId xmlns:a16="http://schemas.microsoft.com/office/drawing/2014/main" id="{3B1EEA6C-7487-2A37-B2B7-781DC2F342F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8" name="직선 연결선 987">
                        <a:extLst>
                          <a:ext uri="{FF2B5EF4-FFF2-40B4-BE49-F238E27FC236}">
                            <a16:creationId xmlns:a16="http://schemas.microsoft.com/office/drawing/2014/main" id="{7C7FB3F9-9B58-F3AF-0CEC-5A2DB30F5DF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6" name="직선 연결선 985">
                      <a:extLst>
                        <a:ext uri="{FF2B5EF4-FFF2-40B4-BE49-F238E27FC236}">
                          <a16:creationId xmlns:a16="http://schemas.microsoft.com/office/drawing/2014/main" id="{E90769DC-E065-FF95-5F18-9ED954864E2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4" name="직선 연결선 983">
                    <a:extLst>
                      <a:ext uri="{FF2B5EF4-FFF2-40B4-BE49-F238E27FC236}">
                        <a16:creationId xmlns:a16="http://schemas.microsoft.com/office/drawing/2014/main" id="{233E0B81-F9EB-37EF-F43A-4836B5DCCA6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77" name="그룹 976">
                  <a:extLst>
                    <a:ext uri="{FF2B5EF4-FFF2-40B4-BE49-F238E27FC236}">
                      <a16:creationId xmlns:a16="http://schemas.microsoft.com/office/drawing/2014/main" id="{B95886C5-E83C-5417-47E9-7FF85500371F}"/>
                    </a:ext>
                  </a:extLst>
                </p:cNvPr>
                <p:cNvGrpSpPr/>
                <p:nvPr/>
              </p:nvGrpSpPr>
              <p:grpSpPr>
                <a:xfrm>
                  <a:off x="4722981" y="4391632"/>
                  <a:ext cx="72000" cy="146277"/>
                  <a:chOff x="3250176" y="2637183"/>
                  <a:chExt cx="179694" cy="146277"/>
                </a:xfrm>
              </p:grpSpPr>
              <p:grpSp>
                <p:nvGrpSpPr>
                  <p:cNvPr id="979" name="그룹 978">
                    <a:extLst>
                      <a:ext uri="{FF2B5EF4-FFF2-40B4-BE49-F238E27FC236}">
                        <a16:creationId xmlns:a16="http://schemas.microsoft.com/office/drawing/2014/main" id="{B85BBF33-B901-816F-46A7-1FBD20880700}"/>
                      </a:ext>
                    </a:extLst>
                  </p:cNvPr>
                  <p:cNvGrpSpPr/>
                  <p:nvPr/>
                </p:nvGrpSpPr>
                <p:grpSpPr>
                  <a:xfrm>
                    <a:off x="3250176" y="2637183"/>
                    <a:ext cx="178824" cy="144000"/>
                    <a:chOff x="5453592" y="2641965"/>
                    <a:chExt cx="178824" cy="144000"/>
                  </a:xfrm>
                </p:grpSpPr>
                <p:cxnSp>
                  <p:nvCxnSpPr>
                    <p:cNvPr id="981" name="직선 연결선 980">
                      <a:extLst>
                        <a:ext uri="{FF2B5EF4-FFF2-40B4-BE49-F238E27FC236}">
                          <a16:creationId xmlns:a16="http://schemas.microsoft.com/office/drawing/2014/main" id="{4F23E88B-8E40-A482-6AE5-4AE2F587DD0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2" name="직선 연결선 981">
                      <a:extLst>
                        <a:ext uri="{FF2B5EF4-FFF2-40B4-BE49-F238E27FC236}">
                          <a16:creationId xmlns:a16="http://schemas.microsoft.com/office/drawing/2014/main" id="{F46BAD79-A2C2-E1E9-5DB0-7EB3A42AB1F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0" name="직선 연결선 979">
                    <a:extLst>
                      <a:ext uri="{FF2B5EF4-FFF2-40B4-BE49-F238E27FC236}">
                        <a16:creationId xmlns:a16="http://schemas.microsoft.com/office/drawing/2014/main" id="{99A44EDD-7F53-2567-3221-F0CF607D220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78" name="직선 연결선 977">
                  <a:extLst>
                    <a:ext uri="{FF2B5EF4-FFF2-40B4-BE49-F238E27FC236}">
                      <a16:creationId xmlns:a16="http://schemas.microsoft.com/office/drawing/2014/main" id="{399A7064-D574-94BF-0821-512F0FF3C18F}"/>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46" name="그룹 945">
                <a:extLst>
                  <a:ext uri="{FF2B5EF4-FFF2-40B4-BE49-F238E27FC236}">
                    <a16:creationId xmlns:a16="http://schemas.microsoft.com/office/drawing/2014/main" id="{2CC2734E-611A-B77B-92F7-62BEB1B9862E}"/>
                  </a:ext>
                </a:extLst>
              </p:cNvPr>
              <p:cNvGrpSpPr/>
              <p:nvPr/>
            </p:nvGrpSpPr>
            <p:grpSpPr>
              <a:xfrm>
                <a:off x="3177345" y="4385438"/>
                <a:ext cx="419075" cy="149984"/>
                <a:chOff x="4408576" y="4387925"/>
                <a:chExt cx="419075" cy="149984"/>
              </a:xfrm>
            </p:grpSpPr>
            <p:grpSp>
              <p:nvGrpSpPr>
                <p:cNvPr id="947" name="그룹 946">
                  <a:extLst>
                    <a:ext uri="{FF2B5EF4-FFF2-40B4-BE49-F238E27FC236}">
                      <a16:creationId xmlns:a16="http://schemas.microsoft.com/office/drawing/2014/main" id="{B605A9D9-89A8-806E-24F8-F5ACBDBFFE99}"/>
                    </a:ext>
                  </a:extLst>
                </p:cNvPr>
                <p:cNvGrpSpPr/>
                <p:nvPr/>
              </p:nvGrpSpPr>
              <p:grpSpPr>
                <a:xfrm>
                  <a:off x="4408576" y="4388533"/>
                  <a:ext cx="72000" cy="146277"/>
                  <a:chOff x="3250176" y="2637183"/>
                  <a:chExt cx="179694" cy="146277"/>
                </a:xfrm>
              </p:grpSpPr>
              <p:grpSp>
                <p:nvGrpSpPr>
                  <p:cNvPr id="969" name="그룹 968">
                    <a:extLst>
                      <a:ext uri="{FF2B5EF4-FFF2-40B4-BE49-F238E27FC236}">
                        <a16:creationId xmlns:a16="http://schemas.microsoft.com/office/drawing/2014/main" id="{4A4826E6-6D69-52C8-E9A3-43027118467D}"/>
                      </a:ext>
                    </a:extLst>
                  </p:cNvPr>
                  <p:cNvGrpSpPr/>
                  <p:nvPr/>
                </p:nvGrpSpPr>
                <p:grpSpPr>
                  <a:xfrm>
                    <a:off x="3250176" y="2637183"/>
                    <a:ext cx="178824" cy="144000"/>
                    <a:chOff x="5453592" y="2641965"/>
                    <a:chExt cx="178824" cy="144000"/>
                  </a:xfrm>
                </p:grpSpPr>
                <p:cxnSp>
                  <p:nvCxnSpPr>
                    <p:cNvPr id="971" name="직선 연결선 970">
                      <a:extLst>
                        <a:ext uri="{FF2B5EF4-FFF2-40B4-BE49-F238E27FC236}">
                          <a16:creationId xmlns:a16="http://schemas.microsoft.com/office/drawing/2014/main" id="{487DFFA9-52A1-43E2-22C8-6258EB29E1B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2" name="직선 연결선 971">
                      <a:extLst>
                        <a:ext uri="{FF2B5EF4-FFF2-40B4-BE49-F238E27FC236}">
                          <a16:creationId xmlns:a16="http://schemas.microsoft.com/office/drawing/2014/main" id="{DDA618DE-F58F-A48B-B0D7-A5FAB6AF937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70" name="직선 연결선 969">
                    <a:extLst>
                      <a:ext uri="{FF2B5EF4-FFF2-40B4-BE49-F238E27FC236}">
                        <a16:creationId xmlns:a16="http://schemas.microsoft.com/office/drawing/2014/main" id="{CFBF0F2C-4548-6E17-0335-03AE86B2835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48" name="직선 연결선 947">
                  <a:extLst>
                    <a:ext uri="{FF2B5EF4-FFF2-40B4-BE49-F238E27FC236}">
                      <a16:creationId xmlns:a16="http://schemas.microsoft.com/office/drawing/2014/main" id="{C5FEB13D-1B9C-9C77-4BFC-AA2B5F7F5B91}"/>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49" name="그룹 948">
                  <a:extLst>
                    <a:ext uri="{FF2B5EF4-FFF2-40B4-BE49-F238E27FC236}">
                      <a16:creationId xmlns:a16="http://schemas.microsoft.com/office/drawing/2014/main" id="{0C52C703-58AE-B893-EDE8-1F9029CA8F9D}"/>
                    </a:ext>
                  </a:extLst>
                </p:cNvPr>
                <p:cNvGrpSpPr/>
                <p:nvPr/>
              </p:nvGrpSpPr>
              <p:grpSpPr>
                <a:xfrm>
                  <a:off x="4515485" y="4387925"/>
                  <a:ext cx="101416" cy="146277"/>
                  <a:chOff x="4545844" y="3971199"/>
                  <a:chExt cx="101416" cy="146277"/>
                </a:xfrm>
              </p:grpSpPr>
              <p:grpSp>
                <p:nvGrpSpPr>
                  <p:cNvPr id="963" name="그룹 962">
                    <a:extLst>
                      <a:ext uri="{FF2B5EF4-FFF2-40B4-BE49-F238E27FC236}">
                        <a16:creationId xmlns:a16="http://schemas.microsoft.com/office/drawing/2014/main" id="{5788C18F-C6E0-46F6-2A98-509D5ADA0C40}"/>
                      </a:ext>
                    </a:extLst>
                  </p:cNvPr>
                  <p:cNvGrpSpPr/>
                  <p:nvPr/>
                </p:nvGrpSpPr>
                <p:grpSpPr>
                  <a:xfrm>
                    <a:off x="4545844" y="3971199"/>
                    <a:ext cx="35826" cy="146277"/>
                    <a:chOff x="3250176" y="2637183"/>
                    <a:chExt cx="178824" cy="146277"/>
                  </a:xfrm>
                </p:grpSpPr>
                <p:grpSp>
                  <p:nvGrpSpPr>
                    <p:cNvPr id="965" name="그룹 964">
                      <a:extLst>
                        <a:ext uri="{FF2B5EF4-FFF2-40B4-BE49-F238E27FC236}">
                          <a16:creationId xmlns:a16="http://schemas.microsoft.com/office/drawing/2014/main" id="{BADED766-3D8F-B59B-DB29-B077FCA6DDCF}"/>
                        </a:ext>
                      </a:extLst>
                    </p:cNvPr>
                    <p:cNvGrpSpPr/>
                    <p:nvPr/>
                  </p:nvGrpSpPr>
                  <p:grpSpPr>
                    <a:xfrm>
                      <a:off x="3250176" y="2637183"/>
                      <a:ext cx="178824" cy="144000"/>
                      <a:chOff x="5453592" y="2641965"/>
                      <a:chExt cx="178824" cy="144000"/>
                    </a:xfrm>
                  </p:grpSpPr>
                  <p:cxnSp>
                    <p:nvCxnSpPr>
                      <p:cNvPr id="967" name="직선 연결선 966">
                        <a:extLst>
                          <a:ext uri="{FF2B5EF4-FFF2-40B4-BE49-F238E27FC236}">
                            <a16:creationId xmlns:a16="http://schemas.microsoft.com/office/drawing/2014/main" id="{98E590C4-8D3C-04CE-3F64-144E6930FBD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8" name="직선 연결선 967">
                        <a:extLst>
                          <a:ext uri="{FF2B5EF4-FFF2-40B4-BE49-F238E27FC236}">
                            <a16:creationId xmlns:a16="http://schemas.microsoft.com/office/drawing/2014/main" id="{B84C138F-7AA1-E2C0-A3B2-0E99BE3EF8C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66" name="직선 연결선 965">
                      <a:extLst>
                        <a:ext uri="{FF2B5EF4-FFF2-40B4-BE49-F238E27FC236}">
                          <a16:creationId xmlns:a16="http://schemas.microsoft.com/office/drawing/2014/main" id="{513F9CCE-898F-A6CE-8D3B-A3C3F6859D6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64" name="직선 연결선 963">
                    <a:extLst>
                      <a:ext uri="{FF2B5EF4-FFF2-40B4-BE49-F238E27FC236}">
                        <a16:creationId xmlns:a16="http://schemas.microsoft.com/office/drawing/2014/main" id="{C3BE6ECC-21DD-56A3-BDB3-FCF9E88E01D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50" name="그룹 949">
                  <a:extLst>
                    <a:ext uri="{FF2B5EF4-FFF2-40B4-BE49-F238E27FC236}">
                      <a16:creationId xmlns:a16="http://schemas.microsoft.com/office/drawing/2014/main" id="{88EB0D3C-0904-57A9-10D5-46BCE9B7E04A}"/>
                    </a:ext>
                  </a:extLst>
                </p:cNvPr>
                <p:cNvGrpSpPr/>
                <p:nvPr/>
              </p:nvGrpSpPr>
              <p:grpSpPr>
                <a:xfrm>
                  <a:off x="4616003" y="4389306"/>
                  <a:ext cx="101416" cy="146277"/>
                  <a:chOff x="4545844" y="3971199"/>
                  <a:chExt cx="101416" cy="146277"/>
                </a:xfrm>
              </p:grpSpPr>
              <p:grpSp>
                <p:nvGrpSpPr>
                  <p:cNvPr id="957" name="그룹 956">
                    <a:extLst>
                      <a:ext uri="{FF2B5EF4-FFF2-40B4-BE49-F238E27FC236}">
                        <a16:creationId xmlns:a16="http://schemas.microsoft.com/office/drawing/2014/main" id="{66A7708D-04D4-AD92-2755-76A1BA7BB486}"/>
                      </a:ext>
                    </a:extLst>
                  </p:cNvPr>
                  <p:cNvGrpSpPr/>
                  <p:nvPr/>
                </p:nvGrpSpPr>
                <p:grpSpPr>
                  <a:xfrm>
                    <a:off x="4545844" y="3971199"/>
                    <a:ext cx="35826" cy="146277"/>
                    <a:chOff x="3250176" y="2637183"/>
                    <a:chExt cx="178824" cy="146277"/>
                  </a:xfrm>
                </p:grpSpPr>
                <p:grpSp>
                  <p:nvGrpSpPr>
                    <p:cNvPr id="959" name="그룹 958">
                      <a:extLst>
                        <a:ext uri="{FF2B5EF4-FFF2-40B4-BE49-F238E27FC236}">
                          <a16:creationId xmlns:a16="http://schemas.microsoft.com/office/drawing/2014/main" id="{58465B9D-012E-30F1-B7A8-DCCCF3465FD4}"/>
                        </a:ext>
                      </a:extLst>
                    </p:cNvPr>
                    <p:cNvGrpSpPr/>
                    <p:nvPr/>
                  </p:nvGrpSpPr>
                  <p:grpSpPr>
                    <a:xfrm>
                      <a:off x="3250176" y="2637183"/>
                      <a:ext cx="178824" cy="144000"/>
                      <a:chOff x="5453592" y="2641965"/>
                      <a:chExt cx="178824" cy="144000"/>
                    </a:xfrm>
                  </p:grpSpPr>
                  <p:cxnSp>
                    <p:nvCxnSpPr>
                      <p:cNvPr id="961" name="직선 연결선 960">
                        <a:extLst>
                          <a:ext uri="{FF2B5EF4-FFF2-40B4-BE49-F238E27FC236}">
                            <a16:creationId xmlns:a16="http://schemas.microsoft.com/office/drawing/2014/main" id="{EA2A12DC-146F-B413-BF86-11AA01EBB31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2" name="직선 연결선 961">
                        <a:extLst>
                          <a:ext uri="{FF2B5EF4-FFF2-40B4-BE49-F238E27FC236}">
                            <a16:creationId xmlns:a16="http://schemas.microsoft.com/office/drawing/2014/main" id="{0720E718-ED4B-567C-BF4A-805FE91A9A6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60" name="직선 연결선 959">
                      <a:extLst>
                        <a:ext uri="{FF2B5EF4-FFF2-40B4-BE49-F238E27FC236}">
                          <a16:creationId xmlns:a16="http://schemas.microsoft.com/office/drawing/2014/main" id="{148C4367-408C-D663-813B-FA0C1E15738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58" name="직선 연결선 957">
                    <a:extLst>
                      <a:ext uri="{FF2B5EF4-FFF2-40B4-BE49-F238E27FC236}">
                        <a16:creationId xmlns:a16="http://schemas.microsoft.com/office/drawing/2014/main" id="{8E48B9AA-A0CE-B39A-5B6C-1066ACC7BF1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51" name="그룹 950">
                  <a:extLst>
                    <a:ext uri="{FF2B5EF4-FFF2-40B4-BE49-F238E27FC236}">
                      <a16:creationId xmlns:a16="http://schemas.microsoft.com/office/drawing/2014/main" id="{5FFC4B43-F5AB-E175-8EDA-E1BA76F93E59}"/>
                    </a:ext>
                  </a:extLst>
                </p:cNvPr>
                <p:cNvGrpSpPr/>
                <p:nvPr/>
              </p:nvGrpSpPr>
              <p:grpSpPr>
                <a:xfrm>
                  <a:off x="4722981" y="4391632"/>
                  <a:ext cx="72000" cy="146277"/>
                  <a:chOff x="3250176" y="2637183"/>
                  <a:chExt cx="179694" cy="146277"/>
                </a:xfrm>
              </p:grpSpPr>
              <p:grpSp>
                <p:nvGrpSpPr>
                  <p:cNvPr id="953" name="그룹 952">
                    <a:extLst>
                      <a:ext uri="{FF2B5EF4-FFF2-40B4-BE49-F238E27FC236}">
                        <a16:creationId xmlns:a16="http://schemas.microsoft.com/office/drawing/2014/main" id="{496A08CC-00A2-F948-6B45-64FF28821640}"/>
                      </a:ext>
                    </a:extLst>
                  </p:cNvPr>
                  <p:cNvGrpSpPr/>
                  <p:nvPr/>
                </p:nvGrpSpPr>
                <p:grpSpPr>
                  <a:xfrm>
                    <a:off x="3250176" y="2637183"/>
                    <a:ext cx="178824" cy="144000"/>
                    <a:chOff x="5453592" y="2641965"/>
                    <a:chExt cx="178824" cy="144000"/>
                  </a:xfrm>
                </p:grpSpPr>
                <p:cxnSp>
                  <p:nvCxnSpPr>
                    <p:cNvPr id="955" name="직선 연결선 954">
                      <a:extLst>
                        <a:ext uri="{FF2B5EF4-FFF2-40B4-BE49-F238E27FC236}">
                          <a16:creationId xmlns:a16="http://schemas.microsoft.com/office/drawing/2014/main" id="{13B3EC20-E358-E6A3-DE16-0710D30720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6" name="직선 연결선 955">
                      <a:extLst>
                        <a:ext uri="{FF2B5EF4-FFF2-40B4-BE49-F238E27FC236}">
                          <a16:creationId xmlns:a16="http://schemas.microsoft.com/office/drawing/2014/main" id="{B13CF2BA-30A5-5746-8EAC-44EACF35CB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54" name="직선 연결선 953">
                    <a:extLst>
                      <a:ext uri="{FF2B5EF4-FFF2-40B4-BE49-F238E27FC236}">
                        <a16:creationId xmlns:a16="http://schemas.microsoft.com/office/drawing/2014/main" id="{4C34BB55-9363-4AE2-F644-DE8ACC1E846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52" name="직선 연결선 951">
                  <a:extLst>
                    <a:ext uri="{FF2B5EF4-FFF2-40B4-BE49-F238E27FC236}">
                      <a16:creationId xmlns:a16="http://schemas.microsoft.com/office/drawing/2014/main" id="{158BEC6F-14A1-7FC3-8D9D-DB6A437FBDCE}"/>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025" name="그룹 1024">
              <a:extLst>
                <a:ext uri="{FF2B5EF4-FFF2-40B4-BE49-F238E27FC236}">
                  <a16:creationId xmlns:a16="http://schemas.microsoft.com/office/drawing/2014/main" id="{7C1EE7CE-9E9F-E6BE-2781-86EB6655F1E3}"/>
                </a:ext>
              </a:extLst>
            </p:cNvPr>
            <p:cNvGrpSpPr/>
            <p:nvPr/>
          </p:nvGrpSpPr>
          <p:grpSpPr>
            <a:xfrm>
              <a:off x="4545744" y="3951292"/>
              <a:ext cx="1262428" cy="150988"/>
              <a:chOff x="2752717" y="4385438"/>
              <a:chExt cx="1262428" cy="150988"/>
            </a:xfrm>
          </p:grpSpPr>
          <p:grpSp>
            <p:nvGrpSpPr>
              <p:cNvPr id="1026" name="그룹 1025">
                <a:extLst>
                  <a:ext uri="{FF2B5EF4-FFF2-40B4-BE49-F238E27FC236}">
                    <a16:creationId xmlns:a16="http://schemas.microsoft.com/office/drawing/2014/main" id="{185C064D-3ECE-89A9-CA96-700F9CBB54AC}"/>
                  </a:ext>
                </a:extLst>
              </p:cNvPr>
              <p:cNvGrpSpPr/>
              <p:nvPr/>
            </p:nvGrpSpPr>
            <p:grpSpPr>
              <a:xfrm>
                <a:off x="2752717" y="4386023"/>
                <a:ext cx="419075" cy="149984"/>
                <a:chOff x="4408576" y="4387925"/>
                <a:chExt cx="419075" cy="149984"/>
              </a:xfrm>
            </p:grpSpPr>
            <p:grpSp>
              <p:nvGrpSpPr>
                <p:cNvPr id="1081" name="그룹 1080">
                  <a:extLst>
                    <a:ext uri="{FF2B5EF4-FFF2-40B4-BE49-F238E27FC236}">
                      <a16:creationId xmlns:a16="http://schemas.microsoft.com/office/drawing/2014/main" id="{C2930D64-8751-E353-8F78-3C907741D632}"/>
                    </a:ext>
                  </a:extLst>
                </p:cNvPr>
                <p:cNvGrpSpPr/>
                <p:nvPr/>
              </p:nvGrpSpPr>
              <p:grpSpPr>
                <a:xfrm>
                  <a:off x="4408576" y="4388533"/>
                  <a:ext cx="72000" cy="146277"/>
                  <a:chOff x="3250176" y="2637183"/>
                  <a:chExt cx="179694" cy="146277"/>
                </a:xfrm>
              </p:grpSpPr>
              <p:grpSp>
                <p:nvGrpSpPr>
                  <p:cNvPr id="1103" name="그룹 1102">
                    <a:extLst>
                      <a:ext uri="{FF2B5EF4-FFF2-40B4-BE49-F238E27FC236}">
                        <a16:creationId xmlns:a16="http://schemas.microsoft.com/office/drawing/2014/main" id="{D86000A5-69B1-47C8-FA7E-35A46493BF66}"/>
                      </a:ext>
                    </a:extLst>
                  </p:cNvPr>
                  <p:cNvGrpSpPr/>
                  <p:nvPr/>
                </p:nvGrpSpPr>
                <p:grpSpPr>
                  <a:xfrm>
                    <a:off x="3250176" y="2637183"/>
                    <a:ext cx="178824" cy="144000"/>
                    <a:chOff x="5453592" y="2641965"/>
                    <a:chExt cx="178824" cy="144000"/>
                  </a:xfrm>
                </p:grpSpPr>
                <p:cxnSp>
                  <p:nvCxnSpPr>
                    <p:cNvPr id="1105" name="직선 연결선 1104">
                      <a:extLst>
                        <a:ext uri="{FF2B5EF4-FFF2-40B4-BE49-F238E27FC236}">
                          <a16:creationId xmlns:a16="http://schemas.microsoft.com/office/drawing/2014/main" id="{412F14DD-7AB1-123A-0E8E-AA2BF80CAAC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6" name="직선 연결선 1105">
                      <a:extLst>
                        <a:ext uri="{FF2B5EF4-FFF2-40B4-BE49-F238E27FC236}">
                          <a16:creationId xmlns:a16="http://schemas.microsoft.com/office/drawing/2014/main" id="{338C7F4A-2A17-0772-5398-58E612E1ED1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04" name="직선 연결선 1103">
                    <a:extLst>
                      <a:ext uri="{FF2B5EF4-FFF2-40B4-BE49-F238E27FC236}">
                        <a16:creationId xmlns:a16="http://schemas.microsoft.com/office/drawing/2014/main" id="{6D8B344C-1E49-CA60-266E-6F22558A4D7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82" name="직선 연결선 1081">
                  <a:extLst>
                    <a:ext uri="{FF2B5EF4-FFF2-40B4-BE49-F238E27FC236}">
                      <a16:creationId xmlns:a16="http://schemas.microsoft.com/office/drawing/2014/main" id="{FA67A2C8-8830-45BE-A29D-13B3600A6594}"/>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83" name="그룹 1082">
                  <a:extLst>
                    <a:ext uri="{FF2B5EF4-FFF2-40B4-BE49-F238E27FC236}">
                      <a16:creationId xmlns:a16="http://schemas.microsoft.com/office/drawing/2014/main" id="{7A0D7179-1E8B-D4D8-1596-277EBF61FF18}"/>
                    </a:ext>
                  </a:extLst>
                </p:cNvPr>
                <p:cNvGrpSpPr/>
                <p:nvPr/>
              </p:nvGrpSpPr>
              <p:grpSpPr>
                <a:xfrm>
                  <a:off x="4515485" y="4387925"/>
                  <a:ext cx="101416" cy="146277"/>
                  <a:chOff x="4545844" y="3971199"/>
                  <a:chExt cx="101416" cy="146277"/>
                </a:xfrm>
              </p:grpSpPr>
              <p:grpSp>
                <p:nvGrpSpPr>
                  <p:cNvPr id="1097" name="그룹 1096">
                    <a:extLst>
                      <a:ext uri="{FF2B5EF4-FFF2-40B4-BE49-F238E27FC236}">
                        <a16:creationId xmlns:a16="http://schemas.microsoft.com/office/drawing/2014/main" id="{90EBAA0E-C455-C6A7-33FC-34FDA760E435}"/>
                      </a:ext>
                    </a:extLst>
                  </p:cNvPr>
                  <p:cNvGrpSpPr/>
                  <p:nvPr/>
                </p:nvGrpSpPr>
                <p:grpSpPr>
                  <a:xfrm>
                    <a:off x="4545844" y="3971199"/>
                    <a:ext cx="35826" cy="146277"/>
                    <a:chOff x="3250176" y="2637183"/>
                    <a:chExt cx="178824" cy="146277"/>
                  </a:xfrm>
                </p:grpSpPr>
                <p:grpSp>
                  <p:nvGrpSpPr>
                    <p:cNvPr id="1099" name="그룹 1098">
                      <a:extLst>
                        <a:ext uri="{FF2B5EF4-FFF2-40B4-BE49-F238E27FC236}">
                          <a16:creationId xmlns:a16="http://schemas.microsoft.com/office/drawing/2014/main" id="{15497665-03B6-FAF5-C546-7CC2301AA33F}"/>
                        </a:ext>
                      </a:extLst>
                    </p:cNvPr>
                    <p:cNvGrpSpPr/>
                    <p:nvPr/>
                  </p:nvGrpSpPr>
                  <p:grpSpPr>
                    <a:xfrm>
                      <a:off x="3250176" y="2637183"/>
                      <a:ext cx="178824" cy="144000"/>
                      <a:chOff x="5453592" y="2641965"/>
                      <a:chExt cx="178824" cy="144000"/>
                    </a:xfrm>
                  </p:grpSpPr>
                  <p:cxnSp>
                    <p:nvCxnSpPr>
                      <p:cNvPr id="1101" name="직선 연결선 1100">
                        <a:extLst>
                          <a:ext uri="{FF2B5EF4-FFF2-40B4-BE49-F238E27FC236}">
                            <a16:creationId xmlns:a16="http://schemas.microsoft.com/office/drawing/2014/main" id="{A09CB66C-3E1B-E336-546A-D4B3508890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2" name="직선 연결선 1101">
                        <a:extLst>
                          <a:ext uri="{FF2B5EF4-FFF2-40B4-BE49-F238E27FC236}">
                            <a16:creationId xmlns:a16="http://schemas.microsoft.com/office/drawing/2014/main" id="{356CECC9-A65B-F26A-EA6C-6A9395735CC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00" name="직선 연결선 1099">
                      <a:extLst>
                        <a:ext uri="{FF2B5EF4-FFF2-40B4-BE49-F238E27FC236}">
                          <a16:creationId xmlns:a16="http://schemas.microsoft.com/office/drawing/2014/main" id="{8C5CE2F3-E64B-5962-F046-B164C700B7A0}"/>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8" name="직선 연결선 1097">
                    <a:extLst>
                      <a:ext uri="{FF2B5EF4-FFF2-40B4-BE49-F238E27FC236}">
                        <a16:creationId xmlns:a16="http://schemas.microsoft.com/office/drawing/2014/main" id="{D2C591D6-2FC7-C951-9D56-981B0A46777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84" name="그룹 1083">
                  <a:extLst>
                    <a:ext uri="{FF2B5EF4-FFF2-40B4-BE49-F238E27FC236}">
                      <a16:creationId xmlns:a16="http://schemas.microsoft.com/office/drawing/2014/main" id="{625032B9-0139-CE39-2BB6-4374956E7F65}"/>
                    </a:ext>
                  </a:extLst>
                </p:cNvPr>
                <p:cNvGrpSpPr/>
                <p:nvPr/>
              </p:nvGrpSpPr>
              <p:grpSpPr>
                <a:xfrm>
                  <a:off x="4616003" y="4389306"/>
                  <a:ext cx="101416" cy="146277"/>
                  <a:chOff x="4545844" y="3971199"/>
                  <a:chExt cx="101416" cy="146277"/>
                </a:xfrm>
              </p:grpSpPr>
              <p:grpSp>
                <p:nvGrpSpPr>
                  <p:cNvPr id="1091" name="그룹 1090">
                    <a:extLst>
                      <a:ext uri="{FF2B5EF4-FFF2-40B4-BE49-F238E27FC236}">
                        <a16:creationId xmlns:a16="http://schemas.microsoft.com/office/drawing/2014/main" id="{C0434166-0C06-C145-3992-560D9275A168}"/>
                      </a:ext>
                    </a:extLst>
                  </p:cNvPr>
                  <p:cNvGrpSpPr/>
                  <p:nvPr/>
                </p:nvGrpSpPr>
                <p:grpSpPr>
                  <a:xfrm>
                    <a:off x="4545844" y="3971199"/>
                    <a:ext cx="35826" cy="146277"/>
                    <a:chOff x="3250176" y="2637183"/>
                    <a:chExt cx="178824" cy="146277"/>
                  </a:xfrm>
                </p:grpSpPr>
                <p:grpSp>
                  <p:nvGrpSpPr>
                    <p:cNvPr id="1093" name="그룹 1092">
                      <a:extLst>
                        <a:ext uri="{FF2B5EF4-FFF2-40B4-BE49-F238E27FC236}">
                          <a16:creationId xmlns:a16="http://schemas.microsoft.com/office/drawing/2014/main" id="{F456492E-A953-1AFC-9ED3-1AE398C084FD}"/>
                        </a:ext>
                      </a:extLst>
                    </p:cNvPr>
                    <p:cNvGrpSpPr/>
                    <p:nvPr/>
                  </p:nvGrpSpPr>
                  <p:grpSpPr>
                    <a:xfrm>
                      <a:off x="3250176" y="2637183"/>
                      <a:ext cx="178824" cy="144000"/>
                      <a:chOff x="5453592" y="2641965"/>
                      <a:chExt cx="178824" cy="144000"/>
                    </a:xfrm>
                  </p:grpSpPr>
                  <p:cxnSp>
                    <p:nvCxnSpPr>
                      <p:cNvPr id="1095" name="직선 연결선 1094">
                        <a:extLst>
                          <a:ext uri="{FF2B5EF4-FFF2-40B4-BE49-F238E27FC236}">
                            <a16:creationId xmlns:a16="http://schemas.microsoft.com/office/drawing/2014/main" id="{6A691F87-FB19-12B7-F772-1D9BBF836F2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6" name="직선 연결선 1095">
                        <a:extLst>
                          <a:ext uri="{FF2B5EF4-FFF2-40B4-BE49-F238E27FC236}">
                            <a16:creationId xmlns:a16="http://schemas.microsoft.com/office/drawing/2014/main" id="{25AD6A1B-8158-B18B-ED1A-06C10F1238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4" name="직선 연결선 1093">
                      <a:extLst>
                        <a:ext uri="{FF2B5EF4-FFF2-40B4-BE49-F238E27FC236}">
                          <a16:creationId xmlns:a16="http://schemas.microsoft.com/office/drawing/2014/main" id="{D428B1BA-BF45-70E4-EA2D-7E3769E6397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2" name="직선 연결선 1091">
                    <a:extLst>
                      <a:ext uri="{FF2B5EF4-FFF2-40B4-BE49-F238E27FC236}">
                        <a16:creationId xmlns:a16="http://schemas.microsoft.com/office/drawing/2014/main" id="{9A51497A-4B61-85BC-B8A7-9D08F9DBF7F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85" name="그룹 1084">
                  <a:extLst>
                    <a:ext uri="{FF2B5EF4-FFF2-40B4-BE49-F238E27FC236}">
                      <a16:creationId xmlns:a16="http://schemas.microsoft.com/office/drawing/2014/main" id="{4E25D4C0-DB7A-B7F2-D035-7EFA4BDABD98}"/>
                    </a:ext>
                  </a:extLst>
                </p:cNvPr>
                <p:cNvGrpSpPr/>
                <p:nvPr/>
              </p:nvGrpSpPr>
              <p:grpSpPr>
                <a:xfrm>
                  <a:off x="4722981" y="4391632"/>
                  <a:ext cx="72000" cy="146277"/>
                  <a:chOff x="3250176" y="2637183"/>
                  <a:chExt cx="179694" cy="146277"/>
                </a:xfrm>
              </p:grpSpPr>
              <p:grpSp>
                <p:nvGrpSpPr>
                  <p:cNvPr id="1087" name="그룹 1086">
                    <a:extLst>
                      <a:ext uri="{FF2B5EF4-FFF2-40B4-BE49-F238E27FC236}">
                        <a16:creationId xmlns:a16="http://schemas.microsoft.com/office/drawing/2014/main" id="{F7E935A5-5B8A-457C-5628-C90F217E1DB8}"/>
                      </a:ext>
                    </a:extLst>
                  </p:cNvPr>
                  <p:cNvGrpSpPr/>
                  <p:nvPr/>
                </p:nvGrpSpPr>
                <p:grpSpPr>
                  <a:xfrm>
                    <a:off x="3250176" y="2637183"/>
                    <a:ext cx="178824" cy="144000"/>
                    <a:chOff x="5453592" y="2641965"/>
                    <a:chExt cx="178824" cy="144000"/>
                  </a:xfrm>
                </p:grpSpPr>
                <p:cxnSp>
                  <p:nvCxnSpPr>
                    <p:cNvPr id="1089" name="직선 연결선 1088">
                      <a:extLst>
                        <a:ext uri="{FF2B5EF4-FFF2-40B4-BE49-F238E27FC236}">
                          <a16:creationId xmlns:a16="http://schemas.microsoft.com/office/drawing/2014/main" id="{92C0243E-5DF2-3CC2-101C-733D45CA540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0" name="직선 연결선 1089">
                      <a:extLst>
                        <a:ext uri="{FF2B5EF4-FFF2-40B4-BE49-F238E27FC236}">
                          <a16:creationId xmlns:a16="http://schemas.microsoft.com/office/drawing/2014/main" id="{24AF0E21-5143-B670-BB36-4C1E394C6BB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88" name="직선 연결선 1087">
                    <a:extLst>
                      <a:ext uri="{FF2B5EF4-FFF2-40B4-BE49-F238E27FC236}">
                        <a16:creationId xmlns:a16="http://schemas.microsoft.com/office/drawing/2014/main" id="{CACA9468-6167-4B3D-078D-F4075F8FDCA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86" name="직선 연결선 1085">
                  <a:extLst>
                    <a:ext uri="{FF2B5EF4-FFF2-40B4-BE49-F238E27FC236}">
                      <a16:creationId xmlns:a16="http://schemas.microsoft.com/office/drawing/2014/main" id="{8EFB23ED-4D75-7AED-32F8-5EB1CBB29AE3}"/>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27" name="그룹 1026">
                <a:extLst>
                  <a:ext uri="{FF2B5EF4-FFF2-40B4-BE49-F238E27FC236}">
                    <a16:creationId xmlns:a16="http://schemas.microsoft.com/office/drawing/2014/main" id="{E73CE38F-6F22-62F1-E45F-7B234269795B}"/>
                  </a:ext>
                </a:extLst>
              </p:cNvPr>
              <p:cNvGrpSpPr/>
              <p:nvPr/>
            </p:nvGrpSpPr>
            <p:grpSpPr>
              <a:xfrm>
                <a:off x="3596070" y="4386442"/>
                <a:ext cx="419075" cy="149984"/>
                <a:chOff x="4408576" y="4387925"/>
                <a:chExt cx="419075" cy="149984"/>
              </a:xfrm>
            </p:grpSpPr>
            <p:grpSp>
              <p:nvGrpSpPr>
                <p:cNvPr id="1055" name="그룹 1054">
                  <a:extLst>
                    <a:ext uri="{FF2B5EF4-FFF2-40B4-BE49-F238E27FC236}">
                      <a16:creationId xmlns:a16="http://schemas.microsoft.com/office/drawing/2014/main" id="{81D8B77B-F81D-6C49-5567-5335C9F3850E}"/>
                    </a:ext>
                  </a:extLst>
                </p:cNvPr>
                <p:cNvGrpSpPr/>
                <p:nvPr/>
              </p:nvGrpSpPr>
              <p:grpSpPr>
                <a:xfrm>
                  <a:off x="4408576" y="4388533"/>
                  <a:ext cx="72000" cy="146277"/>
                  <a:chOff x="3250176" y="2637183"/>
                  <a:chExt cx="179694" cy="146277"/>
                </a:xfrm>
              </p:grpSpPr>
              <p:grpSp>
                <p:nvGrpSpPr>
                  <p:cNvPr id="1077" name="그룹 1076">
                    <a:extLst>
                      <a:ext uri="{FF2B5EF4-FFF2-40B4-BE49-F238E27FC236}">
                        <a16:creationId xmlns:a16="http://schemas.microsoft.com/office/drawing/2014/main" id="{D808AABE-CE7C-0B3D-E716-8084C09C1995}"/>
                      </a:ext>
                    </a:extLst>
                  </p:cNvPr>
                  <p:cNvGrpSpPr/>
                  <p:nvPr/>
                </p:nvGrpSpPr>
                <p:grpSpPr>
                  <a:xfrm>
                    <a:off x="3250176" y="2637183"/>
                    <a:ext cx="178824" cy="144000"/>
                    <a:chOff x="5453592" y="2641965"/>
                    <a:chExt cx="178824" cy="144000"/>
                  </a:xfrm>
                </p:grpSpPr>
                <p:cxnSp>
                  <p:nvCxnSpPr>
                    <p:cNvPr id="1079" name="직선 연결선 1078">
                      <a:extLst>
                        <a:ext uri="{FF2B5EF4-FFF2-40B4-BE49-F238E27FC236}">
                          <a16:creationId xmlns:a16="http://schemas.microsoft.com/office/drawing/2014/main" id="{7587A3C0-E801-D89A-5416-850CA3E56AF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0" name="직선 연결선 1079">
                      <a:extLst>
                        <a:ext uri="{FF2B5EF4-FFF2-40B4-BE49-F238E27FC236}">
                          <a16:creationId xmlns:a16="http://schemas.microsoft.com/office/drawing/2014/main" id="{DDD941EA-510B-4C4F-11D3-5DACADD05B8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8" name="직선 연결선 1077">
                    <a:extLst>
                      <a:ext uri="{FF2B5EF4-FFF2-40B4-BE49-F238E27FC236}">
                        <a16:creationId xmlns:a16="http://schemas.microsoft.com/office/drawing/2014/main" id="{4BBE3EA1-2CA7-B170-03F3-3057EB3B2B4A}"/>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56" name="직선 연결선 1055">
                  <a:extLst>
                    <a:ext uri="{FF2B5EF4-FFF2-40B4-BE49-F238E27FC236}">
                      <a16:creationId xmlns:a16="http://schemas.microsoft.com/office/drawing/2014/main" id="{177A70B7-2E49-5548-685F-A4C8D2726654}"/>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57" name="그룹 1056">
                  <a:extLst>
                    <a:ext uri="{FF2B5EF4-FFF2-40B4-BE49-F238E27FC236}">
                      <a16:creationId xmlns:a16="http://schemas.microsoft.com/office/drawing/2014/main" id="{7FB20972-36F2-2E83-F793-FD2A64A44BBF}"/>
                    </a:ext>
                  </a:extLst>
                </p:cNvPr>
                <p:cNvGrpSpPr/>
                <p:nvPr/>
              </p:nvGrpSpPr>
              <p:grpSpPr>
                <a:xfrm>
                  <a:off x="4515485" y="4387925"/>
                  <a:ext cx="101416" cy="146277"/>
                  <a:chOff x="4545844" y="3971199"/>
                  <a:chExt cx="101416" cy="146277"/>
                </a:xfrm>
              </p:grpSpPr>
              <p:grpSp>
                <p:nvGrpSpPr>
                  <p:cNvPr id="1071" name="그룹 1070">
                    <a:extLst>
                      <a:ext uri="{FF2B5EF4-FFF2-40B4-BE49-F238E27FC236}">
                        <a16:creationId xmlns:a16="http://schemas.microsoft.com/office/drawing/2014/main" id="{8848CC34-A8C8-CD8E-3447-613C4F6958BA}"/>
                      </a:ext>
                    </a:extLst>
                  </p:cNvPr>
                  <p:cNvGrpSpPr/>
                  <p:nvPr/>
                </p:nvGrpSpPr>
                <p:grpSpPr>
                  <a:xfrm>
                    <a:off x="4545844" y="3971199"/>
                    <a:ext cx="35826" cy="146277"/>
                    <a:chOff x="3250176" y="2637183"/>
                    <a:chExt cx="178824" cy="146277"/>
                  </a:xfrm>
                </p:grpSpPr>
                <p:grpSp>
                  <p:nvGrpSpPr>
                    <p:cNvPr id="1073" name="그룹 1072">
                      <a:extLst>
                        <a:ext uri="{FF2B5EF4-FFF2-40B4-BE49-F238E27FC236}">
                          <a16:creationId xmlns:a16="http://schemas.microsoft.com/office/drawing/2014/main" id="{FDC75893-031B-A855-EFA6-810DB2B36306}"/>
                        </a:ext>
                      </a:extLst>
                    </p:cNvPr>
                    <p:cNvGrpSpPr/>
                    <p:nvPr/>
                  </p:nvGrpSpPr>
                  <p:grpSpPr>
                    <a:xfrm>
                      <a:off x="3250176" y="2637183"/>
                      <a:ext cx="178824" cy="144000"/>
                      <a:chOff x="5453592" y="2641965"/>
                      <a:chExt cx="178824" cy="144000"/>
                    </a:xfrm>
                  </p:grpSpPr>
                  <p:cxnSp>
                    <p:nvCxnSpPr>
                      <p:cNvPr id="1075" name="직선 연결선 1074">
                        <a:extLst>
                          <a:ext uri="{FF2B5EF4-FFF2-40B4-BE49-F238E27FC236}">
                            <a16:creationId xmlns:a16="http://schemas.microsoft.com/office/drawing/2014/main" id="{DFEB053C-67EB-8CE3-9839-3BACDB61E23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6" name="직선 연결선 1075">
                        <a:extLst>
                          <a:ext uri="{FF2B5EF4-FFF2-40B4-BE49-F238E27FC236}">
                            <a16:creationId xmlns:a16="http://schemas.microsoft.com/office/drawing/2014/main" id="{3C78F4D5-D0C3-6B98-27DD-EF6E6B0717B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4" name="직선 연결선 1073">
                      <a:extLst>
                        <a:ext uri="{FF2B5EF4-FFF2-40B4-BE49-F238E27FC236}">
                          <a16:creationId xmlns:a16="http://schemas.microsoft.com/office/drawing/2014/main" id="{B54CAE1A-8BBE-B8B3-BC1B-9EBFEE3770C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2" name="직선 연결선 1071">
                    <a:extLst>
                      <a:ext uri="{FF2B5EF4-FFF2-40B4-BE49-F238E27FC236}">
                        <a16:creationId xmlns:a16="http://schemas.microsoft.com/office/drawing/2014/main" id="{39030BEA-8148-4DBD-7CE8-A1D37F76196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58" name="그룹 1057">
                  <a:extLst>
                    <a:ext uri="{FF2B5EF4-FFF2-40B4-BE49-F238E27FC236}">
                      <a16:creationId xmlns:a16="http://schemas.microsoft.com/office/drawing/2014/main" id="{127356E3-E52A-7F16-0FEF-4BF1C83897A8}"/>
                    </a:ext>
                  </a:extLst>
                </p:cNvPr>
                <p:cNvGrpSpPr/>
                <p:nvPr/>
              </p:nvGrpSpPr>
              <p:grpSpPr>
                <a:xfrm>
                  <a:off x="4616003" y="4389306"/>
                  <a:ext cx="101416" cy="146277"/>
                  <a:chOff x="4545844" y="3971199"/>
                  <a:chExt cx="101416" cy="146277"/>
                </a:xfrm>
              </p:grpSpPr>
              <p:grpSp>
                <p:nvGrpSpPr>
                  <p:cNvPr id="1065" name="그룹 1064">
                    <a:extLst>
                      <a:ext uri="{FF2B5EF4-FFF2-40B4-BE49-F238E27FC236}">
                        <a16:creationId xmlns:a16="http://schemas.microsoft.com/office/drawing/2014/main" id="{26F21359-250D-E91C-1C97-B3E924FDBC17}"/>
                      </a:ext>
                    </a:extLst>
                  </p:cNvPr>
                  <p:cNvGrpSpPr/>
                  <p:nvPr/>
                </p:nvGrpSpPr>
                <p:grpSpPr>
                  <a:xfrm>
                    <a:off x="4545844" y="3971199"/>
                    <a:ext cx="35826" cy="146277"/>
                    <a:chOff x="3250176" y="2637183"/>
                    <a:chExt cx="178824" cy="146277"/>
                  </a:xfrm>
                </p:grpSpPr>
                <p:grpSp>
                  <p:nvGrpSpPr>
                    <p:cNvPr id="1067" name="그룹 1066">
                      <a:extLst>
                        <a:ext uri="{FF2B5EF4-FFF2-40B4-BE49-F238E27FC236}">
                          <a16:creationId xmlns:a16="http://schemas.microsoft.com/office/drawing/2014/main" id="{746CB1B4-C70D-4163-01B1-10A29A7D821F}"/>
                        </a:ext>
                      </a:extLst>
                    </p:cNvPr>
                    <p:cNvGrpSpPr/>
                    <p:nvPr/>
                  </p:nvGrpSpPr>
                  <p:grpSpPr>
                    <a:xfrm>
                      <a:off x="3250176" y="2637183"/>
                      <a:ext cx="178824" cy="144000"/>
                      <a:chOff x="5453592" y="2641965"/>
                      <a:chExt cx="178824" cy="144000"/>
                    </a:xfrm>
                  </p:grpSpPr>
                  <p:cxnSp>
                    <p:nvCxnSpPr>
                      <p:cNvPr id="1069" name="직선 연결선 1068">
                        <a:extLst>
                          <a:ext uri="{FF2B5EF4-FFF2-40B4-BE49-F238E27FC236}">
                            <a16:creationId xmlns:a16="http://schemas.microsoft.com/office/drawing/2014/main" id="{BF48FF9E-3AE3-A7BE-344B-B498E232930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0" name="직선 연결선 1069">
                        <a:extLst>
                          <a:ext uri="{FF2B5EF4-FFF2-40B4-BE49-F238E27FC236}">
                            <a16:creationId xmlns:a16="http://schemas.microsoft.com/office/drawing/2014/main" id="{5919C3D6-D036-4B21-2DE7-43FD4F60845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8" name="직선 연결선 1067">
                      <a:extLst>
                        <a:ext uri="{FF2B5EF4-FFF2-40B4-BE49-F238E27FC236}">
                          <a16:creationId xmlns:a16="http://schemas.microsoft.com/office/drawing/2014/main" id="{4A90B224-F497-DCF6-0948-0DBE94285D9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6" name="직선 연결선 1065">
                    <a:extLst>
                      <a:ext uri="{FF2B5EF4-FFF2-40B4-BE49-F238E27FC236}">
                        <a16:creationId xmlns:a16="http://schemas.microsoft.com/office/drawing/2014/main" id="{2864BF77-407F-2DE6-B4D5-EDDFF1BB77A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59" name="그룹 1058">
                  <a:extLst>
                    <a:ext uri="{FF2B5EF4-FFF2-40B4-BE49-F238E27FC236}">
                      <a16:creationId xmlns:a16="http://schemas.microsoft.com/office/drawing/2014/main" id="{50B4EAFB-E073-CD56-DBC8-1984932FD285}"/>
                    </a:ext>
                  </a:extLst>
                </p:cNvPr>
                <p:cNvGrpSpPr/>
                <p:nvPr/>
              </p:nvGrpSpPr>
              <p:grpSpPr>
                <a:xfrm>
                  <a:off x="4722981" y="4391632"/>
                  <a:ext cx="72000" cy="146277"/>
                  <a:chOff x="3250176" y="2637183"/>
                  <a:chExt cx="179694" cy="146277"/>
                </a:xfrm>
              </p:grpSpPr>
              <p:grpSp>
                <p:nvGrpSpPr>
                  <p:cNvPr id="1061" name="그룹 1060">
                    <a:extLst>
                      <a:ext uri="{FF2B5EF4-FFF2-40B4-BE49-F238E27FC236}">
                        <a16:creationId xmlns:a16="http://schemas.microsoft.com/office/drawing/2014/main" id="{31DAAABB-9156-5FCB-D3E6-6186254F4252}"/>
                      </a:ext>
                    </a:extLst>
                  </p:cNvPr>
                  <p:cNvGrpSpPr/>
                  <p:nvPr/>
                </p:nvGrpSpPr>
                <p:grpSpPr>
                  <a:xfrm>
                    <a:off x="3250176" y="2637183"/>
                    <a:ext cx="178824" cy="144000"/>
                    <a:chOff x="5453592" y="2641965"/>
                    <a:chExt cx="178824" cy="144000"/>
                  </a:xfrm>
                </p:grpSpPr>
                <p:cxnSp>
                  <p:nvCxnSpPr>
                    <p:cNvPr id="1063" name="직선 연결선 1062">
                      <a:extLst>
                        <a:ext uri="{FF2B5EF4-FFF2-40B4-BE49-F238E27FC236}">
                          <a16:creationId xmlns:a16="http://schemas.microsoft.com/office/drawing/2014/main" id="{6AB2AB29-C61E-B2BB-8520-E05D5D03595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4" name="직선 연결선 1063">
                      <a:extLst>
                        <a:ext uri="{FF2B5EF4-FFF2-40B4-BE49-F238E27FC236}">
                          <a16:creationId xmlns:a16="http://schemas.microsoft.com/office/drawing/2014/main" id="{BB1C26D1-550E-94AE-DBFA-89AB9BAD1C3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2" name="직선 연결선 1061">
                    <a:extLst>
                      <a:ext uri="{FF2B5EF4-FFF2-40B4-BE49-F238E27FC236}">
                        <a16:creationId xmlns:a16="http://schemas.microsoft.com/office/drawing/2014/main" id="{1A647B07-50FC-E2E2-2424-494C3FBB75E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0" name="직선 연결선 1059">
                  <a:extLst>
                    <a:ext uri="{FF2B5EF4-FFF2-40B4-BE49-F238E27FC236}">
                      <a16:creationId xmlns:a16="http://schemas.microsoft.com/office/drawing/2014/main" id="{A05B12EC-A947-A2A3-9638-C96B89B468D7}"/>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28" name="그룹 1027">
                <a:extLst>
                  <a:ext uri="{FF2B5EF4-FFF2-40B4-BE49-F238E27FC236}">
                    <a16:creationId xmlns:a16="http://schemas.microsoft.com/office/drawing/2014/main" id="{B79751A2-2C84-3CA5-7118-18C5AC08B33A}"/>
                  </a:ext>
                </a:extLst>
              </p:cNvPr>
              <p:cNvGrpSpPr/>
              <p:nvPr/>
            </p:nvGrpSpPr>
            <p:grpSpPr>
              <a:xfrm>
                <a:off x="3177345" y="4385438"/>
                <a:ext cx="419075" cy="149984"/>
                <a:chOff x="4408576" y="4387925"/>
                <a:chExt cx="419075" cy="149984"/>
              </a:xfrm>
            </p:grpSpPr>
            <p:grpSp>
              <p:nvGrpSpPr>
                <p:cNvPr id="1029" name="그룹 1028">
                  <a:extLst>
                    <a:ext uri="{FF2B5EF4-FFF2-40B4-BE49-F238E27FC236}">
                      <a16:creationId xmlns:a16="http://schemas.microsoft.com/office/drawing/2014/main" id="{A37AB10F-8477-8CBE-D74E-F696160711DA}"/>
                    </a:ext>
                  </a:extLst>
                </p:cNvPr>
                <p:cNvGrpSpPr/>
                <p:nvPr/>
              </p:nvGrpSpPr>
              <p:grpSpPr>
                <a:xfrm>
                  <a:off x="4408576" y="4388533"/>
                  <a:ext cx="72000" cy="146277"/>
                  <a:chOff x="3250176" y="2637183"/>
                  <a:chExt cx="179694" cy="146277"/>
                </a:xfrm>
              </p:grpSpPr>
              <p:grpSp>
                <p:nvGrpSpPr>
                  <p:cNvPr id="1051" name="그룹 1050">
                    <a:extLst>
                      <a:ext uri="{FF2B5EF4-FFF2-40B4-BE49-F238E27FC236}">
                        <a16:creationId xmlns:a16="http://schemas.microsoft.com/office/drawing/2014/main" id="{282A54F1-E46B-EF50-0144-8416FE982786}"/>
                      </a:ext>
                    </a:extLst>
                  </p:cNvPr>
                  <p:cNvGrpSpPr/>
                  <p:nvPr/>
                </p:nvGrpSpPr>
                <p:grpSpPr>
                  <a:xfrm>
                    <a:off x="3250176" y="2637183"/>
                    <a:ext cx="178824" cy="144000"/>
                    <a:chOff x="5453592" y="2641965"/>
                    <a:chExt cx="178824" cy="144000"/>
                  </a:xfrm>
                </p:grpSpPr>
                <p:cxnSp>
                  <p:nvCxnSpPr>
                    <p:cNvPr id="1053" name="직선 연결선 1052">
                      <a:extLst>
                        <a:ext uri="{FF2B5EF4-FFF2-40B4-BE49-F238E27FC236}">
                          <a16:creationId xmlns:a16="http://schemas.microsoft.com/office/drawing/2014/main" id="{752618E3-BDB4-D16E-2E80-9794DC07C0D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4" name="직선 연결선 1053">
                      <a:extLst>
                        <a:ext uri="{FF2B5EF4-FFF2-40B4-BE49-F238E27FC236}">
                          <a16:creationId xmlns:a16="http://schemas.microsoft.com/office/drawing/2014/main" id="{0BE1AF93-6E20-DF44-141A-629070BFB57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52" name="직선 연결선 1051">
                    <a:extLst>
                      <a:ext uri="{FF2B5EF4-FFF2-40B4-BE49-F238E27FC236}">
                        <a16:creationId xmlns:a16="http://schemas.microsoft.com/office/drawing/2014/main" id="{96BF7498-70E7-35E2-BBA5-1ABAAA16FF4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30" name="직선 연결선 1029">
                  <a:extLst>
                    <a:ext uri="{FF2B5EF4-FFF2-40B4-BE49-F238E27FC236}">
                      <a16:creationId xmlns:a16="http://schemas.microsoft.com/office/drawing/2014/main" id="{F41FFF4B-CA06-8B60-07DB-A80FAF949292}"/>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31" name="그룹 1030">
                  <a:extLst>
                    <a:ext uri="{FF2B5EF4-FFF2-40B4-BE49-F238E27FC236}">
                      <a16:creationId xmlns:a16="http://schemas.microsoft.com/office/drawing/2014/main" id="{25F60B46-1604-5245-C80B-AFD2DFC1169D}"/>
                    </a:ext>
                  </a:extLst>
                </p:cNvPr>
                <p:cNvGrpSpPr/>
                <p:nvPr/>
              </p:nvGrpSpPr>
              <p:grpSpPr>
                <a:xfrm>
                  <a:off x="4515485" y="4387925"/>
                  <a:ext cx="101416" cy="146277"/>
                  <a:chOff x="4545844" y="3971199"/>
                  <a:chExt cx="101416" cy="146277"/>
                </a:xfrm>
              </p:grpSpPr>
              <p:grpSp>
                <p:nvGrpSpPr>
                  <p:cNvPr id="1045" name="그룹 1044">
                    <a:extLst>
                      <a:ext uri="{FF2B5EF4-FFF2-40B4-BE49-F238E27FC236}">
                        <a16:creationId xmlns:a16="http://schemas.microsoft.com/office/drawing/2014/main" id="{5EA5B491-30DE-AF05-FD61-E7615E1CF811}"/>
                      </a:ext>
                    </a:extLst>
                  </p:cNvPr>
                  <p:cNvGrpSpPr/>
                  <p:nvPr/>
                </p:nvGrpSpPr>
                <p:grpSpPr>
                  <a:xfrm>
                    <a:off x="4545844" y="3971199"/>
                    <a:ext cx="35826" cy="146277"/>
                    <a:chOff x="3250176" y="2637183"/>
                    <a:chExt cx="178824" cy="146277"/>
                  </a:xfrm>
                </p:grpSpPr>
                <p:grpSp>
                  <p:nvGrpSpPr>
                    <p:cNvPr id="1047" name="그룹 1046">
                      <a:extLst>
                        <a:ext uri="{FF2B5EF4-FFF2-40B4-BE49-F238E27FC236}">
                          <a16:creationId xmlns:a16="http://schemas.microsoft.com/office/drawing/2014/main" id="{2136C3CD-A8EA-2BD9-C387-00526B649DE9}"/>
                        </a:ext>
                      </a:extLst>
                    </p:cNvPr>
                    <p:cNvGrpSpPr/>
                    <p:nvPr/>
                  </p:nvGrpSpPr>
                  <p:grpSpPr>
                    <a:xfrm>
                      <a:off x="3250176" y="2637183"/>
                      <a:ext cx="178824" cy="144000"/>
                      <a:chOff x="5453592" y="2641965"/>
                      <a:chExt cx="178824" cy="144000"/>
                    </a:xfrm>
                  </p:grpSpPr>
                  <p:cxnSp>
                    <p:nvCxnSpPr>
                      <p:cNvPr id="1049" name="직선 연결선 1048">
                        <a:extLst>
                          <a:ext uri="{FF2B5EF4-FFF2-40B4-BE49-F238E27FC236}">
                            <a16:creationId xmlns:a16="http://schemas.microsoft.com/office/drawing/2014/main" id="{230FAA0B-6D0E-1759-0D06-266CD04344E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0" name="직선 연결선 1049">
                        <a:extLst>
                          <a:ext uri="{FF2B5EF4-FFF2-40B4-BE49-F238E27FC236}">
                            <a16:creationId xmlns:a16="http://schemas.microsoft.com/office/drawing/2014/main" id="{74B55B3A-77D7-6D89-7F48-44945833149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8" name="직선 연결선 1047">
                      <a:extLst>
                        <a:ext uri="{FF2B5EF4-FFF2-40B4-BE49-F238E27FC236}">
                          <a16:creationId xmlns:a16="http://schemas.microsoft.com/office/drawing/2014/main" id="{860637E7-6BE4-3093-48D7-A9D9DFD0E91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6" name="직선 연결선 1045">
                    <a:extLst>
                      <a:ext uri="{FF2B5EF4-FFF2-40B4-BE49-F238E27FC236}">
                        <a16:creationId xmlns:a16="http://schemas.microsoft.com/office/drawing/2014/main" id="{DC1A0134-DBEB-BE8E-9A42-1BA86D92211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32" name="그룹 1031">
                  <a:extLst>
                    <a:ext uri="{FF2B5EF4-FFF2-40B4-BE49-F238E27FC236}">
                      <a16:creationId xmlns:a16="http://schemas.microsoft.com/office/drawing/2014/main" id="{CB83F70C-9807-E78E-4FC1-6B1787EACD76}"/>
                    </a:ext>
                  </a:extLst>
                </p:cNvPr>
                <p:cNvGrpSpPr/>
                <p:nvPr/>
              </p:nvGrpSpPr>
              <p:grpSpPr>
                <a:xfrm>
                  <a:off x="4616003" y="4389306"/>
                  <a:ext cx="101416" cy="146277"/>
                  <a:chOff x="4545844" y="3971199"/>
                  <a:chExt cx="101416" cy="146277"/>
                </a:xfrm>
              </p:grpSpPr>
              <p:grpSp>
                <p:nvGrpSpPr>
                  <p:cNvPr id="1039" name="그룹 1038">
                    <a:extLst>
                      <a:ext uri="{FF2B5EF4-FFF2-40B4-BE49-F238E27FC236}">
                        <a16:creationId xmlns:a16="http://schemas.microsoft.com/office/drawing/2014/main" id="{5B556817-42D8-C96A-7C84-980215E3AD93}"/>
                      </a:ext>
                    </a:extLst>
                  </p:cNvPr>
                  <p:cNvGrpSpPr/>
                  <p:nvPr/>
                </p:nvGrpSpPr>
                <p:grpSpPr>
                  <a:xfrm>
                    <a:off x="4545844" y="3971199"/>
                    <a:ext cx="35826" cy="146277"/>
                    <a:chOff x="3250176" y="2637183"/>
                    <a:chExt cx="178824" cy="146277"/>
                  </a:xfrm>
                </p:grpSpPr>
                <p:grpSp>
                  <p:nvGrpSpPr>
                    <p:cNvPr id="1041" name="그룹 1040">
                      <a:extLst>
                        <a:ext uri="{FF2B5EF4-FFF2-40B4-BE49-F238E27FC236}">
                          <a16:creationId xmlns:a16="http://schemas.microsoft.com/office/drawing/2014/main" id="{4865C28E-9021-125C-DED6-2C567688E5A3}"/>
                        </a:ext>
                      </a:extLst>
                    </p:cNvPr>
                    <p:cNvGrpSpPr/>
                    <p:nvPr/>
                  </p:nvGrpSpPr>
                  <p:grpSpPr>
                    <a:xfrm>
                      <a:off x="3250176" y="2637183"/>
                      <a:ext cx="178824" cy="144000"/>
                      <a:chOff x="5453592" y="2641965"/>
                      <a:chExt cx="178824" cy="144000"/>
                    </a:xfrm>
                  </p:grpSpPr>
                  <p:cxnSp>
                    <p:nvCxnSpPr>
                      <p:cNvPr id="1043" name="직선 연결선 1042">
                        <a:extLst>
                          <a:ext uri="{FF2B5EF4-FFF2-40B4-BE49-F238E27FC236}">
                            <a16:creationId xmlns:a16="http://schemas.microsoft.com/office/drawing/2014/main" id="{E7958138-A9BE-33EC-B412-D3656C6FB3E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4" name="직선 연결선 1043">
                        <a:extLst>
                          <a:ext uri="{FF2B5EF4-FFF2-40B4-BE49-F238E27FC236}">
                            <a16:creationId xmlns:a16="http://schemas.microsoft.com/office/drawing/2014/main" id="{B5FAEDF2-18A8-4C58-B8AC-6B537452FC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2" name="직선 연결선 1041">
                      <a:extLst>
                        <a:ext uri="{FF2B5EF4-FFF2-40B4-BE49-F238E27FC236}">
                          <a16:creationId xmlns:a16="http://schemas.microsoft.com/office/drawing/2014/main" id="{8C1DD717-AF6A-822C-11BE-3CB1CAB157C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0" name="직선 연결선 1039">
                    <a:extLst>
                      <a:ext uri="{FF2B5EF4-FFF2-40B4-BE49-F238E27FC236}">
                        <a16:creationId xmlns:a16="http://schemas.microsoft.com/office/drawing/2014/main" id="{35F4C3B3-C060-7A5B-AED8-72ADA91D82D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33" name="그룹 1032">
                  <a:extLst>
                    <a:ext uri="{FF2B5EF4-FFF2-40B4-BE49-F238E27FC236}">
                      <a16:creationId xmlns:a16="http://schemas.microsoft.com/office/drawing/2014/main" id="{68F0B42F-22A8-7E4B-1F93-04D55E5B8197}"/>
                    </a:ext>
                  </a:extLst>
                </p:cNvPr>
                <p:cNvGrpSpPr/>
                <p:nvPr/>
              </p:nvGrpSpPr>
              <p:grpSpPr>
                <a:xfrm>
                  <a:off x="4722981" y="4391632"/>
                  <a:ext cx="72000" cy="146277"/>
                  <a:chOff x="3250176" y="2637183"/>
                  <a:chExt cx="179694" cy="146277"/>
                </a:xfrm>
              </p:grpSpPr>
              <p:grpSp>
                <p:nvGrpSpPr>
                  <p:cNvPr id="1035" name="그룹 1034">
                    <a:extLst>
                      <a:ext uri="{FF2B5EF4-FFF2-40B4-BE49-F238E27FC236}">
                        <a16:creationId xmlns:a16="http://schemas.microsoft.com/office/drawing/2014/main" id="{B9D2E402-4188-001F-BBBE-6733063FE553}"/>
                      </a:ext>
                    </a:extLst>
                  </p:cNvPr>
                  <p:cNvGrpSpPr/>
                  <p:nvPr/>
                </p:nvGrpSpPr>
                <p:grpSpPr>
                  <a:xfrm>
                    <a:off x="3250176" y="2637183"/>
                    <a:ext cx="178824" cy="144000"/>
                    <a:chOff x="5453592" y="2641965"/>
                    <a:chExt cx="178824" cy="144000"/>
                  </a:xfrm>
                </p:grpSpPr>
                <p:cxnSp>
                  <p:nvCxnSpPr>
                    <p:cNvPr id="1037" name="직선 연결선 1036">
                      <a:extLst>
                        <a:ext uri="{FF2B5EF4-FFF2-40B4-BE49-F238E27FC236}">
                          <a16:creationId xmlns:a16="http://schemas.microsoft.com/office/drawing/2014/main" id="{3205A4FF-D556-78F5-841A-2AA96AA9D9A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8" name="직선 연결선 1037">
                      <a:extLst>
                        <a:ext uri="{FF2B5EF4-FFF2-40B4-BE49-F238E27FC236}">
                          <a16:creationId xmlns:a16="http://schemas.microsoft.com/office/drawing/2014/main" id="{2AC670AE-CBBB-C679-8653-7A9E1E0D79C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36" name="직선 연결선 1035">
                    <a:extLst>
                      <a:ext uri="{FF2B5EF4-FFF2-40B4-BE49-F238E27FC236}">
                        <a16:creationId xmlns:a16="http://schemas.microsoft.com/office/drawing/2014/main" id="{03398053-EC1F-4FE0-25C2-DE78CB99B79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34" name="직선 연결선 1033">
                  <a:extLst>
                    <a:ext uri="{FF2B5EF4-FFF2-40B4-BE49-F238E27FC236}">
                      <a16:creationId xmlns:a16="http://schemas.microsoft.com/office/drawing/2014/main" id="{8A40848D-EEB5-F879-C58E-EAFF6889C619}"/>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cxnSp>
          <p:nvCxnSpPr>
            <p:cNvPr id="1107" name="직선 연결선 1106">
              <a:extLst>
                <a:ext uri="{FF2B5EF4-FFF2-40B4-BE49-F238E27FC236}">
                  <a16:creationId xmlns:a16="http://schemas.microsoft.com/office/drawing/2014/main" id="{6A28A87D-95BC-C14C-0682-54805C41F3C5}"/>
                </a:ext>
              </a:extLst>
            </p:cNvPr>
            <p:cNvCxnSpPr>
              <a:cxnSpLocks/>
            </p:cNvCxnSpPr>
            <p:nvPr/>
          </p:nvCxnSpPr>
          <p:spPr>
            <a:xfrm flipV="1">
              <a:off x="3789160" y="4549925"/>
              <a:ext cx="7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10" name="그룹 1109">
              <a:extLst>
                <a:ext uri="{FF2B5EF4-FFF2-40B4-BE49-F238E27FC236}">
                  <a16:creationId xmlns:a16="http://schemas.microsoft.com/office/drawing/2014/main" id="{D2A0EC81-D086-101F-CF3B-0F3313188745}"/>
                </a:ext>
              </a:extLst>
            </p:cNvPr>
            <p:cNvGrpSpPr/>
            <p:nvPr/>
          </p:nvGrpSpPr>
          <p:grpSpPr>
            <a:xfrm>
              <a:off x="2816565" y="4163444"/>
              <a:ext cx="843703" cy="150569"/>
              <a:chOff x="2752717" y="4385438"/>
              <a:chExt cx="843703" cy="150569"/>
            </a:xfrm>
          </p:grpSpPr>
          <p:grpSp>
            <p:nvGrpSpPr>
              <p:cNvPr id="1111" name="그룹 1110">
                <a:extLst>
                  <a:ext uri="{FF2B5EF4-FFF2-40B4-BE49-F238E27FC236}">
                    <a16:creationId xmlns:a16="http://schemas.microsoft.com/office/drawing/2014/main" id="{4A3F96E8-6284-9F14-AD0F-538B9D8FDC9D}"/>
                  </a:ext>
                </a:extLst>
              </p:cNvPr>
              <p:cNvGrpSpPr/>
              <p:nvPr/>
            </p:nvGrpSpPr>
            <p:grpSpPr>
              <a:xfrm>
                <a:off x="2752717" y="4386023"/>
                <a:ext cx="419075" cy="149984"/>
                <a:chOff x="4408576" y="4387925"/>
                <a:chExt cx="419075" cy="149984"/>
              </a:xfrm>
            </p:grpSpPr>
            <p:grpSp>
              <p:nvGrpSpPr>
                <p:cNvPr id="1139" name="그룹 1138">
                  <a:extLst>
                    <a:ext uri="{FF2B5EF4-FFF2-40B4-BE49-F238E27FC236}">
                      <a16:creationId xmlns:a16="http://schemas.microsoft.com/office/drawing/2014/main" id="{39EB8ED2-F871-665A-A269-E1B1DB5E981E}"/>
                    </a:ext>
                  </a:extLst>
                </p:cNvPr>
                <p:cNvGrpSpPr/>
                <p:nvPr/>
              </p:nvGrpSpPr>
              <p:grpSpPr>
                <a:xfrm>
                  <a:off x="4408576" y="4388533"/>
                  <a:ext cx="72000" cy="146277"/>
                  <a:chOff x="3250176" y="2637183"/>
                  <a:chExt cx="179694" cy="146277"/>
                </a:xfrm>
              </p:grpSpPr>
              <p:grpSp>
                <p:nvGrpSpPr>
                  <p:cNvPr id="1161" name="그룹 1160">
                    <a:extLst>
                      <a:ext uri="{FF2B5EF4-FFF2-40B4-BE49-F238E27FC236}">
                        <a16:creationId xmlns:a16="http://schemas.microsoft.com/office/drawing/2014/main" id="{DB46CDB7-79C6-BBB3-FAA4-A21748B541AA}"/>
                      </a:ext>
                    </a:extLst>
                  </p:cNvPr>
                  <p:cNvGrpSpPr/>
                  <p:nvPr/>
                </p:nvGrpSpPr>
                <p:grpSpPr>
                  <a:xfrm>
                    <a:off x="3250176" y="2637183"/>
                    <a:ext cx="178824" cy="144000"/>
                    <a:chOff x="5453592" y="2641965"/>
                    <a:chExt cx="178824" cy="144000"/>
                  </a:xfrm>
                </p:grpSpPr>
                <p:cxnSp>
                  <p:nvCxnSpPr>
                    <p:cNvPr id="1163" name="직선 연결선 1162">
                      <a:extLst>
                        <a:ext uri="{FF2B5EF4-FFF2-40B4-BE49-F238E27FC236}">
                          <a16:creationId xmlns:a16="http://schemas.microsoft.com/office/drawing/2014/main" id="{83E11918-4AED-865C-8FCD-CA78D1F0E04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4" name="직선 연결선 1163">
                      <a:extLst>
                        <a:ext uri="{FF2B5EF4-FFF2-40B4-BE49-F238E27FC236}">
                          <a16:creationId xmlns:a16="http://schemas.microsoft.com/office/drawing/2014/main" id="{D4F06E82-2E83-5B0A-F945-4EB0CF2EF9C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62" name="직선 연결선 1161">
                    <a:extLst>
                      <a:ext uri="{FF2B5EF4-FFF2-40B4-BE49-F238E27FC236}">
                        <a16:creationId xmlns:a16="http://schemas.microsoft.com/office/drawing/2014/main" id="{78FA2FFE-F2C1-C482-7F5E-66FD86C5E9C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40" name="직선 연결선 1139">
                  <a:extLst>
                    <a:ext uri="{FF2B5EF4-FFF2-40B4-BE49-F238E27FC236}">
                      <a16:creationId xmlns:a16="http://schemas.microsoft.com/office/drawing/2014/main" id="{CE2A070F-B806-477F-0E8C-A526340DC85F}"/>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41" name="그룹 1140">
                  <a:extLst>
                    <a:ext uri="{FF2B5EF4-FFF2-40B4-BE49-F238E27FC236}">
                      <a16:creationId xmlns:a16="http://schemas.microsoft.com/office/drawing/2014/main" id="{A4881C24-C9DF-ED15-1255-2EA6273EB192}"/>
                    </a:ext>
                  </a:extLst>
                </p:cNvPr>
                <p:cNvGrpSpPr/>
                <p:nvPr/>
              </p:nvGrpSpPr>
              <p:grpSpPr>
                <a:xfrm>
                  <a:off x="4515485" y="4387925"/>
                  <a:ext cx="101416" cy="146277"/>
                  <a:chOff x="4545844" y="3971199"/>
                  <a:chExt cx="101416" cy="146277"/>
                </a:xfrm>
              </p:grpSpPr>
              <p:grpSp>
                <p:nvGrpSpPr>
                  <p:cNvPr id="1155" name="그룹 1154">
                    <a:extLst>
                      <a:ext uri="{FF2B5EF4-FFF2-40B4-BE49-F238E27FC236}">
                        <a16:creationId xmlns:a16="http://schemas.microsoft.com/office/drawing/2014/main" id="{D4359C2F-DC7F-50D6-74CB-77A219EF89F0}"/>
                      </a:ext>
                    </a:extLst>
                  </p:cNvPr>
                  <p:cNvGrpSpPr/>
                  <p:nvPr/>
                </p:nvGrpSpPr>
                <p:grpSpPr>
                  <a:xfrm>
                    <a:off x="4545844" y="3971199"/>
                    <a:ext cx="35826" cy="146277"/>
                    <a:chOff x="3250176" y="2637183"/>
                    <a:chExt cx="178824" cy="146277"/>
                  </a:xfrm>
                </p:grpSpPr>
                <p:grpSp>
                  <p:nvGrpSpPr>
                    <p:cNvPr id="1157" name="그룹 1156">
                      <a:extLst>
                        <a:ext uri="{FF2B5EF4-FFF2-40B4-BE49-F238E27FC236}">
                          <a16:creationId xmlns:a16="http://schemas.microsoft.com/office/drawing/2014/main" id="{10BF1F4F-5FF0-4081-ED62-EBF587B73D2E}"/>
                        </a:ext>
                      </a:extLst>
                    </p:cNvPr>
                    <p:cNvGrpSpPr/>
                    <p:nvPr/>
                  </p:nvGrpSpPr>
                  <p:grpSpPr>
                    <a:xfrm>
                      <a:off x="3250176" y="2637183"/>
                      <a:ext cx="178824" cy="144000"/>
                      <a:chOff x="5453592" y="2641965"/>
                      <a:chExt cx="178824" cy="144000"/>
                    </a:xfrm>
                  </p:grpSpPr>
                  <p:cxnSp>
                    <p:nvCxnSpPr>
                      <p:cNvPr id="1159" name="직선 연결선 1158">
                        <a:extLst>
                          <a:ext uri="{FF2B5EF4-FFF2-40B4-BE49-F238E27FC236}">
                            <a16:creationId xmlns:a16="http://schemas.microsoft.com/office/drawing/2014/main" id="{3B83B634-A921-11D7-BD40-5B540BB0CCB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0" name="직선 연결선 1159">
                        <a:extLst>
                          <a:ext uri="{FF2B5EF4-FFF2-40B4-BE49-F238E27FC236}">
                            <a16:creationId xmlns:a16="http://schemas.microsoft.com/office/drawing/2014/main" id="{76FDADC4-0CF4-2A17-D798-D8D67301914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8" name="직선 연결선 1157">
                      <a:extLst>
                        <a:ext uri="{FF2B5EF4-FFF2-40B4-BE49-F238E27FC236}">
                          <a16:creationId xmlns:a16="http://schemas.microsoft.com/office/drawing/2014/main" id="{CBE1A283-D41F-8E7F-96C5-3AF0082628D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6" name="직선 연결선 1155">
                    <a:extLst>
                      <a:ext uri="{FF2B5EF4-FFF2-40B4-BE49-F238E27FC236}">
                        <a16:creationId xmlns:a16="http://schemas.microsoft.com/office/drawing/2014/main" id="{B3A061DA-1751-CB2D-A453-15E961E7E91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42" name="그룹 1141">
                  <a:extLst>
                    <a:ext uri="{FF2B5EF4-FFF2-40B4-BE49-F238E27FC236}">
                      <a16:creationId xmlns:a16="http://schemas.microsoft.com/office/drawing/2014/main" id="{231A4A75-C27E-8BB2-D30C-C98B97EE48E6}"/>
                    </a:ext>
                  </a:extLst>
                </p:cNvPr>
                <p:cNvGrpSpPr/>
                <p:nvPr/>
              </p:nvGrpSpPr>
              <p:grpSpPr>
                <a:xfrm>
                  <a:off x="4616003" y="4389306"/>
                  <a:ext cx="101416" cy="146277"/>
                  <a:chOff x="4545844" y="3971199"/>
                  <a:chExt cx="101416" cy="146277"/>
                </a:xfrm>
              </p:grpSpPr>
              <p:grpSp>
                <p:nvGrpSpPr>
                  <p:cNvPr id="1149" name="그룹 1148">
                    <a:extLst>
                      <a:ext uri="{FF2B5EF4-FFF2-40B4-BE49-F238E27FC236}">
                        <a16:creationId xmlns:a16="http://schemas.microsoft.com/office/drawing/2014/main" id="{9E914FCD-7E2E-47BE-014E-D7CB1EA2FCC3}"/>
                      </a:ext>
                    </a:extLst>
                  </p:cNvPr>
                  <p:cNvGrpSpPr/>
                  <p:nvPr/>
                </p:nvGrpSpPr>
                <p:grpSpPr>
                  <a:xfrm>
                    <a:off x="4545844" y="3971199"/>
                    <a:ext cx="35826" cy="146277"/>
                    <a:chOff x="3250176" y="2637183"/>
                    <a:chExt cx="178824" cy="146277"/>
                  </a:xfrm>
                </p:grpSpPr>
                <p:grpSp>
                  <p:nvGrpSpPr>
                    <p:cNvPr id="1151" name="그룹 1150">
                      <a:extLst>
                        <a:ext uri="{FF2B5EF4-FFF2-40B4-BE49-F238E27FC236}">
                          <a16:creationId xmlns:a16="http://schemas.microsoft.com/office/drawing/2014/main" id="{FF584797-F8AD-01D5-57AC-F2BA538A05F4}"/>
                        </a:ext>
                      </a:extLst>
                    </p:cNvPr>
                    <p:cNvGrpSpPr/>
                    <p:nvPr/>
                  </p:nvGrpSpPr>
                  <p:grpSpPr>
                    <a:xfrm>
                      <a:off x="3250176" y="2637183"/>
                      <a:ext cx="178824" cy="144000"/>
                      <a:chOff x="5453592" y="2641965"/>
                      <a:chExt cx="178824" cy="144000"/>
                    </a:xfrm>
                  </p:grpSpPr>
                  <p:cxnSp>
                    <p:nvCxnSpPr>
                      <p:cNvPr id="1153" name="직선 연결선 1152">
                        <a:extLst>
                          <a:ext uri="{FF2B5EF4-FFF2-40B4-BE49-F238E27FC236}">
                            <a16:creationId xmlns:a16="http://schemas.microsoft.com/office/drawing/2014/main" id="{E7CEC647-30D2-3D25-A5F2-808980C39D8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4" name="직선 연결선 1153">
                        <a:extLst>
                          <a:ext uri="{FF2B5EF4-FFF2-40B4-BE49-F238E27FC236}">
                            <a16:creationId xmlns:a16="http://schemas.microsoft.com/office/drawing/2014/main" id="{5300FA9B-4F0E-282E-5698-E301EDFA997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2" name="직선 연결선 1151">
                      <a:extLst>
                        <a:ext uri="{FF2B5EF4-FFF2-40B4-BE49-F238E27FC236}">
                          <a16:creationId xmlns:a16="http://schemas.microsoft.com/office/drawing/2014/main" id="{2EA75D62-125E-6A7B-4C69-5C80E108DF4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0" name="직선 연결선 1149">
                    <a:extLst>
                      <a:ext uri="{FF2B5EF4-FFF2-40B4-BE49-F238E27FC236}">
                        <a16:creationId xmlns:a16="http://schemas.microsoft.com/office/drawing/2014/main" id="{302A0CE1-2922-4F02-B5E4-12D44816E03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43" name="그룹 1142">
                  <a:extLst>
                    <a:ext uri="{FF2B5EF4-FFF2-40B4-BE49-F238E27FC236}">
                      <a16:creationId xmlns:a16="http://schemas.microsoft.com/office/drawing/2014/main" id="{7A82AC76-6348-2D79-9AD2-3AA083AC03FD}"/>
                    </a:ext>
                  </a:extLst>
                </p:cNvPr>
                <p:cNvGrpSpPr/>
                <p:nvPr/>
              </p:nvGrpSpPr>
              <p:grpSpPr>
                <a:xfrm>
                  <a:off x="4722981" y="4391632"/>
                  <a:ext cx="72000" cy="146277"/>
                  <a:chOff x="3250176" y="2637183"/>
                  <a:chExt cx="179694" cy="146277"/>
                </a:xfrm>
              </p:grpSpPr>
              <p:grpSp>
                <p:nvGrpSpPr>
                  <p:cNvPr id="1145" name="그룹 1144">
                    <a:extLst>
                      <a:ext uri="{FF2B5EF4-FFF2-40B4-BE49-F238E27FC236}">
                        <a16:creationId xmlns:a16="http://schemas.microsoft.com/office/drawing/2014/main" id="{C18D4145-3746-B9E2-31A2-8EB27B54A662}"/>
                      </a:ext>
                    </a:extLst>
                  </p:cNvPr>
                  <p:cNvGrpSpPr/>
                  <p:nvPr/>
                </p:nvGrpSpPr>
                <p:grpSpPr>
                  <a:xfrm>
                    <a:off x="3250176" y="2637183"/>
                    <a:ext cx="178824" cy="144000"/>
                    <a:chOff x="5453592" y="2641965"/>
                    <a:chExt cx="178824" cy="144000"/>
                  </a:xfrm>
                </p:grpSpPr>
                <p:cxnSp>
                  <p:nvCxnSpPr>
                    <p:cNvPr id="1147" name="직선 연결선 1146">
                      <a:extLst>
                        <a:ext uri="{FF2B5EF4-FFF2-40B4-BE49-F238E27FC236}">
                          <a16:creationId xmlns:a16="http://schemas.microsoft.com/office/drawing/2014/main" id="{F502F327-5D34-E564-8D06-199F4AB4FE2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8" name="직선 연결선 1147">
                      <a:extLst>
                        <a:ext uri="{FF2B5EF4-FFF2-40B4-BE49-F238E27FC236}">
                          <a16:creationId xmlns:a16="http://schemas.microsoft.com/office/drawing/2014/main" id="{A4F9053F-D40A-49B7-3D70-C4E565D8C77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46" name="직선 연결선 1145">
                    <a:extLst>
                      <a:ext uri="{FF2B5EF4-FFF2-40B4-BE49-F238E27FC236}">
                        <a16:creationId xmlns:a16="http://schemas.microsoft.com/office/drawing/2014/main" id="{D8B28C94-54CE-4147-63FE-DC85AFAF787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44" name="직선 연결선 1143">
                  <a:extLst>
                    <a:ext uri="{FF2B5EF4-FFF2-40B4-BE49-F238E27FC236}">
                      <a16:creationId xmlns:a16="http://schemas.microsoft.com/office/drawing/2014/main" id="{E52DE7C9-EA32-739F-5C17-F566C64FACC7}"/>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2" name="그룹 1111">
                <a:extLst>
                  <a:ext uri="{FF2B5EF4-FFF2-40B4-BE49-F238E27FC236}">
                    <a16:creationId xmlns:a16="http://schemas.microsoft.com/office/drawing/2014/main" id="{54272B94-64AD-E9FE-94C7-31C57103222F}"/>
                  </a:ext>
                </a:extLst>
              </p:cNvPr>
              <p:cNvGrpSpPr/>
              <p:nvPr/>
            </p:nvGrpSpPr>
            <p:grpSpPr>
              <a:xfrm>
                <a:off x="3177345" y="4385438"/>
                <a:ext cx="419075" cy="149984"/>
                <a:chOff x="4408576" y="4387925"/>
                <a:chExt cx="419075" cy="149984"/>
              </a:xfrm>
            </p:grpSpPr>
            <p:grpSp>
              <p:nvGrpSpPr>
                <p:cNvPr id="1113" name="그룹 1112">
                  <a:extLst>
                    <a:ext uri="{FF2B5EF4-FFF2-40B4-BE49-F238E27FC236}">
                      <a16:creationId xmlns:a16="http://schemas.microsoft.com/office/drawing/2014/main" id="{D06DCB88-80FF-9182-5CA5-674C999E6A8D}"/>
                    </a:ext>
                  </a:extLst>
                </p:cNvPr>
                <p:cNvGrpSpPr/>
                <p:nvPr/>
              </p:nvGrpSpPr>
              <p:grpSpPr>
                <a:xfrm>
                  <a:off x="4408576" y="4388533"/>
                  <a:ext cx="72000" cy="146277"/>
                  <a:chOff x="3250176" y="2637183"/>
                  <a:chExt cx="179694" cy="146277"/>
                </a:xfrm>
              </p:grpSpPr>
              <p:grpSp>
                <p:nvGrpSpPr>
                  <p:cNvPr id="1135" name="그룹 1134">
                    <a:extLst>
                      <a:ext uri="{FF2B5EF4-FFF2-40B4-BE49-F238E27FC236}">
                        <a16:creationId xmlns:a16="http://schemas.microsoft.com/office/drawing/2014/main" id="{38ECDA14-AB6A-332F-FF62-BBA4EFD60A02}"/>
                      </a:ext>
                    </a:extLst>
                  </p:cNvPr>
                  <p:cNvGrpSpPr/>
                  <p:nvPr/>
                </p:nvGrpSpPr>
                <p:grpSpPr>
                  <a:xfrm>
                    <a:off x="3250176" y="2637183"/>
                    <a:ext cx="178824" cy="144000"/>
                    <a:chOff x="5453592" y="2641965"/>
                    <a:chExt cx="178824" cy="144000"/>
                  </a:xfrm>
                </p:grpSpPr>
                <p:cxnSp>
                  <p:nvCxnSpPr>
                    <p:cNvPr id="1137" name="직선 연결선 1136">
                      <a:extLst>
                        <a:ext uri="{FF2B5EF4-FFF2-40B4-BE49-F238E27FC236}">
                          <a16:creationId xmlns:a16="http://schemas.microsoft.com/office/drawing/2014/main" id="{4942D6FA-DD7B-526B-A168-7441669DC2A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8" name="직선 연결선 1137">
                      <a:extLst>
                        <a:ext uri="{FF2B5EF4-FFF2-40B4-BE49-F238E27FC236}">
                          <a16:creationId xmlns:a16="http://schemas.microsoft.com/office/drawing/2014/main" id="{EF35FB34-2F55-2684-8AE1-A880060FEC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36" name="직선 연결선 1135">
                    <a:extLst>
                      <a:ext uri="{FF2B5EF4-FFF2-40B4-BE49-F238E27FC236}">
                        <a16:creationId xmlns:a16="http://schemas.microsoft.com/office/drawing/2014/main" id="{4549F4B4-144B-82CA-18F0-C0E3121F66E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4" name="직선 연결선 1113">
                  <a:extLst>
                    <a:ext uri="{FF2B5EF4-FFF2-40B4-BE49-F238E27FC236}">
                      <a16:creationId xmlns:a16="http://schemas.microsoft.com/office/drawing/2014/main" id="{73B10264-AF97-8107-F537-7ECBC3D81FD6}"/>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15" name="그룹 1114">
                  <a:extLst>
                    <a:ext uri="{FF2B5EF4-FFF2-40B4-BE49-F238E27FC236}">
                      <a16:creationId xmlns:a16="http://schemas.microsoft.com/office/drawing/2014/main" id="{D302BDCB-8314-9572-51E5-DD390B4C5A21}"/>
                    </a:ext>
                  </a:extLst>
                </p:cNvPr>
                <p:cNvGrpSpPr/>
                <p:nvPr/>
              </p:nvGrpSpPr>
              <p:grpSpPr>
                <a:xfrm>
                  <a:off x="4515485" y="4387925"/>
                  <a:ext cx="101416" cy="146277"/>
                  <a:chOff x="4545844" y="3971199"/>
                  <a:chExt cx="101416" cy="146277"/>
                </a:xfrm>
              </p:grpSpPr>
              <p:grpSp>
                <p:nvGrpSpPr>
                  <p:cNvPr id="1129" name="그룹 1128">
                    <a:extLst>
                      <a:ext uri="{FF2B5EF4-FFF2-40B4-BE49-F238E27FC236}">
                        <a16:creationId xmlns:a16="http://schemas.microsoft.com/office/drawing/2014/main" id="{A1359098-354D-6105-3E29-627EBA50C648}"/>
                      </a:ext>
                    </a:extLst>
                  </p:cNvPr>
                  <p:cNvGrpSpPr/>
                  <p:nvPr/>
                </p:nvGrpSpPr>
                <p:grpSpPr>
                  <a:xfrm>
                    <a:off x="4545844" y="3971199"/>
                    <a:ext cx="35826" cy="146277"/>
                    <a:chOff x="3250176" y="2637183"/>
                    <a:chExt cx="178824" cy="146277"/>
                  </a:xfrm>
                </p:grpSpPr>
                <p:grpSp>
                  <p:nvGrpSpPr>
                    <p:cNvPr id="1131" name="그룹 1130">
                      <a:extLst>
                        <a:ext uri="{FF2B5EF4-FFF2-40B4-BE49-F238E27FC236}">
                          <a16:creationId xmlns:a16="http://schemas.microsoft.com/office/drawing/2014/main" id="{BBB54C3D-12B0-0274-6E18-6B94069575CE}"/>
                        </a:ext>
                      </a:extLst>
                    </p:cNvPr>
                    <p:cNvGrpSpPr/>
                    <p:nvPr/>
                  </p:nvGrpSpPr>
                  <p:grpSpPr>
                    <a:xfrm>
                      <a:off x="3250176" y="2637183"/>
                      <a:ext cx="178824" cy="144000"/>
                      <a:chOff x="5453592" y="2641965"/>
                      <a:chExt cx="178824" cy="144000"/>
                    </a:xfrm>
                  </p:grpSpPr>
                  <p:cxnSp>
                    <p:nvCxnSpPr>
                      <p:cNvPr id="1133" name="직선 연결선 1132">
                        <a:extLst>
                          <a:ext uri="{FF2B5EF4-FFF2-40B4-BE49-F238E27FC236}">
                            <a16:creationId xmlns:a16="http://schemas.microsoft.com/office/drawing/2014/main" id="{01AD5DF4-E21B-1397-AE48-4FD951805E8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4" name="직선 연결선 1133">
                        <a:extLst>
                          <a:ext uri="{FF2B5EF4-FFF2-40B4-BE49-F238E27FC236}">
                            <a16:creationId xmlns:a16="http://schemas.microsoft.com/office/drawing/2014/main" id="{A6E11000-D404-9EC8-33B8-4D53C14FC54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32" name="직선 연결선 1131">
                      <a:extLst>
                        <a:ext uri="{FF2B5EF4-FFF2-40B4-BE49-F238E27FC236}">
                          <a16:creationId xmlns:a16="http://schemas.microsoft.com/office/drawing/2014/main" id="{D9A1485E-E611-3853-17A1-CA21C1509C6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30" name="직선 연결선 1129">
                    <a:extLst>
                      <a:ext uri="{FF2B5EF4-FFF2-40B4-BE49-F238E27FC236}">
                        <a16:creationId xmlns:a16="http://schemas.microsoft.com/office/drawing/2014/main" id="{CF34593E-A40F-D47C-6A2A-9BC3D63076AF}"/>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 name="그룹 1115">
                  <a:extLst>
                    <a:ext uri="{FF2B5EF4-FFF2-40B4-BE49-F238E27FC236}">
                      <a16:creationId xmlns:a16="http://schemas.microsoft.com/office/drawing/2014/main" id="{4660CEB7-6B1A-7953-6C97-10CF2F025908}"/>
                    </a:ext>
                  </a:extLst>
                </p:cNvPr>
                <p:cNvGrpSpPr/>
                <p:nvPr/>
              </p:nvGrpSpPr>
              <p:grpSpPr>
                <a:xfrm>
                  <a:off x="4616003" y="4389306"/>
                  <a:ext cx="101416" cy="146277"/>
                  <a:chOff x="4545844" y="3971199"/>
                  <a:chExt cx="101416" cy="146277"/>
                </a:xfrm>
              </p:grpSpPr>
              <p:grpSp>
                <p:nvGrpSpPr>
                  <p:cNvPr id="1123" name="그룹 1122">
                    <a:extLst>
                      <a:ext uri="{FF2B5EF4-FFF2-40B4-BE49-F238E27FC236}">
                        <a16:creationId xmlns:a16="http://schemas.microsoft.com/office/drawing/2014/main" id="{85670FF8-1B8D-50C2-0891-6024E052EDD2}"/>
                      </a:ext>
                    </a:extLst>
                  </p:cNvPr>
                  <p:cNvGrpSpPr/>
                  <p:nvPr/>
                </p:nvGrpSpPr>
                <p:grpSpPr>
                  <a:xfrm>
                    <a:off x="4545844" y="3971199"/>
                    <a:ext cx="35826" cy="146277"/>
                    <a:chOff x="3250176" y="2637183"/>
                    <a:chExt cx="178824" cy="146277"/>
                  </a:xfrm>
                </p:grpSpPr>
                <p:grpSp>
                  <p:nvGrpSpPr>
                    <p:cNvPr id="1125" name="그룹 1124">
                      <a:extLst>
                        <a:ext uri="{FF2B5EF4-FFF2-40B4-BE49-F238E27FC236}">
                          <a16:creationId xmlns:a16="http://schemas.microsoft.com/office/drawing/2014/main" id="{2B6CE5ED-6000-98EA-B703-20DF7D383EAB}"/>
                        </a:ext>
                      </a:extLst>
                    </p:cNvPr>
                    <p:cNvGrpSpPr/>
                    <p:nvPr/>
                  </p:nvGrpSpPr>
                  <p:grpSpPr>
                    <a:xfrm>
                      <a:off x="3250176" y="2637183"/>
                      <a:ext cx="178824" cy="144000"/>
                      <a:chOff x="5453592" y="2641965"/>
                      <a:chExt cx="178824" cy="144000"/>
                    </a:xfrm>
                  </p:grpSpPr>
                  <p:cxnSp>
                    <p:nvCxnSpPr>
                      <p:cNvPr id="1127" name="직선 연결선 1126">
                        <a:extLst>
                          <a:ext uri="{FF2B5EF4-FFF2-40B4-BE49-F238E27FC236}">
                            <a16:creationId xmlns:a16="http://schemas.microsoft.com/office/drawing/2014/main" id="{AC4E8B9D-1205-9E75-4907-8AD851A76F7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8" name="직선 연결선 1127">
                        <a:extLst>
                          <a:ext uri="{FF2B5EF4-FFF2-40B4-BE49-F238E27FC236}">
                            <a16:creationId xmlns:a16="http://schemas.microsoft.com/office/drawing/2014/main" id="{53488648-0D54-2485-67D0-978BC14DC3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6" name="직선 연결선 1125">
                      <a:extLst>
                        <a:ext uri="{FF2B5EF4-FFF2-40B4-BE49-F238E27FC236}">
                          <a16:creationId xmlns:a16="http://schemas.microsoft.com/office/drawing/2014/main" id="{91F64217-0C9D-3513-BED3-FA9CC2A67D8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4" name="직선 연결선 1123">
                    <a:extLst>
                      <a:ext uri="{FF2B5EF4-FFF2-40B4-BE49-F238E27FC236}">
                        <a16:creationId xmlns:a16="http://schemas.microsoft.com/office/drawing/2014/main" id="{91950001-40D7-D894-7840-5559434F5D6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7" name="그룹 1116">
                  <a:extLst>
                    <a:ext uri="{FF2B5EF4-FFF2-40B4-BE49-F238E27FC236}">
                      <a16:creationId xmlns:a16="http://schemas.microsoft.com/office/drawing/2014/main" id="{DC628808-CBF5-0B69-1954-93E755326DFF}"/>
                    </a:ext>
                  </a:extLst>
                </p:cNvPr>
                <p:cNvGrpSpPr/>
                <p:nvPr/>
              </p:nvGrpSpPr>
              <p:grpSpPr>
                <a:xfrm>
                  <a:off x="4722981" y="4391632"/>
                  <a:ext cx="72000" cy="146277"/>
                  <a:chOff x="3250176" y="2637183"/>
                  <a:chExt cx="179694" cy="146277"/>
                </a:xfrm>
              </p:grpSpPr>
              <p:grpSp>
                <p:nvGrpSpPr>
                  <p:cNvPr id="1119" name="그룹 1118">
                    <a:extLst>
                      <a:ext uri="{FF2B5EF4-FFF2-40B4-BE49-F238E27FC236}">
                        <a16:creationId xmlns:a16="http://schemas.microsoft.com/office/drawing/2014/main" id="{CB90796C-27B6-2DD6-2DC1-CC74647044D2}"/>
                      </a:ext>
                    </a:extLst>
                  </p:cNvPr>
                  <p:cNvGrpSpPr/>
                  <p:nvPr/>
                </p:nvGrpSpPr>
                <p:grpSpPr>
                  <a:xfrm>
                    <a:off x="3250176" y="2637183"/>
                    <a:ext cx="178824" cy="144000"/>
                    <a:chOff x="5453592" y="2641965"/>
                    <a:chExt cx="178824" cy="144000"/>
                  </a:xfrm>
                </p:grpSpPr>
                <p:cxnSp>
                  <p:nvCxnSpPr>
                    <p:cNvPr id="1121" name="직선 연결선 1120">
                      <a:extLst>
                        <a:ext uri="{FF2B5EF4-FFF2-40B4-BE49-F238E27FC236}">
                          <a16:creationId xmlns:a16="http://schemas.microsoft.com/office/drawing/2014/main" id="{0D7F2C80-0CE0-234B-0719-31EE8BECD92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2" name="직선 연결선 1121">
                      <a:extLst>
                        <a:ext uri="{FF2B5EF4-FFF2-40B4-BE49-F238E27FC236}">
                          <a16:creationId xmlns:a16="http://schemas.microsoft.com/office/drawing/2014/main" id="{1E580423-4BA6-71A5-647B-B03A76CDAAE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0" name="직선 연결선 1119">
                    <a:extLst>
                      <a:ext uri="{FF2B5EF4-FFF2-40B4-BE49-F238E27FC236}">
                        <a16:creationId xmlns:a16="http://schemas.microsoft.com/office/drawing/2014/main" id="{DE7FCF86-18A5-98E8-6138-205253FDEA6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8" name="직선 연결선 1117">
                  <a:extLst>
                    <a:ext uri="{FF2B5EF4-FFF2-40B4-BE49-F238E27FC236}">
                      <a16:creationId xmlns:a16="http://schemas.microsoft.com/office/drawing/2014/main" id="{53D92B61-69CE-3C3B-BE5E-4B0416F1156F}"/>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165" name="그룹 1164">
              <a:extLst>
                <a:ext uri="{FF2B5EF4-FFF2-40B4-BE49-F238E27FC236}">
                  <a16:creationId xmlns:a16="http://schemas.microsoft.com/office/drawing/2014/main" id="{00CA8235-97F6-E774-7485-E89F9D19F31E}"/>
                </a:ext>
              </a:extLst>
            </p:cNvPr>
            <p:cNvGrpSpPr/>
            <p:nvPr/>
          </p:nvGrpSpPr>
          <p:grpSpPr>
            <a:xfrm>
              <a:off x="2819624" y="3945253"/>
              <a:ext cx="843703" cy="150569"/>
              <a:chOff x="2752717" y="4385438"/>
              <a:chExt cx="843703" cy="150569"/>
            </a:xfrm>
          </p:grpSpPr>
          <p:grpSp>
            <p:nvGrpSpPr>
              <p:cNvPr id="1166" name="그룹 1165">
                <a:extLst>
                  <a:ext uri="{FF2B5EF4-FFF2-40B4-BE49-F238E27FC236}">
                    <a16:creationId xmlns:a16="http://schemas.microsoft.com/office/drawing/2014/main" id="{272631B1-2449-822D-B2F5-4602B7034D33}"/>
                  </a:ext>
                </a:extLst>
              </p:cNvPr>
              <p:cNvGrpSpPr/>
              <p:nvPr/>
            </p:nvGrpSpPr>
            <p:grpSpPr>
              <a:xfrm>
                <a:off x="2752717" y="4386023"/>
                <a:ext cx="419075" cy="149984"/>
                <a:chOff x="4408576" y="4387925"/>
                <a:chExt cx="419075" cy="149984"/>
              </a:xfrm>
            </p:grpSpPr>
            <p:grpSp>
              <p:nvGrpSpPr>
                <p:cNvPr id="1194" name="그룹 1193">
                  <a:extLst>
                    <a:ext uri="{FF2B5EF4-FFF2-40B4-BE49-F238E27FC236}">
                      <a16:creationId xmlns:a16="http://schemas.microsoft.com/office/drawing/2014/main" id="{C253F12E-1C50-FDC7-9D93-49DDE9AC3293}"/>
                    </a:ext>
                  </a:extLst>
                </p:cNvPr>
                <p:cNvGrpSpPr/>
                <p:nvPr/>
              </p:nvGrpSpPr>
              <p:grpSpPr>
                <a:xfrm>
                  <a:off x="4408576" y="4388533"/>
                  <a:ext cx="72000" cy="146277"/>
                  <a:chOff x="3250176" y="2637183"/>
                  <a:chExt cx="179694" cy="146277"/>
                </a:xfrm>
              </p:grpSpPr>
              <p:grpSp>
                <p:nvGrpSpPr>
                  <p:cNvPr id="1216" name="그룹 1215">
                    <a:extLst>
                      <a:ext uri="{FF2B5EF4-FFF2-40B4-BE49-F238E27FC236}">
                        <a16:creationId xmlns:a16="http://schemas.microsoft.com/office/drawing/2014/main" id="{0D78AFD9-8FD7-57B9-509E-805FD05B5D2D}"/>
                      </a:ext>
                    </a:extLst>
                  </p:cNvPr>
                  <p:cNvGrpSpPr/>
                  <p:nvPr/>
                </p:nvGrpSpPr>
                <p:grpSpPr>
                  <a:xfrm>
                    <a:off x="3250176" y="2637183"/>
                    <a:ext cx="178824" cy="144000"/>
                    <a:chOff x="5453592" y="2641965"/>
                    <a:chExt cx="178824" cy="144000"/>
                  </a:xfrm>
                </p:grpSpPr>
                <p:cxnSp>
                  <p:nvCxnSpPr>
                    <p:cNvPr id="1218" name="직선 연결선 1217">
                      <a:extLst>
                        <a:ext uri="{FF2B5EF4-FFF2-40B4-BE49-F238E27FC236}">
                          <a16:creationId xmlns:a16="http://schemas.microsoft.com/office/drawing/2014/main" id="{EA8B03F2-CC70-4A15-4EDF-7E25CD93E57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9" name="직선 연결선 1218">
                      <a:extLst>
                        <a:ext uri="{FF2B5EF4-FFF2-40B4-BE49-F238E27FC236}">
                          <a16:creationId xmlns:a16="http://schemas.microsoft.com/office/drawing/2014/main" id="{4EFE9B53-EEAE-028E-34E1-E71EEE43E9A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7" name="직선 연결선 1216">
                    <a:extLst>
                      <a:ext uri="{FF2B5EF4-FFF2-40B4-BE49-F238E27FC236}">
                        <a16:creationId xmlns:a16="http://schemas.microsoft.com/office/drawing/2014/main" id="{83CE8A47-65CA-CE6B-B1C2-0A0B1E7D713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95" name="직선 연결선 1194">
                  <a:extLst>
                    <a:ext uri="{FF2B5EF4-FFF2-40B4-BE49-F238E27FC236}">
                      <a16:creationId xmlns:a16="http://schemas.microsoft.com/office/drawing/2014/main" id="{67F86B84-E62D-734F-9460-1438FBECDB6B}"/>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6" name="그룹 1195">
                  <a:extLst>
                    <a:ext uri="{FF2B5EF4-FFF2-40B4-BE49-F238E27FC236}">
                      <a16:creationId xmlns:a16="http://schemas.microsoft.com/office/drawing/2014/main" id="{BA354180-D71D-255C-1E64-8B3F4D1621D4}"/>
                    </a:ext>
                  </a:extLst>
                </p:cNvPr>
                <p:cNvGrpSpPr/>
                <p:nvPr/>
              </p:nvGrpSpPr>
              <p:grpSpPr>
                <a:xfrm>
                  <a:off x="4515485" y="4387925"/>
                  <a:ext cx="101416" cy="146277"/>
                  <a:chOff x="4545844" y="3971199"/>
                  <a:chExt cx="101416" cy="146277"/>
                </a:xfrm>
              </p:grpSpPr>
              <p:grpSp>
                <p:nvGrpSpPr>
                  <p:cNvPr id="1210" name="그룹 1209">
                    <a:extLst>
                      <a:ext uri="{FF2B5EF4-FFF2-40B4-BE49-F238E27FC236}">
                        <a16:creationId xmlns:a16="http://schemas.microsoft.com/office/drawing/2014/main" id="{03866816-3FDE-3B50-EF7A-FA33B246FC23}"/>
                      </a:ext>
                    </a:extLst>
                  </p:cNvPr>
                  <p:cNvGrpSpPr/>
                  <p:nvPr/>
                </p:nvGrpSpPr>
                <p:grpSpPr>
                  <a:xfrm>
                    <a:off x="4545844" y="3971199"/>
                    <a:ext cx="35826" cy="146277"/>
                    <a:chOff x="3250176" y="2637183"/>
                    <a:chExt cx="178824" cy="146277"/>
                  </a:xfrm>
                </p:grpSpPr>
                <p:grpSp>
                  <p:nvGrpSpPr>
                    <p:cNvPr id="1212" name="그룹 1211">
                      <a:extLst>
                        <a:ext uri="{FF2B5EF4-FFF2-40B4-BE49-F238E27FC236}">
                          <a16:creationId xmlns:a16="http://schemas.microsoft.com/office/drawing/2014/main" id="{5C3F961B-7866-87C0-A1BF-D3AA9D8C779F}"/>
                        </a:ext>
                      </a:extLst>
                    </p:cNvPr>
                    <p:cNvGrpSpPr/>
                    <p:nvPr/>
                  </p:nvGrpSpPr>
                  <p:grpSpPr>
                    <a:xfrm>
                      <a:off x="3250176" y="2637183"/>
                      <a:ext cx="178824" cy="144000"/>
                      <a:chOff x="5453592" y="2641965"/>
                      <a:chExt cx="178824" cy="144000"/>
                    </a:xfrm>
                  </p:grpSpPr>
                  <p:cxnSp>
                    <p:nvCxnSpPr>
                      <p:cNvPr id="1214" name="직선 연결선 1213">
                        <a:extLst>
                          <a:ext uri="{FF2B5EF4-FFF2-40B4-BE49-F238E27FC236}">
                            <a16:creationId xmlns:a16="http://schemas.microsoft.com/office/drawing/2014/main" id="{EF271251-011A-6698-9340-A7669AA5B4B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5" name="직선 연결선 1214">
                        <a:extLst>
                          <a:ext uri="{FF2B5EF4-FFF2-40B4-BE49-F238E27FC236}">
                            <a16:creationId xmlns:a16="http://schemas.microsoft.com/office/drawing/2014/main" id="{1B9EB483-0B5E-39F4-BA98-30041EA1CFE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3" name="직선 연결선 1212">
                      <a:extLst>
                        <a:ext uri="{FF2B5EF4-FFF2-40B4-BE49-F238E27FC236}">
                          <a16:creationId xmlns:a16="http://schemas.microsoft.com/office/drawing/2014/main" id="{1280FBAB-D2B8-D4FB-7C89-76F86F8F4CC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1" name="직선 연결선 1210">
                    <a:extLst>
                      <a:ext uri="{FF2B5EF4-FFF2-40B4-BE49-F238E27FC236}">
                        <a16:creationId xmlns:a16="http://schemas.microsoft.com/office/drawing/2014/main" id="{4D4F1EBD-BB39-E9B5-EAB1-42E0559DFC6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97" name="그룹 1196">
                  <a:extLst>
                    <a:ext uri="{FF2B5EF4-FFF2-40B4-BE49-F238E27FC236}">
                      <a16:creationId xmlns:a16="http://schemas.microsoft.com/office/drawing/2014/main" id="{A8D87D94-7A8D-AF3C-D236-4726DC5038BE}"/>
                    </a:ext>
                  </a:extLst>
                </p:cNvPr>
                <p:cNvGrpSpPr/>
                <p:nvPr/>
              </p:nvGrpSpPr>
              <p:grpSpPr>
                <a:xfrm>
                  <a:off x="4616003" y="4389306"/>
                  <a:ext cx="101416" cy="146277"/>
                  <a:chOff x="4545844" y="3971199"/>
                  <a:chExt cx="101416" cy="146277"/>
                </a:xfrm>
              </p:grpSpPr>
              <p:grpSp>
                <p:nvGrpSpPr>
                  <p:cNvPr id="1204" name="그룹 1203">
                    <a:extLst>
                      <a:ext uri="{FF2B5EF4-FFF2-40B4-BE49-F238E27FC236}">
                        <a16:creationId xmlns:a16="http://schemas.microsoft.com/office/drawing/2014/main" id="{208442E3-C5B0-E0FD-F5CC-37B3DEB99CAB}"/>
                      </a:ext>
                    </a:extLst>
                  </p:cNvPr>
                  <p:cNvGrpSpPr/>
                  <p:nvPr/>
                </p:nvGrpSpPr>
                <p:grpSpPr>
                  <a:xfrm>
                    <a:off x="4545844" y="3971199"/>
                    <a:ext cx="35826" cy="146277"/>
                    <a:chOff x="3250176" y="2637183"/>
                    <a:chExt cx="178824" cy="146277"/>
                  </a:xfrm>
                </p:grpSpPr>
                <p:grpSp>
                  <p:nvGrpSpPr>
                    <p:cNvPr id="1206" name="그룹 1205">
                      <a:extLst>
                        <a:ext uri="{FF2B5EF4-FFF2-40B4-BE49-F238E27FC236}">
                          <a16:creationId xmlns:a16="http://schemas.microsoft.com/office/drawing/2014/main" id="{35F0127B-EE61-21D3-646F-D6717907EE74}"/>
                        </a:ext>
                      </a:extLst>
                    </p:cNvPr>
                    <p:cNvGrpSpPr/>
                    <p:nvPr/>
                  </p:nvGrpSpPr>
                  <p:grpSpPr>
                    <a:xfrm>
                      <a:off x="3250176" y="2637183"/>
                      <a:ext cx="178824" cy="144000"/>
                      <a:chOff x="5453592" y="2641965"/>
                      <a:chExt cx="178824" cy="144000"/>
                    </a:xfrm>
                  </p:grpSpPr>
                  <p:cxnSp>
                    <p:nvCxnSpPr>
                      <p:cNvPr id="1208" name="직선 연결선 1207">
                        <a:extLst>
                          <a:ext uri="{FF2B5EF4-FFF2-40B4-BE49-F238E27FC236}">
                            <a16:creationId xmlns:a16="http://schemas.microsoft.com/office/drawing/2014/main" id="{A1947665-B0AD-B464-7726-3E543404CC6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9" name="직선 연결선 1208">
                        <a:extLst>
                          <a:ext uri="{FF2B5EF4-FFF2-40B4-BE49-F238E27FC236}">
                            <a16:creationId xmlns:a16="http://schemas.microsoft.com/office/drawing/2014/main" id="{840A1E76-5CDC-6A04-6F9F-19005EF3B91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07" name="직선 연결선 1206">
                      <a:extLst>
                        <a:ext uri="{FF2B5EF4-FFF2-40B4-BE49-F238E27FC236}">
                          <a16:creationId xmlns:a16="http://schemas.microsoft.com/office/drawing/2014/main" id="{709E2AD7-E0B6-36D4-DCE1-329EE420D75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05" name="직선 연결선 1204">
                    <a:extLst>
                      <a:ext uri="{FF2B5EF4-FFF2-40B4-BE49-F238E27FC236}">
                        <a16:creationId xmlns:a16="http://schemas.microsoft.com/office/drawing/2014/main" id="{6E46BB19-0DF1-A291-2C04-D7B930FCC25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98" name="그룹 1197">
                  <a:extLst>
                    <a:ext uri="{FF2B5EF4-FFF2-40B4-BE49-F238E27FC236}">
                      <a16:creationId xmlns:a16="http://schemas.microsoft.com/office/drawing/2014/main" id="{D64F69BC-41A7-25B6-FE19-013C92F48D93}"/>
                    </a:ext>
                  </a:extLst>
                </p:cNvPr>
                <p:cNvGrpSpPr/>
                <p:nvPr/>
              </p:nvGrpSpPr>
              <p:grpSpPr>
                <a:xfrm>
                  <a:off x="4722981" y="4391632"/>
                  <a:ext cx="72000" cy="146277"/>
                  <a:chOff x="3250176" y="2637183"/>
                  <a:chExt cx="179694" cy="146277"/>
                </a:xfrm>
              </p:grpSpPr>
              <p:grpSp>
                <p:nvGrpSpPr>
                  <p:cNvPr id="1200" name="그룹 1199">
                    <a:extLst>
                      <a:ext uri="{FF2B5EF4-FFF2-40B4-BE49-F238E27FC236}">
                        <a16:creationId xmlns:a16="http://schemas.microsoft.com/office/drawing/2014/main" id="{5F99365D-9D44-32B6-85D1-5C084FC067F3}"/>
                      </a:ext>
                    </a:extLst>
                  </p:cNvPr>
                  <p:cNvGrpSpPr/>
                  <p:nvPr/>
                </p:nvGrpSpPr>
                <p:grpSpPr>
                  <a:xfrm>
                    <a:off x="3250176" y="2637183"/>
                    <a:ext cx="178824" cy="144000"/>
                    <a:chOff x="5453592" y="2641965"/>
                    <a:chExt cx="178824" cy="144000"/>
                  </a:xfrm>
                </p:grpSpPr>
                <p:cxnSp>
                  <p:nvCxnSpPr>
                    <p:cNvPr id="1202" name="직선 연결선 1201">
                      <a:extLst>
                        <a:ext uri="{FF2B5EF4-FFF2-40B4-BE49-F238E27FC236}">
                          <a16:creationId xmlns:a16="http://schemas.microsoft.com/office/drawing/2014/main" id="{44C3D36B-0165-1B6B-20B5-ABFC79208D2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3" name="직선 연결선 1202">
                      <a:extLst>
                        <a:ext uri="{FF2B5EF4-FFF2-40B4-BE49-F238E27FC236}">
                          <a16:creationId xmlns:a16="http://schemas.microsoft.com/office/drawing/2014/main" id="{6B304D8C-FB85-8CFF-D160-D1B571AAAC7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01" name="직선 연결선 1200">
                    <a:extLst>
                      <a:ext uri="{FF2B5EF4-FFF2-40B4-BE49-F238E27FC236}">
                        <a16:creationId xmlns:a16="http://schemas.microsoft.com/office/drawing/2014/main" id="{29DFC5D7-F563-0BE2-2AC1-465AA900681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99" name="직선 연결선 1198">
                  <a:extLst>
                    <a:ext uri="{FF2B5EF4-FFF2-40B4-BE49-F238E27FC236}">
                      <a16:creationId xmlns:a16="http://schemas.microsoft.com/office/drawing/2014/main" id="{FC3B887E-24D8-E522-4596-D006E572D9ED}"/>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67" name="그룹 1166">
                <a:extLst>
                  <a:ext uri="{FF2B5EF4-FFF2-40B4-BE49-F238E27FC236}">
                    <a16:creationId xmlns:a16="http://schemas.microsoft.com/office/drawing/2014/main" id="{E7E9F70B-7458-F9CC-54CB-808D14A84D3F}"/>
                  </a:ext>
                </a:extLst>
              </p:cNvPr>
              <p:cNvGrpSpPr/>
              <p:nvPr/>
            </p:nvGrpSpPr>
            <p:grpSpPr>
              <a:xfrm>
                <a:off x="3177345" y="4385438"/>
                <a:ext cx="419075" cy="149984"/>
                <a:chOff x="4408576" y="4387925"/>
                <a:chExt cx="419075" cy="149984"/>
              </a:xfrm>
            </p:grpSpPr>
            <p:grpSp>
              <p:nvGrpSpPr>
                <p:cNvPr id="1168" name="그룹 1167">
                  <a:extLst>
                    <a:ext uri="{FF2B5EF4-FFF2-40B4-BE49-F238E27FC236}">
                      <a16:creationId xmlns:a16="http://schemas.microsoft.com/office/drawing/2014/main" id="{84136CC4-943F-FAB3-D3F1-3F83E538AA38}"/>
                    </a:ext>
                  </a:extLst>
                </p:cNvPr>
                <p:cNvGrpSpPr/>
                <p:nvPr/>
              </p:nvGrpSpPr>
              <p:grpSpPr>
                <a:xfrm>
                  <a:off x="4408576" y="4388533"/>
                  <a:ext cx="72000" cy="146277"/>
                  <a:chOff x="3250176" y="2637183"/>
                  <a:chExt cx="179694" cy="146277"/>
                </a:xfrm>
              </p:grpSpPr>
              <p:grpSp>
                <p:nvGrpSpPr>
                  <p:cNvPr id="1190" name="그룹 1189">
                    <a:extLst>
                      <a:ext uri="{FF2B5EF4-FFF2-40B4-BE49-F238E27FC236}">
                        <a16:creationId xmlns:a16="http://schemas.microsoft.com/office/drawing/2014/main" id="{C6D3AAFC-1F73-7D92-9C4C-EA87517F0CFA}"/>
                      </a:ext>
                    </a:extLst>
                  </p:cNvPr>
                  <p:cNvGrpSpPr/>
                  <p:nvPr/>
                </p:nvGrpSpPr>
                <p:grpSpPr>
                  <a:xfrm>
                    <a:off x="3250176" y="2637183"/>
                    <a:ext cx="178824" cy="144000"/>
                    <a:chOff x="5453592" y="2641965"/>
                    <a:chExt cx="178824" cy="144000"/>
                  </a:xfrm>
                </p:grpSpPr>
                <p:cxnSp>
                  <p:nvCxnSpPr>
                    <p:cNvPr id="1192" name="직선 연결선 1191">
                      <a:extLst>
                        <a:ext uri="{FF2B5EF4-FFF2-40B4-BE49-F238E27FC236}">
                          <a16:creationId xmlns:a16="http://schemas.microsoft.com/office/drawing/2014/main" id="{16E3454B-EFCB-7F34-4A61-F78B7DFC7EE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3" name="직선 연결선 1192">
                      <a:extLst>
                        <a:ext uri="{FF2B5EF4-FFF2-40B4-BE49-F238E27FC236}">
                          <a16:creationId xmlns:a16="http://schemas.microsoft.com/office/drawing/2014/main" id="{76B54688-8009-2EEC-9690-9A7ADE92977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91" name="직선 연결선 1190">
                    <a:extLst>
                      <a:ext uri="{FF2B5EF4-FFF2-40B4-BE49-F238E27FC236}">
                        <a16:creationId xmlns:a16="http://schemas.microsoft.com/office/drawing/2014/main" id="{CD580D69-6578-1367-FE33-8FBB0E326EC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69" name="직선 연결선 1168">
                  <a:extLst>
                    <a:ext uri="{FF2B5EF4-FFF2-40B4-BE49-F238E27FC236}">
                      <a16:creationId xmlns:a16="http://schemas.microsoft.com/office/drawing/2014/main" id="{F12CA0DF-266C-062D-FD55-CD0066A6BC9E}"/>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70" name="그룹 1169">
                  <a:extLst>
                    <a:ext uri="{FF2B5EF4-FFF2-40B4-BE49-F238E27FC236}">
                      <a16:creationId xmlns:a16="http://schemas.microsoft.com/office/drawing/2014/main" id="{8DB35944-1F7C-D5CE-D7D2-0BD281F52E0D}"/>
                    </a:ext>
                  </a:extLst>
                </p:cNvPr>
                <p:cNvGrpSpPr/>
                <p:nvPr/>
              </p:nvGrpSpPr>
              <p:grpSpPr>
                <a:xfrm>
                  <a:off x="4515485" y="4387925"/>
                  <a:ext cx="101416" cy="146277"/>
                  <a:chOff x="4545844" y="3971199"/>
                  <a:chExt cx="101416" cy="146277"/>
                </a:xfrm>
              </p:grpSpPr>
              <p:grpSp>
                <p:nvGrpSpPr>
                  <p:cNvPr id="1184" name="그룹 1183">
                    <a:extLst>
                      <a:ext uri="{FF2B5EF4-FFF2-40B4-BE49-F238E27FC236}">
                        <a16:creationId xmlns:a16="http://schemas.microsoft.com/office/drawing/2014/main" id="{4ED71812-450D-D438-5213-C73648A4D490}"/>
                      </a:ext>
                    </a:extLst>
                  </p:cNvPr>
                  <p:cNvGrpSpPr/>
                  <p:nvPr/>
                </p:nvGrpSpPr>
                <p:grpSpPr>
                  <a:xfrm>
                    <a:off x="4545844" y="3971199"/>
                    <a:ext cx="35826" cy="146277"/>
                    <a:chOff x="3250176" y="2637183"/>
                    <a:chExt cx="178824" cy="146277"/>
                  </a:xfrm>
                </p:grpSpPr>
                <p:grpSp>
                  <p:nvGrpSpPr>
                    <p:cNvPr id="1186" name="그룹 1185">
                      <a:extLst>
                        <a:ext uri="{FF2B5EF4-FFF2-40B4-BE49-F238E27FC236}">
                          <a16:creationId xmlns:a16="http://schemas.microsoft.com/office/drawing/2014/main" id="{4A350765-70A7-3CF9-46B8-D2113452277D}"/>
                        </a:ext>
                      </a:extLst>
                    </p:cNvPr>
                    <p:cNvGrpSpPr/>
                    <p:nvPr/>
                  </p:nvGrpSpPr>
                  <p:grpSpPr>
                    <a:xfrm>
                      <a:off x="3250176" y="2637183"/>
                      <a:ext cx="178824" cy="144000"/>
                      <a:chOff x="5453592" y="2641965"/>
                      <a:chExt cx="178824" cy="144000"/>
                    </a:xfrm>
                  </p:grpSpPr>
                  <p:cxnSp>
                    <p:nvCxnSpPr>
                      <p:cNvPr id="1188" name="직선 연결선 1187">
                        <a:extLst>
                          <a:ext uri="{FF2B5EF4-FFF2-40B4-BE49-F238E27FC236}">
                            <a16:creationId xmlns:a16="http://schemas.microsoft.com/office/drawing/2014/main" id="{7F1690E4-75AD-2086-FF42-1454CFCE503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9" name="직선 연결선 1188">
                        <a:extLst>
                          <a:ext uri="{FF2B5EF4-FFF2-40B4-BE49-F238E27FC236}">
                            <a16:creationId xmlns:a16="http://schemas.microsoft.com/office/drawing/2014/main" id="{ADAE5FAE-7C23-9674-7A8E-E9E6B55850F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7" name="직선 연결선 1186">
                      <a:extLst>
                        <a:ext uri="{FF2B5EF4-FFF2-40B4-BE49-F238E27FC236}">
                          <a16:creationId xmlns:a16="http://schemas.microsoft.com/office/drawing/2014/main" id="{57D8A4D4-06A4-388C-CA24-7325FE9AD07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5" name="직선 연결선 1184">
                    <a:extLst>
                      <a:ext uri="{FF2B5EF4-FFF2-40B4-BE49-F238E27FC236}">
                        <a16:creationId xmlns:a16="http://schemas.microsoft.com/office/drawing/2014/main" id="{897102A7-AE7C-82C2-DD5C-EFE3470FD86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71" name="그룹 1170">
                  <a:extLst>
                    <a:ext uri="{FF2B5EF4-FFF2-40B4-BE49-F238E27FC236}">
                      <a16:creationId xmlns:a16="http://schemas.microsoft.com/office/drawing/2014/main" id="{CC82839C-48F3-ABCC-7C03-8A96125F889A}"/>
                    </a:ext>
                  </a:extLst>
                </p:cNvPr>
                <p:cNvGrpSpPr/>
                <p:nvPr/>
              </p:nvGrpSpPr>
              <p:grpSpPr>
                <a:xfrm>
                  <a:off x="4616003" y="4389306"/>
                  <a:ext cx="101416" cy="146277"/>
                  <a:chOff x="4545844" y="3971199"/>
                  <a:chExt cx="101416" cy="146277"/>
                </a:xfrm>
              </p:grpSpPr>
              <p:grpSp>
                <p:nvGrpSpPr>
                  <p:cNvPr id="1178" name="그룹 1177">
                    <a:extLst>
                      <a:ext uri="{FF2B5EF4-FFF2-40B4-BE49-F238E27FC236}">
                        <a16:creationId xmlns:a16="http://schemas.microsoft.com/office/drawing/2014/main" id="{D48CC219-AD91-B816-9023-5D9ED0A24AFC}"/>
                      </a:ext>
                    </a:extLst>
                  </p:cNvPr>
                  <p:cNvGrpSpPr/>
                  <p:nvPr/>
                </p:nvGrpSpPr>
                <p:grpSpPr>
                  <a:xfrm>
                    <a:off x="4545844" y="3971199"/>
                    <a:ext cx="35826" cy="146277"/>
                    <a:chOff x="3250176" y="2637183"/>
                    <a:chExt cx="178824" cy="146277"/>
                  </a:xfrm>
                </p:grpSpPr>
                <p:grpSp>
                  <p:nvGrpSpPr>
                    <p:cNvPr id="1180" name="그룹 1179">
                      <a:extLst>
                        <a:ext uri="{FF2B5EF4-FFF2-40B4-BE49-F238E27FC236}">
                          <a16:creationId xmlns:a16="http://schemas.microsoft.com/office/drawing/2014/main" id="{72EB3379-3C10-DDDF-B955-1B2DDE829111}"/>
                        </a:ext>
                      </a:extLst>
                    </p:cNvPr>
                    <p:cNvGrpSpPr/>
                    <p:nvPr/>
                  </p:nvGrpSpPr>
                  <p:grpSpPr>
                    <a:xfrm>
                      <a:off x="3250176" y="2637183"/>
                      <a:ext cx="178824" cy="144000"/>
                      <a:chOff x="5453592" y="2641965"/>
                      <a:chExt cx="178824" cy="144000"/>
                    </a:xfrm>
                  </p:grpSpPr>
                  <p:cxnSp>
                    <p:nvCxnSpPr>
                      <p:cNvPr id="1182" name="직선 연결선 1181">
                        <a:extLst>
                          <a:ext uri="{FF2B5EF4-FFF2-40B4-BE49-F238E27FC236}">
                            <a16:creationId xmlns:a16="http://schemas.microsoft.com/office/drawing/2014/main" id="{4EDA1737-CB36-D449-5BE0-8DCC5083F5D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3" name="직선 연결선 1182">
                        <a:extLst>
                          <a:ext uri="{FF2B5EF4-FFF2-40B4-BE49-F238E27FC236}">
                            <a16:creationId xmlns:a16="http://schemas.microsoft.com/office/drawing/2014/main" id="{2DC2C78F-29D0-B186-FBF8-D74EC9C0828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1" name="직선 연결선 1180">
                      <a:extLst>
                        <a:ext uri="{FF2B5EF4-FFF2-40B4-BE49-F238E27FC236}">
                          <a16:creationId xmlns:a16="http://schemas.microsoft.com/office/drawing/2014/main" id="{950319AA-5F70-399C-0A5C-6BFB9273CEF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79" name="직선 연결선 1178">
                    <a:extLst>
                      <a:ext uri="{FF2B5EF4-FFF2-40B4-BE49-F238E27FC236}">
                        <a16:creationId xmlns:a16="http://schemas.microsoft.com/office/drawing/2014/main" id="{90B91708-E869-1A1C-A906-401DEE15096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72" name="그룹 1171">
                  <a:extLst>
                    <a:ext uri="{FF2B5EF4-FFF2-40B4-BE49-F238E27FC236}">
                      <a16:creationId xmlns:a16="http://schemas.microsoft.com/office/drawing/2014/main" id="{8FCE47DB-B120-B01D-21D3-E7A73D4A8CFE}"/>
                    </a:ext>
                  </a:extLst>
                </p:cNvPr>
                <p:cNvGrpSpPr/>
                <p:nvPr/>
              </p:nvGrpSpPr>
              <p:grpSpPr>
                <a:xfrm>
                  <a:off x="4722981" y="4391632"/>
                  <a:ext cx="72000" cy="146277"/>
                  <a:chOff x="3250176" y="2637183"/>
                  <a:chExt cx="179694" cy="146277"/>
                </a:xfrm>
              </p:grpSpPr>
              <p:grpSp>
                <p:nvGrpSpPr>
                  <p:cNvPr id="1174" name="그룹 1173">
                    <a:extLst>
                      <a:ext uri="{FF2B5EF4-FFF2-40B4-BE49-F238E27FC236}">
                        <a16:creationId xmlns:a16="http://schemas.microsoft.com/office/drawing/2014/main" id="{CBB1E12E-F26A-47D8-5084-F281B030D55D}"/>
                      </a:ext>
                    </a:extLst>
                  </p:cNvPr>
                  <p:cNvGrpSpPr/>
                  <p:nvPr/>
                </p:nvGrpSpPr>
                <p:grpSpPr>
                  <a:xfrm>
                    <a:off x="3250176" y="2637183"/>
                    <a:ext cx="178824" cy="144000"/>
                    <a:chOff x="5453592" y="2641965"/>
                    <a:chExt cx="178824" cy="144000"/>
                  </a:xfrm>
                </p:grpSpPr>
                <p:cxnSp>
                  <p:nvCxnSpPr>
                    <p:cNvPr id="1176" name="직선 연결선 1175">
                      <a:extLst>
                        <a:ext uri="{FF2B5EF4-FFF2-40B4-BE49-F238E27FC236}">
                          <a16:creationId xmlns:a16="http://schemas.microsoft.com/office/drawing/2014/main" id="{A16CBDD5-407D-6F0E-8182-589D8D6EF2B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7" name="직선 연결선 1176">
                      <a:extLst>
                        <a:ext uri="{FF2B5EF4-FFF2-40B4-BE49-F238E27FC236}">
                          <a16:creationId xmlns:a16="http://schemas.microsoft.com/office/drawing/2014/main" id="{A9C4AD7C-12EB-3745-A095-6D9EA9B99B5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75" name="직선 연결선 1174">
                    <a:extLst>
                      <a:ext uri="{FF2B5EF4-FFF2-40B4-BE49-F238E27FC236}">
                        <a16:creationId xmlns:a16="http://schemas.microsoft.com/office/drawing/2014/main" id="{E044133A-0DB0-11DD-2128-DCDC3C7FFFF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73" name="직선 연결선 1172">
                  <a:extLst>
                    <a:ext uri="{FF2B5EF4-FFF2-40B4-BE49-F238E27FC236}">
                      <a16:creationId xmlns:a16="http://schemas.microsoft.com/office/drawing/2014/main" id="{ACA9813B-7739-1DBD-B58B-A8D487036B9B}"/>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cxnSp>
          <p:nvCxnSpPr>
            <p:cNvPr id="1223" name="직선 연결선 1222">
              <a:extLst>
                <a:ext uri="{FF2B5EF4-FFF2-40B4-BE49-F238E27FC236}">
                  <a16:creationId xmlns:a16="http://schemas.microsoft.com/office/drawing/2014/main" id="{06A38DDF-C97D-4173-2598-85858387925C}"/>
                </a:ext>
              </a:extLst>
            </p:cNvPr>
            <p:cNvCxnSpPr>
              <a:cxnSpLocks/>
            </p:cNvCxnSpPr>
            <p:nvPr/>
          </p:nvCxnSpPr>
          <p:spPr>
            <a:xfrm flipV="1">
              <a:off x="3790032" y="4320727"/>
              <a:ext cx="7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24" name="직선 연결선 1223">
              <a:extLst>
                <a:ext uri="{FF2B5EF4-FFF2-40B4-BE49-F238E27FC236}">
                  <a16:creationId xmlns:a16="http://schemas.microsoft.com/office/drawing/2014/main" id="{940F3BF4-EDA6-8DA4-B5A3-55FA022BDA32}"/>
                </a:ext>
              </a:extLst>
            </p:cNvPr>
            <p:cNvCxnSpPr>
              <a:cxnSpLocks/>
            </p:cNvCxnSpPr>
            <p:nvPr/>
          </p:nvCxnSpPr>
          <p:spPr>
            <a:xfrm flipV="1">
              <a:off x="3788044" y="4099873"/>
              <a:ext cx="7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27" name="그룹 1226">
              <a:extLst>
                <a:ext uri="{FF2B5EF4-FFF2-40B4-BE49-F238E27FC236}">
                  <a16:creationId xmlns:a16="http://schemas.microsoft.com/office/drawing/2014/main" id="{0FA94DD6-8FC4-8F98-F7E4-D4EF272410F0}"/>
                </a:ext>
              </a:extLst>
            </p:cNvPr>
            <p:cNvGrpSpPr/>
            <p:nvPr/>
          </p:nvGrpSpPr>
          <p:grpSpPr>
            <a:xfrm>
              <a:off x="3707387" y="4491259"/>
              <a:ext cx="36000" cy="108000"/>
              <a:chOff x="2385358" y="4750780"/>
              <a:chExt cx="72460" cy="161138"/>
            </a:xfrm>
          </p:grpSpPr>
          <p:sp>
            <p:nvSpPr>
              <p:cNvPr id="1225" name="자유형: 도형 1224">
                <a:extLst>
                  <a:ext uri="{FF2B5EF4-FFF2-40B4-BE49-F238E27FC236}">
                    <a16:creationId xmlns:a16="http://schemas.microsoft.com/office/drawing/2014/main" id="{30FCD70A-26ED-658B-D60D-D85822D9A28C}"/>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26" name="자유형: 도형 1225">
                <a:extLst>
                  <a:ext uri="{FF2B5EF4-FFF2-40B4-BE49-F238E27FC236}">
                    <a16:creationId xmlns:a16="http://schemas.microsoft.com/office/drawing/2014/main" id="{C740647D-B373-034B-49F8-21DC6A6E1B0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28" name="그룹 1227">
              <a:extLst>
                <a:ext uri="{FF2B5EF4-FFF2-40B4-BE49-F238E27FC236}">
                  <a16:creationId xmlns:a16="http://schemas.microsoft.com/office/drawing/2014/main" id="{A5187530-92E0-CDD8-7B25-B671B35F06A3}"/>
                </a:ext>
              </a:extLst>
            </p:cNvPr>
            <p:cNvGrpSpPr/>
            <p:nvPr/>
          </p:nvGrpSpPr>
          <p:grpSpPr>
            <a:xfrm>
              <a:off x="3704951" y="4240554"/>
              <a:ext cx="36000" cy="108000"/>
              <a:chOff x="2385358" y="4750780"/>
              <a:chExt cx="72460" cy="161138"/>
            </a:xfrm>
          </p:grpSpPr>
          <p:sp>
            <p:nvSpPr>
              <p:cNvPr id="1229" name="자유형: 도형 1228">
                <a:extLst>
                  <a:ext uri="{FF2B5EF4-FFF2-40B4-BE49-F238E27FC236}">
                    <a16:creationId xmlns:a16="http://schemas.microsoft.com/office/drawing/2014/main" id="{D38F5BCB-65D0-AB75-5B40-C9409F2B3D1D}"/>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0" name="자유형: 도형 1229">
                <a:extLst>
                  <a:ext uri="{FF2B5EF4-FFF2-40B4-BE49-F238E27FC236}">
                    <a16:creationId xmlns:a16="http://schemas.microsoft.com/office/drawing/2014/main" id="{29C6ACE2-CF09-AFEB-4ADC-4C08F68623E4}"/>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31" name="그룹 1230">
              <a:extLst>
                <a:ext uri="{FF2B5EF4-FFF2-40B4-BE49-F238E27FC236}">
                  <a16:creationId xmlns:a16="http://schemas.microsoft.com/office/drawing/2014/main" id="{1FE5E88C-5B79-CBD4-F94C-71B476DAC2C3}"/>
                </a:ext>
              </a:extLst>
            </p:cNvPr>
            <p:cNvGrpSpPr/>
            <p:nvPr/>
          </p:nvGrpSpPr>
          <p:grpSpPr>
            <a:xfrm>
              <a:off x="3701959" y="4022497"/>
              <a:ext cx="36000" cy="108000"/>
              <a:chOff x="2385358" y="4750780"/>
              <a:chExt cx="72460" cy="161138"/>
            </a:xfrm>
          </p:grpSpPr>
          <p:sp>
            <p:nvSpPr>
              <p:cNvPr id="1232" name="자유형: 도형 1231">
                <a:extLst>
                  <a:ext uri="{FF2B5EF4-FFF2-40B4-BE49-F238E27FC236}">
                    <a16:creationId xmlns:a16="http://schemas.microsoft.com/office/drawing/2014/main" id="{86E0B155-2024-BF00-C397-C763921F528C}"/>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3" name="자유형: 도형 1232">
                <a:extLst>
                  <a:ext uri="{FF2B5EF4-FFF2-40B4-BE49-F238E27FC236}">
                    <a16:creationId xmlns:a16="http://schemas.microsoft.com/office/drawing/2014/main" id="{A1B70BDE-C995-8942-88B3-8FB663341A40}"/>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1235" name="직선 연결선 1234">
              <a:extLst>
                <a:ext uri="{FF2B5EF4-FFF2-40B4-BE49-F238E27FC236}">
                  <a16:creationId xmlns:a16="http://schemas.microsoft.com/office/drawing/2014/main" id="{FE636523-84DD-3C83-0B0B-6E81AB8E77DD}"/>
                </a:ext>
              </a:extLst>
            </p:cNvPr>
            <p:cNvCxnSpPr/>
            <p:nvPr/>
          </p:nvCxnSpPr>
          <p:spPr>
            <a:xfrm>
              <a:off x="4545108" y="2833261"/>
              <a:ext cx="0" cy="1836000"/>
            </a:xfrm>
            <a:prstGeom prst="line">
              <a:avLst/>
            </a:prstGeom>
            <a:ln w="3175">
              <a:solidFill>
                <a:srgbClr val="0033CC"/>
              </a:solidFill>
              <a:prstDash val="dash"/>
            </a:ln>
          </p:spPr>
          <p:style>
            <a:lnRef idx="1">
              <a:schemeClr val="accent1"/>
            </a:lnRef>
            <a:fillRef idx="0">
              <a:schemeClr val="accent1"/>
            </a:fillRef>
            <a:effectRef idx="0">
              <a:schemeClr val="accent1"/>
            </a:effectRef>
            <a:fontRef idx="minor">
              <a:schemeClr val="tx1"/>
            </a:fontRef>
          </p:style>
        </p:cxnSp>
        <p:sp>
          <p:nvSpPr>
            <p:cNvPr id="163" name="직사각형 162">
              <a:extLst>
                <a:ext uri="{FF2B5EF4-FFF2-40B4-BE49-F238E27FC236}">
                  <a16:creationId xmlns:a16="http://schemas.microsoft.com/office/drawing/2014/main" id="{A08BF9F4-94CC-1335-CF68-6575D4D5E08A}"/>
                </a:ext>
              </a:extLst>
            </p:cNvPr>
            <p:cNvSpPr/>
            <p:nvPr/>
          </p:nvSpPr>
          <p:spPr>
            <a:xfrm>
              <a:off x="5806564" y="3028366"/>
              <a:ext cx="142610" cy="15674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9" name="자유형: 도형 1238">
              <a:extLst>
                <a:ext uri="{FF2B5EF4-FFF2-40B4-BE49-F238E27FC236}">
                  <a16:creationId xmlns:a16="http://schemas.microsoft.com/office/drawing/2014/main" id="{55D3D28B-C32C-BB70-F72F-75FCFF753062}"/>
                </a:ext>
              </a:extLst>
            </p:cNvPr>
            <p:cNvSpPr/>
            <p:nvPr/>
          </p:nvSpPr>
          <p:spPr>
            <a:xfrm>
              <a:off x="2644652" y="3654414"/>
              <a:ext cx="214685" cy="246490"/>
            </a:xfrm>
            <a:custGeom>
              <a:avLst/>
              <a:gdLst>
                <a:gd name="connsiteX0" fmla="*/ 0 w 214685"/>
                <a:gd name="connsiteY0" fmla="*/ 0 h 246490"/>
                <a:gd name="connsiteX1" fmla="*/ 155050 w 214685"/>
                <a:gd name="connsiteY1" fmla="*/ 123245 h 246490"/>
                <a:gd name="connsiteX2" fmla="*/ 214685 w 214685"/>
                <a:gd name="connsiteY2" fmla="*/ 246490 h 246490"/>
              </a:gdLst>
              <a:ahLst/>
              <a:cxnLst>
                <a:cxn ang="0">
                  <a:pos x="connsiteX0" y="connsiteY0"/>
                </a:cxn>
                <a:cxn ang="0">
                  <a:pos x="connsiteX1" y="connsiteY1"/>
                </a:cxn>
                <a:cxn ang="0">
                  <a:pos x="connsiteX2" y="connsiteY2"/>
                </a:cxn>
              </a:cxnLst>
              <a:rect l="l" t="t" r="r" b="b"/>
              <a:pathLst>
                <a:path w="214685" h="246490">
                  <a:moveTo>
                    <a:pt x="0" y="0"/>
                  </a:moveTo>
                  <a:cubicBezTo>
                    <a:pt x="59634" y="41081"/>
                    <a:pt x="119269" y="82163"/>
                    <a:pt x="155050" y="123245"/>
                  </a:cubicBezTo>
                  <a:cubicBezTo>
                    <a:pt x="190831" y="164327"/>
                    <a:pt x="202758" y="205408"/>
                    <a:pt x="214685" y="246490"/>
                  </a:cubicBezTo>
                </a:path>
              </a:pathLst>
            </a:custGeom>
            <a:noFill/>
            <a:ln w="3175">
              <a:solidFill>
                <a:schemeClr val="tx1"/>
              </a:solidFill>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41" name="자유형: 도형 1240">
              <a:extLst>
                <a:ext uri="{FF2B5EF4-FFF2-40B4-BE49-F238E27FC236}">
                  <a16:creationId xmlns:a16="http://schemas.microsoft.com/office/drawing/2014/main" id="{4606EA3B-1B2A-16CF-186B-6392B879361B}"/>
                </a:ext>
              </a:extLst>
            </p:cNvPr>
            <p:cNvSpPr/>
            <p:nvPr/>
          </p:nvSpPr>
          <p:spPr>
            <a:xfrm>
              <a:off x="4457258" y="2998431"/>
              <a:ext cx="244350" cy="942230"/>
            </a:xfrm>
            <a:custGeom>
              <a:avLst/>
              <a:gdLst>
                <a:gd name="connsiteX0" fmla="*/ 91731 w 244350"/>
                <a:gd name="connsiteY0" fmla="*/ 0 h 942230"/>
                <a:gd name="connsiteX1" fmla="*/ 242806 w 244350"/>
                <a:gd name="connsiteY1" fmla="*/ 373712 h 942230"/>
                <a:gd name="connsiteX2" fmla="*/ 8242 w 244350"/>
                <a:gd name="connsiteY2" fmla="*/ 747423 h 942230"/>
                <a:gd name="connsiteX3" fmla="*/ 75828 w 244350"/>
                <a:gd name="connsiteY3" fmla="*/ 942230 h 942230"/>
              </a:gdLst>
              <a:ahLst/>
              <a:cxnLst>
                <a:cxn ang="0">
                  <a:pos x="connsiteX0" y="connsiteY0"/>
                </a:cxn>
                <a:cxn ang="0">
                  <a:pos x="connsiteX1" y="connsiteY1"/>
                </a:cxn>
                <a:cxn ang="0">
                  <a:pos x="connsiteX2" y="connsiteY2"/>
                </a:cxn>
                <a:cxn ang="0">
                  <a:pos x="connsiteX3" y="connsiteY3"/>
                </a:cxn>
              </a:cxnLst>
              <a:rect l="l" t="t" r="r" b="b"/>
              <a:pathLst>
                <a:path w="244350" h="942230">
                  <a:moveTo>
                    <a:pt x="91731" y="0"/>
                  </a:moveTo>
                  <a:cubicBezTo>
                    <a:pt x="174226" y="124571"/>
                    <a:pt x="256721" y="249142"/>
                    <a:pt x="242806" y="373712"/>
                  </a:cubicBezTo>
                  <a:cubicBezTo>
                    <a:pt x="228891" y="498282"/>
                    <a:pt x="36072" y="652670"/>
                    <a:pt x="8242" y="747423"/>
                  </a:cubicBezTo>
                  <a:cubicBezTo>
                    <a:pt x="-19588" y="842176"/>
                    <a:pt x="28120" y="892203"/>
                    <a:pt x="75828" y="942230"/>
                  </a:cubicBezTo>
                </a:path>
              </a:pathLst>
            </a:custGeom>
            <a:noFill/>
            <a:ln w="3175">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53" name="TextBox 2452">
              <a:extLst>
                <a:ext uri="{FF2B5EF4-FFF2-40B4-BE49-F238E27FC236}">
                  <a16:creationId xmlns:a16="http://schemas.microsoft.com/office/drawing/2014/main" id="{1FA0401C-29B5-C7C3-D3C7-FE37BA0295D5}"/>
                </a:ext>
              </a:extLst>
            </p:cNvPr>
            <p:cNvSpPr txBox="1"/>
            <p:nvPr/>
          </p:nvSpPr>
          <p:spPr>
            <a:xfrm>
              <a:off x="4740579" y="3767901"/>
              <a:ext cx="798617" cy="200055"/>
            </a:xfrm>
            <a:prstGeom prst="rect">
              <a:avLst/>
            </a:prstGeom>
            <a:noFill/>
          </p:spPr>
          <p:txBody>
            <a:bodyPr wrap="none" rtlCol="0">
              <a:spAutoFit/>
            </a:bodyPr>
            <a:lstStyle/>
            <a:p>
              <a:r>
                <a:rPr lang="en-US" altLang="ko-KR" sz="700" dirty="0"/>
                <a:t>SYNC-AUTO-GEN</a:t>
              </a:r>
              <a:endParaRPr lang="ko-KR" altLang="en-US" sz="700" dirty="0"/>
            </a:p>
          </p:txBody>
        </p:sp>
        <p:sp>
          <p:nvSpPr>
            <p:cNvPr id="2454" name="TextBox 2453">
              <a:extLst>
                <a:ext uri="{FF2B5EF4-FFF2-40B4-BE49-F238E27FC236}">
                  <a16:creationId xmlns:a16="http://schemas.microsoft.com/office/drawing/2014/main" id="{DB50B8AE-1F5F-CA50-2218-699A2E1F6E97}"/>
                </a:ext>
              </a:extLst>
            </p:cNvPr>
            <p:cNvSpPr txBox="1"/>
            <p:nvPr/>
          </p:nvSpPr>
          <p:spPr>
            <a:xfrm>
              <a:off x="2834988" y="3749865"/>
              <a:ext cx="559769" cy="200055"/>
            </a:xfrm>
            <a:prstGeom prst="rect">
              <a:avLst/>
            </a:prstGeom>
            <a:noFill/>
          </p:spPr>
          <p:txBody>
            <a:bodyPr wrap="none" rtlCol="0">
              <a:spAutoFit/>
            </a:bodyPr>
            <a:lstStyle/>
            <a:p>
              <a:r>
                <a:rPr lang="en-US" altLang="ko-KR" sz="700" dirty="0"/>
                <a:t>SYNC-GEN</a:t>
              </a:r>
              <a:endParaRPr lang="ko-KR" altLang="en-US" sz="700" dirty="0"/>
            </a:p>
          </p:txBody>
        </p:sp>
      </p:grpSp>
      <p:sp>
        <p:nvSpPr>
          <p:cNvPr id="3" name="자유형: 도형 2">
            <a:extLst>
              <a:ext uri="{FF2B5EF4-FFF2-40B4-BE49-F238E27FC236}">
                <a16:creationId xmlns:a16="http://schemas.microsoft.com/office/drawing/2014/main" id="{6C3F56FC-2262-0612-F485-73B6CF026B15}"/>
              </a:ext>
            </a:extLst>
          </p:cNvPr>
          <p:cNvSpPr/>
          <p:nvPr/>
        </p:nvSpPr>
        <p:spPr>
          <a:xfrm>
            <a:off x="3884319" y="6706224"/>
            <a:ext cx="244350" cy="942230"/>
          </a:xfrm>
          <a:custGeom>
            <a:avLst/>
            <a:gdLst>
              <a:gd name="connsiteX0" fmla="*/ 91731 w 244350"/>
              <a:gd name="connsiteY0" fmla="*/ 0 h 942230"/>
              <a:gd name="connsiteX1" fmla="*/ 242806 w 244350"/>
              <a:gd name="connsiteY1" fmla="*/ 373712 h 942230"/>
              <a:gd name="connsiteX2" fmla="*/ 8242 w 244350"/>
              <a:gd name="connsiteY2" fmla="*/ 747423 h 942230"/>
              <a:gd name="connsiteX3" fmla="*/ 75828 w 244350"/>
              <a:gd name="connsiteY3" fmla="*/ 942230 h 942230"/>
            </a:gdLst>
            <a:ahLst/>
            <a:cxnLst>
              <a:cxn ang="0">
                <a:pos x="connsiteX0" y="connsiteY0"/>
              </a:cxn>
              <a:cxn ang="0">
                <a:pos x="connsiteX1" y="connsiteY1"/>
              </a:cxn>
              <a:cxn ang="0">
                <a:pos x="connsiteX2" y="connsiteY2"/>
              </a:cxn>
              <a:cxn ang="0">
                <a:pos x="connsiteX3" y="connsiteY3"/>
              </a:cxn>
            </a:cxnLst>
            <a:rect l="l" t="t" r="r" b="b"/>
            <a:pathLst>
              <a:path w="244350" h="942230">
                <a:moveTo>
                  <a:pt x="91731" y="0"/>
                </a:moveTo>
                <a:cubicBezTo>
                  <a:pt x="174226" y="124571"/>
                  <a:pt x="256721" y="249142"/>
                  <a:pt x="242806" y="373712"/>
                </a:cubicBezTo>
                <a:cubicBezTo>
                  <a:pt x="228891" y="498282"/>
                  <a:pt x="36072" y="652670"/>
                  <a:pt x="8242" y="747423"/>
                </a:cubicBezTo>
                <a:cubicBezTo>
                  <a:pt x="-19588" y="842176"/>
                  <a:pt x="28120" y="892203"/>
                  <a:pt x="75828" y="942230"/>
                </a:cubicBezTo>
              </a:path>
            </a:pathLst>
          </a:custGeom>
          <a:noFill/>
          <a:ln w="3175">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object 84">
            <a:extLst>
              <a:ext uri="{FF2B5EF4-FFF2-40B4-BE49-F238E27FC236}">
                <a16:creationId xmlns:a16="http://schemas.microsoft.com/office/drawing/2014/main" id="{73010FE5-2940-05C5-8B2C-28089980B49E}"/>
              </a:ext>
            </a:extLst>
          </p:cNvPr>
          <p:cNvSpPr txBox="1"/>
          <p:nvPr/>
        </p:nvSpPr>
        <p:spPr>
          <a:xfrm>
            <a:off x="1924803" y="8663923"/>
            <a:ext cx="293990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17. The sequence of FAULT-READ command</a:t>
            </a:r>
          </a:p>
        </p:txBody>
      </p:sp>
      <p:sp>
        <p:nvSpPr>
          <p:cNvPr id="7" name="object 84">
            <a:extLst>
              <a:ext uri="{FF2B5EF4-FFF2-40B4-BE49-F238E27FC236}">
                <a16:creationId xmlns:a16="http://schemas.microsoft.com/office/drawing/2014/main" id="{5558A631-27A6-6C33-C398-D903EAA8F8B8}"/>
              </a:ext>
            </a:extLst>
          </p:cNvPr>
          <p:cNvSpPr txBox="1"/>
          <p:nvPr/>
        </p:nvSpPr>
        <p:spPr>
          <a:xfrm>
            <a:off x="2028296" y="4846044"/>
            <a:ext cx="2801408"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16. The sequence of SYNC-GEN command</a:t>
            </a:r>
          </a:p>
        </p:txBody>
      </p:sp>
    </p:spTree>
    <p:extLst>
      <p:ext uri="{BB962C8B-B14F-4D97-AF65-F5344CB8AC3E}">
        <p14:creationId xmlns:p14="http://schemas.microsoft.com/office/powerpoint/2010/main" val="2619821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008"/>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14" y="1612565"/>
            <a:ext cx="6048616" cy="9694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Local-read command is used to read the register data from all XDR devices daisied in a channel of the XC24R. Unlike the Local-write or Global-write command, the Local-</a:t>
            </a:r>
            <a:r>
              <a:rPr lang="en-US" altLang="ko-KR" sz="900" dirty="0">
                <a:solidFill>
                  <a:srgbClr val="000000"/>
                </a:solidFill>
                <a:latin typeface="Arial" panose="020B0604020202020204" pitchFamily="34" charset="0"/>
                <a:cs typeface="Arial" panose="020B0604020202020204" pitchFamily="34" charset="0"/>
              </a:rPr>
              <a:t>read command can be used to read the register data of the XDR devices regardless of </a:t>
            </a:r>
            <a:r>
              <a:rPr lang="en-US" altLang="ko-KR" sz="900" b="0" i="0" dirty="0">
                <a:solidFill>
                  <a:srgbClr val="000000"/>
                </a:solidFill>
                <a:effectLst/>
                <a:latin typeface="Arial" panose="020B0604020202020204" pitchFamily="34" charset="0"/>
                <a:cs typeface="Arial" panose="020B0604020202020204" pitchFamily="34" charset="0"/>
              </a:rPr>
              <a:t>whether the data is the same or different. The data to be read-out from the XDR devices are stored into the </a:t>
            </a:r>
            <a:r>
              <a:rPr lang="en-US" altLang="ko-KR" sz="900" dirty="0">
                <a:solidFill>
                  <a:srgbClr val="000000"/>
                </a:solidFill>
                <a:latin typeface="Arial" panose="020B0604020202020204" pitchFamily="34" charset="0"/>
                <a:cs typeface="Arial" panose="020B0604020202020204" pitchFamily="34" charset="0"/>
              </a:rPr>
              <a:t>LOCAL-RW DATA registers sequentially like the Figure 15. The </a:t>
            </a:r>
            <a:r>
              <a:rPr lang="en-US" altLang="ko-KR" sz="900" dirty="0">
                <a:latin typeface="Arial" panose="020B0604020202020204" pitchFamily="34" charset="0"/>
                <a:cs typeface="Arial" panose="020B0604020202020204" pitchFamily="34" charset="0"/>
              </a:rPr>
              <a:t>START bit of the LOCAL-READ COMMAND register should be set with desired address to be read-out for beginning this command.  It is careful that the LOCAL-RW POINTER RESET register must be set necessarily to 1 for the next transaction after the current Local read command execution is completed or before the next Local-read command will start again.</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00938" y="1266807"/>
            <a:ext cx="605636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Local-read</a:t>
            </a:r>
          </a:p>
        </p:txBody>
      </p:sp>
      <p:sp>
        <p:nvSpPr>
          <p:cNvPr id="403" name="TextBox 402">
            <a:extLst>
              <a:ext uri="{FF2B5EF4-FFF2-40B4-BE49-F238E27FC236}">
                <a16:creationId xmlns:a16="http://schemas.microsoft.com/office/drawing/2014/main" id="{183C087A-5960-A6C4-9E76-2B0F7AEB11AC}"/>
              </a:ext>
            </a:extLst>
          </p:cNvPr>
          <p:cNvSpPr txBox="1"/>
          <p:nvPr/>
        </p:nvSpPr>
        <p:spPr>
          <a:xfrm>
            <a:off x="404811" y="5803580"/>
            <a:ext cx="6048619" cy="2215991"/>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LOCAL</a:t>
            </a:r>
            <a:r>
              <a:rPr lang="en-US" altLang="ko-KR" sz="900" b="0" i="0" dirty="0">
                <a:solidFill>
                  <a:srgbClr val="000000"/>
                </a:solidFill>
                <a:effectLst/>
                <a:latin typeface="Arial" panose="020B0604020202020204" pitchFamily="34" charset="0"/>
                <a:cs typeface="Arial" panose="020B0604020202020204" pitchFamily="34" charset="0"/>
              </a:rPr>
              <a:t>-READ COMMAND register consists of </a:t>
            </a:r>
            <a:r>
              <a:rPr lang="en-US" altLang="ko-KR" sz="900" dirty="0">
                <a:solidFill>
                  <a:srgbClr val="000000"/>
                </a:solidFill>
                <a:latin typeface="Arial" panose="020B0604020202020204" pitchFamily="34" charset="0"/>
                <a:cs typeface="Arial" panose="020B0604020202020204" pitchFamily="34" charset="0"/>
              </a:rPr>
              <a:t>ADDRESS </a:t>
            </a:r>
            <a:r>
              <a:rPr lang="en-US" altLang="ko-KR" sz="900" b="0" i="0" dirty="0">
                <a:solidFill>
                  <a:srgbClr val="000000"/>
                </a:solidFill>
                <a:effectLst/>
                <a:latin typeface="Arial" panose="020B0604020202020204" pitchFamily="34" charset="0"/>
                <a:cs typeface="Arial" panose="020B0604020202020204" pitchFamily="34" charset="0"/>
              </a:rPr>
              <a:t>6 bits, CH_SEG 2 bits and START 1 bit. </a:t>
            </a:r>
            <a:r>
              <a:rPr lang="en-US" altLang="ko-KR" sz="900" dirty="0">
                <a:solidFill>
                  <a:srgbClr val="000000"/>
                </a:solidFill>
                <a:latin typeface="Arial" panose="020B0604020202020204" pitchFamily="34" charset="0"/>
                <a:cs typeface="Arial" panose="020B0604020202020204" pitchFamily="34" charset="0"/>
              </a:rPr>
              <a:t>The ADDRESS is the register address of the XDR to be accessed.  If the START bit is set with the ADDRESS together, the Local-read command begins the execution simultaneously in all activated channels, and the command streams repeat continuously for the number of daisied XDRs.  The number of daisied devices can be determined by the DAISY SIZE register of each channel. The max number of daisied devices per channel is 31. The channel segment bits, CH_SEG, are used to decide on which channels are activated for this command, because this command can be performed 8 channels at a time.</a:t>
            </a:r>
          </a:p>
          <a:p>
            <a:pPr algn="just"/>
            <a:r>
              <a:rPr lang="en-US" altLang="ko-KR" sz="900" dirty="0">
                <a:solidFill>
                  <a:srgbClr val="000000"/>
                </a:solidFill>
                <a:latin typeface="Arial" panose="020B0604020202020204" pitchFamily="34" charset="0"/>
                <a:cs typeface="Arial" panose="020B0604020202020204" pitchFamily="34" charset="0"/>
              </a:rPr>
              <a:t>The LOCAL-RW DATA registers are divided into a total of 8 port group and each port has a total of 16 registers.  Unlike the Local-write command, the first data register in the port is mapped to the last located XDR in daisied order and the second data register is mapped to the second located XDR from the back, and so on.  Although the data registers in a port are a total 16, the XC24R can support over 16 daisied devices in a channel by using the LOCAL-READ RECEIVE POINTER and LOCAL-RW DIFFERENCE POINTER.  The LOCAL-RD RECEIVE DIFF POINTER of the LOCAL-RW DIFFERENCE POINTER shows how many data are filled up in the LOCAL-RW DATA buffers.  </a:t>
            </a:r>
            <a:r>
              <a:rPr lang="en-US" altLang="ko-KR" sz="900" b="0" i="0" dirty="0">
                <a:solidFill>
                  <a:srgbClr val="000000"/>
                </a:solidFill>
                <a:effectLst/>
                <a:latin typeface="Arial" panose="020B0604020202020204" pitchFamily="34" charset="0"/>
                <a:cs typeface="Arial" panose="020B0604020202020204" pitchFamily="34" charset="0"/>
              </a:rPr>
              <a:t>A value of 0 means that the LOCAL-RW DATA buffers are empty, so you must wait for the buffers to be refilled, and if the value is greater than 16, it means that the LOCAL-RW DATA buffers have been overwritten, so you must drag out the buffers before they are overflowed.  Refer to the Table 8. and the Figure 15. for the mapping scheme.</a:t>
            </a:r>
            <a:endParaRPr lang="en-US" altLang="ko-KR" sz="900" dirty="0">
              <a:solidFill>
                <a:srgbClr val="0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9501783-A56A-D126-F688-A4425A84C289}"/>
              </a:ext>
            </a:extLst>
          </p:cNvPr>
          <p:cNvSpPr txBox="1"/>
          <p:nvPr/>
        </p:nvSpPr>
        <p:spPr>
          <a:xfrm>
            <a:off x="3773876" y="4739126"/>
            <a:ext cx="708848" cy="184666"/>
          </a:xfrm>
          <a:prstGeom prst="rect">
            <a:avLst/>
          </a:prstGeom>
          <a:noFill/>
        </p:spPr>
        <p:txBody>
          <a:bodyPr wrap="none" rtlCol="0">
            <a:spAutoFit/>
          </a:bodyPr>
          <a:lstStyle/>
          <a:p>
            <a:r>
              <a:rPr lang="en-US" altLang="ko-KR" sz="600" dirty="0"/>
              <a:t>Local-Read Done</a:t>
            </a:r>
            <a:endParaRPr lang="ko-KR" altLang="en-US" sz="600" dirty="0"/>
          </a:p>
        </p:txBody>
      </p:sp>
      <p:grpSp>
        <p:nvGrpSpPr>
          <p:cNvPr id="12" name="그룹 11">
            <a:extLst>
              <a:ext uri="{FF2B5EF4-FFF2-40B4-BE49-F238E27FC236}">
                <a16:creationId xmlns:a16="http://schemas.microsoft.com/office/drawing/2014/main" id="{1B6E7DB4-B05D-6F0D-9D63-676B1F6A68E5}"/>
              </a:ext>
            </a:extLst>
          </p:cNvPr>
          <p:cNvGrpSpPr/>
          <p:nvPr/>
        </p:nvGrpSpPr>
        <p:grpSpPr>
          <a:xfrm>
            <a:off x="659855" y="2751575"/>
            <a:ext cx="5688245" cy="2031992"/>
            <a:chOff x="659855" y="2751575"/>
            <a:chExt cx="5688245" cy="2031992"/>
          </a:xfrm>
        </p:grpSpPr>
        <p:cxnSp>
          <p:nvCxnSpPr>
            <p:cNvPr id="77" name="직선 연결선 76">
              <a:extLst>
                <a:ext uri="{FF2B5EF4-FFF2-40B4-BE49-F238E27FC236}">
                  <a16:creationId xmlns:a16="http://schemas.microsoft.com/office/drawing/2014/main" id="{A9107EAF-583A-CA86-BBAA-FF72BBB7E48E}"/>
                </a:ext>
              </a:extLst>
            </p:cNvPr>
            <p:cNvCxnSpPr/>
            <p:nvPr/>
          </p:nvCxnSpPr>
          <p:spPr>
            <a:xfrm>
              <a:off x="1046650" y="2890339"/>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DD9960F-84EA-AF8C-BE41-BDB0C603F2AD}"/>
                </a:ext>
              </a:extLst>
            </p:cNvPr>
            <p:cNvCxnSpPr>
              <a:cxnSpLocks/>
            </p:cNvCxnSpPr>
            <p:nvPr/>
          </p:nvCxnSpPr>
          <p:spPr>
            <a:xfrm>
              <a:off x="1224450" y="2894041"/>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직선 연결선 103">
              <a:extLst>
                <a:ext uri="{FF2B5EF4-FFF2-40B4-BE49-F238E27FC236}">
                  <a16:creationId xmlns:a16="http://schemas.microsoft.com/office/drawing/2014/main" id="{37FB28F2-DDDD-6E3D-0EA5-4D0646F47186}"/>
                </a:ext>
              </a:extLst>
            </p:cNvPr>
            <p:cNvCxnSpPr>
              <a:cxnSpLocks/>
            </p:cNvCxnSpPr>
            <p:nvPr/>
          </p:nvCxnSpPr>
          <p:spPr>
            <a:xfrm flipV="1">
              <a:off x="1224450" y="3037808"/>
              <a:ext cx="11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직사각형 106">
              <a:extLst>
                <a:ext uri="{FF2B5EF4-FFF2-40B4-BE49-F238E27FC236}">
                  <a16:creationId xmlns:a16="http://schemas.microsoft.com/office/drawing/2014/main" id="{0A94329C-B496-4285-7867-1832370979AA}"/>
                </a:ext>
              </a:extLst>
            </p:cNvPr>
            <p:cNvSpPr/>
            <p:nvPr/>
          </p:nvSpPr>
          <p:spPr>
            <a:xfrm>
              <a:off x="1239890" y="3202458"/>
              <a:ext cx="108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LOCAL-READ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8" name="직선 연결선 107">
              <a:extLst>
                <a:ext uri="{FF2B5EF4-FFF2-40B4-BE49-F238E27FC236}">
                  <a16:creationId xmlns:a16="http://schemas.microsoft.com/office/drawing/2014/main" id="{4936B1AC-3EC4-0D9A-62B0-07B59A026C13}"/>
                </a:ext>
              </a:extLst>
            </p:cNvPr>
            <p:cNvCxnSpPr>
              <a:cxnSpLocks/>
            </p:cNvCxnSpPr>
            <p:nvPr/>
          </p:nvCxnSpPr>
          <p:spPr>
            <a:xfrm flipV="1">
              <a:off x="1056100" y="3418346"/>
              <a:ext cx="52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직사각형 129">
              <a:extLst>
                <a:ext uri="{FF2B5EF4-FFF2-40B4-BE49-F238E27FC236}">
                  <a16:creationId xmlns:a16="http://schemas.microsoft.com/office/drawing/2014/main" id="{D0D50348-8192-6884-6B83-DA230051ED8F}"/>
                </a:ext>
              </a:extLst>
            </p:cNvPr>
            <p:cNvSpPr/>
            <p:nvPr/>
          </p:nvSpPr>
          <p:spPr>
            <a:xfrm>
              <a:off x="672286" y="2939551"/>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34" name="직사각형 133">
              <a:extLst>
                <a:ext uri="{FF2B5EF4-FFF2-40B4-BE49-F238E27FC236}">
                  <a16:creationId xmlns:a16="http://schemas.microsoft.com/office/drawing/2014/main" id="{A282E6B1-46DB-3C82-53D5-CBC73FED8416}"/>
                </a:ext>
              </a:extLst>
            </p:cNvPr>
            <p:cNvSpPr/>
            <p:nvPr/>
          </p:nvSpPr>
          <p:spPr>
            <a:xfrm>
              <a:off x="681737" y="3316065"/>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5" name="직선 연결선 104">
              <a:extLst>
                <a:ext uri="{FF2B5EF4-FFF2-40B4-BE49-F238E27FC236}">
                  <a16:creationId xmlns:a16="http://schemas.microsoft.com/office/drawing/2014/main" id="{40238E3F-12A1-0642-5012-37D7E7173932}"/>
                </a:ext>
              </a:extLst>
            </p:cNvPr>
            <p:cNvCxnSpPr/>
            <p:nvPr/>
          </p:nvCxnSpPr>
          <p:spPr>
            <a:xfrm>
              <a:off x="2340638" y="2896446"/>
              <a:ext cx="1990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27171997-FB3A-2F0B-3696-F61D6F4F6ED5}"/>
                </a:ext>
              </a:extLst>
            </p:cNvPr>
            <p:cNvCxnSpPr>
              <a:cxnSpLocks/>
            </p:cNvCxnSpPr>
            <p:nvPr/>
          </p:nvCxnSpPr>
          <p:spPr>
            <a:xfrm>
              <a:off x="2343158" y="2896446"/>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0" name="직선 연결선 399">
              <a:extLst>
                <a:ext uri="{FF2B5EF4-FFF2-40B4-BE49-F238E27FC236}">
                  <a16:creationId xmlns:a16="http://schemas.microsoft.com/office/drawing/2014/main" id="{FF3616E3-9C35-FFF9-DDBE-CE1CD95EE069}"/>
                </a:ext>
              </a:extLst>
            </p:cNvPr>
            <p:cNvCxnSpPr>
              <a:cxnSpLocks/>
            </p:cNvCxnSpPr>
            <p:nvPr/>
          </p:nvCxnSpPr>
          <p:spPr>
            <a:xfrm>
              <a:off x="4330849" y="2898723"/>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직선 연결선 4">
              <a:extLst>
                <a:ext uri="{FF2B5EF4-FFF2-40B4-BE49-F238E27FC236}">
                  <a16:creationId xmlns:a16="http://schemas.microsoft.com/office/drawing/2014/main" id="{A7F366FA-0814-9A04-D41F-D7EEFBDAF484}"/>
                </a:ext>
              </a:extLst>
            </p:cNvPr>
            <p:cNvCxnSpPr>
              <a:cxnSpLocks/>
            </p:cNvCxnSpPr>
            <p:nvPr/>
          </p:nvCxnSpPr>
          <p:spPr>
            <a:xfrm flipV="1">
              <a:off x="1026442" y="4230054"/>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B5881562-0A39-F01A-E986-4499AF3F9B63}"/>
                </a:ext>
              </a:extLst>
            </p:cNvPr>
            <p:cNvSpPr/>
            <p:nvPr/>
          </p:nvSpPr>
          <p:spPr>
            <a:xfrm>
              <a:off x="672286" y="4127036"/>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53" name="직선 연결선 52">
              <a:extLst>
                <a:ext uri="{FF2B5EF4-FFF2-40B4-BE49-F238E27FC236}">
                  <a16:creationId xmlns:a16="http://schemas.microsoft.com/office/drawing/2014/main" id="{05820A77-0860-9A7B-5268-DB1B011DD260}"/>
                </a:ext>
              </a:extLst>
            </p:cNvPr>
            <p:cNvCxnSpPr>
              <a:cxnSpLocks/>
            </p:cNvCxnSpPr>
            <p:nvPr/>
          </p:nvCxnSpPr>
          <p:spPr>
            <a:xfrm flipV="1">
              <a:off x="1026714" y="4450417"/>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직사각형 53">
              <a:extLst>
                <a:ext uri="{FF2B5EF4-FFF2-40B4-BE49-F238E27FC236}">
                  <a16:creationId xmlns:a16="http://schemas.microsoft.com/office/drawing/2014/main" id="{D8971CDD-4662-4AC4-6654-D1542B84823E}"/>
                </a:ext>
              </a:extLst>
            </p:cNvPr>
            <p:cNvSpPr/>
            <p:nvPr/>
          </p:nvSpPr>
          <p:spPr>
            <a:xfrm>
              <a:off x="664980" y="434739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94" name="직선 연결선 93">
              <a:extLst>
                <a:ext uri="{FF2B5EF4-FFF2-40B4-BE49-F238E27FC236}">
                  <a16:creationId xmlns:a16="http://schemas.microsoft.com/office/drawing/2014/main" id="{EC5B5183-BE97-02BD-8340-4BE9E3CBF8D1}"/>
                </a:ext>
              </a:extLst>
            </p:cNvPr>
            <p:cNvCxnSpPr>
              <a:cxnSpLocks/>
            </p:cNvCxnSpPr>
            <p:nvPr/>
          </p:nvCxnSpPr>
          <p:spPr>
            <a:xfrm flipV="1">
              <a:off x="1036069" y="4691233"/>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직사각형 94">
              <a:extLst>
                <a:ext uri="{FF2B5EF4-FFF2-40B4-BE49-F238E27FC236}">
                  <a16:creationId xmlns:a16="http://schemas.microsoft.com/office/drawing/2014/main" id="{5B70841A-C832-62DC-FE5E-426E1DB7196A}"/>
                </a:ext>
              </a:extLst>
            </p:cNvPr>
            <p:cNvSpPr/>
            <p:nvPr/>
          </p:nvSpPr>
          <p:spPr>
            <a:xfrm>
              <a:off x="659855" y="4588215"/>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31" name="직선 연결선 130">
              <a:extLst>
                <a:ext uri="{FF2B5EF4-FFF2-40B4-BE49-F238E27FC236}">
                  <a16:creationId xmlns:a16="http://schemas.microsoft.com/office/drawing/2014/main" id="{75BCB402-AAC2-7BA6-B5EF-52B0575EB003}"/>
                </a:ext>
              </a:extLst>
            </p:cNvPr>
            <p:cNvCxnSpPr>
              <a:cxnSpLocks/>
            </p:cNvCxnSpPr>
            <p:nvPr/>
          </p:nvCxnSpPr>
          <p:spPr>
            <a:xfrm>
              <a:off x="3119580" y="4684197"/>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6" name="그룹 95">
              <a:extLst>
                <a:ext uri="{FF2B5EF4-FFF2-40B4-BE49-F238E27FC236}">
                  <a16:creationId xmlns:a16="http://schemas.microsoft.com/office/drawing/2014/main" id="{E60B6030-3037-C738-E432-E99933DEEF08}"/>
                </a:ext>
              </a:extLst>
            </p:cNvPr>
            <p:cNvGrpSpPr/>
            <p:nvPr/>
          </p:nvGrpSpPr>
          <p:grpSpPr>
            <a:xfrm>
              <a:off x="2364778" y="4545946"/>
              <a:ext cx="72000" cy="146277"/>
              <a:chOff x="3250176" y="2637183"/>
              <a:chExt cx="179694" cy="146277"/>
            </a:xfrm>
          </p:grpSpPr>
          <p:grpSp>
            <p:nvGrpSpPr>
              <p:cNvPr id="97" name="그룹 96">
                <a:extLst>
                  <a:ext uri="{FF2B5EF4-FFF2-40B4-BE49-F238E27FC236}">
                    <a16:creationId xmlns:a16="http://schemas.microsoft.com/office/drawing/2014/main" id="{91D1CCED-1E8E-99DE-2EBE-8A821FFCAAEC}"/>
                  </a:ext>
                </a:extLst>
              </p:cNvPr>
              <p:cNvGrpSpPr/>
              <p:nvPr/>
            </p:nvGrpSpPr>
            <p:grpSpPr>
              <a:xfrm>
                <a:off x="3250176" y="2637183"/>
                <a:ext cx="178824" cy="144000"/>
                <a:chOff x="5453592" y="2641965"/>
                <a:chExt cx="178824" cy="144000"/>
              </a:xfrm>
            </p:grpSpPr>
            <p:cxnSp>
              <p:nvCxnSpPr>
                <p:cNvPr id="99" name="직선 연결선 98">
                  <a:extLst>
                    <a:ext uri="{FF2B5EF4-FFF2-40B4-BE49-F238E27FC236}">
                      <a16:creationId xmlns:a16="http://schemas.microsoft.com/office/drawing/2014/main" id="{0BD54ED7-B704-972C-DB1F-51140A4CA6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A374304B-1931-5DC9-6BFA-9C99DDE887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 name="직선 연결선 97">
                <a:extLst>
                  <a:ext uri="{FF2B5EF4-FFF2-40B4-BE49-F238E27FC236}">
                    <a16:creationId xmlns:a16="http://schemas.microsoft.com/office/drawing/2014/main" id="{DF6A4001-E240-D25E-0874-0F0B4D4086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0EF72381-9504-ABB0-97FD-5104B7632229}"/>
                </a:ext>
              </a:extLst>
            </p:cNvPr>
            <p:cNvCxnSpPr>
              <a:cxnSpLocks/>
            </p:cNvCxnSpPr>
            <p:nvPr/>
          </p:nvCxnSpPr>
          <p:spPr>
            <a:xfrm>
              <a:off x="2436429" y="468994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2" name="그룹 101">
              <a:extLst>
                <a:ext uri="{FF2B5EF4-FFF2-40B4-BE49-F238E27FC236}">
                  <a16:creationId xmlns:a16="http://schemas.microsoft.com/office/drawing/2014/main" id="{E77D638C-37BD-3E87-77C1-AE2398B6137E}"/>
                </a:ext>
              </a:extLst>
            </p:cNvPr>
            <p:cNvGrpSpPr/>
            <p:nvPr/>
          </p:nvGrpSpPr>
          <p:grpSpPr>
            <a:xfrm>
              <a:off x="2475020" y="4545914"/>
              <a:ext cx="72000" cy="144289"/>
              <a:chOff x="3250176" y="2637183"/>
              <a:chExt cx="179694" cy="144289"/>
            </a:xfrm>
          </p:grpSpPr>
          <p:grpSp>
            <p:nvGrpSpPr>
              <p:cNvPr id="103" name="그룹 102">
                <a:extLst>
                  <a:ext uri="{FF2B5EF4-FFF2-40B4-BE49-F238E27FC236}">
                    <a16:creationId xmlns:a16="http://schemas.microsoft.com/office/drawing/2014/main" id="{CD8CE03B-49D1-1015-9510-1511FF96EDC6}"/>
                  </a:ext>
                </a:extLst>
              </p:cNvPr>
              <p:cNvGrpSpPr/>
              <p:nvPr/>
            </p:nvGrpSpPr>
            <p:grpSpPr>
              <a:xfrm>
                <a:off x="3250176" y="2637183"/>
                <a:ext cx="178824" cy="144000"/>
                <a:chOff x="5453592" y="2641965"/>
                <a:chExt cx="178824" cy="144000"/>
              </a:xfrm>
            </p:grpSpPr>
            <p:cxnSp>
              <p:nvCxnSpPr>
                <p:cNvPr id="110" name="직선 연결선 109">
                  <a:extLst>
                    <a:ext uri="{FF2B5EF4-FFF2-40B4-BE49-F238E27FC236}">
                      <a16:creationId xmlns:a16="http://schemas.microsoft.com/office/drawing/2014/main" id="{3EF3E6CC-82D6-1503-510D-026FB14C789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41A5B9DB-5656-B688-EFB6-C1602A23A3C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 name="직선 연결선 108">
                <a:extLst>
                  <a:ext uri="{FF2B5EF4-FFF2-40B4-BE49-F238E27FC236}">
                    <a16:creationId xmlns:a16="http://schemas.microsoft.com/office/drawing/2014/main" id="{70578B90-E220-A4AF-AE8A-80FDA63EFD13}"/>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 name="직선 연결선 111">
              <a:extLst>
                <a:ext uri="{FF2B5EF4-FFF2-40B4-BE49-F238E27FC236}">
                  <a16:creationId xmlns:a16="http://schemas.microsoft.com/office/drawing/2014/main" id="{7339C193-7741-64DD-A440-15EEEBF21416}"/>
                </a:ext>
              </a:extLst>
            </p:cNvPr>
            <p:cNvCxnSpPr>
              <a:cxnSpLocks/>
            </p:cNvCxnSpPr>
            <p:nvPr/>
          </p:nvCxnSpPr>
          <p:spPr>
            <a:xfrm>
              <a:off x="2546671" y="468748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3" name="그룹 112">
              <a:extLst>
                <a:ext uri="{FF2B5EF4-FFF2-40B4-BE49-F238E27FC236}">
                  <a16:creationId xmlns:a16="http://schemas.microsoft.com/office/drawing/2014/main" id="{4F46D713-8DDB-ED47-A8D7-B0FA40B9B4E4}"/>
                </a:ext>
              </a:extLst>
            </p:cNvPr>
            <p:cNvGrpSpPr/>
            <p:nvPr/>
          </p:nvGrpSpPr>
          <p:grpSpPr>
            <a:xfrm>
              <a:off x="2584822" y="4543754"/>
              <a:ext cx="72000" cy="145699"/>
              <a:chOff x="3250176" y="2635484"/>
              <a:chExt cx="179694" cy="145699"/>
            </a:xfrm>
          </p:grpSpPr>
          <p:grpSp>
            <p:nvGrpSpPr>
              <p:cNvPr id="114" name="그룹 113">
                <a:extLst>
                  <a:ext uri="{FF2B5EF4-FFF2-40B4-BE49-F238E27FC236}">
                    <a16:creationId xmlns:a16="http://schemas.microsoft.com/office/drawing/2014/main" id="{331CB2B6-C70E-BB77-75A2-FD1BE7ED34A8}"/>
                  </a:ext>
                </a:extLst>
              </p:cNvPr>
              <p:cNvGrpSpPr/>
              <p:nvPr/>
            </p:nvGrpSpPr>
            <p:grpSpPr>
              <a:xfrm>
                <a:off x="3250176" y="2637183"/>
                <a:ext cx="178824" cy="144000"/>
                <a:chOff x="5453592" y="2641965"/>
                <a:chExt cx="178824" cy="144000"/>
              </a:xfrm>
            </p:grpSpPr>
            <p:cxnSp>
              <p:nvCxnSpPr>
                <p:cNvPr id="116" name="직선 연결선 115">
                  <a:extLst>
                    <a:ext uri="{FF2B5EF4-FFF2-40B4-BE49-F238E27FC236}">
                      <a16:creationId xmlns:a16="http://schemas.microsoft.com/office/drawing/2014/main" id="{C84B0971-C9E0-B18B-A374-523E76DB8E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직선 연결선 116">
                  <a:extLst>
                    <a:ext uri="{FF2B5EF4-FFF2-40B4-BE49-F238E27FC236}">
                      <a16:creationId xmlns:a16="http://schemas.microsoft.com/office/drawing/2014/main" id="{457CD7C5-3828-258B-9B48-3F7C960654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 name="직선 연결선 114">
                <a:extLst>
                  <a:ext uri="{FF2B5EF4-FFF2-40B4-BE49-F238E27FC236}">
                    <a16:creationId xmlns:a16="http://schemas.microsoft.com/office/drawing/2014/main" id="{04E86A35-2F52-192A-C217-7962C9353BCB}"/>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 name="직선 연결선 117">
              <a:extLst>
                <a:ext uri="{FF2B5EF4-FFF2-40B4-BE49-F238E27FC236}">
                  <a16:creationId xmlns:a16="http://schemas.microsoft.com/office/drawing/2014/main" id="{5E9BF1BF-64EC-1465-718C-8EACD8F5E9C5}"/>
                </a:ext>
              </a:extLst>
            </p:cNvPr>
            <p:cNvCxnSpPr>
              <a:cxnSpLocks/>
            </p:cNvCxnSpPr>
            <p:nvPr/>
          </p:nvCxnSpPr>
          <p:spPr>
            <a:xfrm>
              <a:off x="2660398" y="468806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 name="그룹 118">
              <a:extLst>
                <a:ext uri="{FF2B5EF4-FFF2-40B4-BE49-F238E27FC236}">
                  <a16:creationId xmlns:a16="http://schemas.microsoft.com/office/drawing/2014/main" id="{BC886D67-9FCF-E7D9-FAEC-E2464912CAE0}"/>
                </a:ext>
              </a:extLst>
            </p:cNvPr>
            <p:cNvGrpSpPr/>
            <p:nvPr/>
          </p:nvGrpSpPr>
          <p:grpSpPr>
            <a:xfrm>
              <a:off x="2697968" y="4542326"/>
              <a:ext cx="35826" cy="146277"/>
              <a:chOff x="3250176" y="2637183"/>
              <a:chExt cx="178824" cy="146277"/>
            </a:xfrm>
          </p:grpSpPr>
          <p:grpSp>
            <p:nvGrpSpPr>
              <p:cNvPr id="120" name="그룹 119">
                <a:extLst>
                  <a:ext uri="{FF2B5EF4-FFF2-40B4-BE49-F238E27FC236}">
                    <a16:creationId xmlns:a16="http://schemas.microsoft.com/office/drawing/2014/main" id="{2ED205CA-88B1-06A0-6064-C8AA04033D09}"/>
                  </a:ext>
                </a:extLst>
              </p:cNvPr>
              <p:cNvGrpSpPr/>
              <p:nvPr/>
            </p:nvGrpSpPr>
            <p:grpSpPr>
              <a:xfrm>
                <a:off x="3250176" y="2637183"/>
                <a:ext cx="178824" cy="144000"/>
                <a:chOff x="5453592" y="2641965"/>
                <a:chExt cx="178824" cy="144000"/>
              </a:xfrm>
            </p:grpSpPr>
            <p:cxnSp>
              <p:nvCxnSpPr>
                <p:cNvPr id="122" name="직선 연결선 121">
                  <a:extLst>
                    <a:ext uri="{FF2B5EF4-FFF2-40B4-BE49-F238E27FC236}">
                      <a16:creationId xmlns:a16="http://schemas.microsoft.com/office/drawing/2014/main" id="{E0CA3E92-1652-A698-32D2-41CD050395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직선 연결선 122">
                  <a:extLst>
                    <a:ext uri="{FF2B5EF4-FFF2-40B4-BE49-F238E27FC236}">
                      <a16:creationId xmlns:a16="http://schemas.microsoft.com/office/drawing/2014/main" id="{8FD82A6B-8740-DD02-2E82-7E4215242A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 name="직선 연결선 120">
                <a:extLst>
                  <a:ext uri="{FF2B5EF4-FFF2-40B4-BE49-F238E27FC236}">
                    <a16:creationId xmlns:a16="http://schemas.microsoft.com/office/drawing/2014/main" id="{71789545-C898-E716-DB24-5EF8522CD3A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4" name="직선 연결선 123">
              <a:extLst>
                <a:ext uri="{FF2B5EF4-FFF2-40B4-BE49-F238E27FC236}">
                  <a16:creationId xmlns:a16="http://schemas.microsoft.com/office/drawing/2014/main" id="{3F4FF278-DE97-F17D-66C1-79D7454A1A77}"/>
                </a:ext>
              </a:extLst>
            </p:cNvPr>
            <p:cNvCxnSpPr>
              <a:cxnSpLocks/>
            </p:cNvCxnSpPr>
            <p:nvPr/>
          </p:nvCxnSpPr>
          <p:spPr>
            <a:xfrm>
              <a:off x="2735772" y="4685496"/>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6" name="그룹 125">
              <a:extLst>
                <a:ext uri="{FF2B5EF4-FFF2-40B4-BE49-F238E27FC236}">
                  <a16:creationId xmlns:a16="http://schemas.microsoft.com/office/drawing/2014/main" id="{D404274A-BB65-350B-5728-E9F522D4D4D9}"/>
                </a:ext>
              </a:extLst>
            </p:cNvPr>
            <p:cNvGrpSpPr/>
            <p:nvPr/>
          </p:nvGrpSpPr>
          <p:grpSpPr>
            <a:xfrm>
              <a:off x="2809848" y="4540804"/>
              <a:ext cx="214954" cy="141758"/>
              <a:chOff x="5453592" y="2641965"/>
              <a:chExt cx="178824" cy="144000"/>
            </a:xfrm>
          </p:grpSpPr>
          <p:cxnSp>
            <p:nvCxnSpPr>
              <p:cNvPr id="128" name="직선 연결선 127">
                <a:extLst>
                  <a:ext uri="{FF2B5EF4-FFF2-40B4-BE49-F238E27FC236}">
                    <a16:creationId xmlns:a16="http://schemas.microsoft.com/office/drawing/2014/main" id="{374B156E-3780-F27A-29A6-90FB1B9B55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8FB1EB47-EDFD-9045-A9EB-2E788542F8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 name="직선 연결선 51">
              <a:extLst>
                <a:ext uri="{FF2B5EF4-FFF2-40B4-BE49-F238E27FC236}">
                  <a16:creationId xmlns:a16="http://schemas.microsoft.com/office/drawing/2014/main" id="{5E608D04-7DB4-CD00-3E80-CFF6245F25F4}"/>
                </a:ext>
              </a:extLst>
            </p:cNvPr>
            <p:cNvCxnSpPr>
              <a:cxnSpLocks/>
            </p:cNvCxnSpPr>
            <p:nvPr/>
          </p:nvCxnSpPr>
          <p:spPr>
            <a:xfrm>
              <a:off x="4778151" y="29017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46" name="직사각형 145">
              <a:extLst>
                <a:ext uri="{FF2B5EF4-FFF2-40B4-BE49-F238E27FC236}">
                  <a16:creationId xmlns:a16="http://schemas.microsoft.com/office/drawing/2014/main" id="{25DCE635-25EE-57C1-BCA1-23F46967C037}"/>
                </a:ext>
              </a:extLst>
            </p:cNvPr>
            <p:cNvSpPr/>
            <p:nvPr/>
          </p:nvSpPr>
          <p:spPr>
            <a:xfrm>
              <a:off x="4840349" y="3202346"/>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LOCAL-RW POINTER RESET</a:t>
              </a:r>
            </a:p>
            <a:p>
              <a:pPr algn="ctr"/>
              <a:r>
                <a:rPr lang="en-US" altLang="ko-KR" sz="700" dirty="0">
                  <a:solidFill>
                    <a:schemeClr val="tx1"/>
                  </a:solidFill>
                  <a:latin typeface="Arial" panose="020B0604020202020204" pitchFamily="34" charset="0"/>
                  <a:cs typeface="Arial" panose="020B0604020202020204" pitchFamily="34" charset="0"/>
                </a:rPr>
                <a:t>transmit</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44" name="그룹 443">
              <a:extLst>
                <a:ext uri="{FF2B5EF4-FFF2-40B4-BE49-F238E27FC236}">
                  <a16:creationId xmlns:a16="http://schemas.microsoft.com/office/drawing/2014/main" id="{E95BA5E9-91F5-19A5-B40B-0B1F0F882DE1}"/>
                </a:ext>
              </a:extLst>
            </p:cNvPr>
            <p:cNvGrpSpPr/>
            <p:nvPr/>
          </p:nvGrpSpPr>
          <p:grpSpPr>
            <a:xfrm>
              <a:off x="2365421" y="4306554"/>
              <a:ext cx="72000" cy="146277"/>
              <a:chOff x="3250176" y="2637183"/>
              <a:chExt cx="179694" cy="146277"/>
            </a:xfrm>
          </p:grpSpPr>
          <p:grpSp>
            <p:nvGrpSpPr>
              <p:cNvPr id="470" name="그룹 469">
                <a:extLst>
                  <a:ext uri="{FF2B5EF4-FFF2-40B4-BE49-F238E27FC236}">
                    <a16:creationId xmlns:a16="http://schemas.microsoft.com/office/drawing/2014/main" id="{1C10D972-E1D6-1327-96C4-4EA18E1A5439}"/>
                  </a:ext>
                </a:extLst>
              </p:cNvPr>
              <p:cNvGrpSpPr/>
              <p:nvPr/>
            </p:nvGrpSpPr>
            <p:grpSpPr>
              <a:xfrm>
                <a:off x="3250176" y="2637183"/>
                <a:ext cx="178824" cy="144000"/>
                <a:chOff x="5453592" y="2641965"/>
                <a:chExt cx="178824" cy="144000"/>
              </a:xfrm>
            </p:grpSpPr>
            <p:cxnSp>
              <p:nvCxnSpPr>
                <p:cNvPr id="472" name="직선 연결선 471">
                  <a:extLst>
                    <a:ext uri="{FF2B5EF4-FFF2-40B4-BE49-F238E27FC236}">
                      <a16:creationId xmlns:a16="http://schemas.microsoft.com/office/drawing/2014/main" id="{FDCD611A-6677-31CB-FCFE-87202ED676F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3" name="직선 연결선 472">
                  <a:extLst>
                    <a:ext uri="{FF2B5EF4-FFF2-40B4-BE49-F238E27FC236}">
                      <a16:creationId xmlns:a16="http://schemas.microsoft.com/office/drawing/2014/main" id="{D75A7B3E-08EF-29FE-2607-E7B63218A6D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71" name="직선 연결선 470">
                <a:extLst>
                  <a:ext uri="{FF2B5EF4-FFF2-40B4-BE49-F238E27FC236}">
                    <a16:creationId xmlns:a16="http://schemas.microsoft.com/office/drawing/2014/main" id="{81883457-0ADC-F965-90E4-3251895FB47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5" name="직선 연결선 444">
              <a:extLst>
                <a:ext uri="{FF2B5EF4-FFF2-40B4-BE49-F238E27FC236}">
                  <a16:creationId xmlns:a16="http://schemas.microsoft.com/office/drawing/2014/main" id="{BC66B3EB-C5DC-F700-151A-C8EB8C3E7FCF}"/>
                </a:ext>
              </a:extLst>
            </p:cNvPr>
            <p:cNvCxnSpPr>
              <a:cxnSpLocks/>
            </p:cNvCxnSpPr>
            <p:nvPr/>
          </p:nvCxnSpPr>
          <p:spPr>
            <a:xfrm>
              <a:off x="2437072" y="445055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46" name="그룹 445">
              <a:extLst>
                <a:ext uri="{FF2B5EF4-FFF2-40B4-BE49-F238E27FC236}">
                  <a16:creationId xmlns:a16="http://schemas.microsoft.com/office/drawing/2014/main" id="{A38D780E-C9E4-B654-7336-904F31984D71}"/>
                </a:ext>
              </a:extLst>
            </p:cNvPr>
            <p:cNvGrpSpPr/>
            <p:nvPr/>
          </p:nvGrpSpPr>
          <p:grpSpPr>
            <a:xfrm>
              <a:off x="2475663" y="4306522"/>
              <a:ext cx="72000" cy="144289"/>
              <a:chOff x="3250176" y="2637183"/>
              <a:chExt cx="179694" cy="144289"/>
            </a:xfrm>
          </p:grpSpPr>
          <p:grpSp>
            <p:nvGrpSpPr>
              <p:cNvPr id="466" name="그룹 465">
                <a:extLst>
                  <a:ext uri="{FF2B5EF4-FFF2-40B4-BE49-F238E27FC236}">
                    <a16:creationId xmlns:a16="http://schemas.microsoft.com/office/drawing/2014/main" id="{A6459231-CE06-FB74-6CB7-D1CF7D489BA8}"/>
                  </a:ext>
                </a:extLst>
              </p:cNvPr>
              <p:cNvGrpSpPr/>
              <p:nvPr/>
            </p:nvGrpSpPr>
            <p:grpSpPr>
              <a:xfrm>
                <a:off x="3250176" y="2637183"/>
                <a:ext cx="178824" cy="144000"/>
                <a:chOff x="5453592" y="2641965"/>
                <a:chExt cx="178824" cy="144000"/>
              </a:xfrm>
            </p:grpSpPr>
            <p:cxnSp>
              <p:nvCxnSpPr>
                <p:cNvPr id="468" name="직선 연결선 467">
                  <a:extLst>
                    <a:ext uri="{FF2B5EF4-FFF2-40B4-BE49-F238E27FC236}">
                      <a16:creationId xmlns:a16="http://schemas.microsoft.com/office/drawing/2014/main" id="{87294162-CCCF-F464-AF14-C6F4ACEE113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9" name="직선 연결선 468">
                  <a:extLst>
                    <a:ext uri="{FF2B5EF4-FFF2-40B4-BE49-F238E27FC236}">
                      <a16:creationId xmlns:a16="http://schemas.microsoft.com/office/drawing/2014/main" id="{2F2E58D2-B213-EAB9-4ABA-277A7277D22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67" name="직선 연결선 466">
                <a:extLst>
                  <a:ext uri="{FF2B5EF4-FFF2-40B4-BE49-F238E27FC236}">
                    <a16:creationId xmlns:a16="http://schemas.microsoft.com/office/drawing/2014/main" id="{4C8DE5BE-2EF8-4A64-2B5C-674148756369}"/>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7" name="직선 연결선 446">
              <a:extLst>
                <a:ext uri="{FF2B5EF4-FFF2-40B4-BE49-F238E27FC236}">
                  <a16:creationId xmlns:a16="http://schemas.microsoft.com/office/drawing/2014/main" id="{281402F6-A4C8-9BD2-13C6-4B4512F97C15}"/>
                </a:ext>
              </a:extLst>
            </p:cNvPr>
            <p:cNvCxnSpPr>
              <a:cxnSpLocks/>
            </p:cNvCxnSpPr>
            <p:nvPr/>
          </p:nvCxnSpPr>
          <p:spPr>
            <a:xfrm>
              <a:off x="2547314" y="444809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48" name="그룹 447">
              <a:extLst>
                <a:ext uri="{FF2B5EF4-FFF2-40B4-BE49-F238E27FC236}">
                  <a16:creationId xmlns:a16="http://schemas.microsoft.com/office/drawing/2014/main" id="{29388159-DD25-A15D-E590-1EE898F01329}"/>
                </a:ext>
              </a:extLst>
            </p:cNvPr>
            <p:cNvGrpSpPr/>
            <p:nvPr/>
          </p:nvGrpSpPr>
          <p:grpSpPr>
            <a:xfrm>
              <a:off x="2585465" y="4304362"/>
              <a:ext cx="72000" cy="145699"/>
              <a:chOff x="3250176" y="2635484"/>
              <a:chExt cx="179694" cy="145699"/>
            </a:xfrm>
          </p:grpSpPr>
          <p:grpSp>
            <p:nvGrpSpPr>
              <p:cNvPr id="462" name="그룹 461">
                <a:extLst>
                  <a:ext uri="{FF2B5EF4-FFF2-40B4-BE49-F238E27FC236}">
                    <a16:creationId xmlns:a16="http://schemas.microsoft.com/office/drawing/2014/main" id="{9C8D09B8-4349-1965-807F-98EB48495BD9}"/>
                  </a:ext>
                </a:extLst>
              </p:cNvPr>
              <p:cNvGrpSpPr/>
              <p:nvPr/>
            </p:nvGrpSpPr>
            <p:grpSpPr>
              <a:xfrm>
                <a:off x="3250176" y="2637183"/>
                <a:ext cx="178824" cy="144000"/>
                <a:chOff x="5453592" y="2641965"/>
                <a:chExt cx="178824" cy="144000"/>
              </a:xfrm>
            </p:grpSpPr>
            <p:cxnSp>
              <p:nvCxnSpPr>
                <p:cNvPr id="464" name="직선 연결선 463">
                  <a:extLst>
                    <a:ext uri="{FF2B5EF4-FFF2-40B4-BE49-F238E27FC236}">
                      <a16:creationId xmlns:a16="http://schemas.microsoft.com/office/drawing/2014/main" id="{C145C782-8754-8DC6-0EA0-4BAB1CA8ABD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5" name="직선 연결선 464">
                  <a:extLst>
                    <a:ext uri="{FF2B5EF4-FFF2-40B4-BE49-F238E27FC236}">
                      <a16:creationId xmlns:a16="http://schemas.microsoft.com/office/drawing/2014/main" id="{F9AF5560-6BFC-02CE-1F69-4DD4E096E4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63" name="직선 연결선 462">
                <a:extLst>
                  <a:ext uri="{FF2B5EF4-FFF2-40B4-BE49-F238E27FC236}">
                    <a16:creationId xmlns:a16="http://schemas.microsoft.com/office/drawing/2014/main" id="{08F5723B-A339-492C-B415-1E48A5027969}"/>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9" name="직선 연결선 448">
              <a:extLst>
                <a:ext uri="{FF2B5EF4-FFF2-40B4-BE49-F238E27FC236}">
                  <a16:creationId xmlns:a16="http://schemas.microsoft.com/office/drawing/2014/main" id="{75260760-B208-AA9B-85E0-3CAB206CAA6F}"/>
                </a:ext>
              </a:extLst>
            </p:cNvPr>
            <p:cNvCxnSpPr>
              <a:cxnSpLocks/>
            </p:cNvCxnSpPr>
            <p:nvPr/>
          </p:nvCxnSpPr>
          <p:spPr>
            <a:xfrm>
              <a:off x="2661041" y="444866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50" name="그룹 449">
              <a:extLst>
                <a:ext uri="{FF2B5EF4-FFF2-40B4-BE49-F238E27FC236}">
                  <a16:creationId xmlns:a16="http://schemas.microsoft.com/office/drawing/2014/main" id="{0EFE349F-E63C-CCAE-926E-6C442CA32BA7}"/>
                </a:ext>
              </a:extLst>
            </p:cNvPr>
            <p:cNvGrpSpPr/>
            <p:nvPr/>
          </p:nvGrpSpPr>
          <p:grpSpPr>
            <a:xfrm>
              <a:off x="2698611" y="4302934"/>
              <a:ext cx="35826" cy="146277"/>
              <a:chOff x="3250176" y="2637183"/>
              <a:chExt cx="178824" cy="146277"/>
            </a:xfrm>
          </p:grpSpPr>
          <p:grpSp>
            <p:nvGrpSpPr>
              <p:cNvPr id="458" name="그룹 457">
                <a:extLst>
                  <a:ext uri="{FF2B5EF4-FFF2-40B4-BE49-F238E27FC236}">
                    <a16:creationId xmlns:a16="http://schemas.microsoft.com/office/drawing/2014/main" id="{49322E86-47DC-EAD1-EF0C-07603B3F2DB9}"/>
                  </a:ext>
                </a:extLst>
              </p:cNvPr>
              <p:cNvGrpSpPr/>
              <p:nvPr/>
            </p:nvGrpSpPr>
            <p:grpSpPr>
              <a:xfrm>
                <a:off x="3250176" y="2637183"/>
                <a:ext cx="178824" cy="144000"/>
                <a:chOff x="5453592" y="2641965"/>
                <a:chExt cx="178824" cy="144000"/>
              </a:xfrm>
            </p:grpSpPr>
            <p:cxnSp>
              <p:nvCxnSpPr>
                <p:cNvPr id="460" name="직선 연결선 459">
                  <a:extLst>
                    <a:ext uri="{FF2B5EF4-FFF2-40B4-BE49-F238E27FC236}">
                      <a16:creationId xmlns:a16="http://schemas.microsoft.com/office/drawing/2014/main" id="{98F29443-4809-3472-4C8B-AC2A0A4B71A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1" name="직선 연결선 460">
                  <a:extLst>
                    <a:ext uri="{FF2B5EF4-FFF2-40B4-BE49-F238E27FC236}">
                      <a16:creationId xmlns:a16="http://schemas.microsoft.com/office/drawing/2014/main" id="{C80D50E6-572A-4E22-0397-38AD967B42F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59" name="직선 연결선 458">
                <a:extLst>
                  <a:ext uri="{FF2B5EF4-FFF2-40B4-BE49-F238E27FC236}">
                    <a16:creationId xmlns:a16="http://schemas.microsoft.com/office/drawing/2014/main" id="{324331A8-3671-B6AC-1FB2-8CC7DAED1FF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51" name="직선 연결선 450">
              <a:extLst>
                <a:ext uri="{FF2B5EF4-FFF2-40B4-BE49-F238E27FC236}">
                  <a16:creationId xmlns:a16="http://schemas.microsoft.com/office/drawing/2014/main" id="{807B29DC-0E08-6A6E-AFC4-DAA014E86365}"/>
                </a:ext>
              </a:extLst>
            </p:cNvPr>
            <p:cNvCxnSpPr>
              <a:cxnSpLocks/>
            </p:cNvCxnSpPr>
            <p:nvPr/>
          </p:nvCxnSpPr>
          <p:spPr>
            <a:xfrm>
              <a:off x="2736415" y="444610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54" name="그룹 453">
              <a:extLst>
                <a:ext uri="{FF2B5EF4-FFF2-40B4-BE49-F238E27FC236}">
                  <a16:creationId xmlns:a16="http://schemas.microsoft.com/office/drawing/2014/main" id="{556C6A21-9241-9729-10F6-8B132F63C516}"/>
                </a:ext>
              </a:extLst>
            </p:cNvPr>
            <p:cNvGrpSpPr/>
            <p:nvPr/>
          </p:nvGrpSpPr>
          <p:grpSpPr>
            <a:xfrm>
              <a:off x="2810491" y="4301412"/>
              <a:ext cx="214954" cy="141758"/>
              <a:chOff x="5453592" y="2641965"/>
              <a:chExt cx="178824" cy="144000"/>
            </a:xfrm>
          </p:grpSpPr>
          <p:cxnSp>
            <p:nvCxnSpPr>
              <p:cNvPr id="456" name="직선 연결선 455">
                <a:extLst>
                  <a:ext uri="{FF2B5EF4-FFF2-40B4-BE49-F238E27FC236}">
                    <a16:creationId xmlns:a16="http://schemas.microsoft.com/office/drawing/2014/main" id="{684100A3-39B3-E86E-C044-EF6C60B7796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7" name="직선 연결선 456">
                <a:extLst>
                  <a:ext uri="{FF2B5EF4-FFF2-40B4-BE49-F238E27FC236}">
                    <a16:creationId xmlns:a16="http://schemas.microsoft.com/office/drawing/2014/main" id="{83F2AD5D-5405-1FEE-F14C-1CBA711000C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75" name="그룹 474">
              <a:extLst>
                <a:ext uri="{FF2B5EF4-FFF2-40B4-BE49-F238E27FC236}">
                  <a16:creationId xmlns:a16="http://schemas.microsoft.com/office/drawing/2014/main" id="{F95B58A4-5661-5F72-01B8-7BAC75745F34}"/>
                </a:ext>
              </a:extLst>
            </p:cNvPr>
            <p:cNvGrpSpPr/>
            <p:nvPr/>
          </p:nvGrpSpPr>
          <p:grpSpPr>
            <a:xfrm>
              <a:off x="2362930" y="4092456"/>
              <a:ext cx="72000" cy="146277"/>
              <a:chOff x="3250176" y="2637183"/>
              <a:chExt cx="179694" cy="146277"/>
            </a:xfrm>
          </p:grpSpPr>
          <p:grpSp>
            <p:nvGrpSpPr>
              <p:cNvPr id="501" name="그룹 500">
                <a:extLst>
                  <a:ext uri="{FF2B5EF4-FFF2-40B4-BE49-F238E27FC236}">
                    <a16:creationId xmlns:a16="http://schemas.microsoft.com/office/drawing/2014/main" id="{11B40559-67CB-FB14-D4B1-9590F58666DD}"/>
                  </a:ext>
                </a:extLst>
              </p:cNvPr>
              <p:cNvGrpSpPr/>
              <p:nvPr/>
            </p:nvGrpSpPr>
            <p:grpSpPr>
              <a:xfrm>
                <a:off x="3250176" y="2637183"/>
                <a:ext cx="178824" cy="144000"/>
                <a:chOff x="5453592" y="2641965"/>
                <a:chExt cx="178824" cy="144000"/>
              </a:xfrm>
            </p:grpSpPr>
            <p:cxnSp>
              <p:nvCxnSpPr>
                <p:cNvPr id="503" name="직선 연결선 502">
                  <a:extLst>
                    <a:ext uri="{FF2B5EF4-FFF2-40B4-BE49-F238E27FC236}">
                      <a16:creationId xmlns:a16="http://schemas.microsoft.com/office/drawing/2014/main" id="{8E1934E9-A719-C745-6BF6-496D745048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4" name="직선 연결선 503">
                  <a:extLst>
                    <a:ext uri="{FF2B5EF4-FFF2-40B4-BE49-F238E27FC236}">
                      <a16:creationId xmlns:a16="http://schemas.microsoft.com/office/drawing/2014/main" id="{F91ABD72-6457-10A0-FB73-29726A4A3C3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02" name="직선 연결선 501">
                <a:extLst>
                  <a:ext uri="{FF2B5EF4-FFF2-40B4-BE49-F238E27FC236}">
                    <a16:creationId xmlns:a16="http://schemas.microsoft.com/office/drawing/2014/main" id="{05965E58-B149-C460-3D8D-15513250457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76" name="직선 연결선 475">
              <a:extLst>
                <a:ext uri="{FF2B5EF4-FFF2-40B4-BE49-F238E27FC236}">
                  <a16:creationId xmlns:a16="http://schemas.microsoft.com/office/drawing/2014/main" id="{3558B4EB-11CC-5773-5487-BF93D2F3F80C}"/>
                </a:ext>
              </a:extLst>
            </p:cNvPr>
            <p:cNvCxnSpPr>
              <a:cxnSpLocks/>
            </p:cNvCxnSpPr>
            <p:nvPr/>
          </p:nvCxnSpPr>
          <p:spPr>
            <a:xfrm>
              <a:off x="2434581" y="423645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77" name="그룹 476">
              <a:extLst>
                <a:ext uri="{FF2B5EF4-FFF2-40B4-BE49-F238E27FC236}">
                  <a16:creationId xmlns:a16="http://schemas.microsoft.com/office/drawing/2014/main" id="{D228C076-6B70-5631-3FBF-0B400BF7500A}"/>
                </a:ext>
              </a:extLst>
            </p:cNvPr>
            <p:cNvGrpSpPr/>
            <p:nvPr/>
          </p:nvGrpSpPr>
          <p:grpSpPr>
            <a:xfrm>
              <a:off x="2473172" y="4092424"/>
              <a:ext cx="72000" cy="144289"/>
              <a:chOff x="3250176" y="2637183"/>
              <a:chExt cx="179694" cy="144289"/>
            </a:xfrm>
          </p:grpSpPr>
          <p:grpSp>
            <p:nvGrpSpPr>
              <p:cNvPr id="497" name="그룹 496">
                <a:extLst>
                  <a:ext uri="{FF2B5EF4-FFF2-40B4-BE49-F238E27FC236}">
                    <a16:creationId xmlns:a16="http://schemas.microsoft.com/office/drawing/2014/main" id="{20226B82-0402-5CA5-46BE-862837B397A3}"/>
                  </a:ext>
                </a:extLst>
              </p:cNvPr>
              <p:cNvGrpSpPr/>
              <p:nvPr/>
            </p:nvGrpSpPr>
            <p:grpSpPr>
              <a:xfrm>
                <a:off x="3250176" y="2637183"/>
                <a:ext cx="178824" cy="144000"/>
                <a:chOff x="5453592" y="2641965"/>
                <a:chExt cx="178824" cy="144000"/>
              </a:xfrm>
            </p:grpSpPr>
            <p:cxnSp>
              <p:nvCxnSpPr>
                <p:cNvPr id="499" name="직선 연결선 498">
                  <a:extLst>
                    <a:ext uri="{FF2B5EF4-FFF2-40B4-BE49-F238E27FC236}">
                      <a16:creationId xmlns:a16="http://schemas.microsoft.com/office/drawing/2014/main" id="{9F18DE97-482C-DB6D-B047-9A84797743A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0" name="직선 연결선 499">
                  <a:extLst>
                    <a:ext uri="{FF2B5EF4-FFF2-40B4-BE49-F238E27FC236}">
                      <a16:creationId xmlns:a16="http://schemas.microsoft.com/office/drawing/2014/main" id="{9FC76F54-8C4A-84B9-1930-55B3D161684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98" name="직선 연결선 497">
                <a:extLst>
                  <a:ext uri="{FF2B5EF4-FFF2-40B4-BE49-F238E27FC236}">
                    <a16:creationId xmlns:a16="http://schemas.microsoft.com/office/drawing/2014/main" id="{0942512A-CD2C-2732-F560-49594BBA4F55}"/>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78" name="직선 연결선 477">
              <a:extLst>
                <a:ext uri="{FF2B5EF4-FFF2-40B4-BE49-F238E27FC236}">
                  <a16:creationId xmlns:a16="http://schemas.microsoft.com/office/drawing/2014/main" id="{17E9648B-5DE6-0549-5A1C-7E8BA48B53ED}"/>
                </a:ext>
              </a:extLst>
            </p:cNvPr>
            <p:cNvCxnSpPr>
              <a:cxnSpLocks/>
            </p:cNvCxnSpPr>
            <p:nvPr/>
          </p:nvCxnSpPr>
          <p:spPr>
            <a:xfrm>
              <a:off x="2544823" y="423399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79" name="그룹 478">
              <a:extLst>
                <a:ext uri="{FF2B5EF4-FFF2-40B4-BE49-F238E27FC236}">
                  <a16:creationId xmlns:a16="http://schemas.microsoft.com/office/drawing/2014/main" id="{BCEC50F4-1D26-F875-9A60-D583F63DEF02}"/>
                </a:ext>
              </a:extLst>
            </p:cNvPr>
            <p:cNvGrpSpPr/>
            <p:nvPr/>
          </p:nvGrpSpPr>
          <p:grpSpPr>
            <a:xfrm>
              <a:off x="2582974" y="4090264"/>
              <a:ext cx="72000" cy="145699"/>
              <a:chOff x="3250176" y="2635484"/>
              <a:chExt cx="179694" cy="145699"/>
            </a:xfrm>
          </p:grpSpPr>
          <p:grpSp>
            <p:nvGrpSpPr>
              <p:cNvPr id="493" name="그룹 492">
                <a:extLst>
                  <a:ext uri="{FF2B5EF4-FFF2-40B4-BE49-F238E27FC236}">
                    <a16:creationId xmlns:a16="http://schemas.microsoft.com/office/drawing/2014/main" id="{7030F683-DD6B-C51A-2C26-901C4D57D28D}"/>
                  </a:ext>
                </a:extLst>
              </p:cNvPr>
              <p:cNvGrpSpPr/>
              <p:nvPr/>
            </p:nvGrpSpPr>
            <p:grpSpPr>
              <a:xfrm>
                <a:off x="3250176" y="2637183"/>
                <a:ext cx="178824" cy="144000"/>
                <a:chOff x="5453592" y="2641965"/>
                <a:chExt cx="178824" cy="144000"/>
              </a:xfrm>
            </p:grpSpPr>
            <p:cxnSp>
              <p:nvCxnSpPr>
                <p:cNvPr id="495" name="직선 연결선 494">
                  <a:extLst>
                    <a:ext uri="{FF2B5EF4-FFF2-40B4-BE49-F238E27FC236}">
                      <a16:creationId xmlns:a16="http://schemas.microsoft.com/office/drawing/2014/main" id="{7851B6CE-1DD8-1371-5B7A-0AB1F4E2DE8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6" name="직선 연결선 495">
                  <a:extLst>
                    <a:ext uri="{FF2B5EF4-FFF2-40B4-BE49-F238E27FC236}">
                      <a16:creationId xmlns:a16="http://schemas.microsoft.com/office/drawing/2014/main" id="{D368AAF8-B345-B323-3698-1C573C6D18A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94" name="직선 연결선 493">
                <a:extLst>
                  <a:ext uri="{FF2B5EF4-FFF2-40B4-BE49-F238E27FC236}">
                    <a16:creationId xmlns:a16="http://schemas.microsoft.com/office/drawing/2014/main" id="{BE06FAD2-5ED5-A6BA-3E17-E948860232AD}"/>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80" name="직선 연결선 479">
              <a:extLst>
                <a:ext uri="{FF2B5EF4-FFF2-40B4-BE49-F238E27FC236}">
                  <a16:creationId xmlns:a16="http://schemas.microsoft.com/office/drawing/2014/main" id="{E94E599C-8BC1-5DB2-3EDD-381AB7441F9F}"/>
                </a:ext>
              </a:extLst>
            </p:cNvPr>
            <p:cNvCxnSpPr>
              <a:cxnSpLocks/>
            </p:cNvCxnSpPr>
            <p:nvPr/>
          </p:nvCxnSpPr>
          <p:spPr>
            <a:xfrm>
              <a:off x="2658550" y="423457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81" name="그룹 480">
              <a:extLst>
                <a:ext uri="{FF2B5EF4-FFF2-40B4-BE49-F238E27FC236}">
                  <a16:creationId xmlns:a16="http://schemas.microsoft.com/office/drawing/2014/main" id="{EF5302AE-9E6F-A9B0-AD29-926D6F0918E4}"/>
                </a:ext>
              </a:extLst>
            </p:cNvPr>
            <p:cNvGrpSpPr/>
            <p:nvPr/>
          </p:nvGrpSpPr>
          <p:grpSpPr>
            <a:xfrm>
              <a:off x="2696120" y="4088836"/>
              <a:ext cx="35826" cy="146277"/>
              <a:chOff x="3250176" y="2637183"/>
              <a:chExt cx="178824" cy="146277"/>
            </a:xfrm>
          </p:grpSpPr>
          <p:grpSp>
            <p:nvGrpSpPr>
              <p:cNvPr id="489" name="그룹 488">
                <a:extLst>
                  <a:ext uri="{FF2B5EF4-FFF2-40B4-BE49-F238E27FC236}">
                    <a16:creationId xmlns:a16="http://schemas.microsoft.com/office/drawing/2014/main" id="{8232C26A-9AA4-7AB8-E8BE-2764E7D0BCA1}"/>
                  </a:ext>
                </a:extLst>
              </p:cNvPr>
              <p:cNvGrpSpPr/>
              <p:nvPr/>
            </p:nvGrpSpPr>
            <p:grpSpPr>
              <a:xfrm>
                <a:off x="3250176" y="2637183"/>
                <a:ext cx="178824" cy="144000"/>
                <a:chOff x="5453592" y="2641965"/>
                <a:chExt cx="178824" cy="144000"/>
              </a:xfrm>
            </p:grpSpPr>
            <p:cxnSp>
              <p:nvCxnSpPr>
                <p:cNvPr id="491" name="직선 연결선 490">
                  <a:extLst>
                    <a:ext uri="{FF2B5EF4-FFF2-40B4-BE49-F238E27FC236}">
                      <a16:creationId xmlns:a16="http://schemas.microsoft.com/office/drawing/2014/main" id="{FB716ACA-6DE3-63C8-5632-F1E390808E8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2" name="직선 연결선 491">
                  <a:extLst>
                    <a:ext uri="{FF2B5EF4-FFF2-40B4-BE49-F238E27FC236}">
                      <a16:creationId xmlns:a16="http://schemas.microsoft.com/office/drawing/2014/main" id="{7AD71854-7748-8302-78DB-1C475E8857C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90" name="직선 연결선 489">
                <a:extLst>
                  <a:ext uri="{FF2B5EF4-FFF2-40B4-BE49-F238E27FC236}">
                    <a16:creationId xmlns:a16="http://schemas.microsoft.com/office/drawing/2014/main" id="{A72D1C81-9857-D14E-23A3-AF94ADB8BE4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82" name="직선 연결선 481">
              <a:extLst>
                <a:ext uri="{FF2B5EF4-FFF2-40B4-BE49-F238E27FC236}">
                  <a16:creationId xmlns:a16="http://schemas.microsoft.com/office/drawing/2014/main" id="{F9FA902E-4663-FB57-55E9-DA92E024295B}"/>
                </a:ext>
              </a:extLst>
            </p:cNvPr>
            <p:cNvCxnSpPr>
              <a:cxnSpLocks/>
            </p:cNvCxnSpPr>
            <p:nvPr/>
          </p:nvCxnSpPr>
          <p:spPr>
            <a:xfrm>
              <a:off x="2733924" y="4232006"/>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85" name="그룹 484">
              <a:extLst>
                <a:ext uri="{FF2B5EF4-FFF2-40B4-BE49-F238E27FC236}">
                  <a16:creationId xmlns:a16="http://schemas.microsoft.com/office/drawing/2014/main" id="{8C942066-F029-DE3B-64DB-7EBFF821F2EA}"/>
                </a:ext>
              </a:extLst>
            </p:cNvPr>
            <p:cNvGrpSpPr/>
            <p:nvPr/>
          </p:nvGrpSpPr>
          <p:grpSpPr>
            <a:xfrm>
              <a:off x="2808000" y="4087314"/>
              <a:ext cx="214954" cy="141758"/>
              <a:chOff x="5453592" y="2641965"/>
              <a:chExt cx="178824" cy="144000"/>
            </a:xfrm>
          </p:grpSpPr>
          <p:cxnSp>
            <p:nvCxnSpPr>
              <p:cNvPr id="487" name="직선 연결선 486">
                <a:extLst>
                  <a:ext uri="{FF2B5EF4-FFF2-40B4-BE49-F238E27FC236}">
                    <a16:creationId xmlns:a16="http://schemas.microsoft.com/office/drawing/2014/main" id="{D5BE3EDB-10B6-ACE5-FEDA-621755694AA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8" name="직선 연결선 487">
                <a:extLst>
                  <a:ext uri="{FF2B5EF4-FFF2-40B4-BE49-F238E27FC236}">
                    <a16:creationId xmlns:a16="http://schemas.microsoft.com/office/drawing/2014/main" id="{6E835E8D-6A70-7DD1-B25B-6C85B560C85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84" name="TextBox 483">
              <a:extLst>
                <a:ext uri="{FF2B5EF4-FFF2-40B4-BE49-F238E27FC236}">
                  <a16:creationId xmlns:a16="http://schemas.microsoft.com/office/drawing/2014/main" id="{8AAF61A1-A2ED-7610-CCE5-6BF910D93407}"/>
                </a:ext>
              </a:extLst>
            </p:cNvPr>
            <p:cNvSpPr txBox="1"/>
            <p:nvPr/>
          </p:nvSpPr>
          <p:spPr>
            <a:xfrm>
              <a:off x="2749465" y="4066751"/>
              <a:ext cx="360996" cy="200055"/>
            </a:xfrm>
            <a:prstGeom prst="rect">
              <a:avLst/>
            </a:prstGeom>
            <a:noFill/>
          </p:spPr>
          <p:txBody>
            <a:bodyPr wrap="none" rtlCol="0">
              <a:spAutoFit/>
            </a:bodyPr>
            <a:lstStyle/>
            <a:p>
              <a:r>
                <a:rPr lang="en-US" altLang="ko-KR" sz="700" dirty="0"/>
                <a:t>Addr</a:t>
              </a:r>
              <a:endParaRPr lang="ko-KR" altLang="en-US" sz="700" dirty="0"/>
            </a:p>
          </p:txBody>
        </p:sp>
        <p:grpSp>
          <p:nvGrpSpPr>
            <p:cNvPr id="506" name="그룹 505">
              <a:extLst>
                <a:ext uri="{FF2B5EF4-FFF2-40B4-BE49-F238E27FC236}">
                  <a16:creationId xmlns:a16="http://schemas.microsoft.com/office/drawing/2014/main" id="{85CC59C9-4769-E692-C11A-104E98511FFD}"/>
                </a:ext>
              </a:extLst>
            </p:cNvPr>
            <p:cNvGrpSpPr/>
            <p:nvPr/>
          </p:nvGrpSpPr>
          <p:grpSpPr>
            <a:xfrm>
              <a:off x="3059745" y="4614210"/>
              <a:ext cx="36000" cy="108000"/>
              <a:chOff x="2385358" y="4750780"/>
              <a:chExt cx="72460" cy="161138"/>
            </a:xfrm>
          </p:grpSpPr>
          <p:sp>
            <p:nvSpPr>
              <p:cNvPr id="507" name="자유형: 도형 506">
                <a:extLst>
                  <a:ext uri="{FF2B5EF4-FFF2-40B4-BE49-F238E27FC236}">
                    <a16:creationId xmlns:a16="http://schemas.microsoft.com/office/drawing/2014/main" id="{94ABFD30-50B4-3E62-1F6A-EACAB4F4E509}"/>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08" name="자유형: 도형 507">
                <a:extLst>
                  <a:ext uri="{FF2B5EF4-FFF2-40B4-BE49-F238E27FC236}">
                    <a16:creationId xmlns:a16="http://schemas.microsoft.com/office/drawing/2014/main" id="{50B0B820-3158-69D8-C004-EBF0630D1D5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509" name="그룹 508">
              <a:extLst>
                <a:ext uri="{FF2B5EF4-FFF2-40B4-BE49-F238E27FC236}">
                  <a16:creationId xmlns:a16="http://schemas.microsoft.com/office/drawing/2014/main" id="{C82FB63C-2624-4312-736F-2870A8732861}"/>
                </a:ext>
              </a:extLst>
            </p:cNvPr>
            <p:cNvGrpSpPr/>
            <p:nvPr/>
          </p:nvGrpSpPr>
          <p:grpSpPr>
            <a:xfrm>
              <a:off x="3047881" y="4363505"/>
              <a:ext cx="36000" cy="108000"/>
              <a:chOff x="2385358" y="4750780"/>
              <a:chExt cx="72460" cy="161138"/>
            </a:xfrm>
          </p:grpSpPr>
          <p:sp>
            <p:nvSpPr>
              <p:cNvPr id="510" name="자유형: 도형 509">
                <a:extLst>
                  <a:ext uri="{FF2B5EF4-FFF2-40B4-BE49-F238E27FC236}">
                    <a16:creationId xmlns:a16="http://schemas.microsoft.com/office/drawing/2014/main" id="{6A762616-E7B7-51FD-4834-AFF0FE57D146}"/>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11" name="자유형: 도형 510">
                <a:extLst>
                  <a:ext uri="{FF2B5EF4-FFF2-40B4-BE49-F238E27FC236}">
                    <a16:creationId xmlns:a16="http://schemas.microsoft.com/office/drawing/2014/main" id="{A83B6306-444A-646C-E25B-5DEF088FFC56}"/>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512" name="그룹 511">
              <a:extLst>
                <a:ext uri="{FF2B5EF4-FFF2-40B4-BE49-F238E27FC236}">
                  <a16:creationId xmlns:a16="http://schemas.microsoft.com/office/drawing/2014/main" id="{53C60A35-1F36-44B0-8C33-8CEEB9A2C0BD}"/>
                </a:ext>
              </a:extLst>
            </p:cNvPr>
            <p:cNvGrpSpPr/>
            <p:nvPr/>
          </p:nvGrpSpPr>
          <p:grpSpPr>
            <a:xfrm>
              <a:off x="3044889" y="4145448"/>
              <a:ext cx="36000" cy="108000"/>
              <a:chOff x="2385358" y="4750780"/>
              <a:chExt cx="72460" cy="161138"/>
            </a:xfrm>
          </p:grpSpPr>
          <p:sp>
            <p:nvSpPr>
              <p:cNvPr id="513" name="자유형: 도형 512">
                <a:extLst>
                  <a:ext uri="{FF2B5EF4-FFF2-40B4-BE49-F238E27FC236}">
                    <a16:creationId xmlns:a16="http://schemas.microsoft.com/office/drawing/2014/main" id="{59418E53-67F4-883C-C91D-126AF18D214D}"/>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14" name="자유형: 도형 513">
                <a:extLst>
                  <a:ext uri="{FF2B5EF4-FFF2-40B4-BE49-F238E27FC236}">
                    <a16:creationId xmlns:a16="http://schemas.microsoft.com/office/drawing/2014/main" id="{43E526F8-F389-9731-6FDC-BF943DB206D8}"/>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516" name="그룹 515">
              <a:extLst>
                <a:ext uri="{FF2B5EF4-FFF2-40B4-BE49-F238E27FC236}">
                  <a16:creationId xmlns:a16="http://schemas.microsoft.com/office/drawing/2014/main" id="{53C1C866-424B-DF37-361D-22582BFEE33B}"/>
                </a:ext>
              </a:extLst>
            </p:cNvPr>
            <p:cNvGrpSpPr/>
            <p:nvPr/>
          </p:nvGrpSpPr>
          <p:grpSpPr>
            <a:xfrm>
              <a:off x="3234011" y="4538474"/>
              <a:ext cx="72000" cy="146277"/>
              <a:chOff x="3250176" y="2637183"/>
              <a:chExt cx="179694" cy="146277"/>
            </a:xfrm>
          </p:grpSpPr>
          <p:grpSp>
            <p:nvGrpSpPr>
              <p:cNvPr id="517" name="그룹 516">
                <a:extLst>
                  <a:ext uri="{FF2B5EF4-FFF2-40B4-BE49-F238E27FC236}">
                    <a16:creationId xmlns:a16="http://schemas.microsoft.com/office/drawing/2014/main" id="{A4623FE4-BF95-8846-8ABF-FE32A22B3950}"/>
                  </a:ext>
                </a:extLst>
              </p:cNvPr>
              <p:cNvGrpSpPr/>
              <p:nvPr/>
            </p:nvGrpSpPr>
            <p:grpSpPr>
              <a:xfrm>
                <a:off x="3250176" y="2637183"/>
                <a:ext cx="178824" cy="144000"/>
                <a:chOff x="5453592" y="2641965"/>
                <a:chExt cx="178824" cy="144000"/>
              </a:xfrm>
            </p:grpSpPr>
            <p:cxnSp>
              <p:nvCxnSpPr>
                <p:cNvPr id="519" name="직선 연결선 518">
                  <a:extLst>
                    <a:ext uri="{FF2B5EF4-FFF2-40B4-BE49-F238E27FC236}">
                      <a16:creationId xmlns:a16="http://schemas.microsoft.com/office/drawing/2014/main" id="{241EA37C-9770-E948-83F1-3BB27DC0397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0" name="직선 연결선 519">
                  <a:extLst>
                    <a:ext uri="{FF2B5EF4-FFF2-40B4-BE49-F238E27FC236}">
                      <a16:creationId xmlns:a16="http://schemas.microsoft.com/office/drawing/2014/main" id="{B8CA5A80-71CD-002B-3865-6C4EDC3B099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18" name="직선 연결선 517">
                <a:extLst>
                  <a:ext uri="{FF2B5EF4-FFF2-40B4-BE49-F238E27FC236}">
                    <a16:creationId xmlns:a16="http://schemas.microsoft.com/office/drawing/2014/main" id="{9D01BE0A-3093-1144-E1CF-6E65FFBED7B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1" name="직선 연결선 520">
              <a:extLst>
                <a:ext uri="{FF2B5EF4-FFF2-40B4-BE49-F238E27FC236}">
                  <a16:creationId xmlns:a16="http://schemas.microsoft.com/office/drawing/2014/main" id="{7188AFCF-FD74-C1DE-E832-FA1CA5AF3194}"/>
                </a:ext>
              </a:extLst>
            </p:cNvPr>
            <p:cNvCxnSpPr>
              <a:cxnSpLocks/>
            </p:cNvCxnSpPr>
            <p:nvPr/>
          </p:nvCxnSpPr>
          <p:spPr>
            <a:xfrm>
              <a:off x="3305662" y="468247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22" name="그룹 521">
              <a:extLst>
                <a:ext uri="{FF2B5EF4-FFF2-40B4-BE49-F238E27FC236}">
                  <a16:creationId xmlns:a16="http://schemas.microsoft.com/office/drawing/2014/main" id="{DE6923E6-03D9-ED7D-DDA5-BD8CE34575DE}"/>
                </a:ext>
              </a:extLst>
            </p:cNvPr>
            <p:cNvGrpSpPr/>
            <p:nvPr/>
          </p:nvGrpSpPr>
          <p:grpSpPr>
            <a:xfrm>
              <a:off x="3344253" y="4538442"/>
              <a:ext cx="72000" cy="144289"/>
              <a:chOff x="3250176" y="2637183"/>
              <a:chExt cx="179694" cy="144289"/>
            </a:xfrm>
          </p:grpSpPr>
          <p:grpSp>
            <p:nvGrpSpPr>
              <p:cNvPr id="523" name="그룹 522">
                <a:extLst>
                  <a:ext uri="{FF2B5EF4-FFF2-40B4-BE49-F238E27FC236}">
                    <a16:creationId xmlns:a16="http://schemas.microsoft.com/office/drawing/2014/main" id="{93CF2FF2-BA2C-A997-ED1F-5BEE0FFEF5CA}"/>
                  </a:ext>
                </a:extLst>
              </p:cNvPr>
              <p:cNvGrpSpPr/>
              <p:nvPr/>
            </p:nvGrpSpPr>
            <p:grpSpPr>
              <a:xfrm>
                <a:off x="3250176" y="2637183"/>
                <a:ext cx="178824" cy="144000"/>
                <a:chOff x="5453592" y="2641965"/>
                <a:chExt cx="178824" cy="144000"/>
              </a:xfrm>
            </p:grpSpPr>
            <p:cxnSp>
              <p:nvCxnSpPr>
                <p:cNvPr id="525" name="직선 연결선 524">
                  <a:extLst>
                    <a:ext uri="{FF2B5EF4-FFF2-40B4-BE49-F238E27FC236}">
                      <a16:creationId xmlns:a16="http://schemas.microsoft.com/office/drawing/2014/main" id="{BE4714F1-4CE1-3275-B291-FDE48A94BC6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6" name="직선 연결선 525">
                  <a:extLst>
                    <a:ext uri="{FF2B5EF4-FFF2-40B4-BE49-F238E27FC236}">
                      <a16:creationId xmlns:a16="http://schemas.microsoft.com/office/drawing/2014/main" id="{7DE6379D-CB86-BFBE-6D4E-CF07205A90E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4" name="직선 연결선 523">
                <a:extLst>
                  <a:ext uri="{FF2B5EF4-FFF2-40B4-BE49-F238E27FC236}">
                    <a16:creationId xmlns:a16="http://schemas.microsoft.com/office/drawing/2014/main" id="{46EEC4C8-F6AE-72C5-6BCB-5C7666485295}"/>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7" name="직선 연결선 526">
              <a:extLst>
                <a:ext uri="{FF2B5EF4-FFF2-40B4-BE49-F238E27FC236}">
                  <a16:creationId xmlns:a16="http://schemas.microsoft.com/office/drawing/2014/main" id="{61F51E3E-0B64-C88E-C88F-59CB7CCC3F22}"/>
                </a:ext>
              </a:extLst>
            </p:cNvPr>
            <p:cNvCxnSpPr>
              <a:cxnSpLocks/>
            </p:cNvCxnSpPr>
            <p:nvPr/>
          </p:nvCxnSpPr>
          <p:spPr>
            <a:xfrm>
              <a:off x="3415904" y="468001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28" name="그룹 527">
              <a:extLst>
                <a:ext uri="{FF2B5EF4-FFF2-40B4-BE49-F238E27FC236}">
                  <a16:creationId xmlns:a16="http://schemas.microsoft.com/office/drawing/2014/main" id="{2CF60BA4-FB0F-2AB5-FF1A-C6597EEAA28C}"/>
                </a:ext>
              </a:extLst>
            </p:cNvPr>
            <p:cNvGrpSpPr/>
            <p:nvPr/>
          </p:nvGrpSpPr>
          <p:grpSpPr>
            <a:xfrm>
              <a:off x="3454055" y="4536282"/>
              <a:ext cx="72000" cy="145699"/>
              <a:chOff x="3250176" y="2635484"/>
              <a:chExt cx="179694" cy="145699"/>
            </a:xfrm>
          </p:grpSpPr>
          <p:grpSp>
            <p:nvGrpSpPr>
              <p:cNvPr id="529" name="그룹 528">
                <a:extLst>
                  <a:ext uri="{FF2B5EF4-FFF2-40B4-BE49-F238E27FC236}">
                    <a16:creationId xmlns:a16="http://schemas.microsoft.com/office/drawing/2014/main" id="{44113061-060F-6C8E-CFAC-AE104FD7A6B9}"/>
                  </a:ext>
                </a:extLst>
              </p:cNvPr>
              <p:cNvGrpSpPr/>
              <p:nvPr/>
            </p:nvGrpSpPr>
            <p:grpSpPr>
              <a:xfrm>
                <a:off x="3250176" y="2637183"/>
                <a:ext cx="178824" cy="144000"/>
                <a:chOff x="5453592" y="2641965"/>
                <a:chExt cx="178824" cy="144000"/>
              </a:xfrm>
            </p:grpSpPr>
            <p:cxnSp>
              <p:nvCxnSpPr>
                <p:cNvPr id="531" name="직선 연결선 530">
                  <a:extLst>
                    <a:ext uri="{FF2B5EF4-FFF2-40B4-BE49-F238E27FC236}">
                      <a16:creationId xmlns:a16="http://schemas.microsoft.com/office/drawing/2014/main" id="{E38C218F-D024-8F0A-E95A-6195CAFF3AD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2" name="직선 연결선 531">
                  <a:extLst>
                    <a:ext uri="{FF2B5EF4-FFF2-40B4-BE49-F238E27FC236}">
                      <a16:creationId xmlns:a16="http://schemas.microsoft.com/office/drawing/2014/main" id="{98E7764B-D87A-7110-26D3-622C0B15E76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0" name="직선 연결선 529">
                <a:extLst>
                  <a:ext uri="{FF2B5EF4-FFF2-40B4-BE49-F238E27FC236}">
                    <a16:creationId xmlns:a16="http://schemas.microsoft.com/office/drawing/2014/main" id="{D4338067-EF61-419F-A7BA-6C5205F21793}"/>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3" name="직선 연결선 532">
              <a:extLst>
                <a:ext uri="{FF2B5EF4-FFF2-40B4-BE49-F238E27FC236}">
                  <a16:creationId xmlns:a16="http://schemas.microsoft.com/office/drawing/2014/main" id="{4B189D0F-98E4-D985-2E69-67FB20062DFB}"/>
                </a:ext>
              </a:extLst>
            </p:cNvPr>
            <p:cNvCxnSpPr>
              <a:cxnSpLocks/>
            </p:cNvCxnSpPr>
            <p:nvPr/>
          </p:nvCxnSpPr>
          <p:spPr>
            <a:xfrm>
              <a:off x="3529631" y="468058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34" name="그룹 533">
              <a:extLst>
                <a:ext uri="{FF2B5EF4-FFF2-40B4-BE49-F238E27FC236}">
                  <a16:creationId xmlns:a16="http://schemas.microsoft.com/office/drawing/2014/main" id="{FF8A1EC2-6C66-B903-FC2F-20B58A3817F9}"/>
                </a:ext>
              </a:extLst>
            </p:cNvPr>
            <p:cNvGrpSpPr/>
            <p:nvPr/>
          </p:nvGrpSpPr>
          <p:grpSpPr>
            <a:xfrm>
              <a:off x="3567201" y="4534854"/>
              <a:ext cx="35826" cy="146277"/>
              <a:chOff x="3250176" y="2637183"/>
              <a:chExt cx="178824" cy="146277"/>
            </a:xfrm>
          </p:grpSpPr>
          <p:grpSp>
            <p:nvGrpSpPr>
              <p:cNvPr id="535" name="그룹 534">
                <a:extLst>
                  <a:ext uri="{FF2B5EF4-FFF2-40B4-BE49-F238E27FC236}">
                    <a16:creationId xmlns:a16="http://schemas.microsoft.com/office/drawing/2014/main" id="{37D6A55B-EC78-5001-6199-A4AED6FF021C}"/>
                  </a:ext>
                </a:extLst>
              </p:cNvPr>
              <p:cNvGrpSpPr/>
              <p:nvPr/>
            </p:nvGrpSpPr>
            <p:grpSpPr>
              <a:xfrm>
                <a:off x="3250176" y="2637183"/>
                <a:ext cx="178824" cy="144000"/>
                <a:chOff x="5453592" y="2641965"/>
                <a:chExt cx="178824" cy="144000"/>
              </a:xfrm>
            </p:grpSpPr>
            <p:cxnSp>
              <p:nvCxnSpPr>
                <p:cNvPr id="537" name="직선 연결선 536">
                  <a:extLst>
                    <a:ext uri="{FF2B5EF4-FFF2-40B4-BE49-F238E27FC236}">
                      <a16:creationId xmlns:a16="http://schemas.microsoft.com/office/drawing/2014/main" id="{D06BE0AF-01C0-454D-2388-249A6993ECF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8" name="직선 연결선 537">
                  <a:extLst>
                    <a:ext uri="{FF2B5EF4-FFF2-40B4-BE49-F238E27FC236}">
                      <a16:creationId xmlns:a16="http://schemas.microsoft.com/office/drawing/2014/main" id="{74C4B51A-362A-2B5A-171F-9212BDD6E03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6" name="직선 연결선 535">
                <a:extLst>
                  <a:ext uri="{FF2B5EF4-FFF2-40B4-BE49-F238E27FC236}">
                    <a16:creationId xmlns:a16="http://schemas.microsoft.com/office/drawing/2014/main" id="{9F58DAD8-C5FB-7917-B697-B0A69CCB3D7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9" name="직선 연결선 538">
              <a:extLst>
                <a:ext uri="{FF2B5EF4-FFF2-40B4-BE49-F238E27FC236}">
                  <a16:creationId xmlns:a16="http://schemas.microsoft.com/office/drawing/2014/main" id="{6E74721A-D30F-1124-DDB1-1D7DAB786D6B}"/>
                </a:ext>
              </a:extLst>
            </p:cNvPr>
            <p:cNvCxnSpPr>
              <a:cxnSpLocks/>
            </p:cNvCxnSpPr>
            <p:nvPr/>
          </p:nvCxnSpPr>
          <p:spPr>
            <a:xfrm>
              <a:off x="3605005" y="467802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40" name="그룹 539">
              <a:extLst>
                <a:ext uri="{FF2B5EF4-FFF2-40B4-BE49-F238E27FC236}">
                  <a16:creationId xmlns:a16="http://schemas.microsoft.com/office/drawing/2014/main" id="{61016980-1247-3510-0EC1-9FC493BE8718}"/>
                </a:ext>
              </a:extLst>
            </p:cNvPr>
            <p:cNvGrpSpPr/>
            <p:nvPr/>
          </p:nvGrpSpPr>
          <p:grpSpPr>
            <a:xfrm>
              <a:off x="3679081" y="4533332"/>
              <a:ext cx="214954" cy="141758"/>
              <a:chOff x="5453592" y="2641965"/>
              <a:chExt cx="178824" cy="144000"/>
            </a:xfrm>
          </p:grpSpPr>
          <p:cxnSp>
            <p:nvCxnSpPr>
              <p:cNvPr id="541" name="직선 연결선 540">
                <a:extLst>
                  <a:ext uri="{FF2B5EF4-FFF2-40B4-BE49-F238E27FC236}">
                    <a16:creationId xmlns:a16="http://schemas.microsoft.com/office/drawing/2014/main" id="{77D6D4D3-6287-3763-9E20-A6D5E9032D4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2" name="직선 연결선 541">
                <a:extLst>
                  <a:ext uri="{FF2B5EF4-FFF2-40B4-BE49-F238E27FC236}">
                    <a16:creationId xmlns:a16="http://schemas.microsoft.com/office/drawing/2014/main" id="{CDD5D9F5-4830-F2C0-E829-4D9AED606C0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3" name="그룹 542">
              <a:extLst>
                <a:ext uri="{FF2B5EF4-FFF2-40B4-BE49-F238E27FC236}">
                  <a16:creationId xmlns:a16="http://schemas.microsoft.com/office/drawing/2014/main" id="{C59084C1-4DF5-2D74-C5FD-AFEFE70EF9BE}"/>
                </a:ext>
              </a:extLst>
            </p:cNvPr>
            <p:cNvGrpSpPr/>
            <p:nvPr/>
          </p:nvGrpSpPr>
          <p:grpSpPr>
            <a:xfrm>
              <a:off x="3234654" y="4299082"/>
              <a:ext cx="72000" cy="146277"/>
              <a:chOff x="3250176" y="2637183"/>
              <a:chExt cx="179694" cy="146277"/>
            </a:xfrm>
          </p:grpSpPr>
          <p:grpSp>
            <p:nvGrpSpPr>
              <p:cNvPr id="544" name="그룹 543">
                <a:extLst>
                  <a:ext uri="{FF2B5EF4-FFF2-40B4-BE49-F238E27FC236}">
                    <a16:creationId xmlns:a16="http://schemas.microsoft.com/office/drawing/2014/main" id="{A6379A22-827D-2B9F-CBCE-A153825929BD}"/>
                  </a:ext>
                </a:extLst>
              </p:cNvPr>
              <p:cNvGrpSpPr/>
              <p:nvPr/>
            </p:nvGrpSpPr>
            <p:grpSpPr>
              <a:xfrm>
                <a:off x="3250176" y="2637183"/>
                <a:ext cx="178824" cy="144000"/>
                <a:chOff x="5453592" y="2641965"/>
                <a:chExt cx="178824" cy="144000"/>
              </a:xfrm>
            </p:grpSpPr>
            <p:cxnSp>
              <p:nvCxnSpPr>
                <p:cNvPr id="546" name="직선 연결선 545">
                  <a:extLst>
                    <a:ext uri="{FF2B5EF4-FFF2-40B4-BE49-F238E27FC236}">
                      <a16:creationId xmlns:a16="http://schemas.microsoft.com/office/drawing/2014/main" id="{EAFA5B64-A699-05EA-B081-88C2D73B68C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7" name="직선 연결선 546">
                  <a:extLst>
                    <a:ext uri="{FF2B5EF4-FFF2-40B4-BE49-F238E27FC236}">
                      <a16:creationId xmlns:a16="http://schemas.microsoft.com/office/drawing/2014/main" id="{220A4934-E098-04A8-A47D-29CFF314F72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45" name="직선 연결선 544">
                <a:extLst>
                  <a:ext uri="{FF2B5EF4-FFF2-40B4-BE49-F238E27FC236}">
                    <a16:creationId xmlns:a16="http://schemas.microsoft.com/office/drawing/2014/main" id="{E748B92C-A646-1FB1-5F16-87AC4AE6F34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48" name="직선 연결선 547">
              <a:extLst>
                <a:ext uri="{FF2B5EF4-FFF2-40B4-BE49-F238E27FC236}">
                  <a16:creationId xmlns:a16="http://schemas.microsoft.com/office/drawing/2014/main" id="{3BD31027-9523-E983-D38D-D81557E2F72B}"/>
                </a:ext>
              </a:extLst>
            </p:cNvPr>
            <p:cNvCxnSpPr>
              <a:cxnSpLocks/>
            </p:cNvCxnSpPr>
            <p:nvPr/>
          </p:nvCxnSpPr>
          <p:spPr>
            <a:xfrm>
              <a:off x="3306305" y="444308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49" name="그룹 548">
              <a:extLst>
                <a:ext uri="{FF2B5EF4-FFF2-40B4-BE49-F238E27FC236}">
                  <a16:creationId xmlns:a16="http://schemas.microsoft.com/office/drawing/2014/main" id="{E729A796-6332-D973-AEF0-0E3D053FF8A8}"/>
                </a:ext>
              </a:extLst>
            </p:cNvPr>
            <p:cNvGrpSpPr/>
            <p:nvPr/>
          </p:nvGrpSpPr>
          <p:grpSpPr>
            <a:xfrm>
              <a:off x="3344896" y="4299050"/>
              <a:ext cx="72000" cy="144289"/>
              <a:chOff x="3250176" y="2637183"/>
              <a:chExt cx="179694" cy="144289"/>
            </a:xfrm>
          </p:grpSpPr>
          <p:grpSp>
            <p:nvGrpSpPr>
              <p:cNvPr id="550" name="그룹 549">
                <a:extLst>
                  <a:ext uri="{FF2B5EF4-FFF2-40B4-BE49-F238E27FC236}">
                    <a16:creationId xmlns:a16="http://schemas.microsoft.com/office/drawing/2014/main" id="{9E3924E8-D994-E6CF-2890-C7860E711DAB}"/>
                  </a:ext>
                </a:extLst>
              </p:cNvPr>
              <p:cNvGrpSpPr/>
              <p:nvPr/>
            </p:nvGrpSpPr>
            <p:grpSpPr>
              <a:xfrm>
                <a:off x="3250176" y="2637183"/>
                <a:ext cx="178824" cy="144000"/>
                <a:chOff x="5453592" y="2641965"/>
                <a:chExt cx="178824" cy="144000"/>
              </a:xfrm>
            </p:grpSpPr>
            <p:cxnSp>
              <p:nvCxnSpPr>
                <p:cNvPr id="552" name="직선 연결선 551">
                  <a:extLst>
                    <a:ext uri="{FF2B5EF4-FFF2-40B4-BE49-F238E27FC236}">
                      <a16:creationId xmlns:a16="http://schemas.microsoft.com/office/drawing/2014/main" id="{E67E61B2-2875-35D4-3C0B-FCDCD43D24F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3" name="직선 연결선 552">
                  <a:extLst>
                    <a:ext uri="{FF2B5EF4-FFF2-40B4-BE49-F238E27FC236}">
                      <a16:creationId xmlns:a16="http://schemas.microsoft.com/office/drawing/2014/main" id="{F95885BC-E65A-0F3B-A95A-C082D93B666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51" name="직선 연결선 550">
                <a:extLst>
                  <a:ext uri="{FF2B5EF4-FFF2-40B4-BE49-F238E27FC236}">
                    <a16:creationId xmlns:a16="http://schemas.microsoft.com/office/drawing/2014/main" id="{D01262EE-AF35-1606-D725-273789E33445}"/>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54" name="직선 연결선 553">
              <a:extLst>
                <a:ext uri="{FF2B5EF4-FFF2-40B4-BE49-F238E27FC236}">
                  <a16:creationId xmlns:a16="http://schemas.microsoft.com/office/drawing/2014/main" id="{C1623A06-C240-54ED-1CA0-66C4E69F231D}"/>
                </a:ext>
              </a:extLst>
            </p:cNvPr>
            <p:cNvCxnSpPr>
              <a:cxnSpLocks/>
            </p:cNvCxnSpPr>
            <p:nvPr/>
          </p:nvCxnSpPr>
          <p:spPr>
            <a:xfrm>
              <a:off x="3416547" y="444062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55" name="그룹 554">
              <a:extLst>
                <a:ext uri="{FF2B5EF4-FFF2-40B4-BE49-F238E27FC236}">
                  <a16:creationId xmlns:a16="http://schemas.microsoft.com/office/drawing/2014/main" id="{ADFB4D2B-4745-5A7C-3063-E157FB7292A2}"/>
                </a:ext>
              </a:extLst>
            </p:cNvPr>
            <p:cNvGrpSpPr/>
            <p:nvPr/>
          </p:nvGrpSpPr>
          <p:grpSpPr>
            <a:xfrm>
              <a:off x="3454698" y="4296890"/>
              <a:ext cx="72000" cy="145699"/>
              <a:chOff x="3250176" y="2635484"/>
              <a:chExt cx="179694" cy="145699"/>
            </a:xfrm>
          </p:grpSpPr>
          <p:grpSp>
            <p:nvGrpSpPr>
              <p:cNvPr id="556" name="그룹 555">
                <a:extLst>
                  <a:ext uri="{FF2B5EF4-FFF2-40B4-BE49-F238E27FC236}">
                    <a16:creationId xmlns:a16="http://schemas.microsoft.com/office/drawing/2014/main" id="{7580994A-60F8-B46B-C9F9-5EA375C1421D}"/>
                  </a:ext>
                </a:extLst>
              </p:cNvPr>
              <p:cNvGrpSpPr/>
              <p:nvPr/>
            </p:nvGrpSpPr>
            <p:grpSpPr>
              <a:xfrm>
                <a:off x="3250176" y="2637183"/>
                <a:ext cx="178824" cy="144000"/>
                <a:chOff x="5453592" y="2641965"/>
                <a:chExt cx="178824" cy="144000"/>
              </a:xfrm>
            </p:grpSpPr>
            <p:cxnSp>
              <p:nvCxnSpPr>
                <p:cNvPr id="558" name="직선 연결선 557">
                  <a:extLst>
                    <a:ext uri="{FF2B5EF4-FFF2-40B4-BE49-F238E27FC236}">
                      <a16:creationId xmlns:a16="http://schemas.microsoft.com/office/drawing/2014/main" id="{2568BCDD-2315-5952-6CEE-6E9B24713B1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9" name="직선 연결선 558">
                  <a:extLst>
                    <a:ext uri="{FF2B5EF4-FFF2-40B4-BE49-F238E27FC236}">
                      <a16:creationId xmlns:a16="http://schemas.microsoft.com/office/drawing/2014/main" id="{9AF04366-B4C9-C142-017B-ED491980B7F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57" name="직선 연결선 556">
                <a:extLst>
                  <a:ext uri="{FF2B5EF4-FFF2-40B4-BE49-F238E27FC236}">
                    <a16:creationId xmlns:a16="http://schemas.microsoft.com/office/drawing/2014/main" id="{7F704053-7163-F8C3-EA02-304E9644B438}"/>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60" name="직선 연결선 559">
              <a:extLst>
                <a:ext uri="{FF2B5EF4-FFF2-40B4-BE49-F238E27FC236}">
                  <a16:creationId xmlns:a16="http://schemas.microsoft.com/office/drawing/2014/main" id="{6BA74C1D-F200-0EEE-ECB9-2DA513D0BD95}"/>
                </a:ext>
              </a:extLst>
            </p:cNvPr>
            <p:cNvCxnSpPr>
              <a:cxnSpLocks/>
            </p:cNvCxnSpPr>
            <p:nvPr/>
          </p:nvCxnSpPr>
          <p:spPr>
            <a:xfrm>
              <a:off x="3530274" y="444119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61" name="그룹 560">
              <a:extLst>
                <a:ext uri="{FF2B5EF4-FFF2-40B4-BE49-F238E27FC236}">
                  <a16:creationId xmlns:a16="http://schemas.microsoft.com/office/drawing/2014/main" id="{76777A8E-4196-5699-857B-EA6CB242AECD}"/>
                </a:ext>
              </a:extLst>
            </p:cNvPr>
            <p:cNvGrpSpPr/>
            <p:nvPr/>
          </p:nvGrpSpPr>
          <p:grpSpPr>
            <a:xfrm>
              <a:off x="3567844" y="4295462"/>
              <a:ext cx="35826" cy="146277"/>
              <a:chOff x="3250176" y="2637183"/>
              <a:chExt cx="178824" cy="146277"/>
            </a:xfrm>
          </p:grpSpPr>
          <p:grpSp>
            <p:nvGrpSpPr>
              <p:cNvPr id="562" name="그룹 561">
                <a:extLst>
                  <a:ext uri="{FF2B5EF4-FFF2-40B4-BE49-F238E27FC236}">
                    <a16:creationId xmlns:a16="http://schemas.microsoft.com/office/drawing/2014/main" id="{5D6E808F-572F-DD2B-9FFC-4628857E245B}"/>
                  </a:ext>
                </a:extLst>
              </p:cNvPr>
              <p:cNvGrpSpPr/>
              <p:nvPr/>
            </p:nvGrpSpPr>
            <p:grpSpPr>
              <a:xfrm>
                <a:off x="3250176" y="2637183"/>
                <a:ext cx="178824" cy="144000"/>
                <a:chOff x="5453592" y="2641965"/>
                <a:chExt cx="178824" cy="144000"/>
              </a:xfrm>
            </p:grpSpPr>
            <p:cxnSp>
              <p:nvCxnSpPr>
                <p:cNvPr id="564" name="직선 연결선 563">
                  <a:extLst>
                    <a:ext uri="{FF2B5EF4-FFF2-40B4-BE49-F238E27FC236}">
                      <a16:creationId xmlns:a16="http://schemas.microsoft.com/office/drawing/2014/main" id="{54536DB6-5CF0-762F-9788-D646C7F00A2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5" name="직선 연결선 564">
                  <a:extLst>
                    <a:ext uri="{FF2B5EF4-FFF2-40B4-BE49-F238E27FC236}">
                      <a16:creationId xmlns:a16="http://schemas.microsoft.com/office/drawing/2014/main" id="{09C54942-484A-8ADA-4B13-4DCAAFAB7EB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63" name="직선 연결선 562">
                <a:extLst>
                  <a:ext uri="{FF2B5EF4-FFF2-40B4-BE49-F238E27FC236}">
                    <a16:creationId xmlns:a16="http://schemas.microsoft.com/office/drawing/2014/main" id="{DA0EA1DC-8502-F280-6EC9-A9FFB549274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66" name="직선 연결선 565">
              <a:extLst>
                <a:ext uri="{FF2B5EF4-FFF2-40B4-BE49-F238E27FC236}">
                  <a16:creationId xmlns:a16="http://schemas.microsoft.com/office/drawing/2014/main" id="{61EB964B-0B87-053B-067A-8C681697D56F}"/>
                </a:ext>
              </a:extLst>
            </p:cNvPr>
            <p:cNvCxnSpPr>
              <a:cxnSpLocks/>
            </p:cNvCxnSpPr>
            <p:nvPr/>
          </p:nvCxnSpPr>
          <p:spPr>
            <a:xfrm>
              <a:off x="3605648" y="4438632"/>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67" name="그룹 566">
              <a:extLst>
                <a:ext uri="{FF2B5EF4-FFF2-40B4-BE49-F238E27FC236}">
                  <a16:creationId xmlns:a16="http://schemas.microsoft.com/office/drawing/2014/main" id="{B2C8BAD8-547F-876C-D1B9-055B4B1740C0}"/>
                </a:ext>
              </a:extLst>
            </p:cNvPr>
            <p:cNvGrpSpPr/>
            <p:nvPr/>
          </p:nvGrpSpPr>
          <p:grpSpPr>
            <a:xfrm>
              <a:off x="3679724" y="4293940"/>
              <a:ext cx="214954" cy="141758"/>
              <a:chOff x="5453592" y="2641965"/>
              <a:chExt cx="178824" cy="144000"/>
            </a:xfrm>
          </p:grpSpPr>
          <p:cxnSp>
            <p:nvCxnSpPr>
              <p:cNvPr id="568" name="직선 연결선 567">
                <a:extLst>
                  <a:ext uri="{FF2B5EF4-FFF2-40B4-BE49-F238E27FC236}">
                    <a16:creationId xmlns:a16="http://schemas.microsoft.com/office/drawing/2014/main" id="{24907B9D-E6F7-DAC1-E31A-4EB6605376B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9" name="직선 연결선 568">
                <a:extLst>
                  <a:ext uri="{FF2B5EF4-FFF2-40B4-BE49-F238E27FC236}">
                    <a16:creationId xmlns:a16="http://schemas.microsoft.com/office/drawing/2014/main" id="{96281C17-F607-17A6-BA26-8F1E50EFA91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70" name="그룹 569">
              <a:extLst>
                <a:ext uri="{FF2B5EF4-FFF2-40B4-BE49-F238E27FC236}">
                  <a16:creationId xmlns:a16="http://schemas.microsoft.com/office/drawing/2014/main" id="{D830E6D2-3BF9-A195-2E4F-DDCC9E4C96A7}"/>
                </a:ext>
              </a:extLst>
            </p:cNvPr>
            <p:cNvGrpSpPr/>
            <p:nvPr/>
          </p:nvGrpSpPr>
          <p:grpSpPr>
            <a:xfrm>
              <a:off x="3232163" y="4084984"/>
              <a:ext cx="72000" cy="146277"/>
              <a:chOff x="3250176" y="2637183"/>
              <a:chExt cx="179694" cy="146277"/>
            </a:xfrm>
          </p:grpSpPr>
          <p:grpSp>
            <p:nvGrpSpPr>
              <p:cNvPr id="571" name="그룹 570">
                <a:extLst>
                  <a:ext uri="{FF2B5EF4-FFF2-40B4-BE49-F238E27FC236}">
                    <a16:creationId xmlns:a16="http://schemas.microsoft.com/office/drawing/2014/main" id="{8D7915E6-4046-E51D-34D8-E360A8DEA5D6}"/>
                  </a:ext>
                </a:extLst>
              </p:cNvPr>
              <p:cNvGrpSpPr/>
              <p:nvPr/>
            </p:nvGrpSpPr>
            <p:grpSpPr>
              <a:xfrm>
                <a:off x="3250176" y="2637183"/>
                <a:ext cx="178824" cy="144000"/>
                <a:chOff x="5453592" y="2641965"/>
                <a:chExt cx="178824" cy="144000"/>
              </a:xfrm>
            </p:grpSpPr>
            <p:cxnSp>
              <p:nvCxnSpPr>
                <p:cNvPr id="573" name="직선 연결선 572">
                  <a:extLst>
                    <a:ext uri="{FF2B5EF4-FFF2-40B4-BE49-F238E27FC236}">
                      <a16:creationId xmlns:a16="http://schemas.microsoft.com/office/drawing/2014/main" id="{B0648F0B-955E-3D82-4E62-43A5A5B5047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4" name="직선 연결선 573">
                  <a:extLst>
                    <a:ext uri="{FF2B5EF4-FFF2-40B4-BE49-F238E27FC236}">
                      <a16:creationId xmlns:a16="http://schemas.microsoft.com/office/drawing/2014/main" id="{1AC92897-D5F1-F8E2-D332-3DC2C4A6728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2" name="직선 연결선 571">
                <a:extLst>
                  <a:ext uri="{FF2B5EF4-FFF2-40B4-BE49-F238E27FC236}">
                    <a16:creationId xmlns:a16="http://schemas.microsoft.com/office/drawing/2014/main" id="{6C2CEDEE-D3A3-102B-E634-7F712D9F946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5" name="직선 연결선 574">
              <a:extLst>
                <a:ext uri="{FF2B5EF4-FFF2-40B4-BE49-F238E27FC236}">
                  <a16:creationId xmlns:a16="http://schemas.microsoft.com/office/drawing/2014/main" id="{58629FD5-5D3A-5B05-73A8-EC32D73C6537}"/>
                </a:ext>
              </a:extLst>
            </p:cNvPr>
            <p:cNvCxnSpPr>
              <a:cxnSpLocks/>
            </p:cNvCxnSpPr>
            <p:nvPr/>
          </p:nvCxnSpPr>
          <p:spPr>
            <a:xfrm>
              <a:off x="3303814" y="422898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76" name="그룹 575">
              <a:extLst>
                <a:ext uri="{FF2B5EF4-FFF2-40B4-BE49-F238E27FC236}">
                  <a16:creationId xmlns:a16="http://schemas.microsoft.com/office/drawing/2014/main" id="{D3BE413E-408C-18E5-2B67-7B302192E290}"/>
                </a:ext>
              </a:extLst>
            </p:cNvPr>
            <p:cNvGrpSpPr/>
            <p:nvPr/>
          </p:nvGrpSpPr>
          <p:grpSpPr>
            <a:xfrm>
              <a:off x="3342405" y="4084952"/>
              <a:ext cx="72000" cy="144289"/>
              <a:chOff x="3250176" y="2637183"/>
              <a:chExt cx="179694" cy="144289"/>
            </a:xfrm>
          </p:grpSpPr>
          <p:grpSp>
            <p:nvGrpSpPr>
              <p:cNvPr id="577" name="그룹 576">
                <a:extLst>
                  <a:ext uri="{FF2B5EF4-FFF2-40B4-BE49-F238E27FC236}">
                    <a16:creationId xmlns:a16="http://schemas.microsoft.com/office/drawing/2014/main" id="{5F4259C9-0ADF-6D2A-8D6A-C612CD597BF3}"/>
                  </a:ext>
                </a:extLst>
              </p:cNvPr>
              <p:cNvGrpSpPr/>
              <p:nvPr/>
            </p:nvGrpSpPr>
            <p:grpSpPr>
              <a:xfrm>
                <a:off x="3250176" y="2637183"/>
                <a:ext cx="178824" cy="144000"/>
                <a:chOff x="5453592" y="2641965"/>
                <a:chExt cx="178824" cy="144000"/>
              </a:xfrm>
            </p:grpSpPr>
            <p:cxnSp>
              <p:nvCxnSpPr>
                <p:cNvPr id="579" name="직선 연결선 578">
                  <a:extLst>
                    <a:ext uri="{FF2B5EF4-FFF2-40B4-BE49-F238E27FC236}">
                      <a16:creationId xmlns:a16="http://schemas.microsoft.com/office/drawing/2014/main" id="{58C87E0F-B3D8-D08B-9CF3-603D27BF81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0" name="직선 연결선 579">
                  <a:extLst>
                    <a:ext uri="{FF2B5EF4-FFF2-40B4-BE49-F238E27FC236}">
                      <a16:creationId xmlns:a16="http://schemas.microsoft.com/office/drawing/2014/main" id="{F1D9C10F-782A-96E8-F8A3-0233E70F628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8" name="직선 연결선 577">
                <a:extLst>
                  <a:ext uri="{FF2B5EF4-FFF2-40B4-BE49-F238E27FC236}">
                    <a16:creationId xmlns:a16="http://schemas.microsoft.com/office/drawing/2014/main" id="{434A31A2-8BBD-90BA-0794-C5F18778D13F}"/>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81" name="직선 연결선 580">
              <a:extLst>
                <a:ext uri="{FF2B5EF4-FFF2-40B4-BE49-F238E27FC236}">
                  <a16:creationId xmlns:a16="http://schemas.microsoft.com/office/drawing/2014/main" id="{EA65703D-A99C-0FEE-117E-05D30B01C5E2}"/>
                </a:ext>
              </a:extLst>
            </p:cNvPr>
            <p:cNvCxnSpPr>
              <a:cxnSpLocks/>
            </p:cNvCxnSpPr>
            <p:nvPr/>
          </p:nvCxnSpPr>
          <p:spPr>
            <a:xfrm>
              <a:off x="3414056" y="422652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82" name="그룹 581">
              <a:extLst>
                <a:ext uri="{FF2B5EF4-FFF2-40B4-BE49-F238E27FC236}">
                  <a16:creationId xmlns:a16="http://schemas.microsoft.com/office/drawing/2014/main" id="{9788CA41-1DE6-FF1D-9F24-CE9ECA5C1E8B}"/>
                </a:ext>
              </a:extLst>
            </p:cNvPr>
            <p:cNvGrpSpPr/>
            <p:nvPr/>
          </p:nvGrpSpPr>
          <p:grpSpPr>
            <a:xfrm>
              <a:off x="3452207" y="4082792"/>
              <a:ext cx="72000" cy="145699"/>
              <a:chOff x="3250176" y="2635484"/>
              <a:chExt cx="179694" cy="145699"/>
            </a:xfrm>
          </p:grpSpPr>
          <p:grpSp>
            <p:nvGrpSpPr>
              <p:cNvPr id="583" name="그룹 582">
                <a:extLst>
                  <a:ext uri="{FF2B5EF4-FFF2-40B4-BE49-F238E27FC236}">
                    <a16:creationId xmlns:a16="http://schemas.microsoft.com/office/drawing/2014/main" id="{AC756402-B390-15C4-B03C-C888C79669E9}"/>
                  </a:ext>
                </a:extLst>
              </p:cNvPr>
              <p:cNvGrpSpPr/>
              <p:nvPr/>
            </p:nvGrpSpPr>
            <p:grpSpPr>
              <a:xfrm>
                <a:off x="3250176" y="2637183"/>
                <a:ext cx="178824" cy="144000"/>
                <a:chOff x="5453592" y="2641965"/>
                <a:chExt cx="178824" cy="144000"/>
              </a:xfrm>
            </p:grpSpPr>
            <p:cxnSp>
              <p:nvCxnSpPr>
                <p:cNvPr id="585" name="직선 연결선 584">
                  <a:extLst>
                    <a:ext uri="{FF2B5EF4-FFF2-40B4-BE49-F238E27FC236}">
                      <a16:creationId xmlns:a16="http://schemas.microsoft.com/office/drawing/2014/main" id="{B0334847-DB4B-5A81-2CC5-22A299367D8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6" name="직선 연결선 585">
                  <a:extLst>
                    <a:ext uri="{FF2B5EF4-FFF2-40B4-BE49-F238E27FC236}">
                      <a16:creationId xmlns:a16="http://schemas.microsoft.com/office/drawing/2014/main" id="{C716A8ED-93EE-744A-F11D-82D08B00728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84" name="직선 연결선 583">
                <a:extLst>
                  <a:ext uri="{FF2B5EF4-FFF2-40B4-BE49-F238E27FC236}">
                    <a16:creationId xmlns:a16="http://schemas.microsoft.com/office/drawing/2014/main" id="{401F4B91-3CFD-8E56-82E8-012AED2E2AEA}"/>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87" name="직선 연결선 586">
              <a:extLst>
                <a:ext uri="{FF2B5EF4-FFF2-40B4-BE49-F238E27FC236}">
                  <a16:creationId xmlns:a16="http://schemas.microsoft.com/office/drawing/2014/main" id="{55238C50-87F7-8E59-EE74-18A8F44EAA8A}"/>
                </a:ext>
              </a:extLst>
            </p:cNvPr>
            <p:cNvCxnSpPr>
              <a:cxnSpLocks/>
            </p:cNvCxnSpPr>
            <p:nvPr/>
          </p:nvCxnSpPr>
          <p:spPr>
            <a:xfrm>
              <a:off x="3527783" y="422709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88" name="그룹 587">
              <a:extLst>
                <a:ext uri="{FF2B5EF4-FFF2-40B4-BE49-F238E27FC236}">
                  <a16:creationId xmlns:a16="http://schemas.microsoft.com/office/drawing/2014/main" id="{195D3655-4B49-4819-5F64-2983C0CC9452}"/>
                </a:ext>
              </a:extLst>
            </p:cNvPr>
            <p:cNvGrpSpPr/>
            <p:nvPr/>
          </p:nvGrpSpPr>
          <p:grpSpPr>
            <a:xfrm>
              <a:off x="3565353" y="4081364"/>
              <a:ext cx="35826" cy="146277"/>
              <a:chOff x="3250176" y="2637183"/>
              <a:chExt cx="178824" cy="146277"/>
            </a:xfrm>
          </p:grpSpPr>
          <p:grpSp>
            <p:nvGrpSpPr>
              <p:cNvPr id="589" name="그룹 588">
                <a:extLst>
                  <a:ext uri="{FF2B5EF4-FFF2-40B4-BE49-F238E27FC236}">
                    <a16:creationId xmlns:a16="http://schemas.microsoft.com/office/drawing/2014/main" id="{5345D48D-E47C-2CAA-81F0-C1DE0F29FEDE}"/>
                  </a:ext>
                </a:extLst>
              </p:cNvPr>
              <p:cNvGrpSpPr/>
              <p:nvPr/>
            </p:nvGrpSpPr>
            <p:grpSpPr>
              <a:xfrm>
                <a:off x="3250176" y="2637183"/>
                <a:ext cx="178824" cy="144000"/>
                <a:chOff x="5453592" y="2641965"/>
                <a:chExt cx="178824" cy="144000"/>
              </a:xfrm>
            </p:grpSpPr>
            <p:cxnSp>
              <p:nvCxnSpPr>
                <p:cNvPr id="591" name="직선 연결선 590">
                  <a:extLst>
                    <a:ext uri="{FF2B5EF4-FFF2-40B4-BE49-F238E27FC236}">
                      <a16:creationId xmlns:a16="http://schemas.microsoft.com/office/drawing/2014/main" id="{DF18F356-90CA-B2E2-C38B-165898CEE77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2" name="직선 연결선 591">
                  <a:extLst>
                    <a:ext uri="{FF2B5EF4-FFF2-40B4-BE49-F238E27FC236}">
                      <a16:creationId xmlns:a16="http://schemas.microsoft.com/office/drawing/2014/main" id="{7CE7BB92-DF09-77F1-9B73-601AA5080BF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0" name="직선 연결선 589">
                <a:extLst>
                  <a:ext uri="{FF2B5EF4-FFF2-40B4-BE49-F238E27FC236}">
                    <a16:creationId xmlns:a16="http://schemas.microsoft.com/office/drawing/2014/main" id="{09EDDC38-5E5D-2956-E13F-977A92FEC75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3" name="직선 연결선 592">
              <a:extLst>
                <a:ext uri="{FF2B5EF4-FFF2-40B4-BE49-F238E27FC236}">
                  <a16:creationId xmlns:a16="http://schemas.microsoft.com/office/drawing/2014/main" id="{55EF5F77-60E3-4482-0F88-84CE04C8E39F}"/>
                </a:ext>
              </a:extLst>
            </p:cNvPr>
            <p:cNvCxnSpPr>
              <a:cxnSpLocks/>
            </p:cNvCxnSpPr>
            <p:nvPr/>
          </p:nvCxnSpPr>
          <p:spPr>
            <a:xfrm>
              <a:off x="3603157" y="422453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94" name="그룹 593">
              <a:extLst>
                <a:ext uri="{FF2B5EF4-FFF2-40B4-BE49-F238E27FC236}">
                  <a16:creationId xmlns:a16="http://schemas.microsoft.com/office/drawing/2014/main" id="{76E93651-14CF-4F82-FC6A-581573316157}"/>
                </a:ext>
              </a:extLst>
            </p:cNvPr>
            <p:cNvGrpSpPr/>
            <p:nvPr/>
          </p:nvGrpSpPr>
          <p:grpSpPr>
            <a:xfrm>
              <a:off x="3677233" y="4079842"/>
              <a:ext cx="214954" cy="141758"/>
              <a:chOff x="5453592" y="2641965"/>
              <a:chExt cx="178824" cy="144000"/>
            </a:xfrm>
          </p:grpSpPr>
          <p:cxnSp>
            <p:nvCxnSpPr>
              <p:cNvPr id="595" name="직선 연결선 594">
                <a:extLst>
                  <a:ext uri="{FF2B5EF4-FFF2-40B4-BE49-F238E27FC236}">
                    <a16:creationId xmlns:a16="http://schemas.microsoft.com/office/drawing/2014/main" id="{9674ECE9-6244-BC87-6D86-079E14E1F86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6" name="직선 연결선 595">
                <a:extLst>
                  <a:ext uri="{FF2B5EF4-FFF2-40B4-BE49-F238E27FC236}">
                    <a16:creationId xmlns:a16="http://schemas.microsoft.com/office/drawing/2014/main" id="{42DC5ED3-BEC4-FFEB-A975-10A5D1DCA0F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97" name="TextBox 596">
              <a:extLst>
                <a:ext uri="{FF2B5EF4-FFF2-40B4-BE49-F238E27FC236}">
                  <a16:creationId xmlns:a16="http://schemas.microsoft.com/office/drawing/2014/main" id="{C6300B20-1EAD-1CBB-3EB8-5D06270CA622}"/>
                </a:ext>
              </a:extLst>
            </p:cNvPr>
            <p:cNvSpPr txBox="1"/>
            <p:nvPr/>
          </p:nvSpPr>
          <p:spPr>
            <a:xfrm>
              <a:off x="3618698" y="4059279"/>
              <a:ext cx="356188" cy="200055"/>
            </a:xfrm>
            <a:prstGeom prst="rect">
              <a:avLst/>
            </a:prstGeom>
            <a:noFill/>
          </p:spPr>
          <p:txBody>
            <a:bodyPr wrap="none" rtlCol="0">
              <a:spAutoFit/>
            </a:bodyPr>
            <a:lstStyle/>
            <a:p>
              <a:r>
                <a:rPr lang="en-US" altLang="ko-KR" sz="700" dirty="0"/>
                <a:t>Data</a:t>
              </a:r>
              <a:endParaRPr lang="ko-KR" altLang="en-US" sz="700" dirty="0"/>
            </a:p>
          </p:txBody>
        </p:sp>
        <p:grpSp>
          <p:nvGrpSpPr>
            <p:cNvPr id="598" name="그룹 597">
              <a:extLst>
                <a:ext uri="{FF2B5EF4-FFF2-40B4-BE49-F238E27FC236}">
                  <a16:creationId xmlns:a16="http://schemas.microsoft.com/office/drawing/2014/main" id="{C9A01C5B-F33D-C1D7-E86C-8981BE8B0435}"/>
                </a:ext>
              </a:extLst>
            </p:cNvPr>
            <p:cNvGrpSpPr/>
            <p:nvPr/>
          </p:nvGrpSpPr>
          <p:grpSpPr>
            <a:xfrm>
              <a:off x="3919550" y="4606738"/>
              <a:ext cx="36000" cy="108000"/>
              <a:chOff x="2385358" y="4750780"/>
              <a:chExt cx="72460" cy="161138"/>
            </a:xfrm>
          </p:grpSpPr>
          <p:sp>
            <p:nvSpPr>
              <p:cNvPr id="599" name="자유형: 도형 598">
                <a:extLst>
                  <a:ext uri="{FF2B5EF4-FFF2-40B4-BE49-F238E27FC236}">
                    <a16:creationId xmlns:a16="http://schemas.microsoft.com/office/drawing/2014/main" id="{E8668486-5CBD-7F8D-183D-AD01627A5EB2}"/>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0" name="자유형: 도형 599">
                <a:extLst>
                  <a:ext uri="{FF2B5EF4-FFF2-40B4-BE49-F238E27FC236}">
                    <a16:creationId xmlns:a16="http://schemas.microsoft.com/office/drawing/2014/main" id="{5A7843A8-C939-6EF3-7BC7-5020F41439A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601" name="그룹 600">
              <a:extLst>
                <a:ext uri="{FF2B5EF4-FFF2-40B4-BE49-F238E27FC236}">
                  <a16:creationId xmlns:a16="http://schemas.microsoft.com/office/drawing/2014/main" id="{8F9AC55D-895E-80F5-349F-D2EDF899928F}"/>
                </a:ext>
              </a:extLst>
            </p:cNvPr>
            <p:cNvGrpSpPr/>
            <p:nvPr/>
          </p:nvGrpSpPr>
          <p:grpSpPr>
            <a:xfrm>
              <a:off x="3917114" y="4356033"/>
              <a:ext cx="36000" cy="108000"/>
              <a:chOff x="2385358" y="4750780"/>
              <a:chExt cx="72460" cy="161138"/>
            </a:xfrm>
          </p:grpSpPr>
          <p:sp>
            <p:nvSpPr>
              <p:cNvPr id="602" name="자유형: 도형 601">
                <a:extLst>
                  <a:ext uri="{FF2B5EF4-FFF2-40B4-BE49-F238E27FC236}">
                    <a16:creationId xmlns:a16="http://schemas.microsoft.com/office/drawing/2014/main" id="{E8F0E83B-7662-3FFB-02D1-04FEF0C1542A}"/>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3" name="자유형: 도형 602">
                <a:extLst>
                  <a:ext uri="{FF2B5EF4-FFF2-40B4-BE49-F238E27FC236}">
                    <a16:creationId xmlns:a16="http://schemas.microsoft.com/office/drawing/2014/main" id="{B31D1064-795F-F295-6FB7-16E6BEADBF9F}"/>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604" name="그룹 603">
              <a:extLst>
                <a:ext uri="{FF2B5EF4-FFF2-40B4-BE49-F238E27FC236}">
                  <a16:creationId xmlns:a16="http://schemas.microsoft.com/office/drawing/2014/main" id="{412C657E-4FFA-A81B-3905-5FB6E25D78E2}"/>
                </a:ext>
              </a:extLst>
            </p:cNvPr>
            <p:cNvGrpSpPr/>
            <p:nvPr/>
          </p:nvGrpSpPr>
          <p:grpSpPr>
            <a:xfrm>
              <a:off x="3914122" y="4137976"/>
              <a:ext cx="36000" cy="108000"/>
              <a:chOff x="2385358" y="4750780"/>
              <a:chExt cx="72460" cy="161138"/>
            </a:xfrm>
          </p:grpSpPr>
          <p:sp>
            <p:nvSpPr>
              <p:cNvPr id="605" name="자유형: 도형 604">
                <a:extLst>
                  <a:ext uri="{FF2B5EF4-FFF2-40B4-BE49-F238E27FC236}">
                    <a16:creationId xmlns:a16="http://schemas.microsoft.com/office/drawing/2014/main" id="{80398928-0053-2910-52C7-861570893ABF}"/>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6" name="자유형: 도형 605">
                <a:extLst>
                  <a:ext uri="{FF2B5EF4-FFF2-40B4-BE49-F238E27FC236}">
                    <a16:creationId xmlns:a16="http://schemas.microsoft.com/office/drawing/2014/main" id="{9E8C0AF0-45E3-8F19-6F9E-D71DF8734B06}"/>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607" name="직선 연결선 606">
              <a:extLst>
                <a:ext uri="{FF2B5EF4-FFF2-40B4-BE49-F238E27FC236}">
                  <a16:creationId xmlns:a16="http://schemas.microsoft.com/office/drawing/2014/main" id="{F5AD1EEC-2B87-BB76-3253-B746DCFFD5A4}"/>
                </a:ext>
              </a:extLst>
            </p:cNvPr>
            <p:cNvCxnSpPr>
              <a:cxnSpLocks/>
            </p:cNvCxnSpPr>
            <p:nvPr/>
          </p:nvCxnSpPr>
          <p:spPr>
            <a:xfrm>
              <a:off x="3123281" y="4445853"/>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8" name="직선 연결선 607">
              <a:extLst>
                <a:ext uri="{FF2B5EF4-FFF2-40B4-BE49-F238E27FC236}">
                  <a16:creationId xmlns:a16="http://schemas.microsoft.com/office/drawing/2014/main" id="{41C635FC-D61B-341D-FD6E-9D4517EC1223}"/>
                </a:ext>
              </a:extLst>
            </p:cNvPr>
            <p:cNvCxnSpPr>
              <a:cxnSpLocks/>
            </p:cNvCxnSpPr>
            <p:nvPr/>
          </p:nvCxnSpPr>
          <p:spPr>
            <a:xfrm>
              <a:off x="3127512" y="4228491"/>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1" name="직선 연결선 610">
              <a:extLst>
                <a:ext uri="{FF2B5EF4-FFF2-40B4-BE49-F238E27FC236}">
                  <a16:creationId xmlns:a16="http://schemas.microsoft.com/office/drawing/2014/main" id="{CFCB5BA1-BE71-77B7-F925-C788ADC3C84E}"/>
                </a:ext>
              </a:extLst>
            </p:cNvPr>
            <p:cNvCxnSpPr>
              <a:cxnSpLocks/>
            </p:cNvCxnSpPr>
            <p:nvPr/>
          </p:nvCxnSpPr>
          <p:spPr>
            <a:xfrm flipV="1">
              <a:off x="1041292" y="3621235"/>
              <a:ext cx="52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12" name="직사각형 611">
              <a:extLst>
                <a:ext uri="{FF2B5EF4-FFF2-40B4-BE49-F238E27FC236}">
                  <a16:creationId xmlns:a16="http://schemas.microsoft.com/office/drawing/2014/main" id="{34473701-A111-81C2-3C08-74D63B9814F0}"/>
                </a:ext>
              </a:extLst>
            </p:cNvPr>
            <p:cNvSpPr/>
            <p:nvPr/>
          </p:nvSpPr>
          <p:spPr>
            <a:xfrm>
              <a:off x="672286" y="358444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MISO</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616" name="그룹 615">
              <a:extLst>
                <a:ext uri="{FF2B5EF4-FFF2-40B4-BE49-F238E27FC236}">
                  <a16:creationId xmlns:a16="http://schemas.microsoft.com/office/drawing/2014/main" id="{08AA2A62-FFCF-DE78-F1C9-5B530A84193D}"/>
                </a:ext>
              </a:extLst>
            </p:cNvPr>
            <p:cNvGrpSpPr/>
            <p:nvPr/>
          </p:nvGrpSpPr>
          <p:grpSpPr>
            <a:xfrm>
              <a:off x="4333372" y="2897390"/>
              <a:ext cx="185352" cy="144000"/>
              <a:chOff x="3480376" y="2770111"/>
              <a:chExt cx="185352" cy="144000"/>
            </a:xfrm>
          </p:grpSpPr>
          <p:cxnSp>
            <p:nvCxnSpPr>
              <p:cNvPr id="140" name="직선 연결선 139">
                <a:extLst>
                  <a:ext uri="{FF2B5EF4-FFF2-40B4-BE49-F238E27FC236}">
                    <a16:creationId xmlns:a16="http://schemas.microsoft.com/office/drawing/2014/main" id="{0E516D99-5E51-21EE-B54F-666B164D1E39}"/>
                  </a:ext>
                </a:extLst>
              </p:cNvPr>
              <p:cNvCxnSpPr>
                <a:cxnSpLocks/>
              </p:cNvCxnSpPr>
              <p:nvPr/>
            </p:nvCxnSpPr>
            <p:spPr>
              <a:xfrm>
                <a:off x="3629728" y="2770640"/>
                <a:ext cx="36000" cy="5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15" name="그룹 614">
                <a:extLst>
                  <a:ext uri="{FF2B5EF4-FFF2-40B4-BE49-F238E27FC236}">
                    <a16:creationId xmlns:a16="http://schemas.microsoft.com/office/drawing/2014/main" id="{E2FFF856-BCDB-9D85-EB51-D05602684715}"/>
                  </a:ext>
                </a:extLst>
              </p:cNvPr>
              <p:cNvGrpSpPr/>
              <p:nvPr/>
            </p:nvGrpSpPr>
            <p:grpSpPr>
              <a:xfrm>
                <a:off x="3480376" y="2770111"/>
                <a:ext cx="145976" cy="144000"/>
                <a:chOff x="3480376" y="2770111"/>
                <a:chExt cx="145976" cy="144000"/>
              </a:xfrm>
            </p:grpSpPr>
            <p:cxnSp>
              <p:nvCxnSpPr>
                <p:cNvPr id="396" name="직선 연결선 395">
                  <a:extLst>
                    <a:ext uri="{FF2B5EF4-FFF2-40B4-BE49-F238E27FC236}">
                      <a16:creationId xmlns:a16="http://schemas.microsoft.com/office/drawing/2014/main" id="{8AEFCC38-F48C-F295-9861-6476CD2D0CF6}"/>
                    </a:ext>
                  </a:extLst>
                </p:cNvPr>
                <p:cNvCxnSpPr>
                  <a:cxnSpLocks/>
                </p:cNvCxnSpPr>
                <p:nvPr/>
              </p:nvCxnSpPr>
              <p:spPr>
                <a:xfrm>
                  <a:off x="3480376" y="2909884"/>
                  <a:ext cx="141299"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4" name="직선 연결선 613">
                  <a:extLst>
                    <a:ext uri="{FF2B5EF4-FFF2-40B4-BE49-F238E27FC236}">
                      <a16:creationId xmlns:a16="http://schemas.microsoft.com/office/drawing/2014/main" id="{A0EF32F0-A373-4115-35A3-78674D12F3C6}"/>
                    </a:ext>
                  </a:extLst>
                </p:cNvPr>
                <p:cNvCxnSpPr>
                  <a:cxnSpLocks/>
                </p:cNvCxnSpPr>
                <p:nvPr/>
              </p:nvCxnSpPr>
              <p:spPr>
                <a:xfrm>
                  <a:off x="3626352" y="2770111"/>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610" name="직사각형 609">
              <a:extLst>
                <a:ext uri="{FF2B5EF4-FFF2-40B4-BE49-F238E27FC236}">
                  <a16:creationId xmlns:a16="http://schemas.microsoft.com/office/drawing/2014/main" id="{0767716B-7295-4A4F-B13C-66A3A781D9AF}"/>
                </a:ext>
              </a:extLst>
            </p:cNvPr>
            <p:cNvSpPr/>
            <p:nvPr/>
          </p:nvSpPr>
          <p:spPr>
            <a:xfrm>
              <a:off x="4351763" y="3529216"/>
              <a:ext cx="141078" cy="180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618" name="직선 연결선 617">
              <a:extLst>
                <a:ext uri="{FF2B5EF4-FFF2-40B4-BE49-F238E27FC236}">
                  <a16:creationId xmlns:a16="http://schemas.microsoft.com/office/drawing/2014/main" id="{0C665CE5-D5D1-3691-95C4-862D3D4D8B3D}"/>
                </a:ext>
              </a:extLst>
            </p:cNvPr>
            <p:cNvCxnSpPr>
              <a:cxnSpLocks/>
            </p:cNvCxnSpPr>
            <p:nvPr/>
          </p:nvCxnSpPr>
          <p:spPr>
            <a:xfrm>
              <a:off x="4670091" y="2899245"/>
              <a:ext cx="108000" cy="5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19" name="그룹 618">
              <a:extLst>
                <a:ext uri="{FF2B5EF4-FFF2-40B4-BE49-F238E27FC236}">
                  <a16:creationId xmlns:a16="http://schemas.microsoft.com/office/drawing/2014/main" id="{63EA9FF7-4927-9CBC-D4DD-B6C7F90D954A}"/>
                </a:ext>
              </a:extLst>
            </p:cNvPr>
            <p:cNvGrpSpPr/>
            <p:nvPr/>
          </p:nvGrpSpPr>
          <p:grpSpPr>
            <a:xfrm>
              <a:off x="4520739" y="2898716"/>
              <a:ext cx="145976" cy="144000"/>
              <a:chOff x="3480376" y="2770111"/>
              <a:chExt cx="145976" cy="144000"/>
            </a:xfrm>
          </p:grpSpPr>
          <p:cxnSp>
            <p:nvCxnSpPr>
              <p:cNvPr id="620" name="직선 연결선 619">
                <a:extLst>
                  <a:ext uri="{FF2B5EF4-FFF2-40B4-BE49-F238E27FC236}">
                    <a16:creationId xmlns:a16="http://schemas.microsoft.com/office/drawing/2014/main" id="{5EF416B7-8204-14E7-945D-DD21628AB7F1}"/>
                  </a:ext>
                </a:extLst>
              </p:cNvPr>
              <p:cNvCxnSpPr>
                <a:cxnSpLocks/>
              </p:cNvCxnSpPr>
              <p:nvPr/>
            </p:nvCxnSpPr>
            <p:spPr>
              <a:xfrm>
                <a:off x="3480376" y="2909884"/>
                <a:ext cx="141299"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1" name="직선 연결선 620">
                <a:extLst>
                  <a:ext uri="{FF2B5EF4-FFF2-40B4-BE49-F238E27FC236}">
                    <a16:creationId xmlns:a16="http://schemas.microsoft.com/office/drawing/2014/main" id="{EEF4828D-065F-E095-7D98-B33B6A8D009A}"/>
                  </a:ext>
                </a:extLst>
              </p:cNvPr>
              <p:cNvCxnSpPr>
                <a:cxnSpLocks/>
              </p:cNvCxnSpPr>
              <p:nvPr/>
            </p:nvCxnSpPr>
            <p:spPr>
              <a:xfrm>
                <a:off x="3626352" y="2770111"/>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22" name="직선 연결선 621">
              <a:extLst>
                <a:ext uri="{FF2B5EF4-FFF2-40B4-BE49-F238E27FC236}">
                  <a16:creationId xmlns:a16="http://schemas.microsoft.com/office/drawing/2014/main" id="{33F93153-5F74-4093-03D0-6DC0E9F7B86C}"/>
                </a:ext>
              </a:extLst>
            </p:cNvPr>
            <p:cNvCxnSpPr>
              <a:cxnSpLocks/>
            </p:cNvCxnSpPr>
            <p:nvPr/>
          </p:nvCxnSpPr>
          <p:spPr>
            <a:xfrm>
              <a:off x="4520739" y="28948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27" name="직사각형 626">
              <a:extLst>
                <a:ext uri="{FF2B5EF4-FFF2-40B4-BE49-F238E27FC236}">
                  <a16:creationId xmlns:a16="http://schemas.microsoft.com/office/drawing/2014/main" id="{8B4182B6-A576-C04D-9616-508576C87153}"/>
                </a:ext>
              </a:extLst>
            </p:cNvPr>
            <p:cNvSpPr/>
            <p:nvPr/>
          </p:nvSpPr>
          <p:spPr>
            <a:xfrm>
              <a:off x="4554203" y="3532456"/>
              <a:ext cx="141078" cy="180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632" name="그룹 631">
              <a:extLst>
                <a:ext uri="{FF2B5EF4-FFF2-40B4-BE49-F238E27FC236}">
                  <a16:creationId xmlns:a16="http://schemas.microsoft.com/office/drawing/2014/main" id="{6E4EBAD2-540D-8B85-818C-945F7CCA219C}"/>
                </a:ext>
              </a:extLst>
            </p:cNvPr>
            <p:cNvGrpSpPr/>
            <p:nvPr/>
          </p:nvGrpSpPr>
          <p:grpSpPr>
            <a:xfrm>
              <a:off x="6121443" y="2900381"/>
              <a:ext cx="214568" cy="144000"/>
              <a:chOff x="5453592" y="2641965"/>
              <a:chExt cx="178824" cy="144000"/>
            </a:xfrm>
          </p:grpSpPr>
          <p:cxnSp>
            <p:nvCxnSpPr>
              <p:cNvPr id="634" name="직선 연결선 633">
                <a:extLst>
                  <a:ext uri="{FF2B5EF4-FFF2-40B4-BE49-F238E27FC236}">
                    <a16:creationId xmlns:a16="http://schemas.microsoft.com/office/drawing/2014/main" id="{C90E02F7-1159-D0A4-8814-AB45595A82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5" name="직선 연결선 634">
                <a:extLst>
                  <a:ext uri="{FF2B5EF4-FFF2-40B4-BE49-F238E27FC236}">
                    <a16:creationId xmlns:a16="http://schemas.microsoft.com/office/drawing/2014/main" id="{CCEA4545-D8CD-3FFE-C589-E7EBFB4D801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6" name="직선 연결선 635">
              <a:extLst>
                <a:ext uri="{FF2B5EF4-FFF2-40B4-BE49-F238E27FC236}">
                  <a16:creationId xmlns:a16="http://schemas.microsoft.com/office/drawing/2014/main" id="{08CF25AB-02A1-EB0D-168C-151EAEF6608C}"/>
                </a:ext>
              </a:extLst>
            </p:cNvPr>
            <p:cNvCxnSpPr>
              <a:cxnSpLocks/>
            </p:cNvCxnSpPr>
            <p:nvPr/>
          </p:nvCxnSpPr>
          <p:spPr>
            <a:xfrm>
              <a:off x="4777281" y="3040446"/>
              <a:ext cx="134437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0" name="직선 연결선 639">
              <a:extLst>
                <a:ext uri="{FF2B5EF4-FFF2-40B4-BE49-F238E27FC236}">
                  <a16:creationId xmlns:a16="http://schemas.microsoft.com/office/drawing/2014/main" id="{180D19D4-59BB-3845-793D-BA85CC19F6C1}"/>
                </a:ext>
              </a:extLst>
            </p:cNvPr>
            <p:cNvCxnSpPr>
              <a:cxnSpLocks/>
            </p:cNvCxnSpPr>
            <p:nvPr/>
          </p:nvCxnSpPr>
          <p:spPr>
            <a:xfrm>
              <a:off x="3956289" y="4231840"/>
              <a:ext cx="23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4" name="직선 연결선 643">
              <a:extLst>
                <a:ext uri="{FF2B5EF4-FFF2-40B4-BE49-F238E27FC236}">
                  <a16:creationId xmlns:a16="http://schemas.microsoft.com/office/drawing/2014/main" id="{DBC76241-3CD4-DB0E-3073-08153E5AB359}"/>
                </a:ext>
              </a:extLst>
            </p:cNvPr>
            <p:cNvCxnSpPr>
              <a:cxnSpLocks/>
            </p:cNvCxnSpPr>
            <p:nvPr/>
          </p:nvCxnSpPr>
          <p:spPr>
            <a:xfrm>
              <a:off x="3962987" y="4435699"/>
              <a:ext cx="23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5" name="직선 연결선 644">
              <a:extLst>
                <a:ext uri="{FF2B5EF4-FFF2-40B4-BE49-F238E27FC236}">
                  <a16:creationId xmlns:a16="http://schemas.microsoft.com/office/drawing/2014/main" id="{D031172B-2D5D-FF6E-B30F-5540AE9D75F1}"/>
                </a:ext>
              </a:extLst>
            </p:cNvPr>
            <p:cNvCxnSpPr>
              <a:cxnSpLocks/>
            </p:cNvCxnSpPr>
            <p:nvPr/>
          </p:nvCxnSpPr>
          <p:spPr>
            <a:xfrm>
              <a:off x="3962997" y="4678632"/>
              <a:ext cx="23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47" name="자유형: 도형 646">
              <a:extLst>
                <a:ext uri="{FF2B5EF4-FFF2-40B4-BE49-F238E27FC236}">
                  <a16:creationId xmlns:a16="http://schemas.microsoft.com/office/drawing/2014/main" id="{33205625-EF71-E893-AFC8-200D9BF8A512}"/>
                </a:ext>
              </a:extLst>
            </p:cNvPr>
            <p:cNvSpPr/>
            <p:nvPr/>
          </p:nvSpPr>
          <p:spPr>
            <a:xfrm>
              <a:off x="2185317" y="3352800"/>
              <a:ext cx="277675" cy="731691"/>
            </a:xfrm>
            <a:custGeom>
              <a:avLst/>
              <a:gdLst>
                <a:gd name="connsiteX0" fmla="*/ 115755 w 252664"/>
                <a:gd name="connsiteY0" fmla="*/ 0 h 726831"/>
                <a:gd name="connsiteX1" fmla="*/ 249733 w 252664"/>
                <a:gd name="connsiteY1" fmla="*/ 180870 h 726831"/>
                <a:gd name="connsiteX2" fmla="*/ 1873 w 252664"/>
                <a:gd name="connsiteY2" fmla="*/ 499068 h 726831"/>
                <a:gd name="connsiteX3" fmla="*/ 155948 w 252664"/>
                <a:gd name="connsiteY3" fmla="*/ 726831 h 726831"/>
              </a:gdLst>
              <a:ahLst/>
              <a:cxnLst>
                <a:cxn ang="0">
                  <a:pos x="connsiteX0" y="connsiteY0"/>
                </a:cxn>
                <a:cxn ang="0">
                  <a:pos x="connsiteX1" y="connsiteY1"/>
                </a:cxn>
                <a:cxn ang="0">
                  <a:pos x="connsiteX2" y="connsiteY2"/>
                </a:cxn>
                <a:cxn ang="0">
                  <a:pos x="connsiteX3" y="connsiteY3"/>
                </a:cxn>
              </a:cxnLst>
              <a:rect l="l" t="t" r="r" b="b"/>
              <a:pathLst>
                <a:path w="252664" h="726831">
                  <a:moveTo>
                    <a:pt x="115755" y="0"/>
                  </a:moveTo>
                  <a:cubicBezTo>
                    <a:pt x="192234" y="48846"/>
                    <a:pt x="268713" y="97692"/>
                    <a:pt x="249733" y="180870"/>
                  </a:cubicBezTo>
                  <a:cubicBezTo>
                    <a:pt x="230753" y="264048"/>
                    <a:pt x="17504" y="408075"/>
                    <a:pt x="1873" y="499068"/>
                  </a:cubicBezTo>
                  <a:cubicBezTo>
                    <a:pt x="-13758" y="590061"/>
                    <a:pt x="71095" y="658446"/>
                    <a:pt x="155948" y="726831"/>
                  </a:cubicBezTo>
                </a:path>
              </a:pathLst>
            </a:custGeom>
            <a:noFill/>
            <a:ln w="3175">
              <a:solidFill>
                <a:schemeClr val="tx1"/>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49" name="자유형: 도형 648">
              <a:extLst>
                <a:ext uri="{FF2B5EF4-FFF2-40B4-BE49-F238E27FC236}">
                  <a16:creationId xmlns:a16="http://schemas.microsoft.com/office/drawing/2014/main" id="{ED09EFB6-676F-267F-9582-DA38E8EECE57}"/>
                </a:ext>
              </a:extLst>
            </p:cNvPr>
            <p:cNvSpPr/>
            <p:nvPr/>
          </p:nvSpPr>
          <p:spPr>
            <a:xfrm>
              <a:off x="3090484" y="3891848"/>
              <a:ext cx="180000" cy="72000"/>
            </a:xfrm>
            <a:custGeom>
              <a:avLst/>
              <a:gdLst>
                <a:gd name="connsiteX0" fmla="*/ 0 w 254558"/>
                <a:gd name="connsiteY0" fmla="*/ 97152 h 103851"/>
                <a:gd name="connsiteX1" fmla="*/ 100483 w 254558"/>
                <a:gd name="connsiteY1" fmla="*/ 18 h 103851"/>
                <a:gd name="connsiteX2" fmla="*/ 254558 w 254558"/>
                <a:gd name="connsiteY2" fmla="*/ 103851 h 103851"/>
              </a:gdLst>
              <a:ahLst/>
              <a:cxnLst>
                <a:cxn ang="0">
                  <a:pos x="connsiteX0" y="connsiteY0"/>
                </a:cxn>
                <a:cxn ang="0">
                  <a:pos x="connsiteX1" y="connsiteY1"/>
                </a:cxn>
                <a:cxn ang="0">
                  <a:pos x="connsiteX2" y="connsiteY2"/>
                </a:cxn>
              </a:cxnLst>
              <a:rect l="l" t="t" r="r" b="b"/>
              <a:pathLst>
                <a:path w="254558" h="103851">
                  <a:moveTo>
                    <a:pt x="0" y="97152"/>
                  </a:moveTo>
                  <a:cubicBezTo>
                    <a:pt x="29028" y="48026"/>
                    <a:pt x="58057" y="-1099"/>
                    <a:pt x="100483" y="18"/>
                  </a:cubicBezTo>
                  <a:cubicBezTo>
                    <a:pt x="142909" y="1134"/>
                    <a:pt x="198733" y="52492"/>
                    <a:pt x="254558" y="103851"/>
                  </a:cubicBezTo>
                </a:path>
              </a:pathLst>
            </a:custGeom>
            <a:noFill/>
            <a:ln w="3175">
              <a:prstDash val="dash"/>
              <a:headEnd type="none"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50" name="자유형: 도형 649">
              <a:extLst>
                <a:ext uri="{FF2B5EF4-FFF2-40B4-BE49-F238E27FC236}">
                  <a16:creationId xmlns:a16="http://schemas.microsoft.com/office/drawing/2014/main" id="{A7C7DE56-18C2-6472-4860-3B3C991CE38B}"/>
                </a:ext>
              </a:extLst>
            </p:cNvPr>
            <p:cNvSpPr/>
            <p:nvPr/>
          </p:nvSpPr>
          <p:spPr>
            <a:xfrm>
              <a:off x="3853874" y="3653823"/>
              <a:ext cx="470051" cy="459273"/>
            </a:xfrm>
            <a:custGeom>
              <a:avLst/>
              <a:gdLst>
                <a:gd name="connsiteX0" fmla="*/ 0 w 150725"/>
                <a:gd name="connsiteY0" fmla="*/ 401934 h 401934"/>
                <a:gd name="connsiteX1" fmla="*/ 26796 w 150725"/>
                <a:gd name="connsiteY1" fmla="*/ 157424 h 401934"/>
                <a:gd name="connsiteX2" fmla="*/ 150725 w 150725"/>
                <a:gd name="connsiteY2" fmla="*/ 0 h 401934"/>
              </a:gdLst>
              <a:ahLst/>
              <a:cxnLst>
                <a:cxn ang="0">
                  <a:pos x="connsiteX0" y="connsiteY0"/>
                </a:cxn>
                <a:cxn ang="0">
                  <a:pos x="connsiteX1" y="connsiteY1"/>
                </a:cxn>
                <a:cxn ang="0">
                  <a:pos x="connsiteX2" y="connsiteY2"/>
                </a:cxn>
              </a:cxnLst>
              <a:rect l="l" t="t" r="r" b="b"/>
              <a:pathLst>
                <a:path w="150725" h="401934">
                  <a:moveTo>
                    <a:pt x="0" y="401934"/>
                  </a:moveTo>
                  <a:cubicBezTo>
                    <a:pt x="837" y="313173"/>
                    <a:pt x="1675" y="224413"/>
                    <a:pt x="26796" y="157424"/>
                  </a:cubicBezTo>
                  <a:cubicBezTo>
                    <a:pt x="51917" y="90435"/>
                    <a:pt x="101321" y="45217"/>
                    <a:pt x="150725" y="0"/>
                  </a:cubicBezTo>
                </a:path>
              </a:pathLst>
            </a:custGeom>
            <a:noFill/>
            <a:ln w="3175">
              <a:solidFill>
                <a:schemeClr val="tx1"/>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51" name="TextBox 650">
              <a:extLst>
                <a:ext uri="{FF2B5EF4-FFF2-40B4-BE49-F238E27FC236}">
                  <a16:creationId xmlns:a16="http://schemas.microsoft.com/office/drawing/2014/main" id="{CE1207D9-14B4-6590-C6BF-7F34B669267B}"/>
                </a:ext>
              </a:extLst>
            </p:cNvPr>
            <p:cNvSpPr txBox="1"/>
            <p:nvPr/>
          </p:nvSpPr>
          <p:spPr>
            <a:xfrm>
              <a:off x="2229404" y="3915545"/>
              <a:ext cx="966931" cy="184666"/>
            </a:xfrm>
            <a:prstGeom prst="rect">
              <a:avLst/>
            </a:prstGeom>
            <a:noFill/>
          </p:spPr>
          <p:txBody>
            <a:bodyPr wrap="none" rtlCol="0">
              <a:spAutoFit/>
            </a:bodyPr>
            <a:lstStyle/>
            <a:p>
              <a:r>
                <a:rPr lang="en-US" altLang="ko-KR" sz="600" dirty="0"/>
                <a:t>LOCAL-READ COMMAND</a:t>
              </a:r>
              <a:endParaRPr lang="ko-KR" altLang="en-US" sz="600" dirty="0"/>
            </a:p>
          </p:txBody>
        </p:sp>
        <p:sp>
          <p:nvSpPr>
            <p:cNvPr id="652" name="TextBox 651">
              <a:extLst>
                <a:ext uri="{FF2B5EF4-FFF2-40B4-BE49-F238E27FC236}">
                  <a16:creationId xmlns:a16="http://schemas.microsoft.com/office/drawing/2014/main" id="{5EED20EB-50F6-DC75-5D7A-54085D387EF4}"/>
                </a:ext>
              </a:extLst>
            </p:cNvPr>
            <p:cNvSpPr txBox="1"/>
            <p:nvPr/>
          </p:nvSpPr>
          <p:spPr>
            <a:xfrm>
              <a:off x="3168875" y="3920722"/>
              <a:ext cx="774571" cy="184666"/>
            </a:xfrm>
            <a:prstGeom prst="rect">
              <a:avLst/>
            </a:prstGeom>
            <a:noFill/>
          </p:spPr>
          <p:txBody>
            <a:bodyPr wrap="none" rtlCol="0">
              <a:spAutoFit/>
            </a:bodyPr>
            <a:lstStyle/>
            <a:p>
              <a:r>
                <a:rPr lang="en-US" altLang="ko-KR" sz="600" dirty="0"/>
                <a:t>LOCAL-READ-BACK</a:t>
              </a:r>
              <a:endParaRPr lang="ko-KR" altLang="en-US" sz="600" dirty="0"/>
            </a:p>
          </p:txBody>
        </p:sp>
        <p:cxnSp>
          <p:nvCxnSpPr>
            <p:cNvPr id="7" name="직선 연결선 6">
              <a:extLst>
                <a:ext uri="{FF2B5EF4-FFF2-40B4-BE49-F238E27FC236}">
                  <a16:creationId xmlns:a16="http://schemas.microsoft.com/office/drawing/2014/main" id="{932606F9-019E-1D97-43BB-A44369FBAF2B}"/>
                </a:ext>
              </a:extLst>
            </p:cNvPr>
            <p:cNvCxnSpPr/>
            <p:nvPr/>
          </p:nvCxnSpPr>
          <p:spPr>
            <a:xfrm>
              <a:off x="4005286" y="3122192"/>
              <a:ext cx="0" cy="1661375"/>
            </a:xfrm>
            <a:prstGeom prst="line">
              <a:avLst/>
            </a:prstGeom>
            <a:ln w="3175">
              <a:prstDash val="das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9854B08-8BC2-DCA3-CE57-D0A016483C42}"/>
                </a:ext>
              </a:extLst>
            </p:cNvPr>
            <p:cNvSpPr txBox="1"/>
            <p:nvPr/>
          </p:nvSpPr>
          <p:spPr>
            <a:xfrm>
              <a:off x="4297487" y="2751575"/>
              <a:ext cx="453970" cy="184666"/>
            </a:xfrm>
            <a:prstGeom prst="rect">
              <a:avLst/>
            </a:prstGeom>
            <a:noFill/>
          </p:spPr>
          <p:txBody>
            <a:bodyPr wrap="none" rtlCol="0">
              <a:spAutoFit/>
            </a:bodyPr>
            <a:lstStyle/>
            <a:p>
              <a:r>
                <a:rPr lang="en-US" altLang="ko-KR" sz="600" dirty="0"/>
                <a:t>SPI Read</a:t>
              </a:r>
              <a:endParaRPr lang="ko-KR" altLang="en-US" sz="600" dirty="0"/>
            </a:p>
          </p:txBody>
        </p:sp>
      </p:grpSp>
      <p:sp>
        <p:nvSpPr>
          <p:cNvPr id="10" name="object 84">
            <a:extLst>
              <a:ext uri="{FF2B5EF4-FFF2-40B4-BE49-F238E27FC236}">
                <a16:creationId xmlns:a16="http://schemas.microsoft.com/office/drawing/2014/main" id="{77F0E592-4300-FA50-F8AB-015BFD74A4A0}"/>
              </a:ext>
            </a:extLst>
          </p:cNvPr>
          <p:cNvSpPr txBox="1"/>
          <p:nvPr/>
        </p:nvSpPr>
        <p:spPr>
          <a:xfrm>
            <a:off x="2039196" y="5155526"/>
            <a:ext cx="277960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18. The sequence of Local-read command</a:t>
            </a:r>
          </a:p>
        </p:txBody>
      </p:sp>
    </p:spTree>
    <p:extLst>
      <p:ext uri="{BB962C8B-B14F-4D97-AF65-F5344CB8AC3E}">
        <p14:creationId xmlns:p14="http://schemas.microsoft.com/office/powerpoint/2010/main" val="28068942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F6C0621E-EFEA-2205-631D-3B924F782C1B}"/>
              </a:ext>
            </a:extLst>
          </p:cNvPr>
          <p:cNvSpPr txBox="1"/>
          <p:nvPr/>
        </p:nvSpPr>
        <p:spPr>
          <a:xfrm>
            <a:off x="404811" y="82762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993C8E08-3048-2B62-48EB-F2316CD723D7}"/>
              </a:ext>
            </a:extLst>
          </p:cNvPr>
          <p:cNvSpPr txBox="1"/>
          <p:nvPr/>
        </p:nvSpPr>
        <p:spPr>
          <a:xfrm>
            <a:off x="404812" y="1612565"/>
            <a:ext cx="6048620" cy="1384995"/>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Local Dimming data of the next frame should be transmitted to the XC24R through the SPI and the XC24R should complete to transfer the LD data to the XDR devices before assertion of the next frame sync.  And then, the LD data will be started dimming-out by the XDR devices at the next frame sync.  The LD_WR_POINTER of the LD WR POINTER register will be increased one by one in line unit whenever the LD data are written to the XC24R LD data buffers through the SPI and see the Figure 10. for the amount of one line LD.  The LD_RD_POINTER will be increased one by one whenever the XC24R transmits the amount of one LD data to the XDR devices. The LD_DIFF_POINTER is a value of the LD_WR_POINTER minus the LD_RD_POINTER, so the value is useful to check how many LD data remains in the internal LD buffers.</a:t>
            </a:r>
          </a:p>
          <a:p>
            <a:pPr algn="just"/>
            <a:r>
              <a:rPr lang="en-US" altLang="ko-KR" sz="900" dirty="0">
                <a:solidFill>
                  <a:srgbClr val="000000"/>
                </a:solidFill>
                <a:latin typeface="Arial" panose="020B0604020202020204" pitchFamily="34" charset="0"/>
                <a:cs typeface="Arial" panose="020B0604020202020204" pitchFamily="34" charset="0"/>
              </a:rPr>
              <a:t>If the LD_TARNS_START_POINTER value becomes equal to the LD_DIFF_POINTER, then the XC24R starts sending the LD data to the XDR devices automatically until the LD_DIFF_POINTER value becomes to 0.</a:t>
            </a:r>
          </a:p>
        </p:txBody>
      </p:sp>
      <p:sp>
        <p:nvSpPr>
          <p:cNvPr id="34" name="TextBox 33">
            <a:extLst>
              <a:ext uri="{FF2B5EF4-FFF2-40B4-BE49-F238E27FC236}">
                <a16:creationId xmlns:a16="http://schemas.microsoft.com/office/drawing/2014/main" id="{51ED1939-7C0C-8D8A-151E-EB40FFAE6E18}"/>
              </a:ext>
            </a:extLst>
          </p:cNvPr>
          <p:cNvSpPr txBox="1"/>
          <p:nvPr/>
        </p:nvSpPr>
        <p:spPr>
          <a:xfrm>
            <a:off x="404811" y="1266807"/>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Sequence of Local Dimming data transfer</a:t>
            </a:r>
          </a:p>
        </p:txBody>
      </p:sp>
      <p:grpSp>
        <p:nvGrpSpPr>
          <p:cNvPr id="4" name="그룹 3">
            <a:extLst>
              <a:ext uri="{FF2B5EF4-FFF2-40B4-BE49-F238E27FC236}">
                <a16:creationId xmlns:a16="http://schemas.microsoft.com/office/drawing/2014/main" id="{DBB5346A-A841-C0D2-9268-C5084C5AF4BF}"/>
              </a:ext>
            </a:extLst>
          </p:cNvPr>
          <p:cNvGrpSpPr/>
          <p:nvPr/>
        </p:nvGrpSpPr>
        <p:grpSpPr>
          <a:xfrm>
            <a:off x="557590" y="3746100"/>
            <a:ext cx="5787617" cy="2254065"/>
            <a:chOff x="557590" y="3746100"/>
            <a:chExt cx="5787617" cy="2254065"/>
          </a:xfrm>
        </p:grpSpPr>
        <p:cxnSp>
          <p:nvCxnSpPr>
            <p:cNvPr id="60" name="직선 화살표 연결선 59">
              <a:extLst>
                <a:ext uri="{FF2B5EF4-FFF2-40B4-BE49-F238E27FC236}">
                  <a16:creationId xmlns:a16="http://schemas.microsoft.com/office/drawing/2014/main" id="{FAC9990B-A0B6-77EE-DA00-4C0A69AA60D5}"/>
                </a:ext>
              </a:extLst>
            </p:cNvPr>
            <p:cNvCxnSpPr>
              <a:cxnSpLocks/>
            </p:cNvCxnSpPr>
            <p:nvPr/>
          </p:nvCxnSpPr>
          <p:spPr>
            <a:xfrm>
              <a:off x="2014043" y="4258523"/>
              <a:ext cx="0" cy="90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61" name="직선 연결선 60">
              <a:extLst>
                <a:ext uri="{FF2B5EF4-FFF2-40B4-BE49-F238E27FC236}">
                  <a16:creationId xmlns:a16="http://schemas.microsoft.com/office/drawing/2014/main" id="{DEF344A3-D393-6F0B-CCBF-ECB0CC3AA652}"/>
                </a:ext>
              </a:extLst>
            </p:cNvPr>
            <p:cNvCxnSpPr>
              <a:cxnSpLocks/>
            </p:cNvCxnSpPr>
            <p:nvPr/>
          </p:nvCxnSpPr>
          <p:spPr>
            <a:xfrm flipH="1">
              <a:off x="1227112" y="3892876"/>
              <a:ext cx="18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직선 연결선 61">
              <a:extLst>
                <a:ext uri="{FF2B5EF4-FFF2-40B4-BE49-F238E27FC236}">
                  <a16:creationId xmlns:a16="http://schemas.microsoft.com/office/drawing/2014/main" id="{5A381CC9-7B69-E4E0-73FC-968C9BFCFD41}"/>
                </a:ext>
              </a:extLst>
            </p:cNvPr>
            <p:cNvCxnSpPr/>
            <p:nvPr/>
          </p:nvCxnSpPr>
          <p:spPr>
            <a:xfrm>
              <a:off x="1407112" y="374856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직선 연결선 62">
              <a:extLst>
                <a:ext uri="{FF2B5EF4-FFF2-40B4-BE49-F238E27FC236}">
                  <a16:creationId xmlns:a16="http://schemas.microsoft.com/office/drawing/2014/main" id="{7CD78BE6-2A92-AB0F-A476-7E99C6777424}"/>
                </a:ext>
              </a:extLst>
            </p:cNvPr>
            <p:cNvCxnSpPr/>
            <p:nvPr/>
          </p:nvCxnSpPr>
          <p:spPr>
            <a:xfrm>
              <a:off x="1517146" y="374856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직선 연결선 63">
              <a:extLst>
                <a:ext uri="{FF2B5EF4-FFF2-40B4-BE49-F238E27FC236}">
                  <a16:creationId xmlns:a16="http://schemas.microsoft.com/office/drawing/2014/main" id="{8F5D36BD-AFBC-B733-CFD5-F05B771C5A58}"/>
                </a:ext>
              </a:extLst>
            </p:cNvPr>
            <p:cNvCxnSpPr>
              <a:cxnSpLocks/>
            </p:cNvCxnSpPr>
            <p:nvPr/>
          </p:nvCxnSpPr>
          <p:spPr>
            <a:xfrm flipH="1">
              <a:off x="1407112" y="374610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직선 연결선 64">
              <a:extLst>
                <a:ext uri="{FF2B5EF4-FFF2-40B4-BE49-F238E27FC236}">
                  <a16:creationId xmlns:a16="http://schemas.microsoft.com/office/drawing/2014/main" id="{C0AD804C-B835-8881-B20D-57289990A101}"/>
                </a:ext>
              </a:extLst>
            </p:cNvPr>
            <p:cNvCxnSpPr>
              <a:cxnSpLocks/>
            </p:cNvCxnSpPr>
            <p:nvPr/>
          </p:nvCxnSpPr>
          <p:spPr>
            <a:xfrm flipH="1">
              <a:off x="1515112" y="3894289"/>
              <a:ext cx="33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직선 연결선 65">
              <a:extLst>
                <a:ext uri="{FF2B5EF4-FFF2-40B4-BE49-F238E27FC236}">
                  <a16:creationId xmlns:a16="http://schemas.microsoft.com/office/drawing/2014/main" id="{D3E57C39-B124-C5A9-0B5D-B8E457185351}"/>
                </a:ext>
              </a:extLst>
            </p:cNvPr>
            <p:cNvCxnSpPr>
              <a:cxnSpLocks/>
            </p:cNvCxnSpPr>
            <p:nvPr/>
          </p:nvCxnSpPr>
          <p:spPr>
            <a:xfrm flipH="1">
              <a:off x="5010707" y="3895217"/>
              <a:ext cx="129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7" name="그룹 66">
              <a:extLst>
                <a:ext uri="{FF2B5EF4-FFF2-40B4-BE49-F238E27FC236}">
                  <a16:creationId xmlns:a16="http://schemas.microsoft.com/office/drawing/2014/main" id="{95912DA2-9A16-8C30-746A-5AB323301AC6}"/>
                </a:ext>
              </a:extLst>
            </p:cNvPr>
            <p:cNvGrpSpPr/>
            <p:nvPr/>
          </p:nvGrpSpPr>
          <p:grpSpPr>
            <a:xfrm>
              <a:off x="4897407" y="3752360"/>
              <a:ext cx="110034" cy="146467"/>
              <a:chOff x="5604725" y="4776340"/>
              <a:chExt cx="110034" cy="146467"/>
            </a:xfrm>
          </p:grpSpPr>
          <p:cxnSp>
            <p:nvCxnSpPr>
              <p:cNvPr id="111" name="직선 연결선 110">
                <a:extLst>
                  <a:ext uri="{FF2B5EF4-FFF2-40B4-BE49-F238E27FC236}">
                    <a16:creationId xmlns:a16="http://schemas.microsoft.com/office/drawing/2014/main" id="{E4032DEB-732B-3FDD-6A4C-C2DC1A49F648}"/>
                  </a:ext>
                </a:extLst>
              </p:cNvPr>
              <p:cNvCxnSpPr/>
              <p:nvPr/>
            </p:nvCxnSpPr>
            <p:spPr>
              <a:xfrm>
                <a:off x="5604725" y="477880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직선 연결선 111">
                <a:extLst>
                  <a:ext uri="{FF2B5EF4-FFF2-40B4-BE49-F238E27FC236}">
                    <a16:creationId xmlns:a16="http://schemas.microsoft.com/office/drawing/2014/main" id="{078D60F8-BFB7-4236-6D69-B391D3D412B0}"/>
                  </a:ext>
                </a:extLst>
              </p:cNvPr>
              <p:cNvCxnSpPr/>
              <p:nvPr/>
            </p:nvCxnSpPr>
            <p:spPr>
              <a:xfrm>
                <a:off x="5714759" y="477880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직선 연결선 112">
                <a:extLst>
                  <a:ext uri="{FF2B5EF4-FFF2-40B4-BE49-F238E27FC236}">
                    <a16:creationId xmlns:a16="http://schemas.microsoft.com/office/drawing/2014/main" id="{F15C11F2-24C9-7CE7-9774-824156A68E95}"/>
                  </a:ext>
                </a:extLst>
              </p:cNvPr>
              <p:cNvCxnSpPr>
                <a:cxnSpLocks/>
              </p:cNvCxnSpPr>
              <p:nvPr/>
            </p:nvCxnSpPr>
            <p:spPr>
              <a:xfrm flipH="1">
                <a:off x="5604725" y="477634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8" name="직사각형 67">
              <a:extLst>
                <a:ext uri="{FF2B5EF4-FFF2-40B4-BE49-F238E27FC236}">
                  <a16:creationId xmlns:a16="http://schemas.microsoft.com/office/drawing/2014/main" id="{83FC6014-B482-9891-2206-8170D079D010}"/>
                </a:ext>
              </a:extLst>
            </p:cNvPr>
            <p:cNvSpPr/>
            <p:nvPr/>
          </p:nvSpPr>
          <p:spPr>
            <a:xfrm>
              <a:off x="1685025" y="3980384"/>
              <a:ext cx="751809"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#1-1)</a:t>
              </a:r>
            </a:p>
          </p:txBody>
        </p:sp>
        <p:sp>
          <p:nvSpPr>
            <p:cNvPr id="70" name="직사각형 69">
              <a:extLst>
                <a:ext uri="{FF2B5EF4-FFF2-40B4-BE49-F238E27FC236}">
                  <a16:creationId xmlns:a16="http://schemas.microsoft.com/office/drawing/2014/main" id="{C3E8D735-D7E4-181E-8871-2E5D09B370C3}"/>
                </a:ext>
              </a:extLst>
            </p:cNvPr>
            <p:cNvSpPr/>
            <p:nvPr/>
          </p:nvSpPr>
          <p:spPr>
            <a:xfrm>
              <a:off x="1399432" y="3762192"/>
              <a:ext cx="128660"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#1</a:t>
              </a:r>
            </a:p>
          </p:txBody>
        </p:sp>
        <p:sp>
          <p:nvSpPr>
            <p:cNvPr id="71" name="직사각형 70">
              <a:extLst>
                <a:ext uri="{FF2B5EF4-FFF2-40B4-BE49-F238E27FC236}">
                  <a16:creationId xmlns:a16="http://schemas.microsoft.com/office/drawing/2014/main" id="{B7D26A69-4ADC-81CC-D2BD-3F0718253CE9}"/>
                </a:ext>
              </a:extLst>
            </p:cNvPr>
            <p:cNvSpPr/>
            <p:nvPr/>
          </p:nvSpPr>
          <p:spPr>
            <a:xfrm>
              <a:off x="911410" y="3774304"/>
              <a:ext cx="27046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VSYNC</a:t>
              </a:r>
            </a:p>
          </p:txBody>
        </p:sp>
        <p:sp>
          <p:nvSpPr>
            <p:cNvPr id="72" name="직사각형 71">
              <a:extLst>
                <a:ext uri="{FF2B5EF4-FFF2-40B4-BE49-F238E27FC236}">
                  <a16:creationId xmlns:a16="http://schemas.microsoft.com/office/drawing/2014/main" id="{F71EEA42-3D69-85EA-51B6-DCE2D516A5D3}"/>
                </a:ext>
              </a:extLst>
            </p:cNvPr>
            <p:cNvSpPr/>
            <p:nvPr/>
          </p:nvSpPr>
          <p:spPr>
            <a:xfrm>
              <a:off x="4887160" y="3767492"/>
              <a:ext cx="128660"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#2</a:t>
              </a:r>
            </a:p>
          </p:txBody>
        </p:sp>
        <p:sp>
          <p:nvSpPr>
            <p:cNvPr id="76" name="직사각형 75">
              <a:extLst>
                <a:ext uri="{FF2B5EF4-FFF2-40B4-BE49-F238E27FC236}">
                  <a16:creationId xmlns:a16="http://schemas.microsoft.com/office/drawing/2014/main" id="{EA70EC24-06A2-A680-6F58-C7D75A2F58E7}"/>
                </a:ext>
              </a:extLst>
            </p:cNvPr>
            <p:cNvSpPr/>
            <p:nvPr/>
          </p:nvSpPr>
          <p:spPr>
            <a:xfrm>
              <a:off x="2016216" y="5152556"/>
              <a:ext cx="2567536"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TRANSFER</a:t>
              </a:r>
            </a:p>
            <a:p>
              <a:pPr algn="ctr"/>
              <a:r>
                <a:rPr lang="en-US" altLang="ko-KR" sz="600" dirty="0">
                  <a:solidFill>
                    <a:schemeClr val="tx1"/>
                  </a:solidFill>
                  <a:latin typeface="Arial" panose="020B0604020202020204" pitchFamily="34" charset="0"/>
                  <a:cs typeface="Arial" panose="020B0604020202020204" pitchFamily="34" charset="0"/>
                </a:rPr>
                <a:t>(frame #1)</a:t>
              </a:r>
            </a:p>
          </p:txBody>
        </p:sp>
        <p:cxnSp>
          <p:nvCxnSpPr>
            <p:cNvPr id="77" name="직선 연결선 76">
              <a:extLst>
                <a:ext uri="{FF2B5EF4-FFF2-40B4-BE49-F238E27FC236}">
                  <a16:creationId xmlns:a16="http://schemas.microsoft.com/office/drawing/2014/main" id="{C881F3CB-DA76-8F90-347C-ADA58DD9FB8A}"/>
                </a:ext>
              </a:extLst>
            </p:cNvPr>
            <p:cNvCxnSpPr>
              <a:cxnSpLocks/>
            </p:cNvCxnSpPr>
            <p:nvPr/>
          </p:nvCxnSpPr>
          <p:spPr>
            <a:xfrm flipH="1">
              <a:off x="1227112" y="5421911"/>
              <a:ext cx="507959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78" name="직사각형 77">
              <a:extLst>
                <a:ext uri="{FF2B5EF4-FFF2-40B4-BE49-F238E27FC236}">
                  <a16:creationId xmlns:a16="http://schemas.microsoft.com/office/drawing/2014/main" id="{332A1944-1BB1-BEA8-C013-A7CD8DCD5CDC}"/>
                </a:ext>
              </a:extLst>
            </p:cNvPr>
            <p:cNvSpPr/>
            <p:nvPr/>
          </p:nvSpPr>
          <p:spPr>
            <a:xfrm>
              <a:off x="911410" y="5309024"/>
              <a:ext cx="27046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D</a:t>
              </a:r>
              <a:r>
                <a:rPr lang="en-US" altLang="ko-KR" sz="600" baseline="-25000" dirty="0">
                  <a:solidFill>
                    <a:schemeClr val="tx1"/>
                  </a:solidFill>
                  <a:latin typeface="Arial" panose="020B0604020202020204" pitchFamily="34" charset="0"/>
                  <a:cs typeface="Arial" panose="020B0604020202020204" pitchFamily="34" charset="0"/>
                </a:rPr>
                <a:t>IO </a:t>
              </a:r>
              <a:r>
                <a:rPr lang="en-US" altLang="ko-KR" sz="600" dirty="0">
                  <a:solidFill>
                    <a:schemeClr val="tx1"/>
                  </a:solidFill>
                  <a:latin typeface="Arial" panose="020B0604020202020204" pitchFamily="34" charset="0"/>
                  <a:cs typeface="Arial" panose="020B0604020202020204" pitchFamily="34" charset="0"/>
                </a:rPr>
                <a:t>#x</a:t>
              </a:r>
              <a:endParaRPr lang="en-US" altLang="ko-KR" sz="600" baseline="-25000" dirty="0">
                <a:solidFill>
                  <a:schemeClr val="tx1"/>
                </a:solidFill>
                <a:latin typeface="Arial" panose="020B0604020202020204" pitchFamily="34" charset="0"/>
                <a:cs typeface="Arial" panose="020B0604020202020204" pitchFamily="34" charset="0"/>
              </a:endParaRPr>
            </a:p>
          </p:txBody>
        </p:sp>
        <p:cxnSp>
          <p:nvCxnSpPr>
            <p:cNvPr id="79" name="직선 연결선 78">
              <a:extLst>
                <a:ext uri="{FF2B5EF4-FFF2-40B4-BE49-F238E27FC236}">
                  <a16:creationId xmlns:a16="http://schemas.microsoft.com/office/drawing/2014/main" id="{0FBF919B-7195-0982-FA1F-5776B060EA63}"/>
                </a:ext>
              </a:extLst>
            </p:cNvPr>
            <p:cNvCxnSpPr>
              <a:cxnSpLocks/>
            </p:cNvCxnSpPr>
            <p:nvPr/>
          </p:nvCxnSpPr>
          <p:spPr>
            <a:xfrm flipH="1">
              <a:off x="1227112" y="4250842"/>
              <a:ext cx="507959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직사각형 79">
              <a:extLst>
                <a:ext uri="{FF2B5EF4-FFF2-40B4-BE49-F238E27FC236}">
                  <a16:creationId xmlns:a16="http://schemas.microsoft.com/office/drawing/2014/main" id="{CBE9E44A-C5B3-B944-DF34-3EBA25028A54}"/>
                </a:ext>
              </a:extLst>
            </p:cNvPr>
            <p:cNvSpPr/>
            <p:nvPr/>
          </p:nvSpPr>
          <p:spPr>
            <a:xfrm>
              <a:off x="911410" y="4142962"/>
              <a:ext cx="27046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SPI I/F</a:t>
              </a:r>
            </a:p>
          </p:txBody>
        </p:sp>
        <p:sp>
          <p:nvSpPr>
            <p:cNvPr id="83" name="직사각형 82">
              <a:extLst>
                <a:ext uri="{FF2B5EF4-FFF2-40B4-BE49-F238E27FC236}">
                  <a16:creationId xmlns:a16="http://schemas.microsoft.com/office/drawing/2014/main" id="{3770DB27-15A4-4FC3-46FC-9EE9E3E28B65}"/>
                </a:ext>
              </a:extLst>
            </p:cNvPr>
            <p:cNvSpPr/>
            <p:nvPr/>
          </p:nvSpPr>
          <p:spPr>
            <a:xfrm>
              <a:off x="5631265" y="3980972"/>
              <a:ext cx="662736"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#2-1)</a:t>
              </a:r>
            </a:p>
          </p:txBody>
        </p:sp>
        <p:sp>
          <p:nvSpPr>
            <p:cNvPr id="85" name="직사각형 84">
              <a:extLst>
                <a:ext uri="{FF2B5EF4-FFF2-40B4-BE49-F238E27FC236}">
                  <a16:creationId xmlns:a16="http://schemas.microsoft.com/office/drawing/2014/main" id="{60261AAA-9508-F4CD-B303-1B3D083DE775}"/>
                </a:ext>
              </a:extLst>
            </p:cNvPr>
            <p:cNvSpPr/>
            <p:nvPr/>
          </p:nvSpPr>
          <p:spPr>
            <a:xfrm>
              <a:off x="557590" y="5727556"/>
              <a:ext cx="62428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Local dimming out</a:t>
              </a:r>
            </a:p>
            <a:p>
              <a:pPr algn="r"/>
              <a:r>
                <a:rPr lang="en-US" altLang="ko-KR" sz="600" dirty="0">
                  <a:solidFill>
                    <a:schemeClr val="tx1"/>
                  </a:solidFill>
                  <a:latin typeface="Arial" panose="020B0604020202020204" pitchFamily="34" charset="0"/>
                  <a:cs typeface="Arial" panose="020B0604020202020204" pitchFamily="34" charset="0"/>
                </a:rPr>
                <a:t>(of XD-12R)</a:t>
              </a:r>
            </a:p>
          </p:txBody>
        </p:sp>
        <p:cxnSp>
          <p:nvCxnSpPr>
            <p:cNvPr id="86" name="직선 연결선 85">
              <a:extLst>
                <a:ext uri="{FF2B5EF4-FFF2-40B4-BE49-F238E27FC236}">
                  <a16:creationId xmlns:a16="http://schemas.microsoft.com/office/drawing/2014/main" id="{DEA4EC0A-0BFE-177A-6EDA-88997370B413}"/>
                </a:ext>
              </a:extLst>
            </p:cNvPr>
            <p:cNvCxnSpPr>
              <a:cxnSpLocks/>
            </p:cNvCxnSpPr>
            <p:nvPr/>
          </p:nvCxnSpPr>
          <p:spPr>
            <a:xfrm flipH="1">
              <a:off x="1227112" y="5853220"/>
              <a:ext cx="507959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직사각형 86">
              <a:extLst>
                <a:ext uri="{FF2B5EF4-FFF2-40B4-BE49-F238E27FC236}">
                  <a16:creationId xmlns:a16="http://schemas.microsoft.com/office/drawing/2014/main" id="{3CBF587B-4814-CB9E-9757-F0118EB17082}"/>
                </a:ext>
              </a:extLst>
            </p:cNvPr>
            <p:cNvSpPr/>
            <p:nvPr/>
          </p:nvSpPr>
          <p:spPr>
            <a:xfrm>
              <a:off x="4897407" y="5583460"/>
              <a:ext cx="1409300"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Local dimming out</a:t>
              </a:r>
            </a:p>
            <a:p>
              <a:pPr algn="ctr"/>
              <a:r>
                <a:rPr lang="en-US" altLang="ko-KR" sz="600" dirty="0">
                  <a:solidFill>
                    <a:schemeClr val="tx1"/>
                  </a:solidFill>
                  <a:latin typeface="Arial" panose="020B0604020202020204" pitchFamily="34" charset="0"/>
                  <a:cs typeface="Arial" panose="020B0604020202020204" pitchFamily="34" charset="0"/>
                </a:rPr>
                <a:t>(frame #1)</a:t>
              </a:r>
            </a:p>
          </p:txBody>
        </p:sp>
        <p:sp>
          <p:nvSpPr>
            <p:cNvPr id="88" name="직사각형 87">
              <a:extLst>
                <a:ext uri="{FF2B5EF4-FFF2-40B4-BE49-F238E27FC236}">
                  <a16:creationId xmlns:a16="http://schemas.microsoft.com/office/drawing/2014/main" id="{FABC781A-8202-5DC6-74AA-D272A917FA7F}"/>
                </a:ext>
              </a:extLst>
            </p:cNvPr>
            <p:cNvSpPr/>
            <p:nvPr/>
          </p:nvSpPr>
          <p:spPr>
            <a:xfrm>
              <a:off x="6292585" y="3911241"/>
              <a:ext cx="52622" cy="197938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en-US" altLang="ko-KR" sz="600" dirty="0">
                <a:solidFill>
                  <a:schemeClr val="tx1"/>
                </a:solidFill>
                <a:latin typeface="Arial" panose="020B0604020202020204" pitchFamily="34" charset="0"/>
                <a:cs typeface="Arial" panose="020B0604020202020204" pitchFamily="34" charset="0"/>
              </a:endParaRPr>
            </a:p>
          </p:txBody>
        </p:sp>
        <p:sp>
          <p:nvSpPr>
            <p:cNvPr id="106" name="TextBox 105">
              <a:extLst>
                <a:ext uri="{FF2B5EF4-FFF2-40B4-BE49-F238E27FC236}">
                  <a16:creationId xmlns:a16="http://schemas.microsoft.com/office/drawing/2014/main" id="{47F5ACC9-00CE-D22A-E316-4E9C7100BBCC}"/>
                </a:ext>
              </a:extLst>
            </p:cNvPr>
            <p:cNvSpPr txBox="1"/>
            <p:nvPr/>
          </p:nvSpPr>
          <p:spPr>
            <a:xfrm>
              <a:off x="1643925" y="4465937"/>
              <a:ext cx="751809"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LD_WR_POINTER=</a:t>
              </a:r>
              <a:r>
                <a:rPr lang="en-US" altLang="ko-KR" sz="600" i="1" dirty="0">
                  <a:latin typeface="Arial" panose="020B0604020202020204" pitchFamily="34" charset="0"/>
                  <a:cs typeface="Arial" panose="020B0604020202020204" pitchFamily="34" charset="0"/>
                </a:rPr>
                <a:t>k</a:t>
              </a:r>
              <a:endParaRPr lang="ko-KR" altLang="en-US" sz="600" i="1" dirty="0">
                <a:latin typeface="Arial" panose="020B0604020202020204" pitchFamily="34" charset="0"/>
                <a:cs typeface="Arial" panose="020B0604020202020204" pitchFamily="34" charset="0"/>
              </a:endParaRPr>
            </a:p>
          </p:txBody>
        </p:sp>
        <p:sp>
          <p:nvSpPr>
            <p:cNvPr id="107" name="TextBox 106">
              <a:extLst>
                <a:ext uri="{FF2B5EF4-FFF2-40B4-BE49-F238E27FC236}">
                  <a16:creationId xmlns:a16="http://schemas.microsoft.com/office/drawing/2014/main" id="{1FDCC26C-D579-B472-2A88-466969260DDC}"/>
                </a:ext>
              </a:extLst>
            </p:cNvPr>
            <p:cNvSpPr txBox="1"/>
            <p:nvPr/>
          </p:nvSpPr>
          <p:spPr>
            <a:xfrm>
              <a:off x="1436987" y="5601801"/>
              <a:ext cx="1166987"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LD_TRANS_START_POINTER=</a:t>
              </a:r>
              <a:r>
                <a:rPr lang="en-US" altLang="ko-KR" sz="600" i="1" dirty="0">
                  <a:latin typeface="Arial" panose="020B0604020202020204" pitchFamily="34" charset="0"/>
                  <a:cs typeface="Arial" panose="020B0604020202020204" pitchFamily="34" charset="0"/>
                </a:rPr>
                <a:t>k</a:t>
              </a:r>
              <a:endParaRPr lang="ko-KR" altLang="en-US" sz="600" i="1" dirty="0">
                <a:latin typeface="Arial" panose="020B0604020202020204" pitchFamily="34" charset="0"/>
                <a:cs typeface="Arial" panose="020B0604020202020204" pitchFamily="34" charset="0"/>
              </a:endParaRPr>
            </a:p>
          </p:txBody>
        </p:sp>
        <p:sp>
          <p:nvSpPr>
            <p:cNvPr id="108" name="TextBox 107">
              <a:extLst>
                <a:ext uri="{FF2B5EF4-FFF2-40B4-BE49-F238E27FC236}">
                  <a16:creationId xmlns:a16="http://schemas.microsoft.com/office/drawing/2014/main" id="{25D234E9-EC6E-3926-1C08-F75F07B2304E}"/>
                </a:ext>
              </a:extLst>
            </p:cNvPr>
            <p:cNvSpPr txBox="1"/>
            <p:nvPr/>
          </p:nvSpPr>
          <p:spPr>
            <a:xfrm>
              <a:off x="2645080" y="4806215"/>
              <a:ext cx="875240"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LD_DIFF_POINTER=</a:t>
              </a:r>
              <a:r>
                <a:rPr lang="en-US" altLang="ko-KR" sz="600" i="1" dirty="0">
                  <a:latin typeface="Arial" panose="020B0604020202020204" pitchFamily="34" charset="0"/>
                  <a:cs typeface="Arial" panose="020B0604020202020204" pitchFamily="34" charset="0"/>
                </a:rPr>
                <a:t>m-n</a:t>
              </a:r>
              <a:endParaRPr lang="ko-KR" altLang="en-US" sz="600" i="1" dirty="0">
                <a:latin typeface="Arial" panose="020B0604020202020204" pitchFamily="34" charset="0"/>
                <a:cs typeface="Arial" panose="020B0604020202020204" pitchFamily="34" charset="0"/>
              </a:endParaRPr>
            </a:p>
          </p:txBody>
        </p:sp>
        <p:cxnSp>
          <p:nvCxnSpPr>
            <p:cNvPr id="109" name="직선 화살표 연결선 108">
              <a:extLst>
                <a:ext uri="{FF2B5EF4-FFF2-40B4-BE49-F238E27FC236}">
                  <a16:creationId xmlns:a16="http://schemas.microsoft.com/office/drawing/2014/main" id="{C9F5B569-94AE-9BB7-6765-F7836B03EF93}"/>
                </a:ext>
              </a:extLst>
            </p:cNvPr>
            <p:cNvCxnSpPr>
              <a:cxnSpLocks/>
              <a:endCxn id="87" idx="1"/>
            </p:cNvCxnSpPr>
            <p:nvPr/>
          </p:nvCxnSpPr>
          <p:spPr>
            <a:xfrm>
              <a:off x="3687538" y="5309024"/>
              <a:ext cx="1209869" cy="409436"/>
            </a:xfrm>
            <a:prstGeom prst="straightConnector1">
              <a:avLst/>
            </a:prstGeom>
            <a:ln w="3175">
              <a:solidFill>
                <a:schemeClr val="tx1"/>
              </a:solidFill>
              <a:prstDash val="dash"/>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10" name="직선 화살표 연결선 109">
              <a:extLst>
                <a:ext uri="{FF2B5EF4-FFF2-40B4-BE49-F238E27FC236}">
                  <a16:creationId xmlns:a16="http://schemas.microsoft.com/office/drawing/2014/main" id="{A01EE7E3-C9A5-1900-4234-01E1148B6F24}"/>
                </a:ext>
              </a:extLst>
            </p:cNvPr>
            <p:cNvCxnSpPr>
              <a:cxnSpLocks/>
            </p:cNvCxnSpPr>
            <p:nvPr/>
          </p:nvCxnSpPr>
          <p:spPr>
            <a:xfrm>
              <a:off x="2016171" y="5425083"/>
              <a:ext cx="0" cy="18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4" name="직선 화살표 연결선 113">
              <a:extLst>
                <a:ext uri="{FF2B5EF4-FFF2-40B4-BE49-F238E27FC236}">
                  <a16:creationId xmlns:a16="http://schemas.microsoft.com/office/drawing/2014/main" id="{54932901-1125-4138-0C95-4C5DF902D632}"/>
                </a:ext>
              </a:extLst>
            </p:cNvPr>
            <p:cNvCxnSpPr>
              <a:cxnSpLocks/>
            </p:cNvCxnSpPr>
            <p:nvPr/>
          </p:nvCxnSpPr>
          <p:spPr>
            <a:xfrm flipV="1">
              <a:off x="1407112" y="3945779"/>
              <a:ext cx="0" cy="2052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116" name="직사각형 115">
              <a:extLst>
                <a:ext uri="{FF2B5EF4-FFF2-40B4-BE49-F238E27FC236}">
                  <a16:creationId xmlns:a16="http://schemas.microsoft.com/office/drawing/2014/main" id="{B5325F1F-9BF5-7D93-8957-2AC049D92455}"/>
                </a:ext>
              </a:extLst>
            </p:cNvPr>
            <p:cNvSpPr/>
            <p:nvPr/>
          </p:nvSpPr>
          <p:spPr>
            <a:xfrm>
              <a:off x="2559567" y="3983974"/>
              <a:ext cx="751809"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#1-2)</a:t>
              </a:r>
            </a:p>
          </p:txBody>
        </p:sp>
        <p:sp>
          <p:nvSpPr>
            <p:cNvPr id="117" name="직사각형 116">
              <a:extLst>
                <a:ext uri="{FF2B5EF4-FFF2-40B4-BE49-F238E27FC236}">
                  <a16:creationId xmlns:a16="http://schemas.microsoft.com/office/drawing/2014/main" id="{4929B468-130B-6C0A-C3A0-34F303033AEE}"/>
                </a:ext>
              </a:extLst>
            </p:cNvPr>
            <p:cNvSpPr/>
            <p:nvPr/>
          </p:nvSpPr>
          <p:spPr>
            <a:xfrm>
              <a:off x="3438618" y="3983974"/>
              <a:ext cx="751809"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#1-n)</a:t>
              </a:r>
            </a:p>
          </p:txBody>
        </p:sp>
        <p:cxnSp>
          <p:nvCxnSpPr>
            <p:cNvPr id="122" name="직선 화살표 연결선 121">
              <a:extLst>
                <a:ext uri="{FF2B5EF4-FFF2-40B4-BE49-F238E27FC236}">
                  <a16:creationId xmlns:a16="http://schemas.microsoft.com/office/drawing/2014/main" id="{FC966EEF-F8AC-13C1-5F0A-7A1C63D7C32F}"/>
                </a:ext>
              </a:extLst>
            </p:cNvPr>
            <p:cNvCxnSpPr>
              <a:cxnSpLocks/>
            </p:cNvCxnSpPr>
            <p:nvPr/>
          </p:nvCxnSpPr>
          <p:spPr>
            <a:xfrm flipV="1">
              <a:off x="4895361" y="3948165"/>
              <a:ext cx="0" cy="2052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23" name="직선 화살표 연결선 122">
              <a:extLst>
                <a:ext uri="{FF2B5EF4-FFF2-40B4-BE49-F238E27FC236}">
                  <a16:creationId xmlns:a16="http://schemas.microsoft.com/office/drawing/2014/main" id="{3F575AF0-A139-9563-9361-1A4CB733932A}"/>
                </a:ext>
              </a:extLst>
            </p:cNvPr>
            <p:cNvCxnSpPr>
              <a:cxnSpLocks/>
            </p:cNvCxnSpPr>
            <p:nvPr/>
          </p:nvCxnSpPr>
          <p:spPr>
            <a:xfrm>
              <a:off x="3078521" y="5425083"/>
              <a:ext cx="0" cy="18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F2270586-54F9-8D5D-D74E-DFEAB0411F17}"/>
                </a:ext>
              </a:extLst>
            </p:cNvPr>
            <p:cNvSpPr txBox="1"/>
            <p:nvPr/>
          </p:nvSpPr>
          <p:spPr>
            <a:xfrm>
              <a:off x="2718182" y="5601800"/>
              <a:ext cx="727764"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LD_RD_POINTER=</a:t>
              </a:r>
              <a:r>
                <a:rPr lang="en-US" altLang="ko-KR" sz="600" i="1" dirty="0">
                  <a:latin typeface="Arial" panose="020B0604020202020204" pitchFamily="34" charset="0"/>
                  <a:cs typeface="Arial" panose="020B0604020202020204" pitchFamily="34" charset="0"/>
                </a:rPr>
                <a:t>n</a:t>
              </a:r>
              <a:endParaRPr lang="ko-KR" altLang="en-US" sz="600" i="1" dirty="0">
                <a:latin typeface="Arial" panose="020B0604020202020204" pitchFamily="34" charset="0"/>
                <a:cs typeface="Arial" panose="020B0604020202020204" pitchFamily="34" charset="0"/>
              </a:endParaRPr>
            </a:p>
          </p:txBody>
        </p:sp>
        <p:cxnSp>
          <p:nvCxnSpPr>
            <p:cNvPr id="125" name="직선 화살표 연결선 124">
              <a:extLst>
                <a:ext uri="{FF2B5EF4-FFF2-40B4-BE49-F238E27FC236}">
                  <a16:creationId xmlns:a16="http://schemas.microsoft.com/office/drawing/2014/main" id="{39B978EB-61C6-F1DF-E10B-E885E092025A}"/>
                </a:ext>
              </a:extLst>
            </p:cNvPr>
            <p:cNvCxnSpPr>
              <a:cxnSpLocks/>
            </p:cNvCxnSpPr>
            <p:nvPr/>
          </p:nvCxnSpPr>
          <p:spPr>
            <a:xfrm>
              <a:off x="3077630" y="4258523"/>
              <a:ext cx="0" cy="90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7DE0F209-37A0-249C-22C0-5C02390339DE}"/>
                </a:ext>
              </a:extLst>
            </p:cNvPr>
            <p:cNvSpPr txBox="1"/>
            <p:nvPr/>
          </p:nvSpPr>
          <p:spPr>
            <a:xfrm>
              <a:off x="2696977" y="4470971"/>
              <a:ext cx="764633"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LD_WR_POINTER=</a:t>
              </a:r>
              <a:r>
                <a:rPr lang="en-US" altLang="ko-KR" sz="600" i="1" dirty="0">
                  <a:latin typeface="Arial" panose="020B0604020202020204" pitchFamily="34" charset="0"/>
                  <a:cs typeface="Arial" panose="020B0604020202020204" pitchFamily="34" charset="0"/>
                </a:rPr>
                <a:t>m</a:t>
              </a:r>
              <a:endParaRPr lang="ko-KR" altLang="en-US" sz="600" i="1" dirty="0">
                <a:latin typeface="Arial" panose="020B0604020202020204" pitchFamily="34" charset="0"/>
                <a:cs typeface="Arial" panose="020B0604020202020204" pitchFamily="34" charset="0"/>
              </a:endParaRPr>
            </a:p>
          </p:txBody>
        </p:sp>
      </p:grpSp>
      <p:sp>
        <p:nvSpPr>
          <p:cNvPr id="3" name="object 84">
            <a:extLst>
              <a:ext uri="{FF2B5EF4-FFF2-40B4-BE49-F238E27FC236}">
                <a16:creationId xmlns:a16="http://schemas.microsoft.com/office/drawing/2014/main" id="{B5AF6566-3014-124E-86EB-9E1638197DB5}"/>
              </a:ext>
            </a:extLst>
          </p:cNvPr>
          <p:cNvSpPr txBox="1"/>
          <p:nvPr/>
        </p:nvSpPr>
        <p:spPr>
          <a:xfrm>
            <a:off x="1831768" y="6296429"/>
            <a:ext cx="319446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19. The sequence of Local dimming Data transfer</a:t>
            </a:r>
          </a:p>
        </p:txBody>
      </p:sp>
    </p:spTree>
    <p:extLst>
      <p:ext uri="{BB962C8B-B14F-4D97-AF65-F5344CB8AC3E}">
        <p14:creationId xmlns:p14="http://schemas.microsoft.com/office/powerpoint/2010/main" val="25188307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5" name="표 6">
            <a:extLst>
              <a:ext uri="{FF2B5EF4-FFF2-40B4-BE49-F238E27FC236}">
                <a16:creationId xmlns:a16="http://schemas.microsoft.com/office/drawing/2014/main" id="{DD686590-D17D-C596-D75C-845952B2EDB8}"/>
              </a:ext>
            </a:extLst>
          </p:cNvPr>
          <p:cNvGraphicFramePr>
            <a:graphicFrameLocks noGrp="1"/>
          </p:cNvGraphicFramePr>
          <p:nvPr>
            <p:extLst>
              <p:ext uri="{D42A27DB-BD31-4B8C-83A1-F6EECF244321}">
                <p14:modId xmlns:p14="http://schemas.microsoft.com/office/powerpoint/2010/main" val="1677798437"/>
              </p:ext>
            </p:extLst>
          </p:nvPr>
        </p:nvGraphicFramePr>
        <p:xfrm>
          <a:off x="1858191" y="4957433"/>
          <a:ext cx="3248587" cy="340067"/>
        </p:xfrm>
        <a:graphic>
          <a:graphicData uri="http://schemas.openxmlformats.org/drawingml/2006/table">
            <a:tbl>
              <a:tblPr firstRow="1" bandRow="1">
                <a:tableStyleId>{5C22544A-7EE6-4342-B048-85BDC9FD1C3A}</a:tableStyleId>
              </a:tblPr>
              <a:tblGrid>
                <a:gridCol w="623793">
                  <a:extLst>
                    <a:ext uri="{9D8B030D-6E8A-4147-A177-3AD203B41FA5}">
                      <a16:colId xmlns:a16="http://schemas.microsoft.com/office/drawing/2014/main" val="1037286305"/>
                    </a:ext>
                  </a:extLst>
                </a:gridCol>
                <a:gridCol w="61833">
                  <a:extLst>
                    <a:ext uri="{9D8B030D-6E8A-4147-A177-3AD203B41FA5}">
                      <a16:colId xmlns:a16="http://schemas.microsoft.com/office/drawing/2014/main" val="530528814"/>
                    </a:ext>
                  </a:extLst>
                </a:gridCol>
                <a:gridCol w="623793">
                  <a:extLst>
                    <a:ext uri="{9D8B030D-6E8A-4147-A177-3AD203B41FA5}">
                      <a16:colId xmlns:a16="http://schemas.microsoft.com/office/drawing/2014/main" val="3340661124"/>
                    </a:ext>
                  </a:extLst>
                </a:gridCol>
                <a:gridCol w="61833">
                  <a:extLst>
                    <a:ext uri="{9D8B030D-6E8A-4147-A177-3AD203B41FA5}">
                      <a16:colId xmlns:a16="http://schemas.microsoft.com/office/drawing/2014/main" val="1635880923"/>
                    </a:ext>
                  </a:extLst>
                </a:gridCol>
                <a:gridCol w="623793">
                  <a:extLst>
                    <a:ext uri="{9D8B030D-6E8A-4147-A177-3AD203B41FA5}">
                      <a16:colId xmlns:a16="http://schemas.microsoft.com/office/drawing/2014/main" val="2146912518"/>
                    </a:ext>
                  </a:extLst>
                </a:gridCol>
                <a:gridCol w="646547">
                  <a:extLst>
                    <a:ext uri="{9D8B030D-6E8A-4147-A177-3AD203B41FA5}">
                      <a16:colId xmlns:a16="http://schemas.microsoft.com/office/drawing/2014/main" val="1291337477"/>
                    </a:ext>
                  </a:extLst>
                </a:gridCol>
                <a:gridCol w="606995">
                  <a:extLst>
                    <a:ext uri="{9D8B030D-6E8A-4147-A177-3AD203B41FA5}">
                      <a16:colId xmlns:a16="http://schemas.microsoft.com/office/drawing/2014/main" val="1720884376"/>
                    </a:ext>
                  </a:extLst>
                </a:gridCol>
              </a:tblGrid>
              <a:tr h="340067">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bl>
          </a:graphicData>
        </a:graphic>
      </p:graphicFrame>
      <p:graphicFrame>
        <p:nvGraphicFramePr>
          <p:cNvPr id="69" name="표 6">
            <a:extLst>
              <a:ext uri="{FF2B5EF4-FFF2-40B4-BE49-F238E27FC236}">
                <a16:creationId xmlns:a16="http://schemas.microsoft.com/office/drawing/2014/main" id="{45E1438F-A55C-C378-0491-7E23B2322C99}"/>
              </a:ext>
            </a:extLst>
          </p:cNvPr>
          <p:cNvGraphicFramePr>
            <a:graphicFrameLocks noGrp="1"/>
          </p:cNvGraphicFramePr>
          <p:nvPr>
            <p:extLst>
              <p:ext uri="{D42A27DB-BD31-4B8C-83A1-F6EECF244321}">
                <p14:modId xmlns:p14="http://schemas.microsoft.com/office/powerpoint/2010/main" val="1932757824"/>
              </p:ext>
            </p:extLst>
          </p:nvPr>
        </p:nvGraphicFramePr>
        <p:xfrm>
          <a:off x="1858100" y="3333761"/>
          <a:ext cx="3253888" cy="1285600"/>
        </p:xfrm>
        <a:graphic>
          <a:graphicData uri="http://schemas.openxmlformats.org/drawingml/2006/table">
            <a:tbl>
              <a:tblPr firstRow="1" bandRow="1">
                <a:tableStyleId>{5C22544A-7EE6-4342-B048-85BDC9FD1C3A}</a:tableStyleId>
              </a:tblPr>
              <a:tblGrid>
                <a:gridCol w="619242">
                  <a:extLst>
                    <a:ext uri="{9D8B030D-6E8A-4147-A177-3AD203B41FA5}">
                      <a16:colId xmlns:a16="http://schemas.microsoft.com/office/drawing/2014/main" val="1037286305"/>
                    </a:ext>
                  </a:extLst>
                </a:gridCol>
                <a:gridCol w="67735">
                  <a:extLst>
                    <a:ext uri="{9D8B030D-6E8A-4147-A177-3AD203B41FA5}">
                      <a16:colId xmlns:a16="http://schemas.microsoft.com/office/drawing/2014/main" val="4289061909"/>
                    </a:ext>
                  </a:extLst>
                </a:gridCol>
                <a:gridCol w="619242">
                  <a:extLst>
                    <a:ext uri="{9D8B030D-6E8A-4147-A177-3AD203B41FA5}">
                      <a16:colId xmlns:a16="http://schemas.microsoft.com/office/drawing/2014/main" val="3340661124"/>
                    </a:ext>
                  </a:extLst>
                </a:gridCol>
                <a:gridCol w="67735">
                  <a:extLst>
                    <a:ext uri="{9D8B030D-6E8A-4147-A177-3AD203B41FA5}">
                      <a16:colId xmlns:a16="http://schemas.microsoft.com/office/drawing/2014/main" val="2969158022"/>
                    </a:ext>
                  </a:extLst>
                </a:gridCol>
                <a:gridCol w="619242">
                  <a:extLst>
                    <a:ext uri="{9D8B030D-6E8A-4147-A177-3AD203B41FA5}">
                      <a16:colId xmlns:a16="http://schemas.microsoft.com/office/drawing/2014/main" val="3325968780"/>
                    </a:ext>
                  </a:extLst>
                </a:gridCol>
                <a:gridCol w="647060">
                  <a:extLst>
                    <a:ext uri="{9D8B030D-6E8A-4147-A177-3AD203B41FA5}">
                      <a16:colId xmlns:a16="http://schemas.microsoft.com/office/drawing/2014/main" val="3214331387"/>
                    </a:ext>
                  </a:extLst>
                </a:gridCol>
                <a:gridCol w="613632">
                  <a:extLst>
                    <a:ext uri="{9D8B030D-6E8A-4147-A177-3AD203B41FA5}">
                      <a16:colId xmlns:a16="http://schemas.microsoft.com/office/drawing/2014/main" val="2777817410"/>
                    </a:ext>
                  </a:extLst>
                </a:gridCol>
              </a:tblGrid>
              <a:tr h="138873">
                <a:tc gridSpan="7">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XD drivers daisied in each channel</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964029"/>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653304"/>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n-1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l</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016957542"/>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n-2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l-1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16459607"/>
                  </a:ext>
                </a:extLst>
              </a:tr>
              <a:tr h="313489">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78057892"/>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pSp>
        <p:nvGrpSpPr>
          <p:cNvPr id="31" name="그룹 30">
            <a:extLst>
              <a:ext uri="{FF2B5EF4-FFF2-40B4-BE49-F238E27FC236}">
                <a16:creationId xmlns:a16="http://schemas.microsoft.com/office/drawing/2014/main" id="{33E0826E-5F60-1D94-C935-A1B1DDAB8921}"/>
              </a:ext>
            </a:extLst>
          </p:cNvPr>
          <p:cNvGrpSpPr/>
          <p:nvPr/>
        </p:nvGrpSpPr>
        <p:grpSpPr>
          <a:xfrm>
            <a:off x="2188015" y="5094593"/>
            <a:ext cx="2625782" cy="523677"/>
            <a:chOff x="1525586" y="4680431"/>
            <a:chExt cx="2625782" cy="523677"/>
          </a:xfrm>
        </p:grpSpPr>
        <p:cxnSp>
          <p:nvCxnSpPr>
            <p:cNvPr id="47" name="직선 화살표 연결선 46">
              <a:extLst>
                <a:ext uri="{FF2B5EF4-FFF2-40B4-BE49-F238E27FC236}">
                  <a16:creationId xmlns:a16="http://schemas.microsoft.com/office/drawing/2014/main" id="{EBFE7BEF-4575-141B-B044-E78B07BAC3B0}"/>
                </a:ext>
              </a:extLst>
            </p:cNvPr>
            <p:cNvCxnSpPr/>
            <p:nvPr/>
          </p:nvCxnSpPr>
          <p:spPr>
            <a:xfrm>
              <a:off x="1525586" y="488382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49" name="직선 화살표 연결선 48">
              <a:extLst>
                <a:ext uri="{FF2B5EF4-FFF2-40B4-BE49-F238E27FC236}">
                  <a16:creationId xmlns:a16="http://schemas.microsoft.com/office/drawing/2014/main" id="{FCA53549-025F-79C3-82B1-C075E6679B47}"/>
                </a:ext>
              </a:extLst>
            </p:cNvPr>
            <p:cNvCxnSpPr/>
            <p:nvPr/>
          </p:nvCxnSpPr>
          <p:spPr>
            <a:xfrm>
              <a:off x="2212562" y="4886269"/>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0" name="직선 화살표 연결선 49">
              <a:extLst>
                <a:ext uri="{FF2B5EF4-FFF2-40B4-BE49-F238E27FC236}">
                  <a16:creationId xmlns:a16="http://schemas.microsoft.com/office/drawing/2014/main" id="{30FE158A-F771-65E7-5ED6-640CB82494A4}"/>
                </a:ext>
              </a:extLst>
            </p:cNvPr>
            <p:cNvCxnSpPr/>
            <p:nvPr/>
          </p:nvCxnSpPr>
          <p:spPr>
            <a:xfrm>
              <a:off x="2886129" y="488382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86462269-2FAA-A0EA-58A9-9BE51E44DC26}"/>
                </a:ext>
              </a:extLst>
            </p:cNvPr>
            <p:cNvCxnSpPr/>
            <p:nvPr/>
          </p:nvCxnSpPr>
          <p:spPr>
            <a:xfrm>
              <a:off x="4151368" y="488382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162" name="그룹 161">
              <a:extLst>
                <a:ext uri="{FF2B5EF4-FFF2-40B4-BE49-F238E27FC236}">
                  <a16:creationId xmlns:a16="http://schemas.microsoft.com/office/drawing/2014/main" id="{B8991C1E-F4D9-4F8B-927B-2D54104695B1}"/>
                </a:ext>
              </a:extLst>
            </p:cNvPr>
            <p:cNvGrpSpPr/>
            <p:nvPr/>
          </p:nvGrpSpPr>
          <p:grpSpPr>
            <a:xfrm rot="16200000">
              <a:off x="3495217" y="4587666"/>
              <a:ext cx="28800" cy="214330"/>
              <a:chOff x="3376562" y="3782164"/>
              <a:chExt cx="28800" cy="214330"/>
            </a:xfrm>
          </p:grpSpPr>
          <p:sp>
            <p:nvSpPr>
              <p:cNvPr id="92" name="타원 91">
                <a:extLst>
                  <a:ext uri="{FF2B5EF4-FFF2-40B4-BE49-F238E27FC236}">
                    <a16:creationId xmlns:a16="http://schemas.microsoft.com/office/drawing/2014/main" id="{B4B0EAA1-55DF-48A6-91B1-31D8CE810622}"/>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타원 92">
                <a:extLst>
                  <a:ext uri="{FF2B5EF4-FFF2-40B4-BE49-F238E27FC236}">
                    <a16:creationId xmlns:a16="http://schemas.microsoft.com/office/drawing/2014/main" id="{47B43A85-EFD1-38EE-6169-889624BD7558}"/>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4" name="타원 93">
                <a:extLst>
                  <a:ext uri="{FF2B5EF4-FFF2-40B4-BE49-F238E27FC236}">
                    <a16:creationId xmlns:a16="http://schemas.microsoft.com/office/drawing/2014/main" id="{8CA90430-8A99-256A-60D6-E34466A3355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aphicFrame>
        <p:nvGraphicFramePr>
          <p:cNvPr id="154" name="표 6">
            <a:extLst>
              <a:ext uri="{FF2B5EF4-FFF2-40B4-BE49-F238E27FC236}">
                <a16:creationId xmlns:a16="http://schemas.microsoft.com/office/drawing/2014/main" id="{BCE723D6-D3E8-4C8E-4C5E-3B6D8EC4F7B2}"/>
              </a:ext>
            </a:extLst>
          </p:cNvPr>
          <p:cNvGraphicFramePr>
            <a:graphicFrameLocks noGrp="1"/>
          </p:cNvGraphicFramePr>
          <p:nvPr>
            <p:extLst>
              <p:ext uri="{D42A27DB-BD31-4B8C-83A1-F6EECF244321}">
                <p14:modId xmlns:p14="http://schemas.microsoft.com/office/powerpoint/2010/main" val="447480016"/>
              </p:ext>
            </p:extLst>
          </p:nvPr>
        </p:nvGraphicFramePr>
        <p:xfrm>
          <a:off x="1279384" y="5617403"/>
          <a:ext cx="3824789" cy="928917"/>
        </p:xfrm>
        <a:graphic>
          <a:graphicData uri="http://schemas.openxmlformats.org/drawingml/2006/table">
            <a:tbl>
              <a:tblPr firstRow="1" bandRow="1">
                <a:tableStyleId>{5C22544A-7EE6-4342-B048-85BDC9FD1C3A}</a:tableStyleId>
              </a:tblPr>
              <a:tblGrid>
                <a:gridCol w="580011">
                  <a:extLst>
                    <a:ext uri="{9D8B030D-6E8A-4147-A177-3AD203B41FA5}">
                      <a16:colId xmlns:a16="http://schemas.microsoft.com/office/drawing/2014/main" val="3318574675"/>
                    </a:ext>
                  </a:extLst>
                </a:gridCol>
                <a:gridCol w="616657">
                  <a:extLst>
                    <a:ext uri="{9D8B030D-6E8A-4147-A177-3AD203B41FA5}">
                      <a16:colId xmlns:a16="http://schemas.microsoft.com/office/drawing/2014/main" val="1037286305"/>
                    </a:ext>
                  </a:extLst>
                </a:gridCol>
                <a:gridCol w="61400">
                  <a:extLst>
                    <a:ext uri="{9D8B030D-6E8A-4147-A177-3AD203B41FA5}">
                      <a16:colId xmlns:a16="http://schemas.microsoft.com/office/drawing/2014/main" val="2063085555"/>
                    </a:ext>
                  </a:extLst>
                </a:gridCol>
                <a:gridCol w="621555">
                  <a:extLst>
                    <a:ext uri="{9D8B030D-6E8A-4147-A177-3AD203B41FA5}">
                      <a16:colId xmlns:a16="http://schemas.microsoft.com/office/drawing/2014/main" val="3340661124"/>
                    </a:ext>
                  </a:extLst>
                </a:gridCol>
                <a:gridCol w="61400">
                  <a:extLst>
                    <a:ext uri="{9D8B030D-6E8A-4147-A177-3AD203B41FA5}">
                      <a16:colId xmlns:a16="http://schemas.microsoft.com/office/drawing/2014/main" val="2642307584"/>
                    </a:ext>
                  </a:extLst>
                </a:gridCol>
                <a:gridCol w="629142">
                  <a:extLst>
                    <a:ext uri="{9D8B030D-6E8A-4147-A177-3AD203B41FA5}">
                      <a16:colId xmlns:a16="http://schemas.microsoft.com/office/drawing/2014/main" val="2146912518"/>
                    </a:ext>
                  </a:extLst>
                </a:gridCol>
                <a:gridCol w="645024">
                  <a:extLst>
                    <a:ext uri="{9D8B030D-6E8A-4147-A177-3AD203B41FA5}">
                      <a16:colId xmlns:a16="http://schemas.microsoft.com/office/drawing/2014/main" val="3075362027"/>
                    </a:ext>
                  </a:extLst>
                </a:gridCol>
                <a:gridCol w="609600">
                  <a:extLst>
                    <a:ext uri="{9D8B030D-6E8A-4147-A177-3AD203B41FA5}">
                      <a16:colId xmlns:a16="http://schemas.microsoft.com/office/drawing/2014/main" val="2777817410"/>
                    </a:ext>
                  </a:extLst>
                </a:gridCol>
              </a:tblGrid>
              <a:tr h="14629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Block 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4629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2</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14629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3</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r h="343733">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4629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32</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grpSp>
        <p:nvGrpSpPr>
          <p:cNvPr id="204" name="그룹 203">
            <a:extLst>
              <a:ext uri="{FF2B5EF4-FFF2-40B4-BE49-F238E27FC236}">
                <a16:creationId xmlns:a16="http://schemas.microsoft.com/office/drawing/2014/main" id="{B952DB37-DF10-77B4-9EA0-86FBEB78EE20}"/>
              </a:ext>
            </a:extLst>
          </p:cNvPr>
          <p:cNvGrpSpPr/>
          <p:nvPr/>
        </p:nvGrpSpPr>
        <p:grpSpPr>
          <a:xfrm>
            <a:off x="2130415" y="6109737"/>
            <a:ext cx="2668982" cy="216454"/>
            <a:chOff x="1511186" y="5961826"/>
            <a:chExt cx="2668982" cy="216454"/>
          </a:xfrm>
        </p:grpSpPr>
        <p:grpSp>
          <p:nvGrpSpPr>
            <p:cNvPr id="166" name="그룹 165">
              <a:extLst>
                <a:ext uri="{FF2B5EF4-FFF2-40B4-BE49-F238E27FC236}">
                  <a16:creationId xmlns:a16="http://schemas.microsoft.com/office/drawing/2014/main" id="{1114DC5F-17C6-F991-9EF7-515D5322F46D}"/>
                </a:ext>
              </a:extLst>
            </p:cNvPr>
            <p:cNvGrpSpPr/>
            <p:nvPr/>
          </p:nvGrpSpPr>
          <p:grpSpPr>
            <a:xfrm>
              <a:off x="1511186" y="5961826"/>
              <a:ext cx="28800" cy="214330"/>
              <a:chOff x="1270712" y="3782164"/>
              <a:chExt cx="28800" cy="214330"/>
            </a:xfrm>
          </p:grpSpPr>
          <p:sp>
            <p:nvSpPr>
              <p:cNvPr id="179" name="타원 178">
                <a:extLst>
                  <a:ext uri="{FF2B5EF4-FFF2-40B4-BE49-F238E27FC236}">
                    <a16:creationId xmlns:a16="http://schemas.microsoft.com/office/drawing/2014/main" id="{A83BB55B-B0DA-BADC-497D-4F49A55EEE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0" name="타원 179">
                <a:extLst>
                  <a:ext uri="{FF2B5EF4-FFF2-40B4-BE49-F238E27FC236}">
                    <a16:creationId xmlns:a16="http://schemas.microsoft.com/office/drawing/2014/main" id="{92C2E1DB-9138-1772-C6CC-D1C0C4A4F4EA}"/>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1" name="타원 180">
                <a:extLst>
                  <a:ext uri="{FF2B5EF4-FFF2-40B4-BE49-F238E27FC236}">
                    <a16:creationId xmlns:a16="http://schemas.microsoft.com/office/drawing/2014/main" id="{C08E0EEC-A6B8-39C1-DB63-FE7F79F76FCD}"/>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7" name="그룹 166">
              <a:extLst>
                <a:ext uri="{FF2B5EF4-FFF2-40B4-BE49-F238E27FC236}">
                  <a16:creationId xmlns:a16="http://schemas.microsoft.com/office/drawing/2014/main" id="{41D40EC4-8B13-F795-4E01-84A2FF1FBCBC}"/>
                </a:ext>
              </a:extLst>
            </p:cNvPr>
            <p:cNvGrpSpPr/>
            <p:nvPr/>
          </p:nvGrpSpPr>
          <p:grpSpPr>
            <a:xfrm>
              <a:off x="2199742" y="5963950"/>
              <a:ext cx="28800" cy="214330"/>
              <a:chOff x="1996381" y="3782164"/>
              <a:chExt cx="28800" cy="214330"/>
            </a:xfrm>
          </p:grpSpPr>
          <p:sp>
            <p:nvSpPr>
              <p:cNvPr id="176" name="타원 175">
                <a:extLst>
                  <a:ext uri="{FF2B5EF4-FFF2-40B4-BE49-F238E27FC236}">
                    <a16:creationId xmlns:a16="http://schemas.microsoft.com/office/drawing/2014/main" id="{AB6E8A41-FB3B-2B14-3CD6-C512857A096B}"/>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7" name="타원 176">
                <a:extLst>
                  <a:ext uri="{FF2B5EF4-FFF2-40B4-BE49-F238E27FC236}">
                    <a16:creationId xmlns:a16="http://schemas.microsoft.com/office/drawing/2014/main" id="{4F92EEEF-451C-34D1-8BB8-CCC557FA64AD}"/>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8" name="타원 177">
                <a:extLst>
                  <a:ext uri="{FF2B5EF4-FFF2-40B4-BE49-F238E27FC236}">
                    <a16:creationId xmlns:a16="http://schemas.microsoft.com/office/drawing/2014/main" id="{3D662120-5307-EAB9-960F-390EB9E87882}"/>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8" name="그룹 167">
              <a:extLst>
                <a:ext uri="{FF2B5EF4-FFF2-40B4-BE49-F238E27FC236}">
                  <a16:creationId xmlns:a16="http://schemas.microsoft.com/office/drawing/2014/main" id="{F26A7729-C085-E0CA-F81B-BC1D27306A5F}"/>
                </a:ext>
              </a:extLst>
            </p:cNvPr>
            <p:cNvGrpSpPr/>
            <p:nvPr/>
          </p:nvGrpSpPr>
          <p:grpSpPr>
            <a:xfrm>
              <a:off x="2886129" y="5961826"/>
              <a:ext cx="28800" cy="214330"/>
              <a:chOff x="2679872" y="3782164"/>
              <a:chExt cx="28800" cy="214330"/>
            </a:xfrm>
          </p:grpSpPr>
          <p:sp>
            <p:nvSpPr>
              <p:cNvPr id="173" name="타원 172">
                <a:extLst>
                  <a:ext uri="{FF2B5EF4-FFF2-40B4-BE49-F238E27FC236}">
                    <a16:creationId xmlns:a16="http://schemas.microsoft.com/office/drawing/2014/main" id="{BB7645D7-3BB7-D958-CB53-54650A95EE78}"/>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4" name="타원 173">
                <a:extLst>
                  <a:ext uri="{FF2B5EF4-FFF2-40B4-BE49-F238E27FC236}">
                    <a16:creationId xmlns:a16="http://schemas.microsoft.com/office/drawing/2014/main" id="{115D4DA1-86DD-EF70-23A1-CF3E547B7AC6}"/>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5" name="타원 174">
                <a:extLst>
                  <a:ext uri="{FF2B5EF4-FFF2-40B4-BE49-F238E27FC236}">
                    <a16:creationId xmlns:a16="http://schemas.microsoft.com/office/drawing/2014/main" id="{0B6726D6-06F3-AC60-F2F6-6CC6778A5B78}"/>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9" name="그룹 168">
              <a:extLst>
                <a:ext uri="{FF2B5EF4-FFF2-40B4-BE49-F238E27FC236}">
                  <a16:creationId xmlns:a16="http://schemas.microsoft.com/office/drawing/2014/main" id="{69614960-A000-8503-E0B3-4B59872BA450}"/>
                </a:ext>
              </a:extLst>
            </p:cNvPr>
            <p:cNvGrpSpPr/>
            <p:nvPr/>
          </p:nvGrpSpPr>
          <p:grpSpPr>
            <a:xfrm>
              <a:off x="4151368" y="5961826"/>
              <a:ext cx="28800" cy="214330"/>
              <a:chOff x="4058219" y="3782164"/>
              <a:chExt cx="28800" cy="214330"/>
            </a:xfrm>
          </p:grpSpPr>
          <p:sp>
            <p:nvSpPr>
              <p:cNvPr id="170" name="타원 169">
                <a:extLst>
                  <a:ext uri="{FF2B5EF4-FFF2-40B4-BE49-F238E27FC236}">
                    <a16:creationId xmlns:a16="http://schemas.microsoft.com/office/drawing/2014/main" id="{142C74C7-6470-E2FD-00AF-9A29B497150B}"/>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1" name="타원 170">
                <a:extLst>
                  <a:ext uri="{FF2B5EF4-FFF2-40B4-BE49-F238E27FC236}">
                    <a16:creationId xmlns:a16="http://schemas.microsoft.com/office/drawing/2014/main" id="{A4A1E6BE-E986-4B35-5E32-5D302EABA8C2}"/>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2" name="타원 171">
                <a:extLst>
                  <a:ext uri="{FF2B5EF4-FFF2-40B4-BE49-F238E27FC236}">
                    <a16:creationId xmlns:a16="http://schemas.microsoft.com/office/drawing/2014/main" id="{FB728CEF-36E3-8489-1E40-DCD07EEBAC70}"/>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aphicFrame>
        <p:nvGraphicFramePr>
          <p:cNvPr id="201" name="표 6">
            <a:extLst>
              <a:ext uri="{FF2B5EF4-FFF2-40B4-BE49-F238E27FC236}">
                <a16:creationId xmlns:a16="http://schemas.microsoft.com/office/drawing/2014/main" id="{95269055-BA72-03A5-287C-B6CDDED311FE}"/>
              </a:ext>
            </a:extLst>
          </p:cNvPr>
          <p:cNvGraphicFramePr>
            <a:graphicFrameLocks noGrp="1"/>
          </p:cNvGraphicFramePr>
          <p:nvPr>
            <p:extLst>
              <p:ext uri="{D42A27DB-BD31-4B8C-83A1-F6EECF244321}">
                <p14:modId xmlns:p14="http://schemas.microsoft.com/office/powerpoint/2010/main" val="4107550651"/>
              </p:ext>
            </p:extLst>
          </p:nvPr>
        </p:nvGraphicFramePr>
        <p:xfrm>
          <a:off x="1279383" y="6591102"/>
          <a:ext cx="3824789" cy="1031533"/>
        </p:xfrm>
        <a:graphic>
          <a:graphicData uri="http://schemas.openxmlformats.org/drawingml/2006/table">
            <a:tbl>
              <a:tblPr firstRow="1" bandRow="1">
                <a:tableStyleId>{5C22544A-7EE6-4342-B048-85BDC9FD1C3A}</a:tableStyleId>
              </a:tblPr>
              <a:tblGrid>
                <a:gridCol w="580011">
                  <a:extLst>
                    <a:ext uri="{9D8B030D-6E8A-4147-A177-3AD203B41FA5}">
                      <a16:colId xmlns:a16="http://schemas.microsoft.com/office/drawing/2014/main" val="3318574675"/>
                    </a:ext>
                  </a:extLst>
                </a:gridCol>
                <a:gridCol w="616657">
                  <a:extLst>
                    <a:ext uri="{9D8B030D-6E8A-4147-A177-3AD203B41FA5}">
                      <a16:colId xmlns:a16="http://schemas.microsoft.com/office/drawing/2014/main" val="1037286305"/>
                    </a:ext>
                  </a:extLst>
                </a:gridCol>
                <a:gridCol w="61400">
                  <a:extLst>
                    <a:ext uri="{9D8B030D-6E8A-4147-A177-3AD203B41FA5}">
                      <a16:colId xmlns:a16="http://schemas.microsoft.com/office/drawing/2014/main" val="2063085555"/>
                    </a:ext>
                  </a:extLst>
                </a:gridCol>
                <a:gridCol w="621555">
                  <a:extLst>
                    <a:ext uri="{9D8B030D-6E8A-4147-A177-3AD203B41FA5}">
                      <a16:colId xmlns:a16="http://schemas.microsoft.com/office/drawing/2014/main" val="3340661124"/>
                    </a:ext>
                  </a:extLst>
                </a:gridCol>
                <a:gridCol w="61400">
                  <a:extLst>
                    <a:ext uri="{9D8B030D-6E8A-4147-A177-3AD203B41FA5}">
                      <a16:colId xmlns:a16="http://schemas.microsoft.com/office/drawing/2014/main" val="2642307584"/>
                    </a:ext>
                  </a:extLst>
                </a:gridCol>
                <a:gridCol w="629142">
                  <a:extLst>
                    <a:ext uri="{9D8B030D-6E8A-4147-A177-3AD203B41FA5}">
                      <a16:colId xmlns:a16="http://schemas.microsoft.com/office/drawing/2014/main" val="2146912518"/>
                    </a:ext>
                  </a:extLst>
                </a:gridCol>
                <a:gridCol w="645024">
                  <a:extLst>
                    <a:ext uri="{9D8B030D-6E8A-4147-A177-3AD203B41FA5}">
                      <a16:colId xmlns:a16="http://schemas.microsoft.com/office/drawing/2014/main" val="3075362027"/>
                    </a:ext>
                  </a:extLst>
                </a:gridCol>
                <a:gridCol w="609600">
                  <a:extLst>
                    <a:ext uri="{9D8B030D-6E8A-4147-A177-3AD203B41FA5}">
                      <a16:colId xmlns:a16="http://schemas.microsoft.com/office/drawing/2014/main" val="2777817410"/>
                    </a:ext>
                  </a:extLst>
                </a:gridCol>
              </a:tblGrid>
              <a:tr h="176223">
                <a:tc>
                  <a:txBody>
                    <a:bodyPr/>
                    <a:lstStyle/>
                    <a:p>
                      <a:pPr algn="r" latinLnBrk="1"/>
                      <a:r>
                        <a:rPr lang="en-US" altLang="ko-KR" sz="700" b="0" dirty="0">
                          <a:solidFill>
                            <a:schemeClr val="bg1">
                              <a:lumMod val="75000"/>
                            </a:schemeClr>
                          </a:solidFill>
                          <a:latin typeface="Arial" panose="020B0604020202020204" pitchFamily="34" charset="0"/>
                          <a:cs typeface="Arial" panose="020B0604020202020204" pitchFamily="34" charset="0"/>
                        </a:rPr>
                        <a:t>Block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94653304"/>
                  </a:ext>
                </a:extLst>
              </a:tr>
              <a:tr h="176223">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Block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706155007"/>
                  </a:ext>
                </a:extLst>
              </a:tr>
              <a:tr h="176223">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Block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634899726"/>
                  </a:ext>
                </a:extLst>
              </a:tr>
              <a:tr h="326641">
                <a:tc>
                  <a:txBody>
                    <a:bodyPr/>
                    <a:lstStyle/>
                    <a:p>
                      <a:pPr algn="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76223">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Block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94494678"/>
                  </a:ext>
                </a:extLst>
              </a:tr>
            </a:tbl>
          </a:graphicData>
        </a:graphic>
      </p:graphicFrame>
      <p:grpSp>
        <p:nvGrpSpPr>
          <p:cNvPr id="183" name="그룹 182">
            <a:extLst>
              <a:ext uri="{FF2B5EF4-FFF2-40B4-BE49-F238E27FC236}">
                <a16:creationId xmlns:a16="http://schemas.microsoft.com/office/drawing/2014/main" id="{3B906918-6931-2D58-5531-A9331ADF331A}"/>
              </a:ext>
            </a:extLst>
          </p:cNvPr>
          <p:cNvGrpSpPr/>
          <p:nvPr/>
        </p:nvGrpSpPr>
        <p:grpSpPr>
          <a:xfrm>
            <a:off x="2144815" y="4079886"/>
            <a:ext cx="2668982" cy="218218"/>
            <a:chOff x="1482386" y="3779240"/>
            <a:chExt cx="2668982" cy="218218"/>
          </a:xfrm>
        </p:grpSpPr>
        <p:grpSp>
          <p:nvGrpSpPr>
            <p:cNvPr id="159" name="그룹 158">
              <a:extLst>
                <a:ext uri="{FF2B5EF4-FFF2-40B4-BE49-F238E27FC236}">
                  <a16:creationId xmlns:a16="http://schemas.microsoft.com/office/drawing/2014/main" id="{B8F70ACF-872E-FFC8-AFD2-3F75BF859830}"/>
                </a:ext>
              </a:extLst>
            </p:cNvPr>
            <p:cNvGrpSpPr/>
            <p:nvPr/>
          </p:nvGrpSpPr>
          <p:grpSpPr>
            <a:xfrm>
              <a:off x="1482386" y="3779240"/>
              <a:ext cx="28800" cy="214330"/>
              <a:chOff x="1270712" y="3782164"/>
              <a:chExt cx="28800" cy="214330"/>
            </a:xfrm>
          </p:grpSpPr>
          <p:sp>
            <p:nvSpPr>
              <p:cNvPr id="101" name="타원 100">
                <a:extLst>
                  <a:ext uri="{FF2B5EF4-FFF2-40B4-BE49-F238E27FC236}">
                    <a16:creationId xmlns:a16="http://schemas.microsoft.com/office/drawing/2014/main" id="{89CF602A-0947-DA00-D48B-69C47219A5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 name="타원 101">
                <a:extLst>
                  <a:ext uri="{FF2B5EF4-FFF2-40B4-BE49-F238E27FC236}">
                    <a16:creationId xmlns:a16="http://schemas.microsoft.com/office/drawing/2014/main" id="{1EC12AFA-BA30-8A99-2F4A-14CB372D0561}"/>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3" name="타원 102">
                <a:extLst>
                  <a:ext uri="{FF2B5EF4-FFF2-40B4-BE49-F238E27FC236}">
                    <a16:creationId xmlns:a16="http://schemas.microsoft.com/office/drawing/2014/main" id="{73AD96BA-9F8B-016D-AEFD-D0D9AF9847C8}"/>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0" name="그룹 159">
              <a:extLst>
                <a:ext uri="{FF2B5EF4-FFF2-40B4-BE49-F238E27FC236}">
                  <a16:creationId xmlns:a16="http://schemas.microsoft.com/office/drawing/2014/main" id="{BF75C5AF-EEE8-C0BE-E5B3-AE7729B2E396}"/>
                </a:ext>
              </a:extLst>
            </p:cNvPr>
            <p:cNvGrpSpPr/>
            <p:nvPr/>
          </p:nvGrpSpPr>
          <p:grpSpPr>
            <a:xfrm>
              <a:off x="2170942" y="3781364"/>
              <a:ext cx="28800" cy="214330"/>
              <a:chOff x="1996381" y="3782164"/>
              <a:chExt cx="28800" cy="214330"/>
            </a:xfrm>
          </p:grpSpPr>
          <p:sp>
            <p:nvSpPr>
              <p:cNvPr id="98" name="타원 97">
                <a:extLst>
                  <a:ext uri="{FF2B5EF4-FFF2-40B4-BE49-F238E27FC236}">
                    <a16:creationId xmlns:a16="http://schemas.microsoft.com/office/drawing/2014/main" id="{EA1EB696-2D6D-D0E3-4B39-A9D861ECB8F3}"/>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9" name="타원 98">
                <a:extLst>
                  <a:ext uri="{FF2B5EF4-FFF2-40B4-BE49-F238E27FC236}">
                    <a16:creationId xmlns:a16="http://schemas.microsoft.com/office/drawing/2014/main" id="{AAF5EA27-5741-B231-FD1F-2A5008E38C0B}"/>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타원 99">
                <a:extLst>
                  <a:ext uri="{FF2B5EF4-FFF2-40B4-BE49-F238E27FC236}">
                    <a16:creationId xmlns:a16="http://schemas.microsoft.com/office/drawing/2014/main" id="{2C20DF23-E67D-96CC-BA9B-EB4A68FCDBA4}"/>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1" name="그룹 160">
              <a:extLst>
                <a:ext uri="{FF2B5EF4-FFF2-40B4-BE49-F238E27FC236}">
                  <a16:creationId xmlns:a16="http://schemas.microsoft.com/office/drawing/2014/main" id="{DDCA4493-EA92-635F-4783-EE2516197827}"/>
                </a:ext>
              </a:extLst>
            </p:cNvPr>
            <p:cNvGrpSpPr/>
            <p:nvPr/>
          </p:nvGrpSpPr>
          <p:grpSpPr>
            <a:xfrm>
              <a:off x="2859498" y="3779240"/>
              <a:ext cx="28800" cy="214330"/>
              <a:chOff x="2679872" y="3782164"/>
              <a:chExt cx="28800" cy="214330"/>
            </a:xfrm>
          </p:grpSpPr>
          <p:sp>
            <p:nvSpPr>
              <p:cNvPr id="95" name="타원 94">
                <a:extLst>
                  <a:ext uri="{FF2B5EF4-FFF2-40B4-BE49-F238E27FC236}">
                    <a16:creationId xmlns:a16="http://schemas.microsoft.com/office/drawing/2014/main" id="{25C6F044-6498-C46F-1E0D-1C94195E16D1}"/>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타원 95">
                <a:extLst>
                  <a:ext uri="{FF2B5EF4-FFF2-40B4-BE49-F238E27FC236}">
                    <a16:creationId xmlns:a16="http://schemas.microsoft.com/office/drawing/2014/main" id="{6643F042-DC53-DF5F-332A-120322FC2A02}"/>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7" name="타원 96">
                <a:extLst>
                  <a:ext uri="{FF2B5EF4-FFF2-40B4-BE49-F238E27FC236}">
                    <a16:creationId xmlns:a16="http://schemas.microsoft.com/office/drawing/2014/main" id="{B7A0DD62-2241-3D85-AC33-0FFF5E83A594}"/>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3" name="그룹 162">
              <a:extLst>
                <a:ext uri="{FF2B5EF4-FFF2-40B4-BE49-F238E27FC236}">
                  <a16:creationId xmlns:a16="http://schemas.microsoft.com/office/drawing/2014/main" id="{6FFD0FF7-7273-E9FF-9B53-12A621045917}"/>
                </a:ext>
              </a:extLst>
            </p:cNvPr>
            <p:cNvGrpSpPr/>
            <p:nvPr/>
          </p:nvGrpSpPr>
          <p:grpSpPr>
            <a:xfrm>
              <a:off x="4122568" y="3783128"/>
              <a:ext cx="28800" cy="214330"/>
              <a:chOff x="4058219" y="3782164"/>
              <a:chExt cx="28800" cy="214330"/>
            </a:xfrm>
          </p:grpSpPr>
          <p:sp>
            <p:nvSpPr>
              <p:cNvPr id="89" name="타원 88">
                <a:extLst>
                  <a:ext uri="{FF2B5EF4-FFF2-40B4-BE49-F238E27FC236}">
                    <a16:creationId xmlns:a16="http://schemas.microsoft.com/office/drawing/2014/main" id="{5263D024-E071-6690-A5BD-7B670B038AD6}"/>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0" name="타원 89">
                <a:extLst>
                  <a:ext uri="{FF2B5EF4-FFF2-40B4-BE49-F238E27FC236}">
                    <a16:creationId xmlns:a16="http://schemas.microsoft.com/office/drawing/2014/main" id="{3089EEC7-1593-EE1A-86FE-993D2028ECEC}"/>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1" name="타원 90">
                <a:extLst>
                  <a:ext uri="{FF2B5EF4-FFF2-40B4-BE49-F238E27FC236}">
                    <a16:creationId xmlns:a16="http://schemas.microsoft.com/office/drawing/2014/main" id="{FBCD0CA4-8B8C-A6F9-9812-2343E9E7E05B}"/>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207" name="직선 화살표 연결선 206">
            <a:extLst>
              <a:ext uri="{FF2B5EF4-FFF2-40B4-BE49-F238E27FC236}">
                <a16:creationId xmlns:a16="http://schemas.microsoft.com/office/drawing/2014/main" id="{CAA3D0E7-35A8-0B16-B78E-E2072F7BC30C}"/>
              </a:ext>
            </a:extLst>
          </p:cNvPr>
          <p:cNvCxnSpPr/>
          <p:nvPr/>
        </p:nvCxnSpPr>
        <p:spPr>
          <a:xfrm>
            <a:off x="2188015" y="463666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8" name="직선 화살표 연결선 207">
            <a:extLst>
              <a:ext uri="{FF2B5EF4-FFF2-40B4-BE49-F238E27FC236}">
                <a16:creationId xmlns:a16="http://schemas.microsoft.com/office/drawing/2014/main" id="{D3C33257-FD5A-79C9-429E-A635824C8E2E}"/>
              </a:ext>
            </a:extLst>
          </p:cNvPr>
          <p:cNvCxnSpPr/>
          <p:nvPr/>
        </p:nvCxnSpPr>
        <p:spPr>
          <a:xfrm>
            <a:off x="2874991" y="4639109"/>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9" name="직선 화살표 연결선 208">
            <a:extLst>
              <a:ext uri="{FF2B5EF4-FFF2-40B4-BE49-F238E27FC236}">
                <a16:creationId xmlns:a16="http://schemas.microsoft.com/office/drawing/2014/main" id="{82AA99C1-28AA-13CA-DD35-E7CF75613DB2}"/>
              </a:ext>
            </a:extLst>
          </p:cNvPr>
          <p:cNvCxnSpPr/>
          <p:nvPr/>
        </p:nvCxnSpPr>
        <p:spPr>
          <a:xfrm>
            <a:off x="3548558" y="463666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10" name="직선 화살표 연결선 209">
            <a:extLst>
              <a:ext uri="{FF2B5EF4-FFF2-40B4-BE49-F238E27FC236}">
                <a16:creationId xmlns:a16="http://schemas.microsoft.com/office/drawing/2014/main" id="{7FC09C9E-F5C5-DC40-AF9D-9A9D16A40511}"/>
              </a:ext>
            </a:extLst>
          </p:cNvPr>
          <p:cNvCxnSpPr/>
          <p:nvPr/>
        </p:nvCxnSpPr>
        <p:spPr>
          <a:xfrm>
            <a:off x="4813797" y="463666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211" name="그룹 210">
            <a:extLst>
              <a:ext uri="{FF2B5EF4-FFF2-40B4-BE49-F238E27FC236}">
                <a16:creationId xmlns:a16="http://schemas.microsoft.com/office/drawing/2014/main" id="{5FF1F0A7-37FD-21A0-C773-8506BC905FC8}"/>
              </a:ext>
            </a:extLst>
          </p:cNvPr>
          <p:cNvGrpSpPr/>
          <p:nvPr/>
        </p:nvGrpSpPr>
        <p:grpSpPr>
          <a:xfrm rot="16200000">
            <a:off x="4157646" y="4387488"/>
            <a:ext cx="28800" cy="214330"/>
            <a:chOff x="3376562" y="3782164"/>
            <a:chExt cx="28800" cy="214330"/>
          </a:xfrm>
        </p:grpSpPr>
        <p:sp>
          <p:nvSpPr>
            <p:cNvPr id="212" name="타원 211">
              <a:extLst>
                <a:ext uri="{FF2B5EF4-FFF2-40B4-BE49-F238E27FC236}">
                  <a16:creationId xmlns:a16="http://schemas.microsoft.com/office/drawing/2014/main" id="{7CF771F7-E532-4AE3-FFF3-7BB3229AE1C5}"/>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3" name="타원 212">
              <a:extLst>
                <a:ext uri="{FF2B5EF4-FFF2-40B4-BE49-F238E27FC236}">
                  <a16:creationId xmlns:a16="http://schemas.microsoft.com/office/drawing/2014/main" id="{52D60055-D580-5C47-94DF-1A1EF971C56C}"/>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4" name="타원 213">
              <a:extLst>
                <a:ext uri="{FF2B5EF4-FFF2-40B4-BE49-F238E27FC236}">
                  <a16:creationId xmlns:a16="http://schemas.microsoft.com/office/drawing/2014/main" id="{75342DAE-B20A-0786-C12F-7016EEBCFDB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6" name="직선 화살표 연결선 5">
            <a:extLst>
              <a:ext uri="{FF2B5EF4-FFF2-40B4-BE49-F238E27FC236}">
                <a16:creationId xmlns:a16="http://schemas.microsoft.com/office/drawing/2014/main" id="{C4A178D5-1382-2CD7-E23B-9776BBACD1AF}"/>
              </a:ext>
            </a:extLst>
          </p:cNvPr>
          <p:cNvCxnSpPr>
            <a:cxnSpLocks/>
          </p:cNvCxnSpPr>
          <p:nvPr/>
        </p:nvCxnSpPr>
        <p:spPr>
          <a:xfrm flipH="1" flipV="1">
            <a:off x="796677" y="5584270"/>
            <a:ext cx="540000" cy="1354"/>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7" name="직선 화살표 연결선 6">
            <a:extLst>
              <a:ext uri="{FF2B5EF4-FFF2-40B4-BE49-F238E27FC236}">
                <a16:creationId xmlns:a16="http://schemas.microsoft.com/office/drawing/2014/main" id="{7F9485FE-F55E-E8E4-2CEA-158F79486B69}"/>
              </a:ext>
            </a:extLst>
          </p:cNvPr>
          <p:cNvCxnSpPr>
            <a:cxnSpLocks/>
          </p:cNvCxnSpPr>
          <p:nvPr/>
        </p:nvCxnSpPr>
        <p:spPr>
          <a:xfrm flipV="1">
            <a:off x="1145969" y="5584270"/>
            <a:ext cx="0" cy="952892"/>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8" name="직선 화살표 연결선 7">
            <a:extLst>
              <a:ext uri="{FF2B5EF4-FFF2-40B4-BE49-F238E27FC236}">
                <a16:creationId xmlns:a16="http://schemas.microsoft.com/office/drawing/2014/main" id="{3A1146C1-0B65-ED81-59F2-49D4B6A279AC}"/>
              </a:ext>
            </a:extLst>
          </p:cNvPr>
          <p:cNvCxnSpPr>
            <a:cxnSpLocks/>
          </p:cNvCxnSpPr>
          <p:nvPr/>
        </p:nvCxnSpPr>
        <p:spPr>
          <a:xfrm flipH="1">
            <a:off x="1056460" y="6537162"/>
            <a:ext cx="25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F50E6F2-67A0-E2F7-8D65-78116FB22699}"/>
              </a:ext>
            </a:extLst>
          </p:cNvPr>
          <p:cNvSpPr txBox="1"/>
          <p:nvPr/>
        </p:nvSpPr>
        <p:spPr>
          <a:xfrm rot="16200000">
            <a:off x="816634" y="6015831"/>
            <a:ext cx="668452"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Physical size=32</a:t>
            </a:r>
            <a:endParaRPr lang="ko-KR" altLang="en-US" sz="700" dirty="0">
              <a:latin typeface="Arial" panose="020B0604020202020204" pitchFamily="34" charset="0"/>
              <a:cs typeface="Arial" panose="020B0604020202020204" pitchFamily="34" charset="0"/>
            </a:endParaRPr>
          </a:p>
        </p:txBody>
      </p:sp>
      <p:grpSp>
        <p:nvGrpSpPr>
          <p:cNvPr id="12" name="그룹 11">
            <a:extLst>
              <a:ext uri="{FF2B5EF4-FFF2-40B4-BE49-F238E27FC236}">
                <a16:creationId xmlns:a16="http://schemas.microsoft.com/office/drawing/2014/main" id="{F96A3062-C315-7A5E-0C69-2B1E31201A3C}"/>
              </a:ext>
            </a:extLst>
          </p:cNvPr>
          <p:cNvGrpSpPr/>
          <p:nvPr/>
        </p:nvGrpSpPr>
        <p:grpSpPr>
          <a:xfrm>
            <a:off x="2130415" y="7171528"/>
            <a:ext cx="2668982" cy="216454"/>
            <a:chOff x="1511186" y="5961826"/>
            <a:chExt cx="2668982" cy="216454"/>
          </a:xfrm>
          <a:solidFill>
            <a:schemeClr val="bg1">
              <a:lumMod val="75000"/>
            </a:schemeClr>
          </a:solidFill>
        </p:grpSpPr>
        <p:grpSp>
          <p:nvGrpSpPr>
            <p:cNvPr id="13" name="그룹 12">
              <a:extLst>
                <a:ext uri="{FF2B5EF4-FFF2-40B4-BE49-F238E27FC236}">
                  <a16:creationId xmlns:a16="http://schemas.microsoft.com/office/drawing/2014/main" id="{BF705260-F6E4-A90C-4C18-DC239A55BDF4}"/>
                </a:ext>
              </a:extLst>
            </p:cNvPr>
            <p:cNvGrpSpPr/>
            <p:nvPr/>
          </p:nvGrpSpPr>
          <p:grpSpPr>
            <a:xfrm>
              <a:off x="1511186" y="5961826"/>
              <a:ext cx="28800" cy="214330"/>
              <a:chOff x="1270712" y="3782164"/>
              <a:chExt cx="28800" cy="214330"/>
            </a:xfrm>
            <a:grpFill/>
          </p:grpSpPr>
          <p:sp>
            <p:nvSpPr>
              <p:cNvPr id="27" name="타원 26">
                <a:extLst>
                  <a:ext uri="{FF2B5EF4-FFF2-40B4-BE49-F238E27FC236}">
                    <a16:creationId xmlns:a16="http://schemas.microsoft.com/office/drawing/2014/main" id="{A0140045-E8EA-E82D-66F4-D0DDDC19E404}"/>
                  </a:ext>
                </a:extLst>
              </p:cNvPr>
              <p:cNvSpPr/>
              <p:nvPr/>
            </p:nvSpPr>
            <p:spPr>
              <a:xfrm>
                <a:off x="127071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8" name="타원 27">
                <a:extLst>
                  <a:ext uri="{FF2B5EF4-FFF2-40B4-BE49-F238E27FC236}">
                    <a16:creationId xmlns:a16="http://schemas.microsoft.com/office/drawing/2014/main" id="{E0A32478-393B-379E-0961-318BB2E27137}"/>
                  </a:ext>
                </a:extLst>
              </p:cNvPr>
              <p:cNvSpPr/>
              <p:nvPr/>
            </p:nvSpPr>
            <p:spPr>
              <a:xfrm>
                <a:off x="127071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9" name="타원 28">
                <a:extLst>
                  <a:ext uri="{FF2B5EF4-FFF2-40B4-BE49-F238E27FC236}">
                    <a16:creationId xmlns:a16="http://schemas.microsoft.com/office/drawing/2014/main" id="{02793C46-0AA3-D117-27F7-11627378D7CE}"/>
                  </a:ext>
                </a:extLst>
              </p:cNvPr>
              <p:cNvSpPr/>
              <p:nvPr/>
            </p:nvSpPr>
            <p:spPr>
              <a:xfrm>
                <a:off x="127071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4" name="그룹 13">
              <a:extLst>
                <a:ext uri="{FF2B5EF4-FFF2-40B4-BE49-F238E27FC236}">
                  <a16:creationId xmlns:a16="http://schemas.microsoft.com/office/drawing/2014/main" id="{8C9E0784-E4FF-A429-234C-B375DCFC9199}"/>
                </a:ext>
              </a:extLst>
            </p:cNvPr>
            <p:cNvGrpSpPr/>
            <p:nvPr/>
          </p:nvGrpSpPr>
          <p:grpSpPr>
            <a:xfrm>
              <a:off x="2199742" y="5963950"/>
              <a:ext cx="28800" cy="214330"/>
              <a:chOff x="1996381" y="3782164"/>
              <a:chExt cx="28800" cy="214330"/>
            </a:xfrm>
            <a:grpFill/>
          </p:grpSpPr>
          <p:sp>
            <p:nvSpPr>
              <p:cNvPr id="23" name="타원 22">
                <a:extLst>
                  <a:ext uri="{FF2B5EF4-FFF2-40B4-BE49-F238E27FC236}">
                    <a16:creationId xmlns:a16="http://schemas.microsoft.com/office/drawing/2014/main" id="{71606312-AC55-5E43-F439-384B478AC50A}"/>
                  </a:ext>
                </a:extLst>
              </p:cNvPr>
              <p:cNvSpPr/>
              <p:nvPr/>
            </p:nvSpPr>
            <p:spPr>
              <a:xfrm>
                <a:off x="1996381"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타원 23">
                <a:extLst>
                  <a:ext uri="{FF2B5EF4-FFF2-40B4-BE49-F238E27FC236}">
                    <a16:creationId xmlns:a16="http://schemas.microsoft.com/office/drawing/2014/main" id="{D95BD53E-E863-5F62-3A06-B90F06757626}"/>
                  </a:ext>
                </a:extLst>
              </p:cNvPr>
              <p:cNvSpPr/>
              <p:nvPr/>
            </p:nvSpPr>
            <p:spPr>
              <a:xfrm>
                <a:off x="1996381"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6" name="타원 25">
                <a:extLst>
                  <a:ext uri="{FF2B5EF4-FFF2-40B4-BE49-F238E27FC236}">
                    <a16:creationId xmlns:a16="http://schemas.microsoft.com/office/drawing/2014/main" id="{6F3864F2-59B6-440A-48DE-D4519718C678}"/>
                  </a:ext>
                </a:extLst>
              </p:cNvPr>
              <p:cNvSpPr/>
              <p:nvPr/>
            </p:nvSpPr>
            <p:spPr>
              <a:xfrm>
                <a:off x="1996381"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5" name="그룹 14">
              <a:extLst>
                <a:ext uri="{FF2B5EF4-FFF2-40B4-BE49-F238E27FC236}">
                  <a16:creationId xmlns:a16="http://schemas.microsoft.com/office/drawing/2014/main" id="{0D6404EA-0E49-A5CC-5F91-30A078D68DF2}"/>
                </a:ext>
              </a:extLst>
            </p:cNvPr>
            <p:cNvGrpSpPr/>
            <p:nvPr/>
          </p:nvGrpSpPr>
          <p:grpSpPr>
            <a:xfrm>
              <a:off x="2886129" y="5961826"/>
              <a:ext cx="28800" cy="214330"/>
              <a:chOff x="2679872" y="3782164"/>
              <a:chExt cx="28800" cy="214330"/>
            </a:xfrm>
            <a:grpFill/>
          </p:grpSpPr>
          <p:sp>
            <p:nvSpPr>
              <p:cNvPr id="20" name="타원 19">
                <a:extLst>
                  <a:ext uri="{FF2B5EF4-FFF2-40B4-BE49-F238E27FC236}">
                    <a16:creationId xmlns:a16="http://schemas.microsoft.com/office/drawing/2014/main" id="{A4E0185C-E306-1DF0-DEBC-F19124E0C258}"/>
                  </a:ext>
                </a:extLst>
              </p:cNvPr>
              <p:cNvSpPr/>
              <p:nvPr/>
            </p:nvSpPr>
            <p:spPr>
              <a:xfrm>
                <a:off x="267987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타원 20">
                <a:extLst>
                  <a:ext uri="{FF2B5EF4-FFF2-40B4-BE49-F238E27FC236}">
                    <a16:creationId xmlns:a16="http://schemas.microsoft.com/office/drawing/2014/main" id="{E301B1D7-FCA1-8F1E-6BA8-522CE0FB3BAC}"/>
                  </a:ext>
                </a:extLst>
              </p:cNvPr>
              <p:cNvSpPr/>
              <p:nvPr/>
            </p:nvSpPr>
            <p:spPr>
              <a:xfrm>
                <a:off x="267987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타원 21">
                <a:extLst>
                  <a:ext uri="{FF2B5EF4-FFF2-40B4-BE49-F238E27FC236}">
                    <a16:creationId xmlns:a16="http://schemas.microsoft.com/office/drawing/2014/main" id="{124B65A9-F729-8485-70E4-E633879B7C1C}"/>
                  </a:ext>
                </a:extLst>
              </p:cNvPr>
              <p:cNvSpPr/>
              <p:nvPr/>
            </p:nvSpPr>
            <p:spPr>
              <a:xfrm>
                <a:off x="267987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 name="그룹 15">
              <a:extLst>
                <a:ext uri="{FF2B5EF4-FFF2-40B4-BE49-F238E27FC236}">
                  <a16:creationId xmlns:a16="http://schemas.microsoft.com/office/drawing/2014/main" id="{4A926DB8-01A8-7E6B-B0F4-16D39F6E23B2}"/>
                </a:ext>
              </a:extLst>
            </p:cNvPr>
            <p:cNvGrpSpPr/>
            <p:nvPr/>
          </p:nvGrpSpPr>
          <p:grpSpPr>
            <a:xfrm>
              <a:off x="4151368" y="5961826"/>
              <a:ext cx="28800" cy="214330"/>
              <a:chOff x="4058219" y="3782164"/>
              <a:chExt cx="28800" cy="214330"/>
            </a:xfrm>
            <a:grpFill/>
          </p:grpSpPr>
          <p:sp>
            <p:nvSpPr>
              <p:cNvPr id="17" name="타원 16">
                <a:extLst>
                  <a:ext uri="{FF2B5EF4-FFF2-40B4-BE49-F238E27FC236}">
                    <a16:creationId xmlns:a16="http://schemas.microsoft.com/office/drawing/2014/main" id="{B28AA6B5-1F59-0507-0D4F-A0F4E1F67241}"/>
                  </a:ext>
                </a:extLst>
              </p:cNvPr>
              <p:cNvSpPr/>
              <p:nvPr/>
            </p:nvSpPr>
            <p:spPr>
              <a:xfrm>
                <a:off x="4058219"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 name="타원 17">
                <a:extLst>
                  <a:ext uri="{FF2B5EF4-FFF2-40B4-BE49-F238E27FC236}">
                    <a16:creationId xmlns:a16="http://schemas.microsoft.com/office/drawing/2014/main" id="{25D28758-1D40-9FE8-DBC6-B067CA77F7EA}"/>
                  </a:ext>
                </a:extLst>
              </p:cNvPr>
              <p:cNvSpPr/>
              <p:nvPr/>
            </p:nvSpPr>
            <p:spPr>
              <a:xfrm>
                <a:off x="4058219"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9" name="타원 18">
                <a:extLst>
                  <a:ext uri="{FF2B5EF4-FFF2-40B4-BE49-F238E27FC236}">
                    <a16:creationId xmlns:a16="http://schemas.microsoft.com/office/drawing/2014/main" id="{8962BD13-AD4D-6546-BD4B-41FA95CA68A1}"/>
                  </a:ext>
                </a:extLst>
              </p:cNvPr>
              <p:cNvSpPr/>
              <p:nvPr/>
            </p:nvSpPr>
            <p:spPr>
              <a:xfrm>
                <a:off x="4058219"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32" name="TextBox 31">
            <a:extLst>
              <a:ext uri="{FF2B5EF4-FFF2-40B4-BE49-F238E27FC236}">
                <a16:creationId xmlns:a16="http://schemas.microsoft.com/office/drawing/2014/main" id="{F6C0621E-EFEA-2205-631D-3B924F782C1B}"/>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993C8E08-3048-2B62-48EB-F2316CD723D7}"/>
              </a:ext>
            </a:extLst>
          </p:cNvPr>
          <p:cNvSpPr txBox="1"/>
          <p:nvPr/>
        </p:nvSpPr>
        <p:spPr>
          <a:xfrm>
            <a:off x="404812" y="1612565"/>
            <a:ext cx="6048622" cy="11079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total number of Local Dimming </a:t>
            </a:r>
            <a:r>
              <a:rPr lang="en-US" altLang="ko-KR" sz="900" dirty="0">
                <a:solidFill>
                  <a:srgbClr val="000000"/>
                </a:solidFill>
                <a:latin typeface="Arial" panose="020B0604020202020204" pitchFamily="34" charset="0"/>
                <a:cs typeface="Arial" panose="020B0604020202020204" pitchFamily="34" charset="0"/>
              </a:rPr>
              <a:t>data buffers is 32 per channel and 1 buffer can contain one block data which consists of PAM and PWM data. The size of PAM and PWM data depends on the LD_WIDTH of CHANNEL ENABLE 2 register and refer to previous chapter for more details. Even if the physical buffer size is limited to 32, the XC24R can support to transfer up to 255 blocks by using the LD WRITE POINTER, LD READ POINTER and LD DIFFERENCE POINTER.  </a:t>
            </a:r>
            <a:r>
              <a:rPr lang="en-US" altLang="ko-KR" sz="900" b="0" i="0" dirty="0">
                <a:solidFill>
                  <a:srgbClr val="000000"/>
                </a:solidFill>
                <a:effectLst/>
                <a:latin typeface="Arial" panose="020B0604020202020204" pitchFamily="34" charset="0"/>
                <a:cs typeface="Arial" panose="020B0604020202020204" pitchFamily="34" charset="0"/>
              </a:rPr>
              <a:t>You can continue to send </a:t>
            </a:r>
            <a:r>
              <a:rPr lang="en-US" altLang="ko-KR" sz="900" dirty="0">
                <a:solidFill>
                  <a:srgbClr val="000000"/>
                </a:solidFill>
                <a:latin typeface="Arial" panose="020B0604020202020204" pitchFamily="34" charset="0"/>
                <a:cs typeface="Arial" panose="020B0604020202020204" pitchFamily="34" charset="0"/>
              </a:rPr>
              <a:t>the </a:t>
            </a:r>
            <a:r>
              <a:rPr lang="en-US" altLang="ko-KR" sz="900" b="0" i="0" dirty="0">
                <a:solidFill>
                  <a:srgbClr val="000000"/>
                </a:solidFill>
                <a:effectLst/>
                <a:latin typeface="Arial" panose="020B0604020202020204" pitchFamily="34" charset="0"/>
                <a:cs typeface="Arial" panose="020B0604020202020204" pitchFamily="34" charset="0"/>
              </a:rPr>
              <a:t>LD data so that the LD DIFFERENCE POINTER does not become 0. </a:t>
            </a:r>
            <a:r>
              <a:rPr lang="en-US" altLang="ko-KR" sz="900" dirty="0">
                <a:latin typeface="Arial" panose="020B0604020202020204" pitchFamily="34" charset="0"/>
                <a:cs typeface="Arial" panose="020B0604020202020204" pitchFamily="34" charset="0"/>
              </a:rPr>
              <a:t>The number of daisied devices of each channel can be different from each other by separately setting the DAISY SIZE register of each channel. The below shows the scheme of LD buffers and the mapping to the daisied device. For more information refer to the example on the next page.</a:t>
            </a:r>
          </a:p>
        </p:txBody>
      </p:sp>
      <p:sp>
        <p:nvSpPr>
          <p:cNvPr id="34" name="TextBox 33">
            <a:extLst>
              <a:ext uri="{FF2B5EF4-FFF2-40B4-BE49-F238E27FC236}">
                <a16:creationId xmlns:a16="http://schemas.microsoft.com/office/drawing/2014/main" id="{51ED1939-7C0C-8D8A-151E-EB40FFAE6E18}"/>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 Dimming data buffer </a:t>
            </a:r>
          </a:p>
        </p:txBody>
      </p:sp>
      <p:grpSp>
        <p:nvGrpSpPr>
          <p:cNvPr id="3" name="그룹 2">
            <a:extLst>
              <a:ext uri="{FF2B5EF4-FFF2-40B4-BE49-F238E27FC236}">
                <a16:creationId xmlns:a16="http://schemas.microsoft.com/office/drawing/2014/main" id="{55895B81-91DA-5747-3089-A5C012FDBCEE}"/>
              </a:ext>
            </a:extLst>
          </p:cNvPr>
          <p:cNvGrpSpPr/>
          <p:nvPr/>
        </p:nvGrpSpPr>
        <p:grpSpPr>
          <a:xfrm>
            <a:off x="2125378" y="7729244"/>
            <a:ext cx="2668982" cy="216454"/>
            <a:chOff x="1511186" y="5961826"/>
            <a:chExt cx="2668982" cy="216454"/>
          </a:xfrm>
          <a:solidFill>
            <a:schemeClr val="bg1">
              <a:lumMod val="75000"/>
            </a:schemeClr>
          </a:solidFill>
        </p:grpSpPr>
        <p:grpSp>
          <p:nvGrpSpPr>
            <p:cNvPr id="5" name="그룹 4">
              <a:extLst>
                <a:ext uri="{FF2B5EF4-FFF2-40B4-BE49-F238E27FC236}">
                  <a16:creationId xmlns:a16="http://schemas.microsoft.com/office/drawing/2014/main" id="{DD14EEFF-9B1C-6F49-6524-CB26A43863D2}"/>
                </a:ext>
              </a:extLst>
            </p:cNvPr>
            <p:cNvGrpSpPr/>
            <p:nvPr/>
          </p:nvGrpSpPr>
          <p:grpSpPr>
            <a:xfrm>
              <a:off x="1511186" y="5961826"/>
              <a:ext cx="28800" cy="214330"/>
              <a:chOff x="1270712" y="3782164"/>
              <a:chExt cx="28800" cy="214330"/>
            </a:xfrm>
            <a:grpFill/>
          </p:grpSpPr>
          <p:sp>
            <p:nvSpPr>
              <p:cNvPr id="46" name="타원 45">
                <a:extLst>
                  <a:ext uri="{FF2B5EF4-FFF2-40B4-BE49-F238E27FC236}">
                    <a16:creationId xmlns:a16="http://schemas.microsoft.com/office/drawing/2014/main" id="{1C6CEAF2-CEAD-5C28-B024-7F56CBA411A4}"/>
                  </a:ext>
                </a:extLst>
              </p:cNvPr>
              <p:cNvSpPr/>
              <p:nvPr/>
            </p:nvSpPr>
            <p:spPr>
              <a:xfrm>
                <a:off x="127071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2" name="타원 51">
                <a:extLst>
                  <a:ext uri="{FF2B5EF4-FFF2-40B4-BE49-F238E27FC236}">
                    <a16:creationId xmlns:a16="http://schemas.microsoft.com/office/drawing/2014/main" id="{5204B0EC-0940-6D39-C0A7-B90425EAB02B}"/>
                  </a:ext>
                </a:extLst>
              </p:cNvPr>
              <p:cNvSpPr/>
              <p:nvPr/>
            </p:nvSpPr>
            <p:spPr>
              <a:xfrm>
                <a:off x="127071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4" name="타원 53">
                <a:extLst>
                  <a:ext uri="{FF2B5EF4-FFF2-40B4-BE49-F238E27FC236}">
                    <a16:creationId xmlns:a16="http://schemas.microsoft.com/office/drawing/2014/main" id="{AD3A1642-B0B1-4348-B91B-C44978F8BAEB}"/>
                  </a:ext>
                </a:extLst>
              </p:cNvPr>
              <p:cNvSpPr/>
              <p:nvPr/>
            </p:nvSpPr>
            <p:spPr>
              <a:xfrm>
                <a:off x="127071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1" name="그룹 10">
              <a:extLst>
                <a:ext uri="{FF2B5EF4-FFF2-40B4-BE49-F238E27FC236}">
                  <a16:creationId xmlns:a16="http://schemas.microsoft.com/office/drawing/2014/main" id="{4ADB95E6-71EC-70CB-9A53-BBD01820F508}"/>
                </a:ext>
              </a:extLst>
            </p:cNvPr>
            <p:cNvGrpSpPr/>
            <p:nvPr/>
          </p:nvGrpSpPr>
          <p:grpSpPr>
            <a:xfrm>
              <a:off x="2199742" y="5963950"/>
              <a:ext cx="28800" cy="214330"/>
              <a:chOff x="1996381" y="3782164"/>
              <a:chExt cx="28800" cy="214330"/>
            </a:xfrm>
            <a:grpFill/>
          </p:grpSpPr>
          <p:sp>
            <p:nvSpPr>
              <p:cNvPr id="42" name="타원 41">
                <a:extLst>
                  <a:ext uri="{FF2B5EF4-FFF2-40B4-BE49-F238E27FC236}">
                    <a16:creationId xmlns:a16="http://schemas.microsoft.com/office/drawing/2014/main" id="{AC0EA0EA-54F0-6DBF-682B-7F904A029830}"/>
                  </a:ext>
                </a:extLst>
              </p:cNvPr>
              <p:cNvSpPr/>
              <p:nvPr/>
            </p:nvSpPr>
            <p:spPr>
              <a:xfrm>
                <a:off x="1996381"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3" name="타원 42">
                <a:extLst>
                  <a:ext uri="{FF2B5EF4-FFF2-40B4-BE49-F238E27FC236}">
                    <a16:creationId xmlns:a16="http://schemas.microsoft.com/office/drawing/2014/main" id="{BF3D3B8A-F7AE-E4CC-12D6-8C1331260C51}"/>
                  </a:ext>
                </a:extLst>
              </p:cNvPr>
              <p:cNvSpPr/>
              <p:nvPr/>
            </p:nvSpPr>
            <p:spPr>
              <a:xfrm>
                <a:off x="1996381"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4" name="타원 43">
                <a:extLst>
                  <a:ext uri="{FF2B5EF4-FFF2-40B4-BE49-F238E27FC236}">
                    <a16:creationId xmlns:a16="http://schemas.microsoft.com/office/drawing/2014/main" id="{D47B88D3-0414-883B-0240-BE6FBC3740A7}"/>
                  </a:ext>
                </a:extLst>
              </p:cNvPr>
              <p:cNvSpPr/>
              <p:nvPr/>
            </p:nvSpPr>
            <p:spPr>
              <a:xfrm>
                <a:off x="1996381"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30" name="그룹 29">
              <a:extLst>
                <a:ext uri="{FF2B5EF4-FFF2-40B4-BE49-F238E27FC236}">
                  <a16:creationId xmlns:a16="http://schemas.microsoft.com/office/drawing/2014/main" id="{054D61B6-9360-A6FF-B06E-673F9153CB48}"/>
                </a:ext>
              </a:extLst>
            </p:cNvPr>
            <p:cNvGrpSpPr/>
            <p:nvPr/>
          </p:nvGrpSpPr>
          <p:grpSpPr>
            <a:xfrm>
              <a:off x="2886129" y="5961826"/>
              <a:ext cx="28800" cy="214330"/>
              <a:chOff x="2679872" y="3782164"/>
              <a:chExt cx="28800" cy="214330"/>
            </a:xfrm>
            <a:grpFill/>
          </p:grpSpPr>
          <p:sp>
            <p:nvSpPr>
              <p:cNvPr id="39" name="타원 38">
                <a:extLst>
                  <a:ext uri="{FF2B5EF4-FFF2-40B4-BE49-F238E27FC236}">
                    <a16:creationId xmlns:a16="http://schemas.microsoft.com/office/drawing/2014/main" id="{50F656DE-B897-16A5-79C5-2333A4515D29}"/>
                  </a:ext>
                </a:extLst>
              </p:cNvPr>
              <p:cNvSpPr/>
              <p:nvPr/>
            </p:nvSpPr>
            <p:spPr>
              <a:xfrm>
                <a:off x="267987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0" name="타원 39">
                <a:extLst>
                  <a:ext uri="{FF2B5EF4-FFF2-40B4-BE49-F238E27FC236}">
                    <a16:creationId xmlns:a16="http://schemas.microsoft.com/office/drawing/2014/main" id="{845721C1-332A-C0AA-E5A7-6756827FDED3}"/>
                  </a:ext>
                </a:extLst>
              </p:cNvPr>
              <p:cNvSpPr/>
              <p:nvPr/>
            </p:nvSpPr>
            <p:spPr>
              <a:xfrm>
                <a:off x="267987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1" name="타원 40">
                <a:extLst>
                  <a:ext uri="{FF2B5EF4-FFF2-40B4-BE49-F238E27FC236}">
                    <a16:creationId xmlns:a16="http://schemas.microsoft.com/office/drawing/2014/main" id="{32D049E1-7976-B30F-539E-D1C5EDC14DAE}"/>
                  </a:ext>
                </a:extLst>
              </p:cNvPr>
              <p:cNvSpPr/>
              <p:nvPr/>
            </p:nvSpPr>
            <p:spPr>
              <a:xfrm>
                <a:off x="267987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35" name="그룹 34">
              <a:extLst>
                <a:ext uri="{FF2B5EF4-FFF2-40B4-BE49-F238E27FC236}">
                  <a16:creationId xmlns:a16="http://schemas.microsoft.com/office/drawing/2014/main" id="{ECCE86F6-8862-3565-20BD-F3E6B35DE087}"/>
                </a:ext>
              </a:extLst>
            </p:cNvPr>
            <p:cNvGrpSpPr/>
            <p:nvPr/>
          </p:nvGrpSpPr>
          <p:grpSpPr>
            <a:xfrm>
              <a:off x="4151368" y="5961826"/>
              <a:ext cx="28800" cy="214330"/>
              <a:chOff x="4058219" y="3782164"/>
              <a:chExt cx="28800" cy="214330"/>
            </a:xfrm>
            <a:grpFill/>
          </p:grpSpPr>
          <p:sp>
            <p:nvSpPr>
              <p:cNvPr id="36" name="타원 35">
                <a:extLst>
                  <a:ext uri="{FF2B5EF4-FFF2-40B4-BE49-F238E27FC236}">
                    <a16:creationId xmlns:a16="http://schemas.microsoft.com/office/drawing/2014/main" id="{44E374A2-16DC-DF0E-EB8E-59B5C5222970}"/>
                  </a:ext>
                </a:extLst>
              </p:cNvPr>
              <p:cNvSpPr/>
              <p:nvPr/>
            </p:nvSpPr>
            <p:spPr>
              <a:xfrm>
                <a:off x="4058219"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7" name="타원 36">
                <a:extLst>
                  <a:ext uri="{FF2B5EF4-FFF2-40B4-BE49-F238E27FC236}">
                    <a16:creationId xmlns:a16="http://schemas.microsoft.com/office/drawing/2014/main" id="{8EE51052-6374-4810-C762-EB62FF43AB91}"/>
                  </a:ext>
                </a:extLst>
              </p:cNvPr>
              <p:cNvSpPr/>
              <p:nvPr/>
            </p:nvSpPr>
            <p:spPr>
              <a:xfrm>
                <a:off x="4058219"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8" name="타원 37">
                <a:extLst>
                  <a:ext uri="{FF2B5EF4-FFF2-40B4-BE49-F238E27FC236}">
                    <a16:creationId xmlns:a16="http://schemas.microsoft.com/office/drawing/2014/main" id="{FE1E7F0D-AF8A-8FD0-75C7-BC358166802D}"/>
                  </a:ext>
                </a:extLst>
              </p:cNvPr>
              <p:cNvSpPr/>
              <p:nvPr/>
            </p:nvSpPr>
            <p:spPr>
              <a:xfrm>
                <a:off x="4058219"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58" name="직선 화살표 연결선 57">
            <a:extLst>
              <a:ext uri="{FF2B5EF4-FFF2-40B4-BE49-F238E27FC236}">
                <a16:creationId xmlns:a16="http://schemas.microsoft.com/office/drawing/2014/main" id="{5C2C23BE-BCDC-E550-3A54-72B2CBD0EF29}"/>
              </a:ext>
            </a:extLst>
          </p:cNvPr>
          <p:cNvCxnSpPr>
            <a:cxnSpLocks/>
          </p:cNvCxnSpPr>
          <p:nvPr/>
        </p:nvCxnSpPr>
        <p:spPr>
          <a:xfrm flipH="1">
            <a:off x="5628498" y="8091958"/>
            <a:ext cx="43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59" name="직선 화살표 연결선 58">
            <a:extLst>
              <a:ext uri="{FF2B5EF4-FFF2-40B4-BE49-F238E27FC236}">
                <a16:creationId xmlns:a16="http://schemas.microsoft.com/office/drawing/2014/main" id="{FD7AAD9E-80D1-81DE-7000-59465BA87A30}"/>
              </a:ext>
            </a:extLst>
          </p:cNvPr>
          <p:cNvCxnSpPr>
            <a:cxnSpLocks/>
          </p:cNvCxnSpPr>
          <p:nvPr/>
        </p:nvCxnSpPr>
        <p:spPr>
          <a:xfrm flipH="1">
            <a:off x="5628498" y="5615824"/>
            <a:ext cx="43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0" name="직선 화살표 연결선 59">
            <a:extLst>
              <a:ext uri="{FF2B5EF4-FFF2-40B4-BE49-F238E27FC236}">
                <a16:creationId xmlns:a16="http://schemas.microsoft.com/office/drawing/2014/main" id="{614772A8-F877-F64C-2956-75040C818A57}"/>
              </a:ext>
            </a:extLst>
          </p:cNvPr>
          <p:cNvCxnSpPr>
            <a:cxnSpLocks/>
          </p:cNvCxnSpPr>
          <p:nvPr/>
        </p:nvCxnSpPr>
        <p:spPr>
          <a:xfrm flipH="1">
            <a:off x="5306777" y="4619361"/>
            <a:ext cx="74987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1" name="직선 화살표 연결선 60">
            <a:extLst>
              <a:ext uri="{FF2B5EF4-FFF2-40B4-BE49-F238E27FC236}">
                <a16:creationId xmlns:a16="http://schemas.microsoft.com/office/drawing/2014/main" id="{6047CCB9-4EB8-925A-3A0E-0661FBC1B222}"/>
              </a:ext>
            </a:extLst>
          </p:cNvPr>
          <p:cNvCxnSpPr>
            <a:cxnSpLocks/>
          </p:cNvCxnSpPr>
          <p:nvPr/>
        </p:nvCxnSpPr>
        <p:spPr>
          <a:xfrm flipH="1">
            <a:off x="5213870" y="3481566"/>
            <a:ext cx="833276"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2" name="직선 화살표 연결선 61">
            <a:extLst>
              <a:ext uri="{FF2B5EF4-FFF2-40B4-BE49-F238E27FC236}">
                <a16:creationId xmlns:a16="http://schemas.microsoft.com/office/drawing/2014/main" id="{71AA0E07-750F-4D3B-BAF2-AB75BD27796F}"/>
              </a:ext>
            </a:extLst>
          </p:cNvPr>
          <p:cNvCxnSpPr>
            <a:cxnSpLocks/>
          </p:cNvCxnSpPr>
          <p:nvPr/>
        </p:nvCxnSpPr>
        <p:spPr>
          <a:xfrm flipV="1">
            <a:off x="5926552" y="3481566"/>
            <a:ext cx="0" cy="115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97F375A4-9EB3-C2F4-4C12-B488211D673B}"/>
              </a:ext>
            </a:extLst>
          </p:cNvPr>
          <p:cNvSpPr txBox="1"/>
          <p:nvPr/>
        </p:nvSpPr>
        <p:spPr>
          <a:xfrm rot="16200000">
            <a:off x="5432415" y="4004848"/>
            <a:ext cx="977832"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max DAISY_SIZE_CHx = </a:t>
            </a:r>
            <a:r>
              <a:rPr lang="en-US" altLang="ko-KR" sz="600" b="1" dirty="0">
                <a:latin typeface="Arial" panose="020B0604020202020204" pitchFamily="34" charset="0"/>
                <a:cs typeface="Arial" panose="020B0604020202020204" pitchFamily="34" charset="0"/>
              </a:rPr>
              <a:t>31</a:t>
            </a:r>
            <a:endParaRPr lang="ko-KR" altLang="en-US" sz="600" b="1" dirty="0">
              <a:latin typeface="Arial" panose="020B0604020202020204" pitchFamily="34" charset="0"/>
              <a:cs typeface="Arial" panose="020B0604020202020204" pitchFamily="34" charset="0"/>
            </a:endParaRPr>
          </a:p>
        </p:txBody>
      </p:sp>
      <p:cxnSp>
        <p:nvCxnSpPr>
          <p:cNvPr id="64" name="직선 화살표 연결선 63">
            <a:extLst>
              <a:ext uri="{FF2B5EF4-FFF2-40B4-BE49-F238E27FC236}">
                <a16:creationId xmlns:a16="http://schemas.microsoft.com/office/drawing/2014/main" id="{6A733E45-563E-9EF0-4027-DBBCA1C141FC}"/>
              </a:ext>
            </a:extLst>
          </p:cNvPr>
          <p:cNvCxnSpPr>
            <a:cxnSpLocks/>
          </p:cNvCxnSpPr>
          <p:nvPr/>
        </p:nvCxnSpPr>
        <p:spPr>
          <a:xfrm flipV="1">
            <a:off x="5926552" y="5615791"/>
            <a:ext cx="0" cy="248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0" name="직선 화살표 연결선 69">
            <a:extLst>
              <a:ext uri="{FF2B5EF4-FFF2-40B4-BE49-F238E27FC236}">
                <a16:creationId xmlns:a16="http://schemas.microsoft.com/office/drawing/2014/main" id="{5A470B89-5C60-7485-DDE4-836E20572934}"/>
              </a:ext>
            </a:extLst>
          </p:cNvPr>
          <p:cNvCxnSpPr>
            <a:cxnSpLocks/>
          </p:cNvCxnSpPr>
          <p:nvPr/>
        </p:nvCxnSpPr>
        <p:spPr>
          <a:xfrm flipH="1" flipV="1">
            <a:off x="5414777" y="4479530"/>
            <a:ext cx="0" cy="14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2" name="직선 화살표 연결선 71">
            <a:extLst>
              <a:ext uri="{FF2B5EF4-FFF2-40B4-BE49-F238E27FC236}">
                <a16:creationId xmlns:a16="http://schemas.microsoft.com/office/drawing/2014/main" id="{15FC2B05-3D4C-4249-AAF4-AAC8B64802EE}"/>
              </a:ext>
            </a:extLst>
          </p:cNvPr>
          <p:cNvCxnSpPr>
            <a:cxnSpLocks/>
          </p:cNvCxnSpPr>
          <p:nvPr/>
        </p:nvCxnSpPr>
        <p:spPr>
          <a:xfrm flipH="1">
            <a:off x="5306777" y="4479530"/>
            <a:ext cx="216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096BC18F-A9B2-BB6E-C9D0-3D5103E60B34}"/>
              </a:ext>
            </a:extLst>
          </p:cNvPr>
          <p:cNvSpPr txBox="1"/>
          <p:nvPr/>
        </p:nvSpPr>
        <p:spPr>
          <a:xfrm rot="16200000">
            <a:off x="4777994" y="3774325"/>
            <a:ext cx="1256754"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max DAISIED_DEV_CH_SIZEx = </a:t>
            </a:r>
            <a:r>
              <a:rPr lang="en-US" altLang="ko-KR" sz="600" b="1" dirty="0">
                <a:latin typeface="Arial" panose="020B0604020202020204" pitchFamily="34" charset="0"/>
                <a:cs typeface="Arial" panose="020B0604020202020204" pitchFamily="34" charset="0"/>
              </a:rPr>
              <a:t>31</a:t>
            </a:r>
            <a:endParaRPr lang="ko-KR" altLang="en-US" sz="600" b="1" dirty="0">
              <a:latin typeface="Arial" panose="020B0604020202020204" pitchFamily="34" charset="0"/>
              <a:cs typeface="Arial" panose="020B0604020202020204" pitchFamily="34" charset="0"/>
            </a:endParaRPr>
          </a:p>
        </p:txBody>
      </p:sp>
      <p:cxnSp>
        <p:nvCxnSpPr>
          <p:cNvPr id="74" name="직선 화살표 연결선 73">
            <a:extLst>
              <a:ext uri="{FF2B5EF4-FFF2-40B4-BE49-F238E27FC236}">
                <a16:creationId xmlns:a16="http://schemas.microsoft.com/office/drawing/2014/main" id="{518D0E69-4AF7-5216-8010-3BEF8B4BE44D}"/>
              </a:ext>
            </a:extLst>
          </p:cNvPr>
          <p:cNvCxnSpPr>
            <a:cxnSpLocks/>
          </p:cNvCxnSpPr>
          <p:nvPr/>
        </p:nvCxnSpPr>
        <p:spPr>
          <a:xfrm flipV="1">
            <a:off x="1145969" y="6537162"/>
            <a:ext cx="0" cy="1548000"/>
          </a:xfrm>
          <a:prstGeom prst="straightConnector1">
            <a:avLst/>
          </a:prstGeom>
          <a:ln w="3175">
            <a:solidFill>
              <a:schemeClr val="bg1">
                <a:lumMod val="75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961C773-14C4-8E6A-5CF6-764ACB025A2A}"/>
              </a:ext>
            </a:extLst>
          </p:cNvPr>
          <p:cNvSpPr txBox="1"/>
          <p:nvPr/>
        </p:nvSpPr>
        <p:spPr>
          <a:xfrm rot="16200000">
            <a:off x="787915" y="7239277"/>
            <a:ext cx="719749"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solidFill>
                  <a:schemeClr val="bg1">
                    <a:lumMod val="75000"/>
                  </a:schemeClr>
                </a:solidFill>
                <a:latin typeface="Arial" panose="020B0604020202020204" pitchFamily="34" charset="0"/>
                <a:cs typeface="Arial" panose="020B0604020202020204" pitchFamily="34" charset="0"/>
              </a:rPr>
              <a:t>Virtual space=233</a:t>
            </a:r>
            <a:endParaRPr lang="ko-KR" altLang="en-US" sz="700" dirty="0">
              <a:solidFill>
                <a:schemeClr val="bg1">
                  <a:lumMod val="75000"/>
                </a:schemeClr>
              </a:solidFill>
              <a:latin typeface="Arial" panose="020B0604020202020204" pitchFamily="34" charset="0"/>
              <a:cs typeface="Arial" panose="020B0604020202020204" pitchFamily="34" charset="0"/>
            </a:endParaRPr>
          </a:p>
        </p:txBody>
      </p:sp>
      <p:cxnSp>
        <p:nvCxnSpPr>
          <p:cNvPr id="78" name="직선 화살표 연결선 77">
            <a:extLst>
              <a:ext uri="{FF2B5EF4-FFF2-40B4-BE49-F238E27FC236}">
                <a16:creationId xmlns:a16="http://schemas.microsoft.com/office/drawing/2014/main" id="{8401CBBD-6563-D6CD-855A-BAF9BA09D4B0}"/>
              </a:ext>
            </a:extLst>
          </p:cNvPr>
          <p:cNvCxnSpPr>
            <a:cxnSpLocks/>
          </p:cNvCxnSpPr>
          <p:nvPr/>
        </p:nvCxnSpPr>
        <p:spPr>
          <a:xfrm flipH="1" flipV="1">
            <a:off x="809380" y="8085162"/>
            <a:ext cx="54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57" name="직선 화살표 연결선 56">
            <a:extLst>
              <a:ext uri="{FF2B5EF4-FFF2-40B4-BE49-F238E27FC236}">
                <a16:creationId xmlns:a16="http://schemas.microsoft.com/office/drawing/2014/main" id="{75A72D7A-1329-67E2-78C0-3293900D47D3}"/>
              </a:ext>
            </a:extLst>
          </p:cNvPr>
          <p:cNvCxnSpPr>
            <a:cxnSpLocks/>
          </p:cNvCxnSpPr>
          <p:nvPr/>
        </p:nvCxnSpPr>
        <p:spPr>
          <a:xfrm flipV="1">
            <a:off x="883503" y="5584270"/>
            <a:ext cx="0" cy="2520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91214D7E-B9AE-CE79-3310-65BCBB5B2CB7}"/>
              </a:ext>
            </a:extLst>
          </p:cNvPr>
          <p:cNvSpPr txBox="1"/>
          <p:nvPr/>
        </p:nvSpPr>
        <p:spPr>
          <a:xfrm rot="16200000">
            <a:off x="362349" y="6777769"/>
            <a:ext cx="1056379"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Available whole size = 255</a:t>
            </a:r>
            <a:endParaRPr lang="ko-KR" altLang="en-US" sz="700" dirty="0">
              <a:latin typeface="Arial" panose="020B0604020202020204" pitchFamily="34" charset="0"/>
              <a:cs typeface="Arial" panose="020B0604020202020204" pitchFamily="34" charset="0"/>
            </a:endParaRPr>
          </a:p>
        </p:txBody>
      </p:sp>
      <p:sp>
        <p:nvSpPr>
          <p:cNvPr id="48" name="object 84">
            <a:extLst>
              <a:ext uri="{FF2B5EF4-FFF2-40B4-BE49-F238E27FC236}">
                <a16:creationId xmlns:a16="http://schemas.microsoft.com/office/drawing/2014/main" id="{9A9A83C6-79F6-20E4-307D-0FE59F64FE5C}"/>
              </a:ext>
            </a:extLst>
          </p:cNvPr>
          <p:cNvSpPr txBox="1"/>
          <p:nvPr/>
        </p:nvSpPr>
        <p:spPr>
          <a:xfrm>
            <a:off x="1905185" y="8523304"/>
            <a:ext cx="3047629"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20. The scheme of Local dimming Data buffers</a:t>
            </a:r>
          </a:p>
        </p:txBody>
      </p:sp>
      <p:sp>
        <p:nvSpPr>
          <p:cNvPr id="65" name="TextBox 64">
            <a:extLst>
              <a:ext uri="{FF2B5EF4-FFF2-40B4-BE49-F238E27FC236}">
                <a16:creationId xmlns:a16="http://schemas.microsoft.com/office/drawing/2014/main" id="{5C4CCF6C-D595-7D25-1FD4-A323F97591D4}"/>
              </a:ext>
            </a:extLst>
          </p:cNvPr>
          <p:cNvSpPr txBox="1"/>
          <p:nvPr/>
        </p:nvSpPr>
        <p:spPr>
          <a:xfrm rot="16200000">
            <a:off x="5323080" y="6821508"/>
            <a:ext cx="1223092"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max BLOCK_SIZE_CHx = </a:t>
            </a:r>
            <a:r>
              <a:rPr lang="en-US" altLang="ko-KR" sz="700" b="1" dirty="0">
                <a:latin typeface="Arial" panose="020B0604020202020204" pitchFamily="34" charset="0"/>
                <a:cs typeface="Arial" panose="020B0604020202020204" pitchFamily="34" charset="0"/>
              </a:rPr>
              <a:t>255</a:t>
            </a:r>
          </a:p>
        </p:txBody>
      </p:sp>
      <p:cxnSp>
        <p:nvCxnSpPr>
          <p:cNvPr id="4" name="직선 화살표 연결선 3">
            <a:extLst>
              <a:ext uri="{FF2B5EF4-FFF2-40B4-BE49-F238E27FC236}">
                <a16:creationId xmlns:a16="http://schemas.microsoft.com/office/drawing/2014/main" id="{2864B04B-8CA0-C332-C839-C17C24A72D44}"/>
              </a:ext>
            </a:extLst>
          </p:cNvPr>
          <p:cNvCxnSpPr>
            <a:cxnSpLocks/>
          </p:cNvCxnSpPr>
          <p:nvPr/>
        </p:nvCxnSpPr>
        <p:spPr>
          <a:xfrm flipH="1">
            <a:off x="1850284" y="8182007"/>
            <a:ext cx="3253888"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A7AEDFB2-7E3A-60CD-DE91-03CE48FAD383}"/>
              </a:ext>
            </a:extLst>
          </p:cNvPr>
          <p:cNvCxnSpPr>
            <a:cxnSpLocks/>
          </p:cNvCxnSpPr>
          <p:nvPr/>
        </p:nvCxnSpPr>
        <p:spPr>
          <a:xfrm flipV="1">
            <a:off x="1855964" y="8092595"/>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5" name="직선 화살표 연결선 24">
            <a:extLst>
              <a:ext uri="{FF2B5EF4-FFF2-40B4-BE49-F238E27FC236}">
                <a16:creationId xmlns:a16="http://schemas.microsoft.com/office/drawing/2014/main" id="{4F9E95EE-A743-162A-1A30-082BB8A8E6CD}"/>
              </a:ext>
            </a:extLst>
          </p:cNvPr>
          <p:cNvCxnSpPr>
            <a:cxnSpLocks/>
          </p:cNvCxnSpPr>
          <p:nvPr/>
        </p:nvCxnSpPr>
        <p:spPr>
          <a:xfrm flipV="1">
            <a:off x="5102037" y="8092034"/>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388835EF-82E5-8384-FEE6-FC6E11CD7BC2}"/>
              </a:ext>
            </a:extLst>
          </p:cNvPr>
          <p:cNvSpPr txBox="1"/>
          <p:nvPr/>
        </p:nvSpPr>
        <p:spPr>
          <a:xfrm>
            <a:off x="3186144" y="8130711"/>
            <a:ext cx="485710"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LD_SIZE= x</a:t>
            </a:r>
            <a:endParaRPr lang="ko-KR" altLang="en-US" sz="700" dirty="0">
              <a:latin typeface="Arial" panose="020B0604020202020204" pitchFamily="34" charset="0"/>
              <a:cs typeface="Arial" panose="020B0604020202020204" pitchFamily="34" charset="0"/>
            </a:endParaRPr>
          </a:p>
        </p:txBody>
      </p:sp>
      <p:sp>
        <p:nvSpPr>
          <p:cNvPr id="55" name="TextBox 54">
            <a:extLst>
              <a:ext uri="{FF2B5EF4-FFF2-40B4-BE49-F238E27FC236}">
                <a16:creationId xmlns:a16="http://schemas.microsoft.com/office/drawing/2014/main" id="{CB8ADEEA-3B10-0FA2-DB70-145F6AA47C49}"/>
              </a:ext>
            </a:extLst>
          </p:cNvPr>
          <p:cNvSpPr txBox="1"/>
          <p:nvPr/>
        </p:nvSpPr>
        <p:spPr>
          <a:xfrm rot="16200000">
            <a:off x="4719550" y="6415328"/>
            <a:ext cx="1443024" cy="200055"/>
          </a:xfrm>
          <a:prstGeom prst="rect">
            <a:avLst/>
          </a:prstGeom>
          <a:noFill/>
        </p:spPr>
        <p:txBody>
          <a:bodyPr wrap="none" rtlCol="0">
            <a:spAutoFit/>
          </a:bodyPr>
          <a:lstStyle/>
          <a:p>
            <a:r>
              <a:rPr lang="en-US" altLang="ko-KR" sz="700" i="1" dirty="0">
                <a:solidFill>
                  <a:schemeClr val="bg1">
                    <a:lumMod val="50000"/>
                  </a:schemeClr>
                </a:solidFill>
                <a:latin typeface="Arial" panose="020B0604020202020204" pitchFamily="34" charset="0"/>
                <a:cs typeface="Arial" panose="020B0604020202020204" pitchFamily="34" charset="0"/>
              </a:rPr>
              <a:t>The amount of SPI one Line LD</a:t>
            </a:r>
            <a:endParaRPr lang="ko-KR" altLang="en-US" sz="700" i="1" dirty="0">
              <a:solidFill>
                <a:schemeClr val="bg1">
                  <a:lumMod val="50000"/>
                </a:schemeClr>
              </a:solidFill>
              <a:latin typeface="Arial" panose="020B0604020202020204" pitchFamily="34" charset="0"/>
              <a:cs typeface="Arial" panose="020B0604020202020204" pitchFamily="34" charset="0"/>
            </a:endParaRPr>
          </a:p>
        </p:txBody>
      </p:sp>
      <p:cxnSp>
        <p:nvCxnSpPr>
          <p:cNvPr id="56" name="직선 화살표 연결선 55">
            <a:extLst>
              <a:ext uri="{FF2B5EF4-FFF2-40B4-BE49-F238E27FC236}">
                <a16:creationId xmlns:a16="http://schemas.microsoft.com/office/drawing/2014/main" id="{E98DBA1E-2D12-C5E9-CDF8-C32262B19EA5}"/>
              </a:ext>
            </a:extLst>
          </p:cNvPr>
          <p:cNvCxnSpPr>
            <a:cxnSpLocks/>
          </p:cNvCxnSpPr>
          <p:nvPr/>
        </p:nvCxnSpPr>
        <p:spPr>
          <a:xfrm flipH="1">
            <a:off x="5126695" y="5761640"/>
            <a:ext cx="432000" cy="0"/>
          </a:xfrm>
          <a:prstGeom prst="straightConnector1">
            <a:avLst/>
          </a:prstGeom>
          <a:ln w="3175">
            <a:solidFill>
              <a:schemeClr val="bg1">
                <a:lumMod val="50000"/>
              </a:schemeClr>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6" name="직선 화살표 연결선 65">
            <a:extLst>
              <a:ext uri="{FF2B5EF4-FFF2-40B4-BE49-F238E27FC236}">
                <a16:creationId xmlns:a16="http://schemas.microsoft.com/office/drawing/2014/main" id="{8FAAE2D1-1A69-1098-AC59-EC84F15BAE1F}"/>
              </a:ext>
            </a:extLst>
          </p:cNvPr>
          <p:cNvCxnSpPr>
            <a:cxnSpLocks/>
          </p:cNvCxnSpPr>
          <p:nvPr/>
        </p:nvCxnSpPr>
        <p:spPr>
          <a:xfrm flipH="1" flipV="1">
            <a:off x="5125034" y="5621943"/>
            <a:ext cx="432000" cy="0"/>
          </a:xfrm>
          <a:prstGeom prst="straightConnector1">
            <a:avLst/>
          </a:prstGeom>
          <a:ln w="3175">
            <a:solidFill>
              <a:schemeClr val="bg1">
                <a:lumMod val="50000"/>
              </a:schemeClr>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8" name="직선 화살표 연결선 67">
            <a:extLst>
              <a:ext uri="{FF2B5EF4-FFF2-40B4-BE49-F238E27FC236}">
                <a16:creationId xmlns:a16="http://schemas.microsoft.com/office/drawing/2014/main" id="{5073C400-0053-C0D2-DB6F-348BF8626A52}"/>
              </a:ext>
            </a:extLst>
          </p:cNvPr>
          <p:cNvCxnSpPr>
            <a:cxnSpLocks/>
          </p:cNvCxnSpPr>
          <p:nvPr/>
        </p:nvCxnSpPr>
        <p:spPr>
          <a:xfrm flipV="1">
            <a:off x="5437024" y="5513359"/>
            <a:ext cx="0" cy="108000"/>
          </a:xfrm>
          <a:prstGeom prst="straightConnector1">
            <a:avLst/>
          </a:prstGeom>
          <a:ln w="3175">
            <a:solidFill>
              <a:schemeClr val="bg1">
                <a:lumMod val="50000"/>
              </a:schemeClr>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71" name="직선 화살표 연결선 70">
            <a:extLst>
              <a:ext uri="{FF2B5EF4-FFF2-40B4-BE49-F238E27FC236}">
                <a16:creationId xmlns:a16="http://schemas.microsoft.com/office/drawing/2014/main" id="{B6894F2D-9A9A-719E-815C-78D14EA820AA}"/>
              </a:ext>
            </a:extLst>
          </p:cNvPr>
          <p:cNvCxnSpPr>
            <a:cxnSpLocks/>
          </p:cNvCxnSpPr>
          <p:nvPr/>
        </p:nvCxnSpPr>
        <p:spPr>
          <a:xfrm flipV="1">
            <a:off x="5437024" y="5762194"/>
            <a:ext cx="0" cy="108000"/>
          </a:xfrm>
          <a:prstGeom prst="straightConnector1">
            <a:avLst/>
          </a:prstGeom>
          <a:ln w="3175">
            <a:solidFill>
              <a:schemeClr val="bg1">
                <a:lumMod val="50000"/>
              </a:schemeClr>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1237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45" name="표 6">
            <a:extLst>
              <a:ext uri="{FF2B5EF4-FFF2-40B4-BE49-F238E27FC236}">
                <a16:creationId xmlns:a16="http://schemas.microsoft.com/office/drawing/2014/main" id="{DD686590-D17D-C596-D75C-845952B2EDB8}"/>
              </a:ext>
            </a:extLst>
          </p:cNvPr>
          <p:cNvGraphicFramePr>
            <a:graphicFrameLocks noGrp="1"/>
          </p:cNvGraphicFramePr>
          <p:nvPr>
            <p:extLst>
              <p:ext uri="{D42A27DB-BD31-4B8C-83A1-F6EECF244321}">
                <p14:modId xmlns:p14="http://schemas.microsoft.com/office/powerpoint/2010/main" val="2200986524"/>
              </p:ext>
            </p:extLst>
          </p:nvPr>
        </p:nvGraphicFramePr>
        <p:xfrm>
          <a:off x="1715711" y="5004273"/>
          <a:ext cx="3248587" cy="340067"/>
        </p:xfrm>
        <a:graphic>
          <a:graphicData uri="http://schemas.openxmlformats.org/drawingml/2006/table">
            <a:tbl>
              <a:tblPr firstRow="1" bandRow="1">
                <a:tableStyleId>{5C22544A-7EE6-4342-B048-85BDC9FD1C3A}</a:tableStyleId>
              </a:tblPr>
              <a:tblGrid>
                <a:gridCol w="623793">
                  <a:extLst>
                    <a:ext uri="{9D8B030D-6E8A-4147-A177-3AD203B41FA5}">
                      <a16:colId xmlns:a16="http://schemas.microsoft.com/office/drawing/2014/main" val="1037286305"/>
                    </a:ext>
                  </a:extLst>
                </a:gridCol>
                <a:gridCol w="61833">
                  <a:extLst>
                    <a:ext uri="{9D8B030D-6E8A-4147-A177-3AD203B41FA5}">
                      <a16:colId xmlns:a16="http://schemas.microsoft.com/office/drawing/2014/main" val="530528814"/>
                    </a:ext>
                  </a:extLst>
                </a:gridCol>
                <a:gridCol w="623793">
                  <a:extLst>
                    <a:ext uri="{9D8B030D-6E8A-4147-A177-3AD203B41FA5}">
                      <a16:colId xmlns:a16="http://schemas.microsoft.com/office/drawing/2014/main" val="3340661124"/>
                    </a:ext>
                  </a:extLst>
                </a:gridCol>
                <a:gridCol w="61833">
                  <a:extLst>
                    <a:ext uri="{9D8B030D-6E8A-4147-A177-3AD203B41FA5}">
                      <a16:colId xmlns:a16="http://schemas.microsoft.com/office/drawing/2014/main" val="1635880923"/>
                    </a:ext>
                  </a:extLst>
                </a:gridCol>
                <a:gridCol w="623793">
                  <a:extLst>
                    <a:ext uri="{9D8B030D-6E8A-4147-A177-3AD203B41FA5}">
                      <a16:colId xmlns:a16="http://schemas.microsoft.com/office/drawing/2014/main" val="2146912518"/>
                    </a:ext>
                  </a:extLst>
                </a:gridCol>
                <a:gridCol w="646547">
                  <a:extLst>
                    <a:ext uri="{9D8B030D-6E8A-4147-A177-3AD203B41FA5}">
                      <a16:colId xmlns:a16="http://schemas.microsoft.com/office/drawing/2014/main" val="1291337477"/>
                    </a:ext>
                  </a:extLst>
                </a:gridCol>
                <a:gridCol w="606995">
                  <a:extLst>
                    <a:ext uri="{9D8B030D-6E8A-4147-A177-3AD203B41FA5}">
                      <a16:colId xmlns:a16="http://schemas.microsoft.com/office/drawing/2014/main" val="1720884376"/>
                    </a:ext>
                  </a:extLst>
                </a:gridCol>
              </a:tblGrid>
              <a:tr h="340067">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bl>
          </a:graphicData>
        </a:graphic>
      </p:graphicFrame>
      <p:graphicFrame>
        <p:nvGraphicFramePr>
          <p:cNvPr id="69" name="표 6">
            <a:extLst>
              <a:ext uri="{FF2B5EF4-FFF2-40B4-BE49-F238E27FC236}">
                <a16:creationId xmlns:a16="http://schemas.microsoft.com/office/drawing/2014/main" id="{45E1438F-A55C-C378-0491-7E23B2322C99}"/>
              </a:ext>
            </a:extLst>
          </p:cNvPr>
          <p:cNvGraphicFramePr>
            <a:graphicFrameLocks noGrp="1"/>
          </p:cNvGraphicFramePr>
          <p:nvPr>
            <p:extLst>
              <p:ext uri="{D42A27DB-BD31-4B8C-83A1-F6EECF244321}">
                <p14:modId xmlns:p14="http://schemas.microsoft.com/office/powerpoint/2010/main" val="149548880"/>
              </p:ext>
            </p:extLst>
          </p:nvPr>
        </p:nvGraphicFramePr>
        <p:xfrm>
          <a:off x="1715620" y="3495063"/>
          <a:ext cx="3253888" cy="1175317"/>
        </p:xfrm>
        <a:graphic>
          <a:graphicData uri="http://schemas.openxmlformats.org/drawingml/2006/table">
            <a:tbl>
              <a:tblPr firstRow="1" bandRow="1">
                <a:tableStyleId>{5C22544A-7EE6-4342-B048-85BDC9FD1C3A}</a:tableStyleId>
              </a:tblPr>
              <a:tblGrid>
                <a:gridCol w="619242">
                  <a:extLst>
                    <a:ext uri="{9D8B030D-6E8A-4147-A177-3AD203B41FA5}">
                      <a16:colId xmlns:a16="http://schemas.microsoft.com/office/drawing/2014/main" val="1037286305"/>
                    </a:ext>
                  </a:extLst>
                </a:gridCol>
                <a:gridCol w="67735">
                  <a:extLst>
                    <a:ext uri="{9D8B030D-6E8A-4147-A177-3AD203B41FA5}">
                      <a16:colId xmlns:a16="http://schemas.microsoft.com/office/drawing/2014/main" val="4289061909"/>
                    </a:ext>
                  </a:extLst>
                </a:gridCol>
                <a:gridCol w="619242">
                  <a:extLst>
                    <a:ext uri="{9D8B030D-6E8A-4147-A177-3AD203B41FA5}">
                      <a16:colId xmlns:a16="http://schemas.microsoft.com/office/drawing/2014/main" val="3340661124"/>
                    </a:ext>
                  </a:extLst>
                </a:gridCol>
                <a:gridCol w="67735">
                  <a:extLst>
                    <a:ext uri="{9D8B030D-6E8A-4147-A177-3AD203B41FA5}">
                      <a16:colId xmlns:a16="http://schemas.microsoft.com/office/drawing/2014/main" val="2969158022"/>
                    </a:ext>
                  </a:extLst>
                </a:gridCol>
                <a:gridCol w="619242">
                  <a:extLst>
                    <a:ext uri="{9D8B030D-6E8A-4147-A177-3AD203B41FA5}">
                      <a16:colId xmlns:a16="http://schemas.microsoft.com/office/drawing/2014/main" val="3325968780"/>
                    </a:ext>
                  </a:extLst>
                </a:gridCol>
                <a:gridCol w="647060">
                  <a:extLst>
                    <a:ext uri="{9D8B030D-6E8A-4147-A177-3AD203B41FA5}">
                      <a16:colId xmlns:a16="http://schemas.microsoft.com/office/drawing/2014/main" val="3214331387"/>
                    </a:ext>
                  </a:extLst>
                </a:gridCol>
                <a:gridCol w="613632">
                  <a:extLst>
                    <a:ext uri="{9D8B030D-6E8A-4147-A177-3AD203B41FA5}">
                      <a16:colId xmlns:a16="http://schemas.microsoft.com/office/drawing/2014/main" val="2777817410"/>
                    </a:ext>
                  </a:extLst>
                </a:gridCol>
              </a:tblGrid>
              <a:tr h="126960">
                <a:tc gridSpan="7">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XDR drivers daisied in each channel</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964029"/>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016957542"/>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16459607"/>
                  </a:ext>
                </a:extLst>
              </a:tr>
              <a:tr h="286597">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78057892"/>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grpSp>
        <p:nvGrpSpPr>
          <p:cNvPr id="205" name="그룹 204">
            <a:extLst>
              <a:ext uri="{FF2B5EF4-FFF2-40B4-BE49-F238E27FC236}">
                <a16:creationId xmlns:a16="http://schemas.microsoft.com/office/drawing/2014/main" id="{2B4655FE-07E0-8175-578F-2979CC055A27}"/>
              </a:ext>
            </a:extLst>
          </p:cNvPr>
          <p:cNvGrpSpPr/>
          <p:nvPr/>
        </p:nvGrpSpPr>
        <p:grpSpPr>
          <a:xfrm>
            <a:off x="2045535" y="5124394"/>
            <a:ext cx="2625782" cy="552077"/>
            <a:chOff x="1525586" y="4737230"/>
            <a:chExt cx="2625782" cy="552077"/>
          </a:xfrm>
        </p:grpSpPr>
        <p:cxnSp>
          <p:nvCxnSpPr>
            <p:cNvPr id="47" name="직선 화살표 연결선 46">
              <a:extLst>
                <a:ext uri="{FF2B5EF4-FFF2-40B4-BE49-F238E27FC236}">
                  <a16:creationId xmlns:a16="http://schemas.microsoft.com/office/drawing/2014/main" id="{EBFE7BEF-4575-141B-B044-E78B07BAC3B0}"/>
                </a:ext>
              </a:extLst>
            </p:cNvPr>
            <p:cNvCxnSpPr/>
            <p:nvPr/>
          </p:nvCxnSpPr>
          <p:spPr>
            <a:xfrm>
              <a:off x="1525586" y="4969022"/>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49" name="직선 화살표 연결선 48">
              <a:extLst>
                <a:ext uri="{FF2B5EF4-FFF2-40B4-BE49-F238E27FC236}">
                  <a16:creationId xmlns:a16="http://schemas.microsoft.com/office/drawing/2014/main" id="{FCA53549-025F-79C3-82B1-C075E6679B47}"/>
                </a:ext>
              </a:extLst>
            </p:cNvPr>
            <p:cNvCxnSpPr/>
            <p:nvPr/>
          </p:nvCxnSpPr>
          <p:spPr>
            <a:xfrm>
              <a:off x="2212562" y="4971468"/>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0" name="직선 화살표 연결선 49">
              <a:extLst>
                <a:ext uri="{FF2B5EF4-FFF2-40B4-BE49-F238E27FC236}">
                  <a16:creationId xmlns:a16="http://schemas.microsoft.com/office/drawing/2014/main" id="{30FE158A-F771-65E7-5ED6-640CB82494A4}"/>
                </a:ext>
              </a:extLst>
            </p:cNvPr>
            <p:cNvCxnSpPr/>
            <p:nvPr/>
          </p:nvCxnSpPr>
          <p:spPr>
            <a:xfrm>
              <a:off x="2886129" y="4969022"/>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86462269-2FAA-A0EA-58A9-9BE51E44DC26}"/>
                </a:ext>
              </a:extLst>
            </p:cNvPr>
            <p:cNvCxnSpPr/>
            <p:nvPr/>
          </p:nvCxnSpPr>
          <p:spPr>
            <a:xfrm>
              <a:off x="4151368" y="4969022"/>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162" name="그룹 161">
              <a:extLst>
                <a:ext uri="{FF2B5EF4-FFF2-40B4-BE49-F238E27FC236}">
                  <a16:creationId xmlns:a16="http://schemas.microsoft.com/office/drawing/2014/main" id="{B8991C1E-F4D9-4F8B-927B-2D54104695B1}"/>
                </a:ext>
              </a:extLst>
            </p:cNvPr>
            <p:cNvGrpSpPr/>
            <p:nvPr/>
          </p:nvGrpSpPr>
          <p:grpSpPr>
            <a:xfrm rot="16200000">
              <a:off x="3495217" y="4644465"/>
              <a:ext cx="28800" cy="214330"/>
              <a:chOff x="3376562" y="3782164"/>
              <a:chExt cx="28800" cy="214330"/>
            </a:xfrm>
          </p:grpSpPr>
          <p:sp>
            <p:nvSpPr>
              <p:cNvPr id="92" name="타원 91">
                <a:extLst>
                  <a:ext uri="{FF2B5EF4-FFF2-40B4-BE49-F238E27FC236}">
                    <a16:creationId xmlns:a16="http://schemas.microsoft.com/office/drawing/2014/main" id="{B4B0EAA1-55DF-48A6-91B1-31D8CE810622}"/>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타원 92">
                <a:extLst>
                  <a:ext uri="{FF2B5EF4-FFF2-40B4-BE49-F238E27FC236}">
                    <a16:creationId xmlns:a16="http://schemas.microsoft.com/office/drawing/2014/main" id="{47B43A85-EFD1-38EE-6169-889624BD7558}"/>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4" name="타원 93">
                <a:extLst>
                  <a:ext uri="{FF2B5EF4-FFF2-40B4-BE49-F238E27FC236}">
                    <a16:creationId xmlns:a16="http://schemas.microsoft.com/office/drawing/2014/main" id="{8CA90430-8A99-256A-60D6-E34466A3355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aphicFrame>
        <p:nvGraphicFramePr>
          <p:cNvPr id="154" name="표 6">
            <a:extLst>
              <a:ext uri="{FF2B5EF4-FFF2-40B4-BE49-F238E27FC236}">
                <a16:creationId xmlns:a16="http://schemas.microsoft.com/office/drawing/2014/main" id="{BCE723D6-D3E8-4C8E-4C5E-3B6D8EC4F7B2}"/>
              </a:ext>
            </a:extLst>
          </p:cNvPr>
          <p:cNvGraphicFramePr>
            <a:graphicFrameLocks noGrp="1"/>
          </p:cNvGraphicFramePr>
          <p:nvPr>
            <p:extLst>
              <p:ext uri="{D42A27DB-BD31-4B8C-83A1-F6EECF244321}">
                <p14:modId xmlns:p14="http://schemas.microsoft.com/office/powerpoint/2010/main" val="4105191962"/>
              </p:ext>
            </p:extLst>
          </p:nvPr>
        </p:nvGraphicFramePr>
        <p:xfrm>
          <a:off x="1136904" y="5681283"/>
          <a:ext cx="3824789" cy="2361967"/>
        </p:xfrm>
        <a:graphic>
          <a:graphicData uri="http://schemas.openxmlformats.org/drawingml/2006/table">
            <a:tbl>
              <a:tblPr firstRow="1" bandRow="1">
                <a:tableStyleId>{5C22544A-7EE6-4342-B048-85BDC9FD1C3A}</a:tableStyleId>
              </a:tblPr>
              <a:tblGrid>
                <a:gridCol w="580011">
                  <a:extLst>
                    <a:ext uri="{9D8B030D-6E8A-4147-A177-3AD203B41FA5}">
                      <a16:colId xmlns:a16="http://schemas.microsoft.com/office/drawing/2014/main" val="3318574675"/>
                    </a:ext>
                  </a:extLst>
                </a:gridCol>
                <a:gridCol w="616657">
                  <a:extLst>
                    <a:ext uri="{9D8B030D-6E8A-4147-A177-3AD203B41FA5}">
                      <a16:colId xmlns:a16="http://schemas.microsoft.com/office/drawing/2014/main" val="1037286305"/>
                    </a:ext>
                  </a:extLst>
                </a:gridCol>
                <a:gridCol w="61400">
                  <a:extLst>
                    <a:ext uri="{9D8B030D-6E8A-4147-A177-3AD203B41FA5}">
                      <a16:colId xmlns:a16="http://schemas.microsoft.com/office/drawing/2014/main" val="2063085555"/>
                    </a:ext>
                  </a:extLst>
                </a:gridCol>
                <a:gridCol w="621555">
                  <a:extLst>
                    <a:ext uri="{9D8B030D-6E8A-4147-A177-3AD203B41FA5}">
                      <a16:colId xmlns:a16="http://schemas.microsoft.com/office/drawing/2014/main" val="3340661124"/>
                    </a:ext>
                  </a:extLst>
                </a:gridCol>
                <a:gridCol w="61400">
                  <a:extLst>
                    <a:ext uri="{9D8B030D-6E8A-4147-A177-3AD203B41FA5}">
                      <a16:colId xmlns:a16="http://schemas.microsoft.com/office/drawing/2014/main" val="2642307584"/>
                    </a:ext>
                  </a:extLst>
                </a:gridCol>
                <a:gridCol w="629142">
                  <a:extLst>
                    <a:ext uri="{9D8B030D-6E8A-4147-A177-3AD203B41FA5}">
                      <a16:colId xmlns:a16="http://schemas.microsoft.com/office/drawing/2014/main" val="2146912518"/>
                    </a:ext>
                  </a:extLst>
                </a:gridCol>
                <a:gridCol w="645024">
                  <a:extLst>
                    <a:ext uri="{9D8B030D-6E8A-4147-A177-3AD203B41FA5}">
                      <a16:colId xmlns:a16="http://schemas.microsoft.com/office/drawing/2014/main" val="3075362027"/>
                    </a:ext>
                  </a:extLst>
                </a:gridCol>
                <a:gridCol w="609600">
                  <a:extLst>
                    <a:ext uri="{9D8B030D-6E8A-4147-A177-3AD203B41FA5}">
                      <a16:colId xmlns:a16="http://schemas.microsoft.com/office/drawing/2014/main" val="2777817410"/>
                    </a:ext>
                  </a:extLst>
                </a:gridCol>
              </a:tblGrid>
              <a:tr h="96688">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Block 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2</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3</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7342615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2788763"/>
                  </a:ext>
                </a:extLst>
              </a:tr>
              <a:tr h="335047">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27</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28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74754841"/>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29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0061203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30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34022837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31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83057079"/>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32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93665530"/>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33</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17080198"/>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34</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26732287"/>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35</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3323119"/>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36</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36</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36</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4202344"/>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37</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39680603"/>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38</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1057506"/>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39</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281523338"/>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40</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2107910"/>
                  </a:ext>
                </a:extLst>
              </a:tr>
            </a:tbl>
          </a:graphicData>
        </a:graphic>
      </p:graphicFrame>
      <p:grpSp>
        <p:nvGrpSpPr>
          <p:cNvPr id="204" name="그룹 203">
            <a:extLst>
              <a:ext uri="{FF2B5EF4-FFF2-40B4-BE49-F238E27FC236}">
                <a16:creationId xmlns:a16="http://schemas.microsoft.com/office/drawing/2014/main" id="{B952DB37-DF10-77B4-9EA0-86FBEB78EE20}"/>
              </a:ext>
            </a:extLst>
          </p:cNvPr>
          <p:cNvGrpSpPr/>
          <p:nvPr/>
        </p:nvGrpSpPr>
        <p:grpSpPr>
          <a:xfrm>
            <a:off x="1987935" y="6275390"/>
            <a:ext cx="2668982" cy="216454"/>
            <a:chOff x="1511186" y="5961826"/>
            <a:chExt cx="2668982" cy="216454"/>
          </a:xfrm>
        </p:grpSpPr>
        <p:grpSp>
          <p:nvGrpSpPr>
            <p:cNvPr id="166" name="그룹 165">
              <a:extLst>
                <a:ext uri="{FF2B5EF4-FFF2-40B4-BE49-F238E27FC236}">
                  <a16:creationId xmlns:a16="http://schemas.microsoft.com/office/drawing/2014/main" id="{1114DC5F-17C6-F991-9EF7-515D5322F46D}"/>
                </a:ext>
              </a:extLst>
            </p:cNvPr>
            <p:cNvGrpSpPr/>
            <p:nvPr/>
          </p:nvGrpSpPr>
          <p:grpSpPr>
            <a:xfrm>
              <a:off x="1511186" y="5961826"/>
              <a:ext cx="28800" cy="214330"/>
              <a:chOff x="1270712" y="3782164"/>
              <a:chExt cx="28800" cy="214330"/>
            </a:xfrm>
          </p:grpSpPr>
          <p:sp>
            <p:nvSpPr>
              <p:cNvPr id="179" name="타원 178">
                <a:extLst>
                  <a:ext uri="{FF2B5EF4-FFF2-40B4-BE49-F238E27FC236}">
                    <a16:creationId xmlns:a16="http://schemas.microsoft.com/office/drawing/2014/main" id="{A83BB55B-B0DA-BADC-497D-4F49A55EEE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0" name="타원 179">
                <a:extLst>
                  <a:ext uri="{FF2B5EF4-FFF2-40B4-BE49-F238E27FC236}">
                    <a16:creationId xmlns:a16="http://schemas.microsoft.com/office/drawing/2014/main" id="{92C2E1DB-9138-1772-C6CC-D1C0C4A4F4EA}"/>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1" name="타원 180">
                <a:extLst>
                  <a:ext uri="{FF2B5EF4-FFF2-40B4-BE49-F238E27FC236}">
                    <a16:creationId xmlns:a16="http://schemas.microsoft.com/office/drawing/2014/main" id="{C08E0EEC-A6B8-39C1-DB63-FE7F79F76FCD}"/>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7" name="그룹 166">
              <a:extLst>
                <a:ext uri="{FF2B5EF4-FFF2-40B4-BE49-F238E27FC236}">
                  <a16:creationId xmlns:a16="http://schemas.microsoft.com/office/drawing/2014/main" id="{41D40EC4-8B13-F795-4E01-84A2FF1FBCBC}"/>
                </a:ext>
              </a:extLst>
            </p:cNvPr>
            <p:cNvGrpSpPr/>
            <p:nvPr/>
          </p:nvGrpSpPr>
          <p:grpSpPr>
            <a:xfrm>
              <a:off x="2199742" y="5963950"/>
              <a:ext cx="28800" cy="214330"/>
              <a:chOff x="1996381" y="3782164"/>
              <a:chExt cx="28800" cy="214330"/>
            </a:xfrm>
          </p:grpSpPr>
          <p:sp>
            <p:nvSpPr>
              <p:cNvPr id="176" name="타원 175">
                <a:extLst>
                  <a:ext uri="{FF2B5EF4-FFF2-40B4-BE49-F238E27FC236}">
                    <a16:creationId xmlns:a16="http://schemas.microsoft.com/office/drawing/2014/main" id="{AB6E8A41-FB3B-2B14-3CD6-C512857A096B}"/>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7" name="타원 176">
                <a:extLst>
                  <a:ext uri="{FF2B5EF4-FFF2-40B4-BE49-F238E27FC236}">
                    <a16:creationId xmlns:a16="http://schemas.microsoft.com/office/drawing/2014/main" id="{4F92EEEF-451C-34D1-8BB8-CCC557FA64AD}"/>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8" name="타원 177">
                <a:extLst>
                  <a:ext uri="{FF2B5EF4-FFF2-40B4-BE49-F238E27FC236}">
                    <a16:creationId xmlns:a16="http://schemas.microsoft.com/office/drawing/2014/main" id="{3D662120-5307-EAB9-960F-390EB9E87882}"/>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8" name="그룹 167">
              <a:extLst>
                <a:ext uri="{FF2B5EF4-FFF2-40B4-BE49-F238E27FC236}">
                  <a16:creationId xmlns:a16="http://schemas.microsoft.com/office/drawing/2014/main" id="{F26A7729-C085-E0CA-F81B-BC1D27306A5F}"/>
                </a:ext>
              </a:extLst>
            </p:cNvPr>
            <p:cNvGrpSpPr/>
            <p:nvPr/>
          </p:nvGrpSpPr>
          <p:grpSpPr>
            <a:xfrm>
              <a:off x="2886129" y="5961826"/>
              <a:ext cx="28800" cy="214330"/>
              <a:chOff x="2679872" y="3782164"/>
              <a:chExt cx="28800" cy="214330"/>
            </a:xfrm>
          </p:grpSpPr>
          <p:sp>
            <p:nvSpPr>
              <p:cNvPr id="173" name="타원 172">
                <a:extLst>
                  <a:ext uri="{FF2B5EF4-FFF2-40B4-BE49-F238E27FC236}">
                    <a16:creationId xmlns:a16="http://schemas.microsoft.com/office/drawing/2014/main" id="{BB7645D7-3BB7-D958-CB53-54650A95EE78}"/>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4" name="타원 173">
                <a:extLst>
                  <a:ext uri="{FF2B5EF4-FFF2-40B4-BE49-F238E27FC236}">
                    <a16:creationId xmlns:a16="http://schemas.microsoft.com/office/drawing/2014/main" id="{115D4DA1-86DD-EF70-23A1-CF3E547B7AC6}"/>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5" name="타원 174">
                <a:extLst>
                  <a:ext uri="{FF2B5EF4-FFF2-40B4-BE49-F238E27FC236}">
                    <a16:creationId xmlns:a16="http://schemas.microsoft.com/office/drawing/2014/main" id="{0B6726D6-06F3-AC60-F2F6-6CC6778A5B78}"/>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9" name="그룹 168">
              <a:extLst>
                <a:ext uri="{FF2B5EF4-FFF2-40B4-BE49-F238E27FC236}">
                  <a16:creationId xmlns:a16="http://schemas.microsoft.com/office/drawing/2014/main" id="{69614960-A000-8503-E0B3-4B59872BA450}"/>
                </a:ext>
              </a:extLst>
            </p:cNvPr>
            <p:cNvGrpSpPr/>
            <p:nvPr/>
          </p:nvGrpSpPr>
          <p:grpSpPr>
            <a:xfrm>
              <a:off x="4151368" y="5961826"/>
              <a:ext cx="28800" cy="214330"/>
              <a:chOff x="4058219" y="3782164"/>
              <a:chExt cx="28800" cy="214330"/>
            </a:xfrm>
          </p:grpSpPr>
          <p:sp>
            <p:nvSpPr>
              <p:cNvPr id="170" name="타원 169">
                <a:extLst>
                  <a:ext uri="{FF2B5EF4-FFF2-40B4-BE49-F238E27FC236}">
                    <a16:creationId xmlns:a16="http://schemas.microsoft.com/office/drawing/2014/main" id="{142C74C7-6470-E2FD-00AF-9A29B497150B}"/>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1" name="타원 170">
                <a:extLst>
                  <a:ext uri="{FF2B5EF4-FFF2-40B4-BE49-F238E27FC236}">
                    <a16:creationId xmlns:a16="http://schemas.microsoft.com/office/drawing/2014/main" id="{A4A1E6BE-E986-4B35-5E32-5D302EABA8C2}"/>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2" name="타원 171">
                <a:extLst>
                  <a:ext uri="{FF2B5EF4-FFF2-40B4-BE49-F238E27FC236}">
                    <a16:creationId xmlns:a16="http://schemas.microsoft.com/office/drawing/2014/main" id="{FB728CEF-36E3-8489-1E40-DCD07EEBAC70}"/>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7" name="그룹 6">
            <a:extLst>
              <a:ext uri="{FF2B5EF4-FFF2-40B4-BE49-F238E27FC236}">
                <a16:creationId xmlns:a16="http://schemas.microsoft.com/office/drawing/2014/main" id="{A5278B1D-9D77-BF46-D686-B4D0DA73301F}"/>
              </a:ext>
            </a:extLst>
          </p:cNvPr>
          <p:cNvGrpSpPr/>
          <p:nvPr/>
        </p:nvGrpSpPr>
        <p:grpSpPr>
          <a:xfrm>
            <a:off x="2002335" y="4161734"/>
            <a:ext cx="2668982" cy="839755"/>
            <a:chOff x="1482386" y="3773640"/>
            <a:chExt cx="2668982" cy="825946"/>
          </a:xfrm>
        </p:grpSpPr>
        <p:grpSp>
          <p:nvGrpSpPr>
            <p:cNvPr id="183" name="그룹 182">
              <a:extLst>
                <a:ext uri="{FF2B5EF4-FFF2-40B4-BE49-F238E27FC236}">
                  <a16:creationId xmlns:a16="http://schemas.microsoft.com/office/drawing/2014/main" id="{3B906918-6931-2D58-5531-A9331ADF331A}"/>
                </a:ext>
              </a:extLst>
            </p:cNvPr>
            <p:cNvGrpSpPr/>
            <p:nvPr/>
          </p:nvGrpSpPr>
          <p:grpSpPr>
            <a:xfrm>
              <a:off x="1482386" y="3773640"/>
              <a:ext cx="2668982" cy="218218"/>
              <a:chOff x="1482386" y="3779240"/>
              <a:chExt cx="2668982" cy="218218"/>
            </a:xfrm>
          </p:grpSpPr>
          <p:grpSp>
            <p:nvGrpSpPr>
              <p:cNvPr id="159" name="그룹 158">
                <a:extLst>
                  <a:ext uri="{FF2B5EF4-FFF2-40B4-BE49-F238E27FC236}">
                    <a16:creationId xmlns:a16="http://schemas.microsoft.com/office/drawing/2014/main" id="{B8F70ACF-872E-FFC8-AFD2-3F75BF859830}"/>
                  </a:ext>
                </a:extLst>
              </p:cNvPr>
              <p:cNvGrpSpPr/>
              <p:nvPr/>
            </p:nvGrpSpPr>
            <p:grpSpPr>
              <a:xfrm>
                <a:off x="1482386" y="3779240"/>
                <a:ext cx="28800" cy="214330"/>
                <a:chOff x="1270712" y="3782164"/>
                <a:chExt cx="28800" cy="214330"/>
              </a:xfrm>
            </p:grpSpPr>
            <p:sp>
              <p:nvSpPr>
                <p:cNvPr id="101" name="타원 100">
                  <a:extLst>
                    <a:ext uri="{FF2B5EF4-FFF2-40B4-BE49-F238E27FC236}">
                      <a16:creationId xmlns:a16="http://schemas.microsoft.com/office/drawing/2014/main" id="{89CF602A-0947-DA00-D48B-69C47219A5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 name="타원 101">
                  <a:extLst>
                    <a:ext uri="{FF2B5EF4-FFF2-40B4-BE49-F238E27FC236}">
                      <a16:creationId xmlns:a16="http://schemas.microsoft.com/office/drawing/2014/main" id="{1EC12AFA-BA30-8A99-2F4A-14CB372D0561}"/>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3" name="타원 102">
                  <a:extLst>
                    <a:ext uri="{FF2B5EF4-FFF2-40B4-BE49-F238E27FC236}">
                      <a16:creationId xmlns:a16="http://schemas.microsoft.com/office/drawing/2014/main" id="{73AD96BA-9F8B-016D-AEFD-D0D9AF9847C8}"/>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0" name="그룹 159">
                <a:extLst>
                  <a:ext uri="{FF2B5EF4-FFF2-40B4-BE49-F238E27FC236}">
                    <a16:creationId xmlns:a16="http://schemas.microsoft.com/office/drawing/2014/main" id="{BF75C5AF-EEE8-C0BE-E5B3-AE7729B2E396}"/>
                  </a:ext>
                </a:extLst>
              </p:cNvPr>
              <p:cNvGrpSpPr/>
              <p:nvPr/>
            </p:nvGrpSpPr>
            <p:grpSpPr>
              <a:xfrm>
                <a:off x="2170942" y="3781364"/>
                <a:ext cx="28800" cy="214330"/>
                <a:chOff x="1996381" y="3782164"/>
                <a:chExt cx="28800" cy="214330"/>
              </a:xfrm>
            </p:grpSpPr>
            <p:sp>
              <p:nvSpPr>
                <p:cNvPr id="98" name="타원 97">
                  <a:extLst>
                    <a:ext uri="{FF2B5EF4-FFF2-40B4-BE49-F238E27FC236}">
                      <a16:creationId xmlns:a16="http://schemas.microsoft.com/office/drawing/2014/main" id="{EA1EB696-2D6D-D0E3-4B39-A9D861ECB8F3}"/>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9" name="타원 98">
                  <a:extLst>
                    <a:ext uri="{FF2B5EF4-FFF2-40B4-BE49-F238E27FC236}">
                      <a16:creationId xmlns:a16="http://schemas.microsoft.com/office/drawing/2014/main" id="{AAF5EA27-5741-B231-FD1F-2A5008E38C0B}"/>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타원 99">
                  <a:extLst>
                    <a:ext uri="{FF2B5EF4-FFF2-40B4-BE49-F238E27FC236}">
                      <a16:creationId xmlns:a16="http://schemas.microsoft.com/office/drawing/2014/main" id="{2C20DF23-E67D-96CC-BA9B-EB4A68FCDBA4}"/>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1" name="그룹 160">
                <a:extLst>
                  <a:ext uri="{FF2B5EF4-FFF2-40B4-BE49-F238E27FC236}">
                    <a16:creationId xmlns:a16="http://schemas.microsoft.com/office/drawing/2014/main" id="{DDCA4493-EA92-635F-4783-EE2516197827}"/>
                  </a:ext>
                </a:extLst>
              </p:cNvPr>
              <p:cNvGrpSpPr/>
              <p:nvPr/>
            </p:nvGrpSpPr>
            <p:grpSpPr>
              <a:xfrm>
                <a:off x="2859498" y="3779240"/>
                <a:ext cx="28800" cy="214330"/>
                <a:chOff x="2679872" y="3782164"/>
                <a:chExt cx="28800" cy="214330"/>
              </a:xfrm>
            </p:grpSpPr>
            <p:sp>
              <p:nvSpPr>
                <p:cNvPr id="95" name="타원 94">
                  <a:extLst>
                    <a:ext uri="{FF2B5EF4-FFF2-40B4-BE49-F238E27FC236}">
                      <a16:creationId xmlns:a16="http://schemas.microsoft.com/office/drawing/2014/main" id="{25C6F044-6498-C46F-1E0D-1C94195E16D1}"/>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타원 95">
                  <a:extLst>
                    <a:ext uri="{FF2B5EF4-FFF2-40B4-BE49-F238E27FC236}">
                      <a16:creationId xmlns:a16="http://schemas.microsoft.com/office/drawing/2014/main" id="{6643F042-DC53-DF5F-332A-120322FC2A02}"/>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7" name="타원 96">
                  <a:extLst>
                    <a:ext uri="{FF2B5EF4-FFF2-40B4-BE49-F238E27FC236}">
                      <a16:creationId xmlns:a16="http://schemas.microsoft.com/office/drawing/2014/main" id="{B7A0DD62-2241-3D85-AC33-0FFF5E83A594}"/>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3" name="그룹 162">
                <a:extLst>
                  <a:ext uri="{FF2B5EF4-FFF2-40B4-BE49-F238E27FC236}">
                    <a16:creationId xmlns:a16="http://schemas.microsoft.com/office/drawing/2014/main" id="{6FFD0FF7-7273-E9FF-9B53-12A621045917}"/>
                  </a:ext>
                </a:extLst>
              </p:cNvPr>
              <p:cNvGrpSpPr/>
              <p:nvPr/>
            </p:nvGrpSpPr>
            <p:grpSpPr>
              <a:xfrm>
                <a:off x="4122568" y="3783128"/>
                <a:ext cx="28800" cy="214330"/>
                <a:chOff x="4058219" y="3782164"/>
                <a:chExt cx="28800" cy="214330"/>
              </a:xfrm>
            </p:grpSpPr>
            <p:sp>
              <p:nvSpPr>
                <p:cNvPr id="89" name="타원 88">
                  <a:extLst>
                    <a:ext uri="{FF2B5EF4-FFF2-40B4-BE49-F238E27FC236}">
                      <a16:creationId xmlns:a16="http://schemas.microsoft.com/office/drawing/2014/main" id="{5263D024-E071-6690-A5BD-7B670B038AD6}"/>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0" name="타원 89">
                  <a:extLst>
                    <a:ext uri="{FF2B5EF4-FFF2-40B4-BE49-F238E27FC236}">
                      <a16:creationId xmlns:a16="http://schemas.microsoft.com/office/drawing/2014/main" id="{3089EEC7-1593-EE1A-86FE-993D2028ECEC}"/>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1" name="타원 90">
                  <a:extLst>
                    <a:ext uri="{FF2B5EF4-FFF2-40B4-BE49-F238E27FC236}">
                      <a16:creationId xmlns:a16="http://schemas.microsoft.com/office/drawing/2014/main" id="{FBCD0CA4-8B8C-A6F9-9812-2343E9E7E05B}"/>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207" name="직선 화살표 연결선 206">
              <a:extLst>
                <a:ext uri="{FF2B5EF4-FFF2-40B4-BE49-F238E27FC236}">
                  <a16:creationId xmlns:a16="http://schemas.microsoft.com/office/drawing/2014/main" id="{CAA3D0E7-35A8-0B16-B78E-E2072F7BC30C}"/>
                </a:ext>
              </a:extLst>
            </p:cNvPr>
            <p:cNvCxnSpPr/>
            <p:nvPr/>
          </p:nvCxnSpPr>
          <p:spPr>
            <a:xfrm>
              <a:off x="1525586" y="4279301"/>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8" name="직선 화살표 연결선 207">
              <a:extLst>
                <a:ext uri="{FF2B5EF4-FFF2-40B4-BE49-F238E27FC236}">
                  <a16:creationId xmlns:a16="http://schemas.microsoft.com/office/drawing/2014/main" id="{D3C33257-FD5A-79C9-429E-A635824C8E2E}"/>
                </a:ext>
              </a:extLst>
            </p:cNvPr>
            <p:cNvCxnSpPr/>
            <p:nvPr/>
          </p:nvCxnSpPr>
          <p:spPr>
            <a:xfrm>
              <a:off x="2212562" y="4281747"/>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9" name="직선 화살표 연결선 208">
              <a:extLst>
                <a:ext uri="{FF2B5EF4-FFF2-40B4-BE49-F238E27FC236}">
                  <a16:creationId xmlns:a16="http://schemas.microsoft.com/office/drawing/2014/main" id="{82AA99C1-28AA-13CA-DD35-E7CF75613DB2}"/>
                </a:ext>
              </a:extLst>
            </p:cNvPr>
            <p:cNvCxnSpPr/>
            <p:nvPr/>
          </p:nvCxnSpPr>
          <p:spPr>
            <a:xfrm>
              <a:off x="2886129" y="4279301"/>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10" name="직선 화살표 연결선 209">
              <a:extLst>
                <a:ext uri="{FF2B5EF4-FFF2-40B4-BE49-F238E27FC236}">
                  <a16:creationId xmlns:a16="http://schemas.microsoft.com/office/drawing/2014/main" id="{7FC09C9E-F5C5-DC40-AF9D-9A9D16A40511}"/>
                </a:ext>
              </a:extLst>
            </p:cNvPr>
            <p:cNvCxnSpPr/>
            <p:nvPr/>
          </p:nvCxnSpPr>
          <p:spPr>
            <a:xfrm>
              <a:off x="4151368" y="4279301"/>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211" name="그룹 210">
              <a:extLst>
                <a:ext uri="{FF2B5EF4-FFF2-40B4-BE49-F238E27FC236}">
                  <a16:creationId xmlns:a16="http://schemas.microsoft.com/office/drawing/2014/main" id="{5FF1F0A7-37FD-21A0-C773-8506BC905FC8}"/>
                </a:ext>
              </a:extLst>
            </p:cNvPr>
            <p:cNvGrpSpPr/>
            <p:nvPr/>
          </p:nvGrpSpPr>
          <p:grpSpPr>
            <a:xfrm rot="16200000">
              <a:off x="3495217" y="4056980"/>
              <a:ext cx="28800" cy="214330"/>
              <a:chOff x="3376562" y="3782164"/>
              <a:chExt cx="28800" cy="214330"/>
            </a:xfrm>
          </p:grpSpPr>
          <p:sp>
            <p:nvSpPr>
              <p:cNvPr id="212" name="타원 211">
                <a:extLst>
                  <a:ext uri="{FF2B5EF4-FFF2-40B4-BE49-F238E27FC236}">
                    <a16:creationId xmlns:a16="http://schemas.microsoft.com/office/drawing/2014/main" id="{7CF771F7-E532-4AE3-FFF3-7BB3229AE1C5}"/>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3" name="타원 212">
                <a:extLst>
                  <a:ext uri="{FF2B5EF4-FFF2-40B4-BE49-F238E27FC236}">
                    <a16:creationId xmlns:a16="http://schemas.microsoft.com/office/drawing/2014/main" id="{52D60055-D580-5C47-94DF-1A1EF971C56C}"/>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4" name="타원 213">
                <a:extLst>
                  <a:ext uri="{FF2B5EF4-FFF2-40B4-BE49-F238E27FC236}">
                    <a16:creationId xmlns:a16="http://schemas.microsoft.com/office/drawing/2014/main" id="{75342DAE-B20A-0786-C12F-7016EEBCFDB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8" name="직선 화살표 연결선 7">
            <a:extLst>
              <a:ext uri="{FF2B5EF4-FFF2-40B4-BE49-F238E27FC236}">
                <a16:creationId xmlns:a16="http://schemas.microsoft.com/office/drawing/2014/main" id="{87495A81-9A51-5A82-EB60-4E94F861988A}"/>
              </a:ext>
            </a:extLst>
          </p:cNvPr>
          <p:cNvCxnSpPr>
            <a:cxnSpLocks/>
          </p:cNvCxnSpPr>
          <p:nvPr/>
        </p:nvCxnSpPr>
        <p:spPr>
          <a:xfrm flipH="1">
            <a:off x="1709940" y="8269471"/>
            <a:ext cx="3253888"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2" name="직선 화살표 연결선 11">
            <a:extLst>
              <a:ext uri="{FF2B5EF4-FFF2-40B4-BE49-F238E27FC236}">
                <a16:creationId xmlns:a16="http://schemas.microsoft.com/office/drawing/2014/main" id="{87F1C2F4-C088-4EC2-AD5B-987F4BCF7C09}"/>
              </a:ext>
            </a:extLst>
          </p:cNvPr>
          <p:cNvCxnSpPr>
            <a:cxnSpLocks/>
          </p:cNvCxnSpPr>
          <p:nvPr/>
        </p:nvCxnSpPr>
        <p:spPr>
          <a:xfrm flipH="1">
            <a:off x="5514899" y="6111929"/>
            <a:ext cx="18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3" name="직선 화살표 연결선 12">
            <a:extLst>
              <a:ext uri="{FF2B5EF4-FFF2-40B4-BE49-F238E27FC236}">
                <a16:creationId xmlns:a16="http://schemas.microsoft.com/office/drawing/2014/main" id="{4E68A6CD-A11A-52D2-0B48-B51C10A83449}"/>
              </a:ext>
            </a:extLst>
          </p:cNvPr>
          <p:cNvCxnSpPr>
            <a:cxnSpLocks/>
          </p:cNvCxnSpPr>
          <p:nvPr/>
        </p:nvCxnSpPr>
        <p:spPr>
          <a:xfrm flipV="1">
            <a:off x="5817671" y="5679361"/>
            <a:ext cx="0" cy="203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4" name="직선 화살표 연결선 13">
            <a:extLst>
              <a:ext uri="{FF2B5EF4-FFF2-40B4-BE49-F238E27FC236}">
                <a16:creationId xmlns:a16="http://schemas.microsoft.com/office/drawing/2014/main" id="{47CD8926-F359-ADF6-BDDA-91B2740C8FC1}"/>
              </a:ext>
            </a:extLst>
          </p:cNvPr>
          <p:cNvCxnSpPr>
            <a:cxnSpLocks/>
          </p:cNvCxnSpPr>
          <p:nvPr/>
        </p:nvCxnSpPr>
        <p:spPr>
          <a:xfrm flipH="1">
            <a:off x="5260450" y="7715440"/>
            <a:ext cx="649149"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9" name="직선 화살표 연결선 18">
            <a:extLst>
              <a:ext uri="{FF2B5EF4-FFF2-40B4-BE49-F238E27FC236}">
                <a16:creationId xmlns:a16="http://schemas.microsoft.com/office/drawing/2014/main" id="{774AEF13-D2AB-D179-C823-A05FDC5F7289}"/>
              </a:ext>
            </a:extLst>
          </p:cNvPr>
          <p:cNvCxnSpPr>
            <a:cxnSpLocks/>
          </p:cNvCxnSpPr>
          <p:nvPr/>
        </p:nvCxnSpPr>
        <p:spPr>
          <a:xfrm flipV="1">
            <a:off x="1715620" y="8180059"/>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2" name="직선 화살표 연결선 21">
            <a:extLst>
              <a:ext uri="{FF2B5EF4-FFF2-40B4-BE49-F238E27FC236}">
                <a16:creationId xmlns:a16="http://schemas.microsoft.com/office/drawing/2014/main" id="{0EA425F7-B112-A56E-2519-CDF4845C03B8}"/>
              </a:ext>
            </a:extLst>
          </p:cNvPr>
          <p:cNvCxnSpPr>
            <a:cxnSpLocks/>
          </p:cNvCxnSpPr>
          <p:nvPr/>
        </p:nvCxnSpPr>
        <p:spPr>
          <a:xfrm flipV="1">
            <a:off x="4961693" y="8179498"/>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6" name="직선 화살표 연결선 25">
            <a:extLst>
              <a:ext uri="{FF2B5EF4-FFF2-40B4-BE49-F238E27FC236}">
                <a16:creationId xmlns:a16="http://schemas.microsoft.com/office/drawing/2014/main" id="{B1B9BDF9-946C-67C3-5BC5-8C1A6BF18A3D}"/>
              </a:ext>
            </a:extLst>
          </p:cNvPr>
          <p:cNvCxnSpPr>
            <a:cxnSpLocks/>
          </p:cNvCxnSpPr>
          <p:nvPr/>
        </p:nvCxnSpPr>
        <p:spPr>
          <a:xfrm flipH="1">
            <a:off x="971850" y="5681283"/>
            <a:ext cx="324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8" name="직선 화살표 연결선 27">
            <a:extLst>
              <a:ext uri="{FF2B5EF4-FFF2-40B4-BE49-F238E27FC236}">
                <a16:creationId xmlns:a16="http://schemas.microsoft.com/office/drawing/2014/main" id="{419C204C-90CD-4A56-DFD3-B290FE6DDEBD}"/>
              </a:ext>
            </a:extLst>
          </p:cNvPr>
          <p:cNvCxnSpPr>
            <a:cxnSpLocks/>
          </p:cNvCxnSpPr>
          <p:nvPr/>
        </p:nvCxnSpPr>
        <p:spPr>
          <a:xfrm flipV="1">
            <a:off x="1061359" y="5691289"/>
            <a:ext cx="0" cy="151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19AFAA5-CCE0-F36A-56E3-42AF3E90A6F1}"/>
              </a:ext>
            </a:extLst>
          </p:cNvPr>
          <p:cNvCxnSpPr>
            <a:cxnSpLocks/>
          </p:cNvCxnSpPr>
          <p:nvPr/>
        </p:nvCxnSpPr>
        <p:spPr>
          <a:xfrm flipH="1">
            <a:off x="971850" y="7189407"/>
            <a:ext cx="25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33" name="직선 화살표 연결선 32">
            <a:extLst>
              <a:ext uri="{FF2B5EF4-FFF2-40B4-BE49-F238E27FC236}">
                <a16:creationId xmlns:a16="http://schemas.microsoft.com/office/drawing/2014/main" id="{5A6848BA-3E80-574B-1A1B-2AC5C9DF5940}"/>
              </a:ext>
            </a:extLst>
          </p:cNvPr>
          <p:cNvCxnSpPr>
            <a:cxnSpLocks/>
          </p:cNvCxnSpPr>
          <p:nvPr/>
        </p:nvCxnSpPr>
        <p:spPr>
          <a:xfrm flipH="1">
            <a:off x="1711781" y="5737162"/>
            <a:ext cx="3253888" cy="0"/>
          </a:xfrm>
          <a:prstGeom prst="straightConnector1">
            <a:avLst/>
          </a:prstGeom>
          <a:ln w="3175">
            <a:solidFill>
              <a:srgbClr val="FF00FF"/>
            </a:solidFill>
            <a:prstDash val="lgDash"/>
            <a:headEnd type="triangle" w="sm" len="sm"/>
            <a:tailEnd type="oval" w="sm" len="sm"/>
          </a:ln>
        </p:spPr>
        <p:style>
          <a:lnRef idx="1">
            <a:schemeClr val="accent1"/>
          </a:lnRef>
          <a:fillRef idx="0">
            <a:schemeClr val="accent1"/>
          </a:fillRef>
          <a:effectRef idx="0">
            <a:schemeClr val="accent1"/>
          </a:effectRef>
          <a:fontRef idx="minor">
            <a:schemeClr val="tx1"/>
          </a:fontRef>
        </p:style>
      </p:cxnSp>
      <p:cxnSp>
        <p:nvCxnSpPr>
          <p:cNvPr id="34" name="직선 화살표 연결선 33">
            <a:extLst>
              <a:ext uri="{FF2B5EF4-FFF2-40B4-BE49-F238E27FC236}">
                <a16:creationId xmlns:a16="http://schemas.microsoft.com/office/drawing/2014/main" id="{7E1845B6-8FFB-CD03-53B4-642C2E95074D}"/>
              </a:ext>
            </a:extLst>
          </p:cNvPr>
          <p:cNvCxnSpPr>
            <a:cxnSpLocks/>
          </p:cNvCxnSpPr>
          <p:nvPr/>
        </p:nvCxnSpPr>
        <p:spPr>
          <a:xfrm flipH="1">
            <a:off x="1713558" y="5847195"/>
            <a:ext cx="3253888" cy="0"/>
          </a:xfrm>
          <a:prstGeom prst="straightConnector1">
            <a:avLst/>
          </a:prstGeom>
          <a:ln w="3175">
            <a:solidFill>
              <a:srgbClr val="FF00FF"/>
            </a:solidFill>
            <a:prstDash val="lgDash"/>
            <a:headEnd type="triangle" w="sm" len="sm"/>
            <a:tailEnd type="oval" w="sm" len="sm"/>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4A8FC5C-421B-0CCC-B77E-7DD9F9F7CF22}"/>
              </a:ext>
            </a:extLst>
          </p:cNvPr>
          <p:cNvSpPr txBox="1"/>
          <p:nvPr/>
        </p:nvSpPr>
        <p:spPr>
          <a:xfrm>
            <a:off x="4998382" y="5683300"/>
            <a:ext cx="89768" cy="107722"/>
          </a:xfrm>
          <a:prstGeom prst="rect">
            <a:avLst/>
          </a:prstGeom>
          <a:noFill/>
        </p:spPr>
        <p:txBody>
          <a:bodyPr wrap="none" lIns="0" tIns="0" rIns="0" bIns="0" rtlCol="0" anchor="ctr" anchorCtr="0">
            <a:spAutoFit/>
          </a:bodyPr>
          <a:lstStyle/>
          <a:p>
            <a:r>
              <a:rPr lang="en-US" altLang="ko-KR" sz="700" dirty="0">
                <a:solidFill>
                  <a:srgbClr val="FF00FF"/>
                </a:solidFill>
                <a:latin typeface="Arial" panose="020B0604020202020204" pitchFamily="34" charset="0"/>
                <a:cs typeface="Arial" panose="020B0604020202020204" pitchFamily="34" charset="0"/>
              </a:rPr>
              <a:t>①</a:t>
            </a:r>
            <a:endParaRPr lang="ko-KR" altLang="en-US" sz="700" dirty="0">
              <a:solidFill>
                <a:srgbClr val="FF00FF"/>
              </a:solidFill>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77040464-4D62-CECE-EEB8-09788E7888CC}"/>
              </a:ext>
            </a:extLst>
          </p:cNvPr>
          <p:cNvSpPr txBox="1"/>
          <p:nvPr/>
        </p:nvSpPr>
        <p:spPr>
          <a:xfrm>
            <a:off x="4998382" y="5797255"/>
            <a:ext cx="89768" cy="107722"/>
          </a:xfrm>
          <a:prstGeom prst="rect">
            <a:avLst/>
          </a:prstGeom>
          <a:noFill/>
        </p:spPr>
        <p:txBody>
          <a:bodyPr wrap="none" lIns="0" tIns="0" rIns="0" bIns="0" rtlCol="0" anchor="ctr" anchorCtr="0">
            <a:spAutoFit/>
          </a:bodyPr>
          <a:lstStyle/>
          <a:p>
            <a:r>
              <a:rPr lang="en-US" altLang="ko-KR" sz="700" dirty="0">
                <a:solidFill>
                  <a:srgbClr val="FF00FF"/>
                </a:solidFill>
                <a:latin typeface="Arial" panose="020B0604020202020204" pitchFamily="34" charset="0"/>
                <a:cs typeface="Arial" panose="020B0604020202020204" pitchFamily="34" charset="0"/>
              </a:rPr>
              <a:t>②</a:t>
            </a:r>
            <a:endParaRPr lang="ko-KR" altLang="en-US" sz="700" dirty="0">
              <a:solidFill>
                <a:srgbClr val="FF00FF"/>
              </a:solidFill>
              <a:latin typeface="Arial" panose="020B0604020202020204" pitchFamily="34" charset="0"/>
              <a:cs typeface="Arial" panose="020B0604020202020204" pitchFamily="34" charset="0"/>
            </a:endParaRPr>
          </a:p>
        </p:txBody>
      </p:sp>
      <p:cxnSp>
        <p:nvCxnSpPr>
          <p:cNvPr id="37" name="직선 화살표 연결선 36">
            <a:extLst>
              <a:ext uri="{FF2B5EF4-FFF2-40B4-BE49-F238E27FC236}">
                <a16:creationId xmlns:a16="http://schemas.microsoft.com/office/drawing/2014/main" id="{7C493183-3CF1-2EBA-5044-5F732C631957}"/>
              </a:ext>
            </a:extLst>
          </p:cNvPr>
          <p:cNvCxnSpPr>
            <a:cxnSpLocks/>
          </p:cNvCxnSpPr>
          <p:nvPr/>
        </p:nvCxnSpPr>
        <p:spPr>
          <a:xfrm flipH="1">
            <a:off x="1715620" y="7885495"/>
            <a:ext cx="3253888" cy="0"/>
          </a:xfrm>
          <a:prstGeom prst="straightConnector1">
            <a:avLst/>
          </a:prstGeom>
          <a:ln w="3175">
            <a:solidFill>
              <a:srgbClr val="FF00FF"/>
            </a:solidFill>
            <a:prstDash val="lgDash"/>
            <a:headEnd type="triangle" w="sm" len="sm"/>
            <a:tailEnd type="oval" w="sm" len="sm"/>
          </a:ln>
        </p:spPr>
        <p:style>
          <a:lnRef idx="1">
            <a:schemeClr val="accent1"/>
          </a:lnRef>
          <a:fillRef idx="0">
            <a:schemeClr val="accent1"/>
          </a:fillRef>
          <a:effectRef idx="0">
            <a:schemeClr val="accent1"/>
          </a:effectRef>
          <a:fontRef idx="minor">
            <a:schemeClr val="tx1"/>
          </a:fontRef>
        </p:style>
      </p:cxnSp>
      <p:grpSp>
        <p:nvGrpSpPr>
          <p:cNvPr id="4" name="그룹 3">
            <a:extLst>
              <a:ext uri="{FF2B5EF4-FFF2-40B4-BE49-F238E27FC236}">
                <a16:creationId xmlns:a16="http://schemas.microsoft.com/office/drawing/2014/main" id="{273A9173-178B-7922-60B8-3A16AE92CBE4}"/>
              </a:ext>
            </a:extLst>
          </p:cNvPr>
          <p:cNvGrpSpPr/>
          <p:nvPr/>
        </p:nvGrpSpPr>
        <p:grpSpPr>
          <a:xfrm>
            <a:off x="4990169" y="7839328"/>
            <a:ext cx="90000" cy="90000"/>
            <a:chOff x="4990169" y="7839328"/>
            <a:chExt cx="90000" cy="90000"/>
          </a:xfrm>
        </p:grpSpPr>
        <p:sp>
          <p:nvSpPr>
            <p:cNvPr id="39" name="TextBox 38">
              <a:extLst>
                <a:ext uri="{FF2B5EF4-FFF2-40B4-BE49-F238E27FC236}">
                  <a16:creationId xmlns:a16="http://schemas.microsoft.com/office/drawing/2014/main" id="{87601878-C6B7-1ED0-7C76-96030B132428}"/>
                </a:ext>
              </a:extLst>
            </p:cNvPr>
            <p:cNvSpPr txBox="1"/>
            <p:nvPr/>
          </p:nvSpPr>
          <p:spPr>
            <a:xfrm>
              <a:off x="5003855" y="7848506"/>
              <a:ext cx="70532" cy="76944"/>
            </a:xfrm>
            <a:prstGeom prst="rect">
              <a:avLst/>
            </a:prstGeom>
            <a:solidFill>
              <a:schemeClr val="bg1"/>
            </a:solidFill>
          </p:spPr>
          <p:txBody>
            <a:bodyPr wrap="none" lIns="0" tIns="0" rIns="0" bIns="0" rtlCol="0" anchor="ctr" anchorCtr="0">
              <a:spAutoFit/>
            </a:bodyPr>
            <a:lstStyle/>
            <a:p>
              <a:r>
                <a:rPr lang="en-US" altLang="ko-KR" sz="500" dirty="0">
                  <a:solidFill>
                    <a:srgbClr val="FF00FF"/>
                  </a:solidFill>
                  <a:latin typeface="Arial" panose="020B0604020202020204" pitchFamily="34" charset="0"/>
                  <a:cs typeface="Arial" panose="020B0604020202020204" pitchFamily="34" charset="0"/>
                </a:rPr>
                <a:t>39</a:t>
              </a:r>
              <a:endParaRPr lang="ko-KR" altLang="en-US" sz="500" dirty="0">
                <a:solidFill>
                  <a:srgbClr val="FF00FF"/>
                </a:solidFill>
                <a:latin typeface="Arial" panose="020B0604020202020204" pitchFamily="34" charset="0"/>
                <a:cs typeface="Arial" panose="020B0604020202020204" pitchFamily="34" charset="0"/>
              </a:endParaRPr>
            </a:p>
          </p:txBody>
        </p:sp>
        <p:sp>
          <p:nvSpPr>
            <p:cNvPr id="40" name="타원 39">
              <a:extLst>
                <a:ext uri="{FF2B5EF4-FFF2-40B4-BE49-F238E27FC236}">
                  <a16:creationId xmlns:a16="http://schemas.microsoft.com/office/drawing/2014/main" id="{D3E7AB39-2317-6B86-F199-DAC11431E556}"/>
                </a:ext>
              </a:extLst>
            </p:cNvPr>
            <p:cNvSpPr/>
            <p:nvPr/>
          </p:nvSpPr>
          <p:spPr>
            <a:xfrm>
              <a:off x="4990169" y="7839328"/>
              <a:ext cx="90000" cy="90000"/>
            </a:xfrm>
            <a:prstGeom prst="ellipse">
              <a:avLst/>
            </a:prstGeom>
            <a:noFill/>
            <a:ln w="3175">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650" dirty="0">
                <a:solidFill>
                  <a:srgbClr val="FF00FF"/>
                </a:solidFill>
                <a:latin typeface="Arial" panose="020B0604020202020204" pitchFamily="34" charset="0"/>
                <a:cs typeface="Arial" panose="020B0604020202020204" pitchFamily="34" charset="0"/>
              </a:endParaRPr>
            </a:p>
          </p:txBody>
        </p:sp>
      </p:grpSp>
      <p:sp>
        <p:nvSpPr>
          <p:cNvPr id="42" name="TextBox 41">
            <a:extLst>
              <a:ext uri="{FF2B5EF4-FFF2-40B4-BE49-F238E27FC236}">
                <a16:creationId xmlns:a16="http://schemas.microsoft.com/office/drawing/2014/main" id="{6A03681D-92EC-38F1-E8C6-E5CCBF2CDC50}"/>
              </a:ext>
            </a:extLst>
          </p:cNvPr>
          <p:cNvSpPr txBox="1"/>
          <p:nvPr/>
        </p:nvSpPr>
        <p:spPr>
          <a:xfrm rot="16200000">
            <a:off x="728944" y="6407731"/>
            <a:ext cx="668452"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Physical size=32</a:t>
            </a:r>
            <a:endParaRPr lang="ko-KR" altLang="en-US" sz="700" dirty="0">
              <a:latin typeface="Arial" panose="020B0604020202020204" pitchFamily="34" charset="0"/>
              <a:cs typeface="Arial" panose="020B0604020202020204" pitchFamily="34" charset="0"/>
            </a:endParaRPr>
          </a:p>
        </p:txBody>
      </p:sp>
      <p:sp>
        <p:nvSpPr>
          <p:cNvPr id="46" name="TextBox 45">
            <a:extLst>
              <a:ext uri="{FF2B5EF4-FFF2-40B4-BE49-F238E27FC236}">
                <a16:creationId xmlns:a16="http://schemas.microsoft.com/office/drawing/2014/main" id="{E01C6FD0-545F-842D-027A-4BE8B52DAF44}"/>
              </a:ext>
            </a:extLst>
          </p:cNvPr>
          <p:cNvSpPr txBox="1"/>
          <p:nvPr/>
        </p:nvSpPr>
        <p:spPr>
          <a:xfrm rot="16200000">
            <a:off x="5354898" y="6691849"/>
            <a:ext cx="926537"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BLOCK_SIZE_CHx=37</a:t>
            </a:r>
          </a:p>
        </p:txBody>
      </p:sp>
      <p:sp>
        <p:nvSpPr>
          <p:cNvPr id="54" name="TextBox 53">
            <a:extLst>
              <a:ext uri="{FF2B5EF4-FFF2-40B4-BE49-F238E27FC236}">
                <a16:creationId xmlns:a16="http://schemas.microsoft.com/office/drawing/2014/main" id="{F5F358D4-0F9C-2B2A-40DA-A8AC1DDA0861}"/>
              </a:ext>
            </a:extLst>
          </p:cNvPr>
          <p:cNvSpPr txBox="1"/>
          <p:nvPr/>
        </p:nvSpPr>
        <p:spPr>
          <a:xfrm>
            <a:off x="3164881" y="8219142"/>
            <a:ext cx="485710"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LD_SIZE= x</a:t>
            </a:r>
            <a:endParaRPr lang="ko-KR" altLang="en-US" sz="700" dirty="0">
              <a:latin typeface="Arial" panose="020B0604020202020204" pitchFamily="34" charset="0"/>
              <a:cs typeface="Arial" panose="020B0604020202020204" pitchFamily="34" charset="0"/>
            </a:endParaRPr>
          </a:p>
        </p:txBody>
      </p:sp>
      <p:cxnSp>
        <p:nvCxnSpPr>
          <p:cNvPr id="15" name="직선 화살표 연결선 14">
            <a:extLst>
              <a:ext uri="{FF2B5EF4-FFF2-40B4-BE49-F238E27FC236}">
                <a16:creationId xmlns:a16="http://schemas.microsoft.com/office/drawing/2014/main" id="{927259F2-A131-3ABD-C6A5-967571459F40}"/>
              </a:ext>
            </a:extLst>
          </p:cNvPr>
          <p:cNvCxnSpPr>
            <a:cxnSpLocks/>
          </p:cNvCxnSpPr>
          <p:nvPr/>
        </p:nvCxnSpPr>
        <p:spPr>
          <a:xfrm flipH="1" flipV="1">
            <a:off x="5469555" y="5681283"/>
            <a:ext cx="43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5AF3792-A816-ACCD-10F3-EC86C50EE592}"/>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C73DC363-4C08-7045-DBC1-147685D27014}"/>
              </a:ext>
            </a:extLst>
          </p:cNvPr>
          <p:cNvSpPr txBox="1"/>
          <p:nvPr/>
        </p:nvSpPr>
        <p:spPr>
          <a:xfrm>
            <a:off x="404811" y="1612565"/>
            <a:ext cx="6048622" cy="1523494"/>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below example shows how to set </a:t>
            </a:r>
            <a:r>
              <a:rPr lang="en-US" altLang="ko-KR" sz="900" dirty="0">
                <a:solidFill>
                  <a:srgbClr val="000000"/>
                </a:solidFill>
                <a:latin typeface="Arial" panose="020B0604020202020204" pitchFamily="34" charset="0"/>
                <a:cs typeface="Arial" panose="020B0604020202020204" pitchFamily="34" charset="0"/>
              </a:rPr>
              <a:t>properly </a:t>
            </a:r>
            <a:r>
              <a:rPr lang="en-US" altLang="ko-KR" sz="900" b="0" i="0" dirty="0">
                <a:solidFill>
                  <a:srgbClr val="000000"/>
                </a:solidFill>
                <a:effectLst/>
                <a:latin typeface="Arial" panose="020B0604020202020204" pitchFamily="34" charset="0"/>
                <a:cs typeface="Arial" panose="020B0604020202020204" pitchFamily="34" charset="0"/>
              </a:rPr>
              <a:t>the registers relevant to the Local Dimming </a:t>
            </a:r>
            <a:r>
              <a:rPr lang="en-US" altLang="ko-KR" sz="900" dirty="0">
                <a:solidFill>
                  <a:srgbClr val="000000"/>
                </a:solidFill>
                <a:latin typeface="Arial" panose="020B0604020202020204" pitchFamily="34" charset="0"/>
                <a:cs typeface="Arial" panose="020B0604020202020204" pitchFamily="34" charset="0"/>
              </a:rPr>
              <a:t>d</a:t>
            </a:r>
            <a:r>
              <a:rPr lang="en-US" altLang="ko-KR" sz="900" b="0" i="0" dirty="0">
                <a:solidFill>
                  <a:srgbClr val="000000"/>
                </a:solidFill>
                <a:effectLst/>
                <a:latin typeface="Arial" panose="020B0604020202020204" pitchFamily="34" charset="0"/>
                <a:cs typeface="Arial" panose="020B0604020202020204" pitchFamily="34" charset="0"/>
              </a:rPr>
              <a:t>ata transfer. </a:t>
            </a:r>
            <a:r>
              <a:rPr lang="en-US" altLang="ko-KR" sz="900" dirty="0">
                <a:solidFill>
                  <a:srgbClr val="000000"/>
                </a:solidFill>
                <a:latin typeface="Arial" panose="020B0604020202020204" pitchFamily="34" charset="0"/>
                <a:cs typeface="Arial" panose="020B0604020202020204" pitchFamily="34" charset="0"/>
              </a:rPr>
              <a:t>The LD_SIZE of the CHANNEL ENABLE 2 register determines how many channels among a total of 24 channels of XC24R will be activated, and if 20 channels will be used, then the LD_SIZE is 0x14 and available channels become from the channel 1 to channel 20, so it should be careful that t</a:t>
            </a:r>
            <a:r>
              <a:rPr lang="en-US" altLang="ko-KR" sz="900" b="0" i="0" dirty="0">
                <a:solidFill>
                  <a:srgbClr val="000000"/>
                </a:solidFill>
                <a:effectLst/>
                <a:latin typeface="Arial" panose="020B0604020202020204" pitchFamily="34" charset="0"/>
                <a:cs typeface="Arial" panose="020B0604020202020204" pitchFamily="34" charset="0"/>
              </a:rPr>
              <a:t>he order of channels to be selected must be a direction that sequentially increases from 1 to 24.</a:t>
            </a:r>
            <a:r>
              <a:rPr lang="en-US" altLang="ko-KR" sz="900" dirty="0">
                <a:solidFill>
                  <a:srgbClr val="000000"/>
                </a:solidFill>
                <a:latin typeface="Arial" panose="020B0604020202020204" pitchFamily="34" charset="0"/>
                <a:cs typeface="Arial" panose="020B0604020202020204" pitchFamily="34" charset="0"/>
              </a:rPr>
              <a:t> </a:t>
            </a:r>
            <a:r>
              <a:rPr lang="en-US" altLang="ko-KR" sz="900" b="0" i="0" dirty="0">
                <a:solidFill>
                  <a:srgbClr val="000000"/>
                </a:solidFill>
                <a:effectLst/>
                <a:latin typeface="Arial" panose="020B0604020202020204" pitchFamily="34" charset="0"/>
                <a:cs typeface="Arial" panose="020B0604020202020204" pitchFamily="34" charset="0"/>
              </a:rPr>
              <a:t>The DAISY_SIZE_CHx of </a:t>
            </a:r>
            <a:r>
              <a:rPr lang="en-US" altLang="ko-KR" sz="900" dirty="0">
                <a:solidFill>
                  <a:srgbClr val="000000"/>
                </a:solidFill>
                <a:latin typeface="Arial" panose="020B0604020202020204" pitchFamily="34" charset="0"/>
                <a:cs typeface="Arial" panose="020B0604020202020204" pitchFamily="34" charset="0"/>
              </a:rPr>
              <a:t>the DAISY SIZE registers determines how many XDR devices will be daisied in the channel x, and if 10 XDR devices are daisied in a channel x, then the DAISY_ SIZE_CHx should be set to 0xA.  The DAISIED_DEV_CH_SIZE determines how many channels of the XDR will be used, so if the value is 0x4, the XDR devices daisied in a channel x will capture only 4 LD data and then bypass the flowing LD data streams to the next XDR devices and the remainder of the multiples of 4 be delivered lastly to a las XDR device. It should be careful that all devices except for the last device must have the same value of DAISIED_ DEV_CH_SIZE. The BLOCK_SIZE_CHx determines the total number of LD data to be transferred to a channel x.</a:t>
            </a:r>
          </a:p>
        </p:txBody>
      </p:sp>
      <p:sp>
        <p:nvSpPr>
          <p:cNvPr id="20" name="TextBox 19">
            <a:extLst>
              <a:ext uri="{FF2B5EF4-FFF2-40B4-BE49-F238E27FC236}">
                <a16:creationId xmlns:a16="http://schemas.microsoft.com/office/drawing/2014/main" id="{0AF37273-95F8-87A2-E5DA-FE8AA03AEC2C}"/>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 Dimming data transfer </a:t>
            </a:r>
          </a:p>
        </p:txBody>
      </p:sp>
      <p:sp>
        <p:nvSpPr>
          <p:cNvPr id="24" name="TextBox 23">
            <a:extLst>
              <a:ext uri="{FF2B5EF4-FFF2-40B4-BE49-F238E27FC236}">
                <a16:creationId xmlns:a16="http://schemas.microsoft.com/office/drawing/2014/main" id="{02CFF9F9-7FF2-8AA2-EBA1-D907C1B4CCF7}"/>
              </a:ext>
            </a:extLst>
          </p:cNvPr>
          <p:cNvSpPr txBox="1"/>
          <p:nvPr/>
        </p:nvSpPr>
        <p:spPr>
          <a:xfrm>
            <a:off x="5023519" y="7784928"/>
            <a:ext cx="1369286" cy="200055"/>
          </a:xfrm>
          <a:prstGeom prst="rect">
            <a:avLst/>
          </a:prstGeom>
          <a:noFill/>
        </p:spPr>
        <p:txBody>
          <a:bodyPr wrap="none" rtlCol="0">
            <a:spAutoFit/>
          </a:bodyPr>
          <a:lstStyle/>
          <a:p>
            <a:r>
              <a:rPr lang="en-US" altLang="ko-KR" sz="700" dirty="0">
                <a:solidFill>
                  <a:srgbClr val="FF00FF"/>
                </a:solidFill>
              </a:rPr>
              <a:t>SPI LD Burst transmit sequence</a:t>
            </a:r>
            <a:endParaRPr lang="ko-KR" altLang="en-US" sz="700" dirty="0">
              <a:solidFill>
                <a:srgbClr val="FF00FF"/>
              </a:solidFill>
            </a:endParaRPr>
          </a:p>
        </p:txBody>
      </p:sp>
      <p:cxnSp>
        <p:nvCxnSpPr>
          <p:cNvPr id="5" name="직선 화살표 연결선 4">
            <a:extLst>
              <a:ext uri="{FF2B5EF4-FFF2-40B4-BE49-F238E27FC236}">
                <a16:creationId xmlns:a16="http://schemas.microsoft.com/office/drawing/2014/main" id="{3A7930B7-B72E-AF70-B91C-8A4EE59CC0BD}"/>
              </a:ext>
            </a:extLst>
          </p:cNvPr>
          <p:cNvCxnSpPr>
            <a:cxnSpLocks/>
          </p:cNvCxnSpPr>
          <p:nvPr/>
        </p:nvCxnSpPr>
        <p:spPr>
          <a:xfrm flipH="1">
            <a:off x="5263766" y="4670380"/>
            <a:ext cx="684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827F1AD3-B9B8-D3A5-948B-AEC768D9DE88}"/>
              </a:ext>
            </a:extLst>
          </p:cNvPr>
          <p:cNvCxnSpPr>
            <a:cxnSpLocks/>
          </p:cNvCxnSpPr>
          <p:nvPr/>
        </p:nvCxnSpPr>
        <p:spPr>
          <a:xfrm flipH="1">
            <a:off x="5698238" y="3609781"/>
            <a:ext cx="216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30" name="직선 화살표 연결선 29">
            <a:extLst>
              <a:ext uri="{FF2B5EF4-FFF2-40B4-BE49-F238E27FC236}">
                <a16:creationId xmlns:a16="http://schemas.microsoft.com/office/drawing/2014/main" id="{B7852F34-81E6-02FD-FA89-E509F67FAFBF}"/>
              </a:ext>
            </a:extLst>
          </p:cNvPr>
          <p:cNvCxnSpPr>
            <a:cxnSpLocks/>
          </p:cNvCxnSpPr>
          <p:nvPr/>
        </p:nvCxnSpPr>
        <p:spPr>
          <a:xfrm flipV="1">
            <a:off x="5817811" y="3621013"/>
            <a:ext cx="0" cy="104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2E7F3D-E2C0-6D4D-BD37-82F9DAAAEB37}"/>
              </a:ext>
            </a:extLst>
          </p:cNvPr>
          <p:cNvSpPr txBox="1"/>
          <p:nvPr/>
        </p:nvSpPr>
        <p:spPr>
          <a:xfrm rot="16200000">
            <a:off x="5370192" y="4090918"/>
            <a:ext cx="891270"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DAISY_SIZE_CHx=10</a:t>
            </a:r>
            <a:endParaRPr lang="ko-KR" altLang="en-US" sz="700" dirty="0">
              <a:latin typeface="Arial" panose="020B0604020202020204" pitchFamily="34" charset="0"/>
              <a:cs typeface="Arial" panose="020B0604020202020204" pitchFamily="34" charset="0"/>
            </a:endParaRPr>
          </a:p>
        </p:txBody>
      </p:sp>
      <p:cxnSp>
        <p:nvCxnSpPr>
          <p:cNvPr id="21" name="직선 화살표 연결선 20">
            <a:extLst>
              <a:ext uri="{FF2B5EF4-FFF2-40B4-BE49-F238E27FC236}">
                <a16:creationId xmlns:a16="http://schemas.microsoft.com/office/drawing/2014/main" id="{A410E241-F4BF-B7B5-9C4C-32991DE4FD7D}"/>
              </a:ext>
            </a:extLst>
          </p:cNvPr>
          <p:cNvCxnSpPr>
            <a:cxnSpLocks/>
          </p:cNvCxnSpPr>
          <p:nvPr/>
        </p:nvCxnSpPr>
        <p:spPr>
          <a:xfrm flipV="1">
            <a:off x="5353985" y="4537776"/>
            <a:ext cx="0" cy="141564"/>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810D2194-33CA-20A6-96E2-8C76EEA20762}"/>
              </a:ext>
            </a:extLst>
          </p:cNvPr>
          <p:cNvSpPr txBox="1"/>
          <p:nvPr/>
        </p:nvSpPr>
        <p:spPr>
          <a:xfrm rot="16200000">
            <a:off x="5010270" y="6680550"/>
            <a:ext cx="1189428"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DAISIED_DEV_CH_SIZEx= 4</a:t>
            </a:r>
            <a:endParaRPr lang="ko-KR" altLang="en-US" sz="7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9EECC4E-7632-8539-6631-A241A12C05B9}"/>
              </a:ext>
            </a:extLst>
          </p:cNvPr>
          <p:cNvSpPr txBox="1"/>
          <p:nvPr/>
        </p:nvSpPr>
        <p:spPr>
          <a:xfrm rot="16200000">
            <a:off x="4746972" y="3853680"/>
            <a:ext cx="1215077"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DAISIED_DEV_CH_SIZEx = 4</a:t>
            </a:r>
            <a:endParaRPr lang="ko-KR" altLang="en-US" sz="700" dirty="0">
              <a:latin typeface="Arial" panose="020B0604020202020204" pitchFamily="34" charset="0"/>
              <a:cs typeface="Arial" panose="020B0604020202020204" pitchFamily="34" charset="0"/>
            </a:endParaRPr>
          </a:p>
        </p:txBody>
      </p:sp>
      <p:cxnSp>
        <p:nvCxnSpPr>
          <p:cNvPr id="10" name="직선 화살표 연결선 9">
            <a:extLst>
              <a:ext uri="{FF2B5EF4-FFF2-40B4-BE49-F238E27FC236}">
                <a16:creationId xmlns:a16="http://schemas.microsoft.com/office/drawing/2014/main" id="{054A3DB3-9F5F-4196-620E-610492FE8843}"/>
              </a:ext>
            </a:extLst>
          </p:cNvPr>
          <p:cNvCxnSpPr>
            <a:cxnSpLocks/>
          </p:cNvCxnSpPr>
          <p:nvPr/>
        </p:nvCxnSpPr>
        <p:spPr>
          <a:xfrm flipV="1">
            <a:off x="1059417" y="7199224"/>
            <a:ext cx="0" cy="756000"/>
          </a:xfrm>
          <a:prstGeom prst="straightConnector1">
            <a:avLst/>
          </a:prstGeom>
          <a:ln w="3175">
            <a:solidFill>
              <a:schemeClr val="bg1">
                <a:lumMod val="75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1C74101-F06E-6A6C-0296-419747B28097}"/>
              </a:ext>
            </a:extLst>
          </p:cNvPr>
          <p:cNvSpPr txBox="1"/>
          <p:nvPr/>
        </p:nvSpPr>
        <p:spPr>
          <a:xfrm rot="16200000">
            <a:off x="809630" y="7526362"/>
            <a:ext cx="517770"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solidFill>
                  <a:schemeClr val="bg1">
                    <a:lumMod val="75000"/>
                  </a:schemeClr>
                </a:solidFill>
                <a:latin typeface="Arial" panose="020B0604020202020204" pitchFamily="34" charset="0"/>
                <a:cs typeface="Arial" panose="020B0604020202020204" pitchFamily="34" charset="0"/>
              </a:rPr>
              <a:t>Virtual space</a:t>
            </a:r>
            <a:endParaRPr lang="ko-KR" altLang="en-US" sz="700" dirty="0">
              <a:solidFill>
                <a:schemeClr val="bg1">
                  <a:lumMod val="75000"/>
                </a:schemeClr>
              </a:solidFill>
              <a:latin typeface="Arial" panose="020B0604020202020204" pitchFamily="34" charset="0"/>
              <a:cs typeface="Arial" panose="020B0604020202020204" pitchFamily="34" charset="0"/>
            </a:endParaRPr>
          </a:p>
        </p:txBody>
      </p:sp>
      <p:cxnSp>
        <p:nvCxnSpPr>
          <p:cNvPr id="23" name="직선 화살표 연결선 22">
            <a:extLst>
              <a:ext uri="{FF2B5EF4-FFF2-40B4-BE49-F238E27FC236}">
                <a16:creationId xmlns:a16="http://schemas.microsoft.com/office/drawing/2014/main" id="{CB4A1E86-2A13-D020-33B7-FAFB6A0B6BFC}"/>
              </a:ext>
            </a:extLst>
          </p:cNvPr>
          <p:cNvCxnSpPr>
            <a:cxnSpLocks/>
          </p:cNvCxnSpPr>
          <p:nvPr/>
        </p:nvCxnSpPr>
        <p:spPr>
          <a:xfrm flipH="1">
            <a:off x="971574" y="7939204"/>
            <a:ext cx="25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7" name="object 84">
            <a:extLst>
              <a:ext uri="{FF2B5EF4-FFF2-40B4-BE49-F238E27FC236}">
                <a16:creationId xmlns:a16="http://schemas.microsoft.com/office/drawing/2014/main" id="{F77D59DB-9C0B-BC56-E498-E5D8E1B70AC5}"/>
              </a:ext>
            </a:extLst>
          </p:cNvPr>
          <p:cNvSpPr txBox="1"/>
          <p:nvPr/>
        </p:nvSpPr>
        <p:spPr>
          <a:xfrm>
            <a:off x="1864789" y="8641629"/>
            <a:ext cx="3128421"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21. The example of Local dimming Data-transfer</a:t>
            </a:r>
          </a:p>
        </p:txBody>
      </p:sp>
      <p:cxnSp>
        <p:nvCxnSpPr>
          <p:cNvPr id="9" name="직선 화살표 연결선 8">
            <a:extLst>
              <a:ext uri="{FF2B5EF4-FFF2-40B4-BE49-F238E27FC236}">
                <a16:creationId xmlns:a16="http://schemas.microsoft.com/office/drawing/2014/main" id="{756CE217-E328-83D3-12D1-042462D9F1D4}"/>
              </a:ext>
            </a:extLst>
          </p:cNvPr>
          <p:cNvCxnSpPr>
            <a:cxnSpLocks/>
          </p:cNvCxnSpPr>
          <p:nvPr/>
        </p:nvCxnSpPr>
        <p:spPr>
          <a:xfrm flipV="1">
            <a:off x="5608433" y="5683978"/>
            <a:ext cx="0" cy="43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D47765B-5E24-6D16-D5E8-D9F8D679A758}"/>
              </a:ext>
            </a:extLst>
          </p:cNvPr>
          <p:cNvSpPr txBox="1"/>
          <p:nvPr/>
        </p:nvSpPr>
        <p:spPr>
          <a:xfrm rot="16200000">
            <a:off x="4934246" y="5044946"/>
            <a:ext cx="862737" cy="307777"/>
          </a:xfrm>
          <a:prstGeom prst="rect">
            <a:avLst/>
          </a:prstGeom>
          <a:noFill/>
        </p:spPr>
        <p:txBody>
          <a:bodyPr wrap="none" rtlCol="0">
            <a:spAutoFit/>
          </a:bodyPr>
          <a:lstStyle/>
          <a:p>
            <a:r>
              <a:rPr lang="en-US" altLang="ko-KR" sz="700" dirty="0">
                <a:solidFill>
                  <a:srgbClr val="FF00FF"/>
                </a:solidFill>
                <a:latin typeface="Arial" panose="020B0604020202020204" pitchFamily="34" charset="0"/>
                <a:cs typeface="Arial" panose="020B0604020202020204" pitchFamily="34" charset="0"/>
              </a:rPr>
              <a:t>The amount of </a:t>
            </a:r>
          </a:p>
          <a:p>
            <a:r>
              <a:rPr lang="en-US" altLang="ko-KR" sz="700" dirty="0">
                <a:solidFill>
                  <a:srgbClr val="FF00FF"/>
                </a:solidFill>
                <a:latin typeface="Arial" panose="020B0604020202020204" pitchFamily="34" charset="0"/>
                <a:cs typeface="Arial" panose="020B0604020202020204" pitchFamily="34" charset="0"/>
              </a:rPr>
              <a:t>SPI </a:t>
            </a:r>
            <a:r>
              <a:rPr lang="en-US" altLang="ko-KR" sz="700" b="1" i="1" dirty="0">
                <a:solidFill>
                  <a:srgbClr val="FF00FF"/>
                </a:solidFill>
                <a:latin typeface="Arial" panose="020B0604020202020204" pitchFamily="34" charset="0"/>
                <a:cs typeface="Arial" panose="020B0604020202020204" pitchFamily="34" charset="0"/>
              </a:rPr>
              <a:t>one Line </a:t>
            </a:r>
            <a:r>
              <a:rPr lang="en-US" altLang="ko-KR" sz="700" dirty="0">
                <a:solidFill>
                  <a:srgbClr val="FF00FF"/>
                </a:solidFill>
                <a:latin typeface="Arial" panose="020B0604020202020204" pitchFamily="34" charset="0"/>
                <a:cs typeface="Arial" panose="020B0604020202020204" pitchFamily="34" charset="0"/>
              </a:rPr>
              <a:t>LD</a:t>
            </a:r>
            <a:endParaRPr lang="ko-KR" altLang="en-US" sz="700" dirty="0">
              <a:solidFill>
                <a:srgbClr val="FF00FF"/>
              </a:solidFill>
              <a:latin typeface="Arial" panose="020B0604020202020204" pitchFamily="34" charset="0"/>
              <a:cs typeface="Arial" panose="020B0604020202020204" pitchFamily="34" charset="0"/>
            </a:endParaRPr>
          </a:p>
        </p:txBody>
      </p:sp>
      <p:cxnSp>
        <p:nvCxnSpPr>
          <p:cNvPr id="16" name="직선 화살표 연결선 15">
            <a:extLst>
              <a:ext uri="{FF2B5EF4-FFF2-40B4-BE49-F238E27FC236}">
                <a16:creationId xmlns:a16="http://schemas.microsoft.com/office/drawing/2014/main" id="{98F7C40D-3297-C7D7-D420-BBB1DA7F4C47}"/>
              </a:ext>
            </a:extLst>
          </p:cNvPr>
          <p:cNvCxnSpPr>
            <a:cxnSpLocks/>
          </p:cNvCxnSpPr>
          <p:nvPr/>
        </p:nvCxnSpPr>
        <p:spPr>
          <a:xfrm flipH="1">
            <a:off x="4991830" y="5788616"/>
            <a:ext cx="432000" cy="0"/>
          </a:xfrm>
          <a:prstGeom prst="straightConnector1">
            <a:avLst/>
          </a:prstGeom>
          <a:ln w="3175">
            <a:solidFill>
              <a:srgbClr val="FF00FF"/>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0CE6444-A905-044F-F77D-56FE24BC3935}"/>
              </a:ext>
            </a:extLst>
          </p:cNvPr>
          <p:cNvSpPr txBox="1"/>
          <p:nvPr/>
        </p:nvSpPr>
        <p:spPr>
          <a:xfrm rot="16200000">
            <a:off x="5567491" y="6666351"/>
            <a:ext cx="1189428"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DAISIED_DEV_CH_SIZEx= 4</a:t>
            </a:r>
            <a:endParaRPr lang="ko-KR" altLang="en-US" sz="700" dirty="0">
              <a:latin typeface="Arial" panose="020B0604020202020204" pitchFamily="34" charset="0"/>
              <a:cs typeface="Arial" panose="020B0604020202020204" pitchFamily="34" charset="0"/>
            </a:endParaRPr>
          </a:p>
        </p:txBody>
      </p:sp>
      <p:cxnSp>
        <p:nvCxnSpPr>
          <p:cNvPr id="32" name="직선 화살표 연결선 31">
            <a:extLst>
              <a:ext uri="{FF2B5EF4-FFF2-40B4-BE49-F238E27FC236}">
                <a16:creationId xmlns:a16="http://schemas.microsoft.com/office/drawing/2014/main" id="{CF495C1A-5A43-C9EB-7D5E-021C5FBED07F}"/>
              </a:ext>
            </a:extLst>
          </p:cNvPr>
          <p:cNvCxnSpPr>
            <a:cxnSpLocks/>
          </p:cNvCxnSpPr>
          <p:nvPr/>
        </p:nvCxnSpPr>
        <p:spPr>
          <a:xfrm flipV="1">
            <a:off x="5353408" y="5537637"/>
            <a:ext cx="0" cy="144000"/>
          </a:xfrm>
          <a:prstGeom prst="straightConnector1">
            <a:avLst/>
          </a:prstGeom>
          <a:ln w="3175">
            <a:solidFill>
              <a:srgbClr val="FF00FF"/>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B79FB057-D006-4277-C8E5-0B7F277F1F2A}"/>
              </a:ext>
            </a:extLst>
          </p:cNvPr>
          <p:cNvCxnSpPr>
            <a:cxnSpLocks/>
          </p:cNvCxnSpPr>
          <p:nvPr/>
        </p:nvCxnSpPr>
        <p:spPr>
          <a:xfrm flipV="1">
            <a:off x="5353408" y="5797255"/>
            <a:ext cx="0" cy="144000"/>
          </a:xfrm>
          <a:prstGeom prst="straightConnector1">
            <a:avLst/>
          </a:prstGeom>
          <a:ln w="3175">
            <a:solidFill>
              <a:srgbClr val="FF00FF"/>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5" name="직선 화살표 연결선 54">
            <a:extLst>
              <a:ext uri="{FF2B5EF4-FFF2-40B4-BE49-F238E27FC236}">
                <a16:creationId xmlns:a16="http://schemas.microsoft.com/office/drawing/2014/main" id="{7055CBB8-CE7A-9D5C-F46D-41F839DF2E0D}"/>
              </a:ext>
            </a:extLst>
          </p:cNvPr>
          <p:cNvCxnSpPr>
            <a:cxnSpLocks/>
          </p:cNvCxnSpPr>
          <p:nvPr/>
        </p:nvCxnSpPr>
        <p:spPr>
          <a:xfrm flipH="1" flipV="1">
            <a:off x="4990169" y="5681283"/>
            <a:ext cx="432000" cy="0"/>
          </a:xfrm>
          <a:prstGeom prst="straightConnector1">
            <a:avLst/>
          </a:prstGeom>
          <a:ln w="3175">
            <a:solidFill>
              <a:srgbClr val="FF00FF"/>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0047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2868EE-98DA-5E6C-0B1C-0FE1B09EC702}"/>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5995FCD-F770-0A1C-76CF-B663850695A7}"/>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014156F1-2EEC-9FCB-7D71-00F1BA0C93BB}"/>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0D9425D-39EE-E456-A7C7-DA6325B425A9}"/>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82B6EFD2-1070-1D39-5BB8-F3C0BB4935F7}"/>
              </a:ext>
            </a:extLst>
          </p:cNvPr>
          <p:cNvSpPr txBox="1"/>
          <p:nvPr/>
        </p:nvSpPr>
        <p:spPr>
          <a:xfrm>
            <a:off x="404811" y="1612565"/>
            <a:ext cx="6048622" cy="9694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internal </a:t>
            </a:r>
            <a:r>
              <a:rPr lang="en-US" altLang="ko-KR" sz="900" dirty="0">
                <a:solidFill>
                  <a:srgbClr val="000000"/>
                </a:solidFill>
                <a:latin typeface="Arial" panose="020B0604020202020204" pitchFamily="34" charset="0"/>
                <a:cs typeface="Arial" panose="020B0604020202020204" pitchFamily="34" charset="0"/>
              </a:rPr>
              <a:t>all </a:t>
            </a:r>
            <a:r>
              <a:rPr lang="en-US" altLang="ko-KR" sz="900" b="0" i="0" dirty="0">
                <a:solidFill>
                  <a:srgbClr val="000000"/>
                </a:solidFill>
                <a:effectLst/>
                <a:latin typeface="Arial" panose="020B0604020202020204" pitchFamily="34" charset="0"/>
                <a:cs typeface="Arial" panose="020B0604020202020204" pitchFamily="34" charset="0"/>
              </a:rPr>
              <a:t>logics are operated with an </a:t>
            </a:r>
            <a:r>
              <a:rPr lang="en-US" altLang="ko-KR" sz="900" dirty="0">
                <a:solidFill>
                  <a:srgbClr val="000000"/>
                </a:solidFill>
                <a:latin typeface="Arial" panose="020B0604020202020204" pitchFamily="34" charset="0"/>
                <a:cs typeface="Arial" panose="020B0604020202020204" pitchFamily="34" charset="0"/>
              </a:rPr>
              <a:t>internal</a:t>
            </a:r>
            <a:r>
              <a:rPr lang="en-US" altLang="ko-KR" sz="900" b="0" i="0" dirty="0">
                <a:solidFill>
                  <a:srgbClr val="000000"/>
                </a:solidFill>
                <a:effectLst/>
                <a:latin typeface="Arial" panose="020B0604020202020204" pitchFamily="34" charset="0"/>
                <a:cs typeface="Arial" panose="020B0604020202020204" pitchFamily="34" charset="0"/>
              </a:rPr>
              <a:t> MCLK clock except for the 24 Serializers. </a:t>
            </a:r>
            <a:r>
              <a:rPr lang="en-US" altLang="ko-KR" sz="900" dirty="0">
                <a:solidFill>
                  <a:srgbClr val="000000"/>
                </a:solidFill>
                <a:latin typeface="Arial" panose="020B0604020202020204" pitchFamily="34" charset="0"/>
                <a:cs typeface="Arial" panose="020B0604020202020204" pitchFamily="34" charset="0"/>
              </a:rPr>
              <a:t>All serializers uses a Serializer clock which is configured to spread clock for reduction of EMI. All Serializers have 2 modes to reduce the EMI radiation, one is to use the spread clock, and the other is to use the output skew function between each Serializer’s output. In addition, it is possible to use 2 modes at the same time. The spread amount is showed in the Table 10. below.</a:t>
            </a:r>
          </a:p>
          <a:p>
            <a:pPr algn="just"/>
            <a:r>
              <a:rPr lang="en-US" altLang="ko-KR" sz="900" dirty="0">
                <a:solidFill>
                  <a:srgbClr val="000000"/>
                </a:solidFill>
                <a:latin typeface="Arial" panose="020B0604020202020204" pitchFamily="34" charset="0"/>
                <a:cs typeface="Arial" panose="020B0604020202020204" pitchFamily="34" charset="0"/>
              </a:rPr>
              <a:t>The clock to all Serializers can be configured through 2 bits, the OSC_SPREAD_EN and the SERIALIZER_CLK_SEL.  All Serializers’ output skew between each Serializer’s output can be configured by the SERIALIZER_SKEW_EN bit.  The skew is different from all Serializers.</a:t>
            </a:r>
          </a:p>
        </p:txBody>
      </p:sp>
      <p:sp>
        <p:nvSpPr>
          <p:cNvPr id="20" name="TextBox 19">
            <a:extLst>
              <a:ext uri="{FF2B5EF4-FFF2-40B4-BE49-F238E27FC236}">
                <a16:creationId xmlns:a16="http://schemas.microsoft.com/office/drawing/2014/main" id="{11645288-A2EB-B75D-7D1E-9978668903D5}"/>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Spread clock scheme of Serializer</a:t>
            </a:r>
          </a:p>
        </p:txBody>
      </p:sp>
      <p:sp>
        <p:nvSpPr>
          <p:cNvPr id="27" name="object 84">
            <a:extLst>
              <a:ext uri="{FF2B5EF4-FFF2-40B4-BE49-F238E27FC236}">
                <a16:creationId xmlns:a16="http://schemas.microsoft.com/office/drawing/2014/main" id="{3263B4CB-5967-3794-F821-E9CAAE9C4460}"/>
              </a:ext>
            </a:extLst>
          </p:cNvPr>
          <p:cNvSpPr txBox="1"/>
          <p:nvPr/>
        </p:nvSpPr>
        <p:spPr>
          <a:xfrm>
            <a:off x="2183022" y="5593699"/>
            <a:ext cx="2491955"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22. The scheme of the spread clock</a:t>
            </a:r>
          </a:p>
        </p:txBody>
      </p:sp>
      <p:graphicFrame>
        <p:nvGraphicFramePr>
          <p:cNvPr id="16" name="표 15">
            <a:extLst>
              <a:ext uri="{FF2B5EF4-FFF2-40B4-BE49-F238E27FC236}">
                <a16:creationId xmlns:a16="http://schemas.microsoft.com/office/drawing/2014/main" id="{9CA7D521-4EC3-9E9E-9F03-0689522000A3}"/>
              </a:ext>
            </a:extLst>
          </p:cNvPr>
          <p:cNvGraphicFramePr>
            <a:graphicFrameLocks noGrp="1"/>
          </p:cNvGraphicFramePr>
          <p:nvPr>
            <p:extLst>
              <p:ext uri="{D42A27DB-BD31-4B8C-83A1-F6EECF244321}">
                <p14:modId xmlns:p14="http://schemas.microsoft.com/office/powerpoint/2010/main" val="1106785433"/>
              </p:ext>
            </p:extLst>
          </p:nvPr>
        </p:nvGraphicFramePr>
        <p:xfrm>
          <a:off x="912832" y="6376895"/>
          <a:ext cx="2686319" cy="1664920"/>
        </p:xfrm>
        <a:graphic>
          <a:graphicData uri="http://schemas.openxmlformats.org/drawingml/2006/table">
            <a:tbl>
              <a:tblPr firstRow="1" bandRow="1">
                <a:tableStyleId>{5C22544A-7EE6-4342-B048-85BDC9FD1C3A}</a:tableStyleId>
              </a:tblPr>
              <a:tblGrid>
                <a:gridCol w="932563">
                  <a:extLst>
                    <a:ext uri="{9D8B030D-6E8A-4147-A177-3AD203B41FA5}">
                      <a16:colId xmlns:a16="http://schemas.microsoft.com/office/drawing/2014/main" val="593793757"/>
                    </a:ext>
                  </a:extLst>
                </a:gridCol>
                <a:gridCol w="438439">
                  <a:extLst>
                    <a:ext uri="{9D8B030D-6E8A-4147-A177-3AD203B41FA5}">
                      <a16:colId xmlns:a16="http://schemas.microsoft.com/office/drawing/2014/main" val="2124981125"/>
                    </a:ext>
                  </a:extLst>
                </a:gridCol>
                <a:gridCol w="438439">
                  <a:extLst>
                    <a:ext uri="{9D8B030D-6E8A-4147-A177-3AD203B41FA5}">
                      <a16:colId xmlns:a16="http://schemas.microsoft.com/office/drawing/2014/main" val="166083023"/>
                    </a:ext>
                  </a:extLst>
                </a:gridCol>
                <a:gridCol w="438439">
                  <a:extLst>
                    <a:ext uri="{9D8B030D-6E8A-4147-A177-3AD203B41FA5}">
                      <a16:colId xmlns:a16="http://schemas.microsoft.com/office/drawing/2014/main" val="4063993897"/>
                    </a:ext>
                  </a:extLst>
                </a:gridCol>
                <a:gridCol w="438439">
                  <a:extLst>
                    <a:ext uri="{9D8B030D-6E8A-4147-A177-3AD203B41FA5}">
                      <a16:colId xmlns:a16="http://schemas.microsoft.com/office/drawing/2014/main" val="4154653203"/>
                    </a:ext>
                  </a:extLst>
                </a:gridCol>
              </a:tblGrid>
              <a:tr h="166492">
                <a:tc>
                  <a:txBody>
                    <a:bodyPr/>
                    <a:lstStyle/>
                    <a:p>
                      <a:pPr algn="ctr" latinLnBrk="1"/>
                      <a:r>
                        <a:rPr lang="en-US" altLang="ko-KR" sz="800" b="1" dirty="0">
                          <a:solidFill>
                            <a:schemeClr val="tx1"/>
                          </a:solidFill>
                          <a:latin typeface="Arial" panose="020B0604020202020204" pitchFamily="34" charset="0"/>
                          <a:ea typeface="+mn-ea"/>
                          <a:cs typeface="Arial" panose="020B0604020202020204" pitchFamily="34" charset="0"/>
                        </a:rPr>
                        <a:t>Spread range [%]</a:t>
                      </a:r>
                      <a:endParaRPr lang="ko-KR" altLang="en-US" sz="800" b="1"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4">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SPREAD_D [1:0]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443776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SPREAD_A [2:0]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531837531"/>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0.28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0.55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3018823"/>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0.61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1.22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7430587"/>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0.68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1.35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804460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0.76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38138174"/>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0.22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0.43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0.86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1.72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80574631"/>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0.50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1.00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1.99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4584346"/>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0.59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1.18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2.36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340404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0.73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1.45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2.90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61832087"/>
                  </a:ext>
                </a:extLst>
              </a:tr>
            </a:tbl>
          </a:graphicData>
        </a:graphic>
      </p:graphicFrame>
      <p:sp>
        <p:nvSpPr>
          <p:cNvPr id="150" name="object 84">
            <a:extLst>
              <a:ext uri="{FF2B5EF4-FFF2-40B4-BE49-F238E27FC236}">
                <a16:creationId xmlns:a16="http://schemas.microsoft.com/office/drawing/2014/main" id="{189DD922-41D7-3B91-31FD-01CE923D3196}"/>
              </a:ext>
            </a:extLst>
          </p:cNvPr>
          <p:cNvSpPr txBox="1"/>
          <p:nvPr/>
        </p:nvSpPr>
        <p:spPr>
          <a:xfrm>
            <a:off x="1793410" y="8288881"/>
            <a:ext cx="3262433"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Table </a:t>
            </a:r>
            <a:r>
              <a:rPr lang="en-US" sz="900" b="1" spc="15" dirty="0">
                <a:solidFill>
                  <a:prstClr val="black"/>
                </a:solidFill>
                <a:latin typeface="Arial" panose="020B0604020202020204" pitchFamily="34" charset="0"/>
                <a:cs typeface="Arial" panose="020B0604020202020204" pitchFamily="34" charset="0"/>
              </a:rPr>
              <a:t>9.</a:t>
            </a:r>
            <a:r>
              <a:rPr kumimoji="0" lang="en-US" sz="900" b="1" spc="15" dirty="0">
                <a:solidFill>
                  <a:prstClr val="black"/>
                </a:solidFill>
                <a:latin typeface="Arial" panose="020B0604020202020204" pitchFamily="34" charset="0"/>
                <a:ea typeface="+mn-ea"/>
                <a:cs typeface="Arial" panose="020B0604020202020204" pitchFamily="34" charset="0"/>
              </a:rPr>
              <a:t> The configuration of the spread range and speed</a:t>
            </a:r>
          </a:p>
        </p:txBody>
      </p:sp>
      <p:graphicFrame>
        <p:nvGraphicFramePr>
          <p:cNvPr id="3" name="표 2">
            <a:extLst>
              <a:ext uri="{FF2B5EF4-FFF2-40B4-BE49-F238E27FC236}">
                <a16:creationId xmlns:a16="http://schemas.microsoft.com/office/drawing/2014/main" id="{573508B7-B55E-3E20-ECBF-8E80EE0D87DB}"/>
              </a:ext>
            </a:extLst>
          </p:cNvPr>
          <p:cNvGraphicFramePr>
            <a:graphicFrameLocks noGrp="1"/>
          </p:cNvGraphicFramePr>
          <p:nvPr>
            <p:extLst>
              <p:ext uri="{D42A27DB-BD31-4B8C-83A1-F6EECF244321}">
                <p14:modId xmlns:p14="http://schemas.microsoft.com/office/powerpoint/2010/main" val="37709325"/>
              </p:ext>
            </p:extLst>
          </p:nvPr>
        </p:nvGraphicFramePr>
        <p:xfrm>
          <a:off x="3716304" y="6374345"/>
          <a:ext cx="2316775" cy="1170936"/>
        </p:xfrm>
        <a:graphic>
          <a:graphicData uri="http://schemas.openxmlformats.org/drawingml/2006/table">
            <a:tbl>
              <a:tblPr firstRow="1" bandRow="1">
                <a:tableStyleId>{5C22544A-7EE6-4342-B048-85BDC9FD1C3A}</a:tableStyleId>
              </a:tblPr>
              <a:tblGrid>
                <a:gridCol w="858325">
                  <a:extLst>
                    <a:ext uri="{9D8B030D-6E8A-4147-A177-3AD203B41FA5}">
                      <a16:colId xmlns:a16="http://schemas.microsoft.com/office/drawing/2014/main" val="593793757"/>
                    </a:ext>
                  </a:extLst>
                </a:gridCol>
                <a:gridCol w="378900">
                  <a:extLst>
                    <a:ext uri="{9D8B030D-6E8A-4147-A177-3AD203B41FA5}">
                      <a16:colId xmlns:a16="http://schemas.microsoft.com/office/drawing/2014/main" val="2124981125"/>
                    </a:ext>
                  </a:extLst>
                </a:gridCol>
                <a:gridCol w="378900">
                  <a:extLst>
                    <a:ext uri="{9D8B030D-6E8A-4147-A177-3AD203B41FA5}">
                      <a16:colId xmlns:a16="http://schemas.microsoft.com/office/drawing/2014/main" val="166083023"/>
                    </a:ext>
                  </a:extLst>
                </a:gridCol>
                <a:gridCol w="378900">
                  <a:extLst>
                    <a:ext uri="{9D8B030D-6E8A-4147-A177-3AD203B41FA5}">
                      <a16:colId xmlns:a16="http://schemas.microsoft.com/office/drawing/2014/main" val="4063993897"/>
                    </a:ext>
                  </a:extLst>
                </a:gridCol>
                <a:gridCol w="321750">
                  <a:extLst>
                    <a:ext uri="{9D8B030D-6E8A-4147-A177-3AD203B41FA5}">
                      <a16:colId xmlns:a16="http://schemas.microsoft.com/office/drawing/2014/main" val="4154653203"/>
                    </a:ext>
                  </a:extLst>
                </a:gridCol>
              </a:tblGrid>
              <a:tr h="338476">
                <a:tc>
                  <a:txBody>
                    <a:bodyPr/>
                    <a:lstStyle/>
                    <a:p>
                      <a:pPr algn="ctr" latinLnBrk="1"/>
                      <a:r>
                        <a:rPr lang="en-US" altLang="ko-KR" sz="800" b="1" dirty="0">
                          <a:solidFill>
                            <a:schemeClr val="tx1"/>
                          </a:solidFill>
                          <a:latin typeface="Arial" panose="020B0604020202020204" pitchFamily="34" charset="0"/>
                          <a:ea typeface="+mn-ea"/>
                          <a:cs typeface="Arial" panose="020B0604020202020204" pitchFamily="34" charset="0"/>
                        </a:rPr>
                        <a:t>Spread speed</a:t>
                      </a:r>
                    </a:p>
                    <a:p>
                      <a:pPr algn="ctr" latinLnBrk="1"/>
                      <a:r>
                        <a:rPr lang="en-US" altLang="ko-KR" sz="800" b="1" dirty="0">
                          <a:solidFill>
                            <a:schemeClr val="tx1"/>
                          </a:solidFill>
                          <a:latin typeface="Arial" panose="020B0604020202020204" pitchFamily="34" charset="0"/>
                          <a:ea typeface="+mn-ea"/>
                          <a:cs typeface="Arial" panose="020B0604020202020204" pitchFamily="34" charset="0"/>
                        </a:rPr>
                        <a:t>[KHz]</a:t>
                      </a:r>
                      <a:endParaRPr lang="ko-KR" altLang="en-US" sz="800" b="1"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4">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SPREAD_D [1:0]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443776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 SPEED</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531837531"/>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390.6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195.3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97.7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3018823"/>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390.6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195.3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7430587"/>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1562.5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1562.5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390.6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804460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3125.0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3125.0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1562.5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38138174"/>
                  </a:ext>
                </a:extLst>
              </a:tr>
            </a:tbl>
          </a:graphicData>
        </a:graphic>
      </p:graphicFrame>
      <p:grpSp>
        <p:nvGrpSpPr>
          <p:cNvPr id="6" name="그룹 5">
            <a:extLst>
              <a:ext uri="{FF2B5EF4-FFF2-40B4-BE49-F238E27FC236}">
                <a16:creationId xmlns:a16="http://schemas.microsoft.com/office/drawing/2014/main" id="{530BD635-C56D-CF33-B347-648FD52F10C6}"/>
              </a:ext>
            </a:extLst>
          </p:cNvPr>
          <p:cNvGrpSpPr/>
          <p:nvPr/>
        </p:nvGrpSpPr>
        <p:grpSpPr>
          <a:xfrm>
            <a:off x="714395" y="2980241"/>
            <a:ext cx="5436000" cy="2291938"/>
            <a:chOff x="611027" y="2968313"/>
            <a:chExt cx="5436000" cy="2291938"/>
          </a:xfrm>
        </p:grpSpPr>
        <p:grpSp>
          <p:nvGrpSpPr>
            <p:cNvPr id="4" name="그룹 3">
              <a:extLst>
                <a:ext uri="{FF2B5EF4-FFF2-40B4-BE49-F238E27FC236}">
                  <a16:creationId xmlns:a16="http://schemas.microsoft.com/office/drawing/2014/main" id="{7C41B4DF-1F12-05E7-20B3-345EC9AB3087}"/>
                </a:ext>
              </a:extLst>
            </p:cNvPr>
            <p:cNvGrpSpPr/>
            <p:nvPr/>
          </p:nvGrpSpPr>
          <p:grpSpPr>
            <a:xfrm>
              <a:off x="611027" y="3208251"/>
              <a:ext cx="5436000" cy="2052000"/>
              <a:chOff x="611027" y="3189281"/>
              <a:chExt cx="5668005" cy="2319989"/>
            </a:xfrm>
          </p:grpSpPr>
          <p:cxnSp>
            <p:nvCxnSpPr>
              <p:cNvPr id="55" name="직선 연결선 54">
                <a:extLst>
                  <a:ext uri="{FF2B5EF4-FFF2-40B4-BE49-F238E27FC236}">
                    <a16:creationId xmlns:a16="http://schemas.microsoft.com/office/drawing/2014/main" id="{6A82FF2F-B9C4-497A-56F8-073C8CB1A717}"/>
                  </a:ext>
                </a:extLst>
              </p:cNvPr>
              <p:cNvCxnSpPr>
                <a:cxnSpLocks/>
              </p:cNvCxnSpPr>
              <p:nvPr/>
            </p:nvCxnSpPr>
            <p:spPr>
              <a:xfrm>
                <a:off x="5575207" y="3326197"/>
                <a:ext cx="0" cy="1944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직선 연결선 55">
                <a:extLst>
                  <a:ext uri="{FF2B5EF4-FFF2-40B4-BE49-F238E27FC236}">
                    <a16:creationId xmlns:a16="http://schemas.microsoft.com/office/drawing/2014/main" id="{E252F51B-7D08-BCEC-83DB-84D4C6E6742F}"/>
                  </a:ext>
                </a:extLst>
              </p:cNvPr>
              <p:cNvCxnSpPr>
                <a:cxnSpLocks/>
              </p:cNvCxnSpPr>
              <p:nvPr/>
            </p:nvCxnSpPr>
            <p:spPr>
              <a:xfrm>
                <a:off x="2354217" y="5409271"/>
                <a:ext cx="1008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57" name="직선 연결선 56">
                <a:extLst>
                  <a:ext uri="{FF2B5EF4-FFF2-40B4-BE49-F238E27FC236}">
                    <a16:creationId xmlns:a16="http://schemas.microsoft.com/office/drawing/2014/main" id="{88FB7E55-90CA-07B7-01EC-5061A8F6676A}"/>
                  </a:ext>
                </a:extLst>
              </p:cNvPr>
              <p:cNvCxnSpPr>
                <a:cxnSpLocks/>
              </p:cNvCxnSpPr>
              <p:nvPr/>
            </p:nvCxnSpPr>
            <p:spPr>
              <a:xfrm>
                <a:off x="2174937" y="3772324"/>
                <a:ext cx="504000" cy="0"/>
              </a:xfrm>
              <a:prstGeom prst="line">
                <a:avLst/>
              </a:prstGeom>
              <a:ln w="3175">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8" name="직선 연결선 57">
                <a:extLst>
                  <a:ext uri="{FF2B5EF4-FFF2-40B4-BE49-F238E27FC236}">
                    <a16:creationId xmlns:a16="http://schemas.microsoft.com/office/drawing/2014/main" id="{BEC91839-044E-B265-6ED3-DFA7511BD746}"/>
                  </a:ext>
                </a:extLst>
              </p:cNvPr>
              <p:cNvCxnSpPr/>
              <p:nvPr/>
            </p:nvCxnSpPr>
            <p:spPr>
              <a:xfrm>
                <a:off x="3441086" y="4118133"/>
                <a:ext cx="612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직선 연결선 58">
                <a:extLst>
                  <a:ext uri="{FF2B5EF4-FFF2-40B4-BE49-F238E27FC236}">
                    <a16:creationId xmlns:a16="http://schemas.microsoft.com/office/drawing/2014/main" id="{456D51C7-2C37-0EDF-DCE3-95854C616300}"/>
                  </a:ext>
                </a:extLst>
              </p:cNvPr>
              <p:cNvCxnSpPr>
                <a:cxnSpLocks/>
              </p:cNvCxnSpPr>
              <p:nvPr/>
            </p:nvCxnSpPr>
            <p:spPr>
              <a:xfrm>
                <a:off x="1386667" y="4236066"/>
                <a:ext cx="1872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60" name="그룹 59">
                <a:extLst>
                  <a:ext uri="{FF2B5EF4-FFF2-40B4-BE49-F238E27FC236}">
                    <a16:creationId xmlns:a16="http://schemas.microsoft.com/office/drawing/2014/main" id="{321914C4-4CA1-4088-5DD2-2B8AFF087020}"/>
                  </a:ext>
                </a:extLst>
              </p:cNvPr>
              <p:cNvGrpSpPr/>
              <p:nvPr/>
            </p:nvGrpSpPr>
            <p:grpSpPr>
              <a:xfrm>
                <a:off x="611027" y="4146066"/>
                <a:ext cx="864656" cy="180000"/>
                <a:chOff x="4420854" y="2361879"/>
                <a:chExt cx="864656" cy="180000"/>
              </a:xfrm>
            </p:grpSpPr>
            <p:grpSp>
              <p:nvGrpSpPr>
                <p:cNvPr id="145" name="그룹 144">
                  <a:extLst>
                    <a:ext uri="{FF2B5EF4-FFF2-40B4-BE49-F238E27FC236}">
                      <a16:creationId xmlns:a16="http://schemas.microsoft.com/office/drawing/2014/main" id="{3D10ABE2-9C3E-1E75-379C-955CBB11B332}"/>
                    </a:ext>
                  </a:extLst>
                </p:cNvPr>
                <p:cNvGrpSpPr/>
                <p:nvPr/>
              </p:nvGrpSpPr>
              <p:grpSpPr>
                <a:xfrm>
                  <a:off x="5105510" y="2361879"/>
                  <a:ext cx="180000" cy="180000"/>
                  <a:chOff x="4717514" y="2268851"/>
                  <a:chExt cx="360000" cy="360000"/>
                </a:xfrm>
              </p:grpSpPr>
              <p:sp>
                <p:nvSpPr>
                  <p:cNvPr id="147" name="직사각형 146">
                    <a:extLst>
                      <a:ext uri="{FF2B5EF4-FFF2-40B4-BE49-F238E27FC236}">
                        <a16:creationId xmlns:a16="http://schemas.microsoft.com/office/drawing/2014/main" id="{7AD48C11-5B6E-8D90-5EDC-B233E8FCB859}"/>
                      </a:ext>
                    </a:extLst>
                  </p:cNvPr>
                  <p:cNvSpPr/>
                  <p:nvPr/>
                </p:nvSpPr>
                <p:spPr>
                  <a:xfrm>
                    <a:off x="4717514" y="2268851"/>
                    <a:ext cx="360000" cy="360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148" name="직선 연결선 147">
                    <a:extLst>
                      <a:ext uri="{FF2B5EF4-FFF2-40B4-BE49-F238E27FC236}">
                        <a16:creationId xmlns:a16="http://schemas.microsoft.com/office/drawing/2014/main" id="{2785E5B9-4C57-2F0B-8BA2-14824FDCDB1A}"/>
                      </a:ext>
                    </a:extLst>
                  </p:cNvPr>
                  <p:cNvCxnSpPr>
                    <a:cxnSpLocks/>
                  </p:cNvCxnSpPr>
                  <p:nvPr/>
                </p:nvCxnSpPr>
                <p:spPr>
                  <a:xfrm>
                    <a:off x="4717514" y="2268851"/>
                    <a:ext cx="360000" cy="360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직선 연결선 148">
                    <a:extLst>
                      <a:ext uri="{FF2B5EF4-FFF2-40B4-BE49-F238E27FC236}">
                        <a16:creationId xmlns:a16="http://schemas.microsoft.com/office/drawing/2014/main" id="{6344CB54-8988-569B-A057-60F47B43EC41}"/>
                      </a:ext>
                    </a:extLst>
                  </p:cNvPr>
                  <p:cNvCxnSpPr>
                    <a:cxnSpLocks/>
                  </p:cNvCxnSpPr>
                  <p:nvPr/>
                </p:nvCxnSpPr>
                <p:spPr>
                  <a:xfrm flipV="1">
                    <a:off x="4717514" y="2269677"/>
                    <a:ext cx="360000" cy="359174"/>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6" name="TextBox 145">
                  <a:extLst>
                    <a:ext uri="{FF2B5EF4-FFF2-40B4-BE49-F238E27FC236}">
                      <a16:creationId xmlns:a16="http://schemas.microsoft.com/office/drawing/2014/main" id="{FBAAA5E2-EF8F-ABC4-132C-FB6C733AA9B1}"/>
                    </a:ext>
                  </a:extLst>
                </p:cNvPr>
                <p:cNvSpPr txBox="1"/>
                <p:nvPr/>
              </p:nvSpPr>
              <p:spPr>
                <a:xfrm>
                  <a:off x="4420854" y="2398017"/>
                  <a:ext cx="586699" cy="107722"/>
                </a:xfrm>
                <a:prstGeom prst="rect">
                  <a:avLst/>
                </a:prstGeom>
                <a:noFill/>
              </p:spPr>
              <p:txBody>
                <a:bodyPr wrap="none" lIns="0" tIns="0" rIns="0" bIns="0" rtlCol="0" anchor="ctr" anchorCtr="0">
                  <a:spAutoFit/>
                </a:bodyPr>
                <a:lstStyle/>
                <a:p>
                  <a:pPr algn="ctr"/>
                  <a:r>
                    <a:rPr lang="en-US" altLang="ko-KR" sz="700" dirty="0">
                      <a:latin typeface="+mn-ea"/>
                    </a:rPr>
                    <a:t>External MCLK</a:t>
                  </a:r>
                  <a:endParaRPr lang="ko-KR" altLang="en-US" sz="700" dirty="0">
                    <a:latin typeface="+mn-ea"/>
                  </a:endParaRPr>
                </a:p>
              </p:txBody>
            </p:sp>
          </p:grpSp>
          <p:sp>
            <p:nvSpPr>
              <p:cNvPr id="61" name="TextBox 60">
                <a:extLst>
                  <a:ext uri="{FF2B5EF4-FFF2-40B4-BE49-F238E27FC236}">
                    <a16:creationId xmlns:a16="http://schemas.microsoft.com/office/drawing/2014/main" id="{02F358D6-A3A6-C127-8A17-E8C6FD6142E1}"/>
                  </a:ext>
                </a:extLst>
              </p:cNvPr>
              <p:cNvSpPr txBox="1"/>
              <p:nvPr/>
            </p:nvSpPr>
            <p:spPr>
              <a:xfrm>
                <a:off x="2700635" y="3189281"/>
                <a:ext cx="578685" cy="107722"/>
              </a:xfrm>
              <a:prstGeom prst="rect">
                <a:avLst/>
              </a:prstGeom>
              <a:noFill/>
            </p:spPr>
            <p:txBody>
              <a:bodyPr wrap="none" lIns="0" tIns="0" rIns="0" bIns="0" rtlCol="0" anchor="ctr" anchorCtr="0">
                <a:spAutoFit/>
              </a:bodyPr>
              <a:lstStyle/>
              <a:p>
                <a:r>
                  <a:rPr lang="en-US" altLang="ko-KR" sz="700" b="1" dirty="0">
                    <a:latin typeface="+mn-ea"/>
                  </a:rPr>
                  <a:t>Default : OSC</a:t>
                </a:r>
              </a:p>
            </p:txBody>
          </p:sp>
          <p:cxnSp>
            <p:nvCxnSpPr>
              <p:cNvPr id="62" name="직선 연결선 61">
                <a:extLst>
                  <a:ext uri="{FF2B5EF4-FFF2-40B4-BE49-F238E27FC236}">
                    <a16:creationId xmlns:a16="http://schemas.microsoft.com/office/drawing/2014/main" id="{5C5AE1A9-6701-94EB-4238-2A7FDEAF1EA9}"/>
                  </a:ext>
                </a:extLst>
              </p:cNvPr>
              <p:cNvCxnSpPr>
                <a:cxnSpLocks/>
              </p:cNvCxnSpPr>
              <p:nvPr/>
            </p:nvCxnSpPr>
            <p:spPr>
              <a:xfrm>
                <a:off x="2679780" y="4010076"/>
                <a:ext cx="576000" cy="1"/>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3" name="직선 연결선 62">
                <a:extLst>
                  <a:ext uri="{FF2B5EF4-FFF2-40B4-BE49-F238E27FC236}">
                    <a16:creationId xmlns:a16="http://schemas.microsoft.com/office/drawing/2014/main" id="{FEE9F01D-1E96-0B4F-449B-93B99C3E1894}"/>
                  </a:ext>
                </a:extLst>
              </p:cNvPr>
              <p:cNvCxnSpPr>
                <a:cxnSpLocks/>
              </p:cNvCxnSpPr>
              <p:nvPr/>
            </p:nvCxnSpPr>
            <p:spPr>
              <a:xfrm>
                <a:off x="3355277" y="3323301"/>
                <a:ext cx="0" cy="612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64" name="그룹 63">
                <a:extLst>
                  <a:ext uri="{FF2B5EF4-FFF2-40B4-BE49-F238E27FC236}">
                    <a16:creationId xmlns:a16="http://schemas.microsoft.com/office/drawing/2014/main" id="{D5E5A0A0-C5CA-E413-6CA8-8A42EF41B6CE}"/>
                  </a:ext>
                </a:extLst>
              </p:cNvPr>
              <p:cNvGrpSpPr/>
              <p:nvPr/>
            </p:nvGrpSpPr>
            <p:grpSpPr>
              <a:xfrm>
                <a:off x="3262902" y="3898538"/>
                <a:ext cx="180000" cy="432000"/>
                <a:chOff x="7284063" y="1933923"/>
                <a:chExt cx="180000" cy="432000"/>
              </a:xfrm>
            </p:grpSpPr>
            <p:sp>
              <p:nvSpPr>
                <p:cNvPr id="142" name="사다리꼴 141">
                  <a:extLst>
                    <a:ext uri="{FF2B5EF4-FFF2-40B4-BE49-F238E27FC236}">
                      <a16:creationId xmlns:a16="http://schemas.microsoft.com/office/drawing/2014/main" id="{B220FA93-762E-500C-52C3-BB110E1FF13D}"/>
                    </a:ext>
                  </a:extLst>
                </p:cNvPr>
                <p:cNvSpPr/>
                <p:nvPr/>
              </p:nvSpPr>
              <p:spPr>
                <a:xfrm rot="5400000">
                  <a:off x="7158063" y="2059923"/>
                  <a:ext cx="432000" cy="180000"/>
                </a:xfrm>
                <a:prstGeom prst="trapezoid">
                  <a:avLst>
                    <a:gd name="adj" fmla="val 51354"/>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700" dirty="0"/>
                </a:p>
              </p:txBody>
            </p:sp>
            <p:sp>
              <p:nvSpPr>
                <p:cNvPr id="143" name="TextBox 142">
                  <a:extLst>
                    <a:ext uri="{FF2B5EF4-FFF2-40B4-BE49-F238E27FC236}">
                      <a16:creationId xmlns:a16="http://schemas.microsoft.com/office/drawing/2014/main" id="{4F263A32-8DC5-D705-EA45-3193BBF792B5}"/>
                    </a:ext>
                  </a:extLst>
                </p:cNvPr>
                <p:cNvSpPr txBox="1"/>
                <p:nvPr/>
              </p:nvSpPr>
              <p:spPr>
                <a:xfrm>
                  <a:off x="7321163" y="1996274"/>
                  <a:ext cx="49694" cy="107722"/>
                </a:xfrm>
                <a:prstGeom prst="rect">
                  <a:avLst/>
                </a:prstGeom>
                <a:noFill/>
              </p:spPr>
              <p:txBody>
                <a:bodyPr wrap="none" lIns="0" tIns="0" rIns="0" bIns="0" rtlCol="0" anchor="ctr" anchorCtr="0">
                  <a:spAutoFit/>
                </a:bodyPr>
                <a:lstStyle/>
                <a:p>
                  <a:pPr algn="ctr"/>
                  <a:r>
                    <a:rPr lang="en-US" altLang="ko-KR" sz="700" dirty="0">
                      <a:latin typeface="+mn-ea"/>
                    </a:rPr>
                    <a:t>0</a:t>
                  </a:r>
                  <a:endParaRPr lang="ko-KR" altLang="en-US" sz="700" dirty="0">
                    <a:latin typeface="+mn-ea"/>
                  </a:endParaRPr>
                </a:p>
              </p:txBody>
            </p:sp>
            <p:sp>
              <p:nvSpPr>
                <p:cNvPr id="144" name="TextBox 143">
                  <a:extLst>
                    <a:ext uri="{FF2B5EF4-FFF2-40B4-BE49-F238E27FC236}">
                      <a16:creationId xmlns:a16="http://schemas.microsoft.com/office/drawing/2014/main" id="{93BBBC27-2018-4E6B-3967-BF3464A50732}"/>
                    </a:ext>
                  </a:extLst>
                </p:cNvPr>
                <p:cNvSpPr txBox="1"/>
                <p:nvPr/>
              </p:nvSpPr>
              <p:spPr>
                <a:xfrm>
                  <a:off x="7321163" y="2202968"/>
                  <a:ext cx="49694" cy="107722"/>
                </a:xfrm>
                <a:prstGeom prst="rect">
                  <a:avLst/>
                </a:prstGeom>
                <a:noFill/>
              </p:spPr>
              <p:txBody>
                <a:bodyPr wrap="none" lIns="0" tIns="0" rIns="0" bIns="0" rtlCol="0" anchor="ctr" anchorCtr="0">
                  <a:spAutoFit/>
                </a:bodyPr>
                <a:lstStyle/>
                <a:p>
                  <a:pPr algn="ctr"/>
                  <a:r>
                    <a:rPr lang="en-US" altLang="ko-KR" sz="700" dirty="0">
                      <a:latin typeface="+mn-ea"/>
                    </a:rPr>
                    <a:t>1</a:t>
                  </a:r>
                  <a:endParaRPr lang="ko-KR" altLang="en-US" sz="700" dirty="0">
                    <a:latin typeface="+mn-ea"/>
                  </a:endParaRPr>
                </a:p>
              </p:txBody>
            </p:sp>
          </p:grpSp>
          <p:sp>
            <p:nvSpPr>
              <p:cNvPr id="65" name="TextBox 64">
                <a:extLst>
                  <a:ext uri="{FF2B5EF4-FFF2-40B4-BE49-F238E27FC236}">
                    <a16:creationId xmlns:a16="http://schemas.microsoft.com/office/drawing/2014/main" id="{EACD3033-D615-41EC-D307-8207608CBFE1}"/>
                  </a:ext>
                </a:extLst>
              </p:cNvPr>
              <p:cNvSpPr txBox="1"/>
              <p:nvPr/>
            </p:nvSpPr>
            <p:spPr>
              <a:xfrm>
                <a:off x="4115645" y="4066946"/>
                <a:ext cx="573875" cy="107722"/>
              </a:xfrm>
              <a:prstGeom prst="rect">
                <a:avLst/>
              </a:prstGeom>
              <a:noFill/>
            </p:spPr>
            <p:txBody>
              <a:bodyPr wrap="none" lIns="0" tIns="0" rIns="0" bIns="0" rtlCol="0" anchor="ctr" anchorCtr="0">
                <a:spAutoFit/>
              </a:bodyPr>
              <a:lstStyle/>
              <a:p>
                <a:pPr algn="ctr"/>
                <a:r>
                  <a:rPr lang="en-US" altLang="ko-KR" sz="700" dirty="0">
                    <a:latin typeface="+mn-ea"/>
                  </a:rPr>
                  <a:t>Internal MCLK</a:t>
                </a:r>
                <a:endParaRPr lang="ko-KR" altLang="en-US" sz="700" dirty="0">
                  <a:latin typeface="+mn-ea"/>
                </a:endParaRPr>
              </a:p>
            </p:txBody>
          </p:sp>
          <p:cxnSp>
            <p:nvCxnSpPr>
              <p:cNvPr id="66" name="직선 연결선 65">
                <a:extLst>
                  <a:ext uri="{FF2B5EF4-FFF2-40B4-BE49-F238E27FC236}">
                    <a16:creationId xmlns:a16="http://schemas.microsoft.com/office/drawing/2014/main" id="{FF6BE283-F460-B9A8-4DEC-A2D119202824}"/>
                  </a:ext>
                </a:extLst>
              </p:cNvPr>
              <p:cNvCxnSpPr>
                <a:cxnSpLocks/>
              </p:cNvCxnSpPr>
              <p:nvPr/>
            </p:nvCxnSpPr>
            <p:spPr>
              <a:xfrm flipV="1">
                <a:off x="2681799" y="3761105"/>
                <a:ext cx="0" cy="75600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67" name="직선 연결선 66">
                <a:extLst>
                  <a:ext uri="{FF2B5EF4-FFF2-40B4-BE49-F238E27FC236}">
                    <a16:creationId xmlns:a16="http://schemas.microsoft.com/office/drawing/2014/main" id="{73DAA740-85E6-9296-2BD1-50173AC8B573}"/>
                  </a:ext>
                </a:extLst>
              </p:cNvPr>
              <p:cNvCxnSpPr>
                <a:cxnSpLocks/>
              </p:cNvCxnSpPr>
              <p:nvPr/>
            </p:nvCxnSpPr>
            <p:spPr>
              <a:xfrm>
                <a:off x="3441907" y="4622529"/>
                <a:ext cx="612000" cy="1"/>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513A92E7-633C-5D62-04B9-E5F091453590}"/>
                  </a:ext>
                </a:extLst>
              </p:cNvPr>
              <p:cNvSpPr txBox="1"/>
              <p:nvPr/>
            </p:nvSpPr>
            <p:spPr>
              <a:xfrm>
                <a:off x="6112320" y="4591055"/>
                <a:ext cx="113813" cy="107722"/>
              </a:xfrm>
              <a:prstGeom prst="rect">
                <a:avLst/>
              </a:prstGeom>
              <a:noFill/>
            </p:spPr>
            <p:txBody>
              <a:bodyPr wrap="none" lIns="0" tIns="0" rIns="0" bIns="0" rtlCol="0" anchor="ctr" anchorCtr="0">
                <a:spAutoFit/>
              </a:bodyPr>
              <a:lstStyle/>
              <a:p>
                <a:pPr algn="ctr"/>
                <a:r>
                  <a:rPr lang="en-US" altLang="ko-KR" sz="700" dirty="0">
                    <a:latin typeface="+mn-ea"/>
                  </a:rPr>
                  <a:t>D1</a:t>
                </a:r>
                <a:endParaRPr lang="ko-KR" altLang="en-US" sz="700" dirty="0">
                  <a:latin typeface="+mn-ea"/>
                </a:endParaRPr>
              </a:p>
            </p:txBody>
          </p:sp>
          <p:cxnSp>
            <p:nvCxnSpPr>
              <p:cNvPr id="70" name="직선 연결선 69">
                <a:extLst>
                  <a:ext uri="{FF2B5EF4-FFF2-40B4-BE49-F238E27FC236}">
                    <a16:creationId xmlns:a16="http://schemas.microsoft.com/office/drawing/2014/main" id="{047AA48B-B722-B5CC-F4A6-93D87194D80C}"/>
                  </a:ext>
                </a:extLst>
              </p:cNvPr>
              <p:cNvCxnSpPr>
                <a:cxnSpLocks/>
              </p:cNvCxnSpPr>
              <p:nvPr/>
            </p:nvCxnSpPr>
            <p:spPr>
              <a:xfrm flipV="1">
                <a:off x="3737319" y="4617271"/>
                <a:ext cx="0" cy="79200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71" name="직선 연결선 70">
                <a:extLst>
                  <a:ext uri="{FF2B5EF4-FFF2-40B4-BE49-F238E27FC236}">
                    <a16:creationId xmlns:a16="http://schemas.microsoft.com/office/drawing/2014/main" id="{868F1769-308A-CEAE-7DB7-0EB032535B11}"/>
                  </a:ext>
                </a:extLst>
              </p:cNvPr>
              <p:cNvCxnSpPr>
                <a:cxnSpLocks/>
              </p:cNvCxnSpPr>
              <p:nvPr/>
            </p:nvCxnSpPr>
            <p:spPr>
              <a:xfrm flipV="1">
                <a:off x="3361813" y="4802111"/>
                <a:ext cx="0" cy="612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72" name="그룹 71">
                <a:extLst>
                  <a:ext uri="{FF2B5EF4-FFF2-40B4-BE49-F238E27FC236}">
                    <a16:creationId xmlns:a16="http://schemas.microsoft.com/office/drawing/2014/main" id="{8D153FA8-767E-C412-1C9C-5911065BAAD5}"/>
                  </a:ext>
                </a:extLst>
              </p:cNvPr>
              <p:cNvGrpSpPr/>
              <p:nvPr/>
            </p:nvGrpSpPr>
            <p:grpSpPr>
              <a:xfrm>
                <a:off x="1448150" y="3203820"/>
                <a:ext cx="1009021" cy="775407"/>
                <a:chOff x="4415860" y="1239205"/>
                <a:chExt cx="1009021" cy="775407"/>
              </a:xfrm>
            </p:grpSpPr>
            <p:sp>
              <p:nvSpPr>
                <p:cNvPr id="136" name="TextBox 135">
                  <a:extLst>
                    <a:ext uri="{FF2B5EF4-FFF2-40B4-BE49-F238E27FC236}">
                      <a16:creationId xmlns:a16="http://schemas.microsoft.com/office/drawing/2014/main" id="{B0D31697-99A4-57A7-97C8-96D4E1EF72F8}"/>
                    </a:ext>
                  </a:extLst>
                </p:cNvPr>
                <p:cNvSpPr txBox="1"/>
                <p:nvPr/>
              </p:nvSpPr>
              <p:spPr>
                <a:xfrm>
                  <a:off x="4455784" y="1239205"/>
                  <a:ext cx="718145" cy="107722"/>
                </a:xfrm>
                <a:prstGeom prst="rect">
                  <a:avLst/>
                </a:prstGeom>
                <a:noFill/>
              </p:spPr>
              <p:txBody>
                <a:bodyPr wrap="none" lIns="0" tIns="0" rIns="0" bIns="0" rtlCol="0" anchor="ctr" anchorCtr="0">
                  <a:spAutoFit/>
                </a:bodyPr>
                <a:lstStyle/>
                <a:p>
                  <a:pPr algn="ctr"/>
                  <a:r>
                    <a:rPr lang="en-US" altLang="ko-KR" sz="700" b="1" dirty="0">
                      <a:latin typeface="+mn-ea"/>
                    </a:rPr>
                    <a:t>OSC_SPREAD_EN</a:t>
                  </a:r>
                  <a:endParaRPr lang="ko-KR" altLang="en-US" sz="700" b="1" dirty="0">
                    <a:latin typeface="+mn-ea"/>
                  </a:endParaRPr>
                </a:p>
              </p:txBody>
            </p:sp>
            <p:cxnSp>
              <p:nvCxnSpPr>
                <p:cNvPr id="137" name="직선 연결선 136">
                  <a:extLst>
                    <a:ext uri="{FF2B5EF4-FFF2-40B4-BE49-F238E27FC236}">
                      <a16:creationId xmlns:a16="http://schemas.microsoft.com/office/drawing/2014/main" id="{DF6056E2-8394-2F2A-523E-EDD8FE2FE937}"/>
                    </a:ext>
                  </a:extLst>
                </p:cNvPr>
                <p:cNvCxnSpPr>
                  <a:cxnSpLocks/>
                </p:cNvCxnSpPr>
                <p:nvPr/>
              </p:nvCxnSpPr>
              <p:spPr>
                <a:xfrm>
                  <a:off x="4415860" y="1361631"/>
                  <a:ext cx="792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138" name="직선 연결선 137">
                  <a:extLst>
                    <a:ext uri="{FF2B5EF4-FFF2-40B4-BE49-F238E27FC236}">
                      <a16:creationId xmlns:a16="http://schemas.microsoft.com/office/drawing/2014/main" id="{7D96E43F-90F1-FC26-F02E-03527A6FA8CA}"/>
                    </a:ext>
                  </a:extLst>
                </p:cNvPr>
                <p:cNvCxnSpPr>
                  <a:cxnSpLocks/>
                </p:cNvCxnSpPr>
                <p:nvPr/>
              </p:nvCxnSpPr>
              <p:spPr>
                <a:xfrm>
                  <a:off x="5212576" y="1359456"/>
                  <a:ext cx="0" cy="216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139" name="그룹 138">
                  <a:extLst>
                    <a:ext uri="{FF2B5EF4-FFF2-40B4-BE49-F238E27FC236}">
                      <a16:creationId xmlns:a16="http://schemas.microsoft.com/office/drawing/2014/main" id="{F31B6C39-8DF7-4291-6532-CF02491BC5BC}"/>
                    </a:ext>
                  </a:extLst>
                </p:cNvPr>
                <p:cNvGrpSpPr/>
                <p:nvPr/>
              </p:nvGrpSpPr>
              <p:grpSpPr>
                <a:xfrm>
                  <a:off x="4992881" y="1582612"/>
                  <a:ext cx="432000" cy="432000"/>
                  <a:chOff x="4516307" y="1454692"/>
                  <a:chExt cx="432000" cy="432000"/>
                </a:xfrm>
              </p:grpSpPr>
              <p:sp>
                <p:nvSpPr>
                  <p:cNvPr id="140" name="타원 139">
                    <a:extLst>
                      <a:ext uri="{FF2B5EF4-FFF2-40B4-BE49-F238E27FC236}">
                        <a16:creationId xmlns:a16="http://schemas.microsoft.com/office/drawing/2014/main" id="{ED0456AE-1267-BEA6-FB05-A2130AA43782}"/>
                      </a:ext>
                    </a:extLst>
                  </p:cNvPr>
                  <p:cNvSpPr/>
                  <p:nvPr/>
                </p:nvSpPr>
                <p:spPr>
                  <a:xfrm>
                    <a:off x="4516307" y="1454692"/>
                    <a:ext cx="432000" cy="432000"/>
                  </a:xfrm>
                  <a:prstGeom prst="ellipse">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41" name="TextBox 140">
                    <a:extLst>
                      <a:ext uri="{FF2B5EF4-FFF2-40B4-BE49-F238E27FC236}">
                        <a16:creationId xmlns:a16="http://schemas.microsoft.com/office/drawing/2014/main" id="{DE9C8147-2C7E-710D-C48C-854D9D571811}"/>
                      </a:ext>
                    </a:extLst>
                  </p:cNvPr>
                  <p:cNvSpPr txBox="1"/>
                  <p:nvPr/>
                </p:nvSpPr>
                <p:spPr>
                  <a:xfrm>
                    <a:off x="4589301" y="1578335"/>
                    <a:ext cx="299762" cy="200055"/>
                  </a:xfrm>
                  <a:prstGeom prst="rect">
                    <a:avLst/>
                  </a:prstGeom>
                  <a:noFill/>
                </p:spPr>
                <p:txBody>
                  <a:bodyPr wrap="none" lIns="0" tIns="0" rIns="0" bIns="0" rtlCol="0" anchor="ctr" anchorCtr="0">
                    <a:spAutoFit/>
                  </a:bodyPr>
                  <a:lstStyle/>
                  <a:p>
                    <a:pPr algn="ctr"/>
                    <a:r>
                      <a:rPr lang="en-US" altLang="ko-KR" sz="700" dirty="0">
                        <a:latin typeface="+mn-ea"/>
                      </a:rPr>
                      <a:t>Int.OSC</a:t>
                    </a:r>
                  </a:p>
                  <a:p>
                    <a:pPr algn="ctr"/>
                    <a:r>
                      <a:rPr lang="en-US" altLang="ko-KR" sz="600" dirty="0">
                        <a:latin typeface="+mn-ea"/>
                      </a:rPr>
                      <a:t>25MHz</a:t>
                    </a:r>
                    <a:endParaRPr lang="ko-KR" altLang="en-US" sz="700" dirty="0">
                      <a:latin typeface="+mn-ea"/>
                    </a:endParaRPr>
                  </a:p>
                </p:txBody>
              </p:sp>
            </p:grpSp>
          </p:grpSp>
          <p:cxnSp>
            <p:nvCxnSpPr>
              <p:cNvPr id="73" name="직선 연결선 72">
                <a:extLst>
                  <a:ext uri="{FF2B5EF4-FFF2-40B4-BE49-F238E27FC236}">
                    <a16:creationId xmlns:a16="http://schemas.microsoft.com/office/drawing/2014/main" id="{48DD19F8-2CE3-D61C-A3B4-B75C5B18EEAD}"/>
                  </a:ext>
                </a:extLst>
              </p:cNvPr>
              <p:cNvCxnSpPr>
                <a:cxnSpLocks/>
              </p:cNvCxnSpPr>
              <p:nvPr/>
            </p:nvCxnSpPr>
            <p:spPr>
              <a:xfrm>
                <a:off x="2702981" y="3325306"/>
                <a:ext cx="648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CBA07B4A-AC1F-97DF-5290-EC5C1296AE4F}"/>
                  </a:ext>
                </a:extLst>
              </p:cNvPr>
              <p:cNvSpPr txBox="1"/>
              <p:nvPr/>
            </p:nvSpPr>
            <p:spPr>
              <a:xfrm>
                <a:off x="2427406" y="5275469"/>
                <a:ext cx="868828" cy="107722"/>
              </a:xfrm>
              <a:prstGeom prst="rect">
                <a:avLst/>
              </a:prstGeom>
              <a:noFill/>
            </p:spPr>
            <p:txBody>
              <a:bodyPr wrap="none" lIns="0" tIns="0" rIns="0" bIns="0" rtlCol="0" anchor="ctr" anchorCtr="0">
                <a:spAutoFit/>
              </a:bodyPr>
              <a:lstStyle/>
              <a:p>
                <a:pPr algn="ctr"/>
                <a:r>
                  <a:rPr lang="en-US" altLang="ko-KR" sz="700" b="1" dirty="0">
                    <a:latin typeface="+mn-ea"/>
                  </a:rPr>
                  <a:t>SERIALIZER_CLK_SEL</a:t>
                </a:r>
                <a:endParaRPr lang="ko-KR" altLang="en-US" sz="700" b="1" dirty="0">
                  <a:latin typeface="+mn-ea"/>
                </a:endParaRPr>
              </a:p>
            </p:txBody>
          </p:sp>
          <p:sp>
            <p:nvSpPr>
              <p:cNvPr id="75" name="타원 74">
                <a:extLst>
                  <a:ext uri="{FF2B5EF4-FFF2-40B4-BE49-F238E27FC236}">
                    <a16:creationId xmlns:a16="http://schemas.microsoft.com/office/drawing/2014/main" id="{5F4D234F-18CA-2043-CF39-DE49B03F43E0}"/>
                  </a:ext>
                </a:extLst>
              </p:cNvPr>
              <p:cNvSpPr/>
              <p:nvPr/>
            </p:nvSpPr>
            <p:spPr>
              <a:xfrm>
                <a:off x="3722294" y="4608917"/>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76" name="직선 연결선 75">
                <a:extLst>
                  <a:ext uri="{FF2B5EF4-FFF2-40B4-BE49-F238E27FC236}">
                    <a16:creationId xmlns:a16="http://schemas.microsoft.com/office/drawing/2014/main" id="{0F75CA6F-5FC6-1695-7E9A-DC0ADE734B1B}"/>
                  </a:ext>
                </a:extLst>
              </p:cNvPr>
              <p:cNvCxnSpPr>
                <a:cxnSpLocks/>
              </p:cNvCxnSpPr>
              <p:nvPr/>
            </p:nvCxnSpPr>
            <p:spPr>
              <a:xfrm>
                <a:off x="3734290" y="4903581"/>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7" name="타원 76">
                <a:extLst>
                  <a:ext uri="{FF2B5EF4-FFF2-40B4-BE49-F238E27FC236}">
                    <a16:creationId xmlns:a16="http://schemas.microsoft.com/office/drawing/2014/main" id="{202EC385-D57C-572F-2D03-B8A2765256A6}"/>
                  </a:ext>
                </a:extLst>
              </p:cNvPr>
              <p:cNvSpPr/>
              <p:nvPr/>
            </p:nvSpPr>
            <p:spPr>
              <a:xfrm>
                <a:off x="3722272" y="4887251"/>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78" name="직선 연결선 77">
                <a:extLst>
                  <a:ext uri="{FF2B5EF4-FFF2-40B4-BE49-F238E27FC236}">
                    <a16:creationId xmlns:a16="http://schemas.microsoft.com/office/drawing/2014/main" id="{84663B43-F7E7-FF33-AF21-CC8211332BAE}"/>
                  </a:ext>
                </a:extLst>
              </p:cNvPr>
              <p:cNvCxnSpPr>
                <a:cxnSpLocks/>
              </p:cNvCxnSpPr>
              <p:nvPr/>
            </p:nvCxnSpPr>
            <p:spPr>
              <a:xfrm>
                <a:off x="3734290" y="5402013"/>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9" name="직선 연결선 78">
                <a:extLst>
                  <a:ext uri="{FF2B5EF4-FFF2-40B4-BE49-F238E27FC236}">
                    <a16:creationId xmlns:a16="http://schemas.microsoft.com/office/drawing/2014/main" id="{9FAED368-4BDC-E0AA-EF4E-35B4DD785CE6}"/>
                  </a:ext>
                </a:extLst>
              </p:cNvPr>
              <p:cNvCxnSpPr>
                <a:cxnSpLocks/>
              </p:cNvCxnSpPr>
              <p:nvPr/>
            </p:nvCxnSpPr>
            <p:spPr>
              <a:xfrm>
                <a:off x="3733899" y="5157983"/>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80" name="타원 79">
                <a:extLst>
                  <a:ext uri="{FF2B5EF4-FFF2-40B4-BE49-F238E27FC236}">
                    <a16:creationId xmlns:a16="http://schemas.microsoft.com/office/drawing/2014/main" id="{91855E60-1EC4-E2F5-30F6-9F991B4E8AB3}"/>
                  </a:ext>
                </a:extLst>
              </p:cNvPr>
              <p:cNvSpPr/>
              <p:nvPr/>
            </p:nvSpPr>
            <p:spPr>
              <a:xfrm>
                <a:off x="3721163" y="5139385"/>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grpSp>
            <p:nvGrpSpPr>
              <p:cNvPr id="81" name="그룹 80">
                <a:extLst>
                  <a:ext uri="{FF2B5EF4-FFF2-40B4-BE49-F238E27FC236}">
                    <a16:creationId xmlns:a16="http://schemas.microsoft.com/office/drawing/2014/main" id="{844D2BC2-20A6-CF22-E0AF-B55069655344}"/>
                  </a:ext>
                </a:extLst>
              </p:cNvPr>
              <p:cNvGrpSpPr/>
              <p:nvPr/>
            </p:nvGrpSpPr>
            <p:grpSpPr>
              <a:xfrm>
                <a:off x="4059899" y="4516686"/>
                <a:ext cx="1684842" cy="992584"/>
                <a:chOff x="7440932" y="2508496"/>
                <a:chExt cx="1684842" cy="992584"/>
              </a:xfrm>
            </p:grpSpPr>
            <p:sp>
              <p:nvSpPr>
                <p:cNvPr id="114" name="직사각형 113">
                  <a:extLst>
                    <a:ext uri="{FF2B5EF4-FFF2-40B4-BE49-F238E27FC236}">
                      <a16:creationId xmlns:a16="http://schemas.microsoft.com/office/drawing/2014/main" id="{44EB4A51-BB2B-C1EB-CAD8-71FDCF9B9C67}"/>
                    </a:ext>
                  </a:extLst>
                </p:cNvPr>
                <p:cNvSpPr/>
                <p:nvPr/>
              </p:nvSpPr>
              <p:spPr>
                <a:xfrm>
                  <a:off x="7440932" y="2508496"/>
                  <a:ext cx="994913" cy="22692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5" name="TextBox 114">
                  <a:extLst>
                    <a:ext uri="{FF2B5EF4-FFF2-40B4-BE49-F238E27FC236}">
                      <a16:creationId xmlns:a16="http://schemas.microsoft.com/office/drawing/2014/main" id="{6498033B-7CD1-4E43-4E58-708494B29F3C}"/>
                    </a:ext>
                  </a:extLst>
                </p:cNvPr>
                <p:cNvSpPr txBox="1"/>
                <p:nvPr/>
              </p:nvSpPr>
              <p:spPr>
                <a:xfrm>
                  <a:off x="7653854" y="2568095"/>
                  <a:ext cx="569067" cy="107722"/>
                </a:xfrm>
                <a:prstGeom prst="rect">
                  <a:avLst/>
                </a:prstGeom>
                <a:noFill/>
              </p:spPr>
              <p:txBody>
                <a:bodyPr wrap="none" lIns="0" tIns="0" rIns="0" bIns="0" rtlCol="0" anchor="ctr" anchorCtr="0">
                  <a:spAutoFit/>
                </a:bodyPr>
                <a:lstStyle/>
                <a:p>
                  <a:pPr algn="ctr"/>
                  <a:r>
                    <a:rPr lang="en-US" altLang="ko-KR" sz="700" dirty="0">
                      <a:latin typeface="+mn-ea"/>
                    </a:rPr>
                    <a:t>Serializer CH1</a:t>
                  </a:r>
                  <a:endParaRPr lang="ko-KR" altLang="en-US" sz="700" dirty="0">
                    <a:latin typeface="+mn-ea"/>
                  </a:endParaRPr>
                </a:p>
              </p:txBody>
            </p:sp>
            <p:sp>
              <p:nvSpPr>
                <p:cNvPr id="116" name="직사각형 115">
                  <a:extLst>
                    <a:ext uri="{FF2B5EF4-FFF2-40B4-BE49-F238E27FC236}">
                      <a16:creationId xmlns:a16="http://schemas.microsoft.com/office/drawing/2014/main" id="{7A49D9A2-D750-9D39-F55D-991063C9540E}"/>
                    </a:ext>
                  </a:extLst>
                </p:cNvPr>
                <p:cNvSpPr/>
                <p:nvPr/>
              </p:nvSpPr>
              <p:spPr>
                <a:xfrm>
                  <a:off x="7440932" y="2787324"/>
                  <a:ext cx="994913" cy="22692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7" name="TextBox 116">
                  <a:extLst>
                    <a:ext uri="{FF2B5EF4-FFF2-40B4-BE49-F238E27FC236}">
                      <a16:creationId xmlns:a16="http://schemas.microsoft.com/office/drawing/2014/main" id="{AEF91351-3F6E-1788-CE08-EC053D837EED}"/>
                    </a:ext>
                  </a:extLst>
                </p:cNvPr>
                <p:cNvSpPr txBox="1"/>
                <p:nvPr/>
              </p:nvSpPr>
              <p:spPr>
                <a:xfrm>
                  <a:off x="7653854" y="2846923"/>
                  <a:ext cx="569067" cy="107722"/>
                </a:xfrm>
                <a:prstGeom prst="rect">
                  <a:avLst/>
                </a:prstGeom>
                <a:noFill/>
              </p:spPr>
              <p:txBody>
                <a:bodyPr wrap="none" lIns="0" tIns="0" rIns="0" bIns="0" rtlCol="0" anchor="ctr" anchorCtr="0">
                  <a:spAutoFit/>
                </a:bodyPr>
                <a:lstStyle/>
                <a:p>
                  <a:pPr algn="ctr"/>
                  <a:r>
                    <a:rPr lang="en-US" altLang="ko-KR" sz="700" dirty="0">
                      <a:latin typeface="+mn-ea"/>
                    </a:rPr>
                    <a:t>Serializer CH2</a:t>
                  </a:r>
                  <a:endParaRPr lang="ko-KR" altLang="en-US" sz="700" dirty="0">
                    <a:latin typeface="+mn-ea"/>
                  </a:endParaRPr>
                </a:p>
              </p:txBody>
            </p:sp>
            <p:sp>
              <p:nvSpPr>
                <p:cNvPr id="118" name="직사각형 117">
                  <a:extLst>
                    <a:ext uri="{FF2B5EF4-FFF2-40B4-BE49-F238E27FC236}">
                      <a16:creationId xmlns:a16="http://schemas.microsoft.com/office/drawing/2014/main" id="{6041C910-8108-5DE4-4B9A-A365D012C47A}"/>
                    </a:ext>
                  </a:extLst>
                </p:cNvPr>
                <p:cNvSpPr/>
                <p:nvPr/>
              </p:nvSpPr>
              <p:spPr>
                <a:xfrm>
                  <a:off x="7440932" y="3274157"/>
                  <a:ext cx="994913" cy="22692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9" name="TextBox 118">
                  <a:extLst>
                    <a:ext uri="{FF2B5EF4-FFF2-40B4-BE49-F238E27FC236}">
                      <a16:creationId xmlns:a16="http://schemas.microsoft.com/office/drawing/2014/main" id="{A83B9C93-B73A-7228-BDFA-D3E5C2025C9C}"/>
                    </a:ext>
                  </a:extLst>
                </p:cNvPr>
                <p:cNvSpPr txBox="1"/>
                <p:nvPr/>
              </p:nvSpPr>
              <p:spPr>
                <a:xfrm>
                  <a:off x="7607642" y="3339961"/>
                  <a:ext cx="744950" cy="107722"/>
                </a:xfrm>
                <a:prstGeom prst="rect">
                  <a:avLst/>
                </a:prstGeom>
                <a:noFill/>
              </p:spPr>
              <p:txBody>
                <a:bodyPr wrap="square" lIns="0" tIns="0" rIns="0" bIns="0" rtlCol="0" anchor="ctr" anchorCtr="0">
                  <a:spAutoFit/>
                </a:bodyPr>
                <a:lstStyle/>
                <a:p>
                  <a:pPr algn="ctr"/>
                  <a:r>
                    <a:rPr lang="en-US" altLang="ko-KR" sz="700" dirty="0">
                      <a:latin typeface="+mn-ea"/>
                    </a:rPr>
                    <a:t>Serializer CH24</a:t>
                  </a:r>
                  <a:endParaRPr lang="ko-KR" altLang="en-US" sz="700" dirty="0">
                    <a:latin typeface="+mn-ea"/>
                  </a:endParaRPr>
                </a:p>
              </p:txBody>
            </p:sp>
            <p:grpSp>
              <p:nvGrpSpPr>
                <p:cNvPr id="120" name="그룹 119">
                  <a:extLst>
                    <a:ext uri="{FF2B5EF4-FFF2-40B4-BE49-F238E27FC236}">
                      <a16:creationId xmlns:a16="http://schemas.microsoft.com/office/drawing/2014/main" id="{C6506232-896F-7DF5-C4B1-9CA6E30EB173}"/>
                    </a:ext>
                  </a:extLst>
                </p:cNvPr>
                <p:cNvGrpSpPr/>
                <p:nvPr/>
              </p:nvGrpSpPr>
              <p:grpSpPr>
                <a:xfrm>
                  <a:off x="8765774" y="2516463"/>
                  <a:ext cx="360000" cy="216000"/>
                  <a:chOff x="3461638" y="4775777"/>
                  <a:chExt cx="360000" cy="216000"/>
                </a:xfrm>
              </p:grpSpPr>
              <p:sp>
                <p:nvSpPr>
                  <p:cNvPr id="134" name="직사각형 133">
                    <a:extLst>
                      <a:ext uri="{FF2B5EF4-FFF2-40B4-BE49-F238E27FC236}">
                        <a16:creationId xmlns:a16="http://schemas.microsoft.com/office/drawing/2014/main" id="{4E9B8881-29CD-78F8-E1BA-C3572785D285}"/>
                      </a:ext>
                    </a:extLst>
                  </p:cNvPr>
                  <p:cNvSpPr/>
                  <p:nvPr/>
                </p:nvSpPr>
                <p:spPr>
                  <a:xfrm>
                    <a:off x="3461638" y="4775777"/>
                    <a:ext cx="360000" cy="216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35" name="TextBox 134">
                    <a:extLst>
                      <a:ext uri="{FF2B5EF4-FFF2-40B4-BE49-F238E27FC236}">
                        <a16:creationId xmlns:a16="http://schemas.microsoft.com/office/drawing/2014/main" id="{F572ADFA-EA50-5E60-284A-8D6BA82C70E0}"/>
                      </a:ext>
                    </a:extLst>
                  </p:cNvPr>
                  <p:cNvSpPr txBox="1"/>
                  <p:nvPr/>
                </p:nvSpPr>
                <p:spPr>
                  <a:xfrm>
                    <a:off x="3528288" y="4783198"/>
                    <a:ext cx="227626" cy="182101"/>
                  </a:xfrm>
                  <a:prstGeom prst="rect">
                    <a:avLst/>
                  </a:prstGeom>
                  <a:noFill/>
                </p:spPr>
                <p:txBody>
                  <a:bodyPr wrap="none" lIns="0" tIns="0" rIns="0" bIns="0" rtlCol="0" anchor="ctr" anchorCtr="0">
                    <a:spAutoFit/>
                  </a:bodyPr>
                  <a:lstStyle/>
                  <a:p>
                    <a:pPr algn="ctr"/>
                    <a:r>
                      <a:rPr lang="en-US" altLang="ko-KR" sz="600" dirty="0">
                        <a:latin typeface="+mn-ea"/>
                      </a:rPr>
                      <a:t>Skew</a:t>
                    </a:r>
                  </a:p>
                  <a:p>
                    <a:pPr algn="ctr">
                      <a:lnSpc>
                        <a:spcPts val="700"/>
                      </a:lnSpc>
                    </a:pPr>
                    <a:r>
                      <a:rPr lang="en-US" altLang="ko-KR" sz="600" dirty="0">
                        <a:latin typeface="+mn-ea"/>
                      </a:rPr>
                      <a:t>Logic1</a:t>
                    </a:r>
                    <a:endParaRPr lang="ko-KR" altLang="en-US" sz="600" dirty="0">
                      <a:latin typeface="+mn-ea"/>
                    </a:endParaRPr>
                  </a:p>
                </p:txBody>
              </p:sp>
            </p:grpSp>
            <p:grpSp>
              <p:nvGrpSpPr>
                <p:cNvPr id="121" name="그룹 120">
                  <a:extLst>
                    <a:ext uri="{FF2B5EF4-FFF2-40B4-BE49-F238E27FC236}">
                      <a16:creationId xmlns:a16="http://schemas.microsoft.com/office/drawing/2014/main" id="{BA5CD067-51AA-2D94-7B94-336C90969C36}"/>
                    </a:ext>
                  </a:extLst>
                </p:cNvPr>
                <p:cNvGrpSpPr/>
                <p:nvPr/>
              </p:nvGrpSpPr>
              <p:grpSpPr>
                <a:xfrm>
                  <a:off x="8765774" y="2777973"/>
                  <a:ext cx="360000" cy="216000"/>
                  <a:chOff x="3461638" y="4775777"/>
                  <a:chExt cx="360000" cy="216000"/>
                </a:xfrm>
              </p:grpSpPr>
              <p:sp>
                <p:nvSpPr>
                  <p:cNvPr id="132" name="직사각형 131">
                    <a:extLst>
                      <a:ext uri="{FF2B5EF4-FFF2-40B4-BE49-F238E27FC236}">
                        <a16:creationId xmlns:a16="http://schemas.microsoft.com/office/drawing/2014/main" id="{81ADDEE8-F94A-89D0-41C3-26B6FAC0F965}"/>
                      </a:ext>
                    </a:extLst>
                  </p:cNvPr>
                  <p:cNvSpPr/>
                  <p:nvPr/>
                </p:nvSpPr>
                <p:spPr>
                  <a:xfrm>
                    <a:off x="3461638" y="4775777"/>
                    <a:ext cx="360000" cy="216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33" name="TextBox 132">
                    <a:extLst>
                      <a:ext uri="{FF2B5EF4-FFF2-40B4-BE49-F238E27FC236}">
                        <a16:creationId xmlns:a16="http://schemas.microsoft.com/office/drawing/2014/main" id="{1F564304-60E1-B535-88BE-1423637F9A7B}"/>
                      </a:ext>
                    </a:extLst>
                  </p:cNvPr>
                  <p:cNvSpPr txBox="1"/>
                  <p:nvPr/>
                </p:nvSpPr>
                <p:spPr>
                  <a:xfrm>
                    <a:off x="3528288" y="4783198"/>
                    <a:ext cx="227626" cy="182101"/>
                  </a:xfrm>
                  <a:prstGeom prst="rect">
                    <a:avLst/>
                  </a:prstGeom>
                  <a:noFill/>
                </p:spPr>
                <p:txBody>
                  <a:bodyPr wrap="none" lIns="0" tIns="0" rIns="0" bIns="0" rtlCol="0" anchor="ctr" anchorCtr="0">
                    <a:spAutoFit/>
                  </a:bodyPr>
                  <a:lstStyle/>
                  <a:p>
                    <a:pPr algn="ctr"/>
                    <a:r>
                      <a:rPr lang="en-US" altLang="ko-KR" sz="600" dirty="0">
                        <a:latin typeface="+mn-ea"/>
                      </a:rPr>
                      <a:t>Skew</a:t>
                    </a:r>
                  </a:p>
                  <a:p>
                    <a:pPr algn="ctr">
                      <a:lnSpc>
                        <a:spcPts val="700"/>
                      </a:lnSpc>
                    </a:pPr>
                    <a:r>
                      <a:rPr lang="en-US" altLang="ko-KR" sz="600" dirty="0">
                        <a:latin typeface="+mn-ea"/>
                      </a:rPr>
                      <a:t>Logic2</a:t>
                    </a:r>
                    <a:endParaRPr lang="ko-KR" altLang="en-US" sz="600" dirty="0">
                      <a:latin typeface="+mn-ea"/>
                    </a:endParaRPr>
                  </a:p>
                </p:txBody>
              </p:sp>
            </p:grpSp>
            <p:grpSp>
              <p:nvGrpSpPr>
                <p:cNvPr id="122" name="그룹 121">
                  <a:extLst>
                    <a:ext uri="{FF2B5EF4-FFF2-40B4-BE49-F238E27FC236}">
                      <a16:creationId xmlns:a16="http://schemas.microsoft.com/office/drawing/2014/main" id="{63AF0A86-3494-F34D-ABF5-FB9767421CE5}"/>
                    </a:ext>
                  </a:extLst>
                </p:cNvPr>
                <p:cNvGrpSpPr/>
                <p:nvPr/>
              </p:nvGrpSpPr>
              <p:grpSpPr>
                <a:xfrm>
                  <a:off x="8765774" y="3282124"/>
                  <a:ext cx="360000" cy="216000"/>
                  <a:chOff x="3461638" y="4775777"/>
                  <a:chExt cx="360000" cy="216000"/>
                </a:xfrm>
              </p:grpSpPr>
              <p:sp>
                <p:nvSpPr>
                  <p:cNvPr id="130" name="직사각형 129">
                    <a:extLst>
                      <a:ext uri="{FF2B5EF4-FFF2-40B4-BE49-F238E27FC236}">
                        <a16:creationId xmlns:a16="http://schemas.microsoft.com/office/drawing/2014/main" id="{086CE809-9C11-40C2-BC3C-9B6F74F40828}"/>
                      </a:ext>
                    </a:extLst>
                  </p:cNvPr>
                  <p:cNvSpPr/>
                  <p:nvPr/>
                </p:nvSpPr>
                <p:spPr>
                  <a:xfrm>
                    <a:off x="3461638" y="4775777"/>
                    <a:ext cx="360000" cy="216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31" name="TextBox 130">
                    <a:extLst>
                      <a:ext uri="{FF2B5EF4-FFF2-40B4-BE49-F238E27FC236}">
                        <a16:creationId xmlns:a16="http://schemas.microsoft.com/office/drawing/2014/main" id="{A77BD433-37F7-4B21-81FC-6061036A8E53}"/>
                      </a:ext>
                    </a:extLst>
                  </p:cNvPr>
                  <p:cNvSpPr txBox="1"/>
                  <p:nvPr/>
                </p:nvSpPr>
                <p:spPr>
                  <a:xfrm>
                    <a:off x="3507449" y="4783198"/>
                    <a:ext cx="269304" cy="182101"/>
                  </a:xfrm>
                  <a:prstGeom prst="rect">
                    <a:avLst/>
                  </a:prstGeom>
                  <a:noFill/>
                </p:spPr>
                <p:txBody>
                  <a:bodyPr wrap="none" lIns="0" tIns="0" rIns="0" bIns="0" rtlCol="0" anchor="ctr" anchorCtr="0">
                    <a:spAutoFit/>
                  </a:bodyPr>
                  <a:lstStyle/>
                  <a:p>
                    <a:pPr algn="ctr"/>
                    <a:r>
                      <a:rPr lang="en-US" altLang="ko-KR" sz="600" dirty="0">
                        <a:latin typeface="+mn-ea"/>
                      </a:rPr>
                      <a:t>Skew</a:t>
                    </a:r>
                  </a:p>
                  <a:p>
                    <a:pPr algn="ctr">
                      <a:lnSpc>
                        <a:spcPts val="700"/>
                      </a:lnSpc>
                    </a:pPr>
                    <a:r>
                      <a:rPr lang="en-US" altLang="ko-KR" sz="600" dirty="0">
                        <a:latin typeface="+mn-ea"/>
                      </a:rPr>
                      <a:t>Logic24</a:t>
                    </a:r>
                    <a:endParaRPr lang="ko-KR" altLang="en-US" sz="600" dirty="0">
                      <a:latin typeface="+mn-ea"/>
                    </a:endParaRPr>
                  </a:p>
                </p:txBody>
              </p:sp>
            </p:grpSp>
            <p:cxnSp>
              <p:nvCxnSpPr>
                <p:cNvPr id="123" name="직선 연결선 122">
                  <a:extLst>
                    <a:ext uri="{FF2B5EF4-FFF2-40B4-BE49-F238E27FC236}">
                      <a16:creationId xmlns:a16="http://schemas.microsoft.com/office/drawing/2014/main" id="{4127453C-D7BA-B4EA-42B2-FB32EC961AD7}"/>
                    </a:ext>
                  </a:extLst>
                </p:cNvPr>
                <p:cNvCxnSpPr/>
                <p:nvPr/>
              </p:nvCxnSpPr>
              <p:spPr>
                <a:xfrm>
                  <a:off x="8435845" y="2614935"/>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4" name="직선 연결선 123">
                  <a:extLst>
                    <a:ext uri="{FF2B5EF4-FFF2-40B4-BE49-F238E27FC236}">
                      <a16:creationId xmlns:a16="http://schemas.microsoft.com/office/drawing/2014/main" id="{31408B1F-B3B5-43D4-208F-0447830B9089}"/>
                    </a:ext>
                  </a:extLst>
                </p:cNvPr>
                <p:cNvCxnSpPr/>
                <p:nvPr/>
              </p:nvCxnSpPr>
              <p:spPr>
                <a:xfrm>
                  <a:off x="8435845" y="2895391"/>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5" name="직선 연결선 124">
                  <a:extLst>
                    <a:ext uri="{FF2B5EF4-FFF2-40B4-BE49-F238E27FC236}">
                      <a16:creationId xmlns:a16="http://schemas.microsoft.com/office/drawing/2014/main" id="{DA987556-5FB1-230D-72E6-8A2DD1EA8D20}"/>
                    </a:ext>
                  </a:extLst>
                </p:cNvPr>
                <p:cNvCxnSpPr/>
                <p:nvPr/>
              </p:nvCxnSpPr>
              <p:spPr>
                <a:xfrm>
                  <a:off x="8442700" y="3384829"/>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126" name="그룹 125">
                  <a:extLst>
                    <a:ext uri="{FF2B5EF4-FFF2-40B4-BE49-F238E27FC236}">
                      <a16:creationId xmlns:a16="http://schemas.microsoft.com/office/drawing/2014/main" id="{F90F4A73-59A7-DD92-CC3F-E55D9B63562C}"/>
                    </a:ext>
                  </a:extLst>
                </p:cNvPr>
                <p:cNvGrpSpPr/>
                <p:nvPr/>
              </p:nvGrpSpPr>
              <p:grpSpPr>
                <a:xfrm>
                  <a:off x="7928237" y="3054019"/>
                  <a:ext cx="29867" cy="174860"/>
                  <a:chOff x="8927240" y="3059346"/>
                  <a:chExt cx="29867" cy="174860"/>
                </a:xfrm>
              </p:grpSpPr>
              <p:sp>
                <p:nvSpPr>
                  <p:cNvPr id="127" name="타원 126">
                    <a:extLst>
                      <a:ext uri="{FF2B5EF4-FFF2-40B4-BE49-F238E27FC236}">
                        <a16:creationId xmlns:a16="http://schemas.microsoft.com/office/drawing/2014/main" id="{8B8323C8-BEEC-6087-6EE4-BDF9DAC647A4}"/>
                      </a:ext>
                    </a:extLst>
                  </p:cNvPr>
                  <p:cNvSpPr/>
                  <p:nvPr/>
                </p:nvSpPr>
                <p:spPr>
                  <a:xfrm>
                    <a:off x="8927240" y="3059346"/>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28" name="타원 127">
                    <a:extLst>
                      <a:ext uri="{FF2B5EF4-FFF2-40B4-BE49-F238E27FC236}">
                        <a16:creationId xmlns:a16="http://schemas.microsoft.com/office/drawing/2014/main" id="{F2D65AC1-4C2B-FDEE-F3C8-6501E5B4A4A7}"/>
                      </a:ext>
                    </a:extLst>
                  </p:cNvPr>
                  <p:cNvSpPr/>
                  <p:nvPr/>
                </p:nvSpPr>
                <p:spPr>
                  <a:xfrm>
                    <a:off x="8928307" y="3132376"/>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29" name="타원 128">
                    <a:extLst>
                      <a:ext uri="{FF2B5EF4-FFF2-40B4-BE49-F238E27FC236}">
                        <a16:creationId xmlns:a16="http://schemas.microsoft.com/office/drawing/2014/main" id="{541DB67D-8732-8C22-E790-461DC1B7127F}"/>
                      </a:ext>
                    </a:extLst>
                  </p:cNvPr>
                  <p:cNvSpPr/>
                  <p:nvPr/>
                </p:nvSpPr>
                <p:spPr>
                  <a:xfrm>
                    <a:off x="8927240" y="3205406"/>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grpSp>
          </p:grpSp>
          <p:cxnSp>
            <p:nvCxnSpPr>
              <p:cNvPr id="82" name="직선 연결선 81">
                <a:extLst>
                  <a:ext uri="{FF2B5EF4-FFF2-40B4-BE49-F238E27FC236}">
                    <a16:creationId xmlns:a16="http://schemas.microsoft.com/office/drawing/2014/main" id="{A340230F-76DD-2837-1CB6-F16D28F15F2D}"/>
                  </a:ext>
                </a:extLst>
              </p:cNvPr>
              <p:cNvCxnSpPr>
                <a:cxnSpLocks/>
              </p:cNvCxnSpPr>
              <p:nvPr/>
            </p:nvCxnSpPr>
            <p:spPr>
              <a:xfrm>
                <a:off x="2679780" y="4519684"/>
                <a:ext cx="576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83" name="그룹 82">
                <a:extLst>
                  <a:ext uri="{FF2B5EF4-FFF2-40B4-BE49-F238E27FC236}">
                    <a16:creationId xmlns:a16="http://schemas.microsoft.com/office/drawing/2014/main" id="{7C01F331-7216-DED0-E096-3AE70D4FCD7A}"/>
                  </a:ext>
                </a:extLst>
              </p:cNvPr>
              <p:cNvGrpSpPr/>
              <p:nvPr/>
            </p:nvGrpSpPr>
            <p:grpSpPr>
              <a:xfrm>
                <a:off x="3266381" y="4418405"/>
                <a:ext cx="180000" cy="432000"/>
                <a:chOff x="7284063" y="1933923"/>
                <a:chExt cx="180000" cy="432000"/>
              </a:xfrm>
            </p:grpSpPr>
            <p:sp>
              <p:nvSpPr>
                <p:cNvPr id="111" name="사다리꼴 110">
                  <a:extLst>
                    <a:ext uri="{FF2B5EF4-FFF2-40B4-BE49-F238E27FC236}">
                      <a16:creationId xmlns:a16="http://schemas.microsoft.com/office/drawing/2014/main" id="{7F869E8E-EBCC-29E6-03D6-523C829BD927}"/>
                    </a:ext>
                  </a:extLst>
                </p:cNvPr>
                <p:cNvSpPr/>
                <p:nvPr/>
              </p:nvSpPr>
              <p:spPr>
                <a:xfrm rot="5400000">
                  <a:off x="7158063" y="2059923"/>
                  <a:ext cx="432000" cy="180000"/>
                </a:xfrm>
                <a:prstGeom prst="trapezoid">
                  <a:avLst>
                    <a:gd name="adj" fmla="val 51354"/>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700" dirty="0"/>
                </a:p>
              </p:txBody>
            </p:sp>
            <p:sp>
              <p:nvSpPr>
                <p:cNvPr id="112" name="TextBox 111">
                  <a:extLst>
                    <a:ext uri="{FF2B5EF4-FFF2-40B4-BE49-F238E27FC236}">
                      <a16:creationId xmlns:a16="http://schemas.microsoft.com/office/drawing/2014/main" id="{AFF45235-6B06-698C-8AAC-FBEF16EC418B}"/>
                    </a:ext>
                  </a:extLst>
                </p:cNvPr>
                <p:cNvSpPr txBox="1"/>
                <p:nvPr/>
              </p:nvSpPr>
              <p:spPr>
                <a:xfrm>
                  <a:off x="7321163" y="1996274"/>
                  <a:ext cx="49694" cy="107722"/>
                </a:xfrm>
                <a:prstGeom prst="rect">
                  <a:avLst/>
                </a:prstGeom>
                <a:noFill/>
              </p:spPr>
              <p:txBody>
                <a:bodyPr wrap="none" lIns="0" tIns="0" rIns="0" bIns="0" rtlCol="0" anchor="ctr" anchorCtr="0">
                  <a:spAutoFit/>
                </a:bodyPr>
                <a:lstStyle/>
                <a:p>
                  <a:pPr algn="ctr"/>
                  <a:r>
                    <a:rPr lang="en-US" altLang="ko-KR" sz="700" dirty="0">
                      <a:latin typeface="+mn-ea"/>
                    </a:rPr>
                    <a:t>0</a:t>
                  </a:r>
                  <a:endParaRPr lang="ko-KR" altLang="en-US" sz="700" dirty="0">
                    <a:latin typeface="+mn-ea"/>
                  </a:endParaRPr>
                </a:p>
              </p:txBody>
            </p:sp>
            <p:sp>
              <p:nvSpPr>
                <p:cNvPr id="113" name="TextBox 112">
                  <a:extLst>
                    <a:ext uri="{FF2B5EF4-FFF2-40B4-BE49-F238E27FC236}">
                      <a16:creationId xmlns:a16="http://schemas.microsoft.com/office/drawing/2014/main" id="{EC4D60C7-4EBB-2CD8-60ED-1AF79334090F}"/>
                    </a:ext>
                  </a:extLst>
                </p:cNvPr>
                <p:cNvSpPr txBox="1"/>
                <p:nvPr/>
              </p:nvSpPr>
              <p:spPr>
                <a:xfrm>
                  <a:off x="7321163" y="2202968"/>
                  <a:ext cx="49694" cy="107722"/>
                </a:xfrm>
                <a:prstGeom prst="rect">
                  <a:avLst/>
                </a:prstGeom>
                <a:noFill/>
              </p:spPr>
              <p:txBody>
                <a:bodyPr wrap="none" lIns="0" tIns="0" rIns="0" bIns="0" rtlCol="0" anchor="ctr" anchorCtr="0">
                  <a:spAutoFit/>
                </a:bodyPr>
                <a:lstStyle/>
                <a:p>
                  <a:pPr algn="ctr"/>
                  <a:r>
                    <a:rPr lang="en-US" altLang="ko-KR" sz="700" dirty="0">
                      <a:latin typeface="+mn-ea"/>
                    </a:rPr>
                    <a:t>1</a:t>
                  </a:r>
                  <a:endParaRPr lang="ko-KR" altLang="en-US" sz="700" dirty="0">
                    <a:latin typeface="+mn-ea"/>
                  </a:endParaRPr>
                </a:p>
              </p:txBody>
            </p:sp>
          </p:grpSp>
          <p:cxnSp>
            <p:nvCxnSpPr>
              <p:cNvPr id="85" name="직선 연결선 84">
                <a:extLst>
                  <a:ext uri="{FF2B5EF4-FFF2-40B4-BE49-F238E27FC236}">
                    <a16:creationId xmlns:a16="http://schemas.microsoft.com/office/drawing/2014/main" id="{6802305E-CED5-BDE6-5A9F-2E0C326B75E5}"/>
                  </a:ext>
                </a:extLst>
              </p:cNvPr>
              <p:cNvCxnSpPr>
                <a:cxnSpLocks/>
              </p:cNvCxnSpPr>
              <p:nvPr/>
            </p:nvCxnSpPr>
            <p:spPr>
              <a:xfrm flipV="1">
                <a:off x="2934862" y="4240025"/>
                <a:ext cx="0" cy="50400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sp>
            <p:nvSpPr>
              <p:cNvPr id="86" name="타원 85">
                <a:extLst>
                  <a:ext uri="{FF2B5EF4-FFF2-40B4-BE49-F238E27FC236}">
                    <a16:creationId xmlns:a16="http://schemas.microsoft.com/office/drawing/2014/main" id="{C20ACB1B-87CA-FD33-51D2-4D4AD4A49A44}"/>
                  </a:ext>
                </a:extLst>
              </p:cNvPr>
              <p:cNvSpPr/>
              <p:nvPr/>
            </p:nvSpPr>
            <p:spPr>
              <a:xfrm>
                <a:off x="2664635" y="3997322"/>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87" name="직선 연결선 86">
                <a:extLst>
                  <a:ext uri="{FF2B5EF4-FFF2-40B4-BE49-F238E27FC236}">
                    <a16:creationId xmlns:a16="http://schemas.microsoft.com/office/drawing/2014/main" id="{2A6E18BC-CCE7-4C55-C1FA-1492EA3AD987}"/>
                  </a:ext>
                </a:extLst>
              </p:cNvPr>
              <p:cNvCxnSpPr>
                <a:cxnSpLocks/>
              </p:cNvCxnSpPr>
              <p:nvPr/>
            </p:nvCxnSpPr>
            <p:spPr>
              <a:xfrm>
                <a:off x="2932432" y="4741311"/>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88" name="타원 87">
                <a:extLst>
                  <a:ext uri="{FF2B5EF4-FFF2-40B4-BE49-F238E27FC236}">
                    <a16:creationId xmlns:a16="http://schemas.microsoft.com/office/drawing/2014/main" id="{87401336-7B2B-9DF7-38F1-A3E80A7E9F59}"/>
                  </a:ext>
                </a:extLst>
              </p:cNvPr>
              <p:cNvSpPr/>
              <p:nvPr/>
            </p:nvSpPr>
            <p:spPr>
              <a:xfrm>
                <a:off x="2919860" y="4218734"/>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104" name="직선 연결선 103">
                <a:extLst>
                  <a:ext uri="{FF2B5EF4-FFF2-40B4-BE49-F238E27FC236}">
                    <a16:creationId xmlns:a16="http://schemas.microsoft.com/office/drawing/2014/main" id="{79D21FFB-6DFE-06EC-03FC-584CAC271CF3}"/>
                  </a:ext>
                </a:extLst>
              </p:cNvPr>
              <p:cNvCxnSpPr/>
              <p:nvPr/>
            </p:nvCxnSpPr>
            <p:spPr>
              <a:xfrm>
                <a:off x="5742101" y="4644917"/>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5" name="직선 연결선 104">
                <a:extLst>
                  <a:ext uri="{FF2B5EF4-FFF2-40B4-BE49-F238E27FC236}">
                    <a16:creationId xmlns:a16="http://schemas.microsoft.com/office/drawing/2014/main" id="{C7991BAF-79A2-67D2-6E59-6708376461F5}"/>
                  </a:ext>
                </a:extLst>
              </p:cNvPr>
              <p:cNvCxnSpPr/>
              <p:nvPr/>
            </p:nvCxnSpPr>
            <p:spPr>
              <a:xfrm>
                <a:off x="5742101" y="4897146"/>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9FAE8187-7329-FA7C-13BA-8F612BDDC48B}"/>
                  </a:ext>
                </a:extLst>
              </p:cNvPr>
              <p:cNvCxnSpPr/>
              <p:nvPr/>
            </p:nvCxnSpPr>
            <p:spPr>
              <a:xfrm>
                <a:off x="5742101" y="5400232"/>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07" name="TextBox 106">
                <a:extLst>
                  <a:ext uri="{FF2B5EF4-FFF2-40B4-BE49-F238E27FC236}">
                    <a16:creationId xmlns:a16="http://schemas.microsoft.com/office/drawing/2014/main" id="{FE9043E9-84FE-7974-257D-E6069418D268}"/>
                  </a:ext>
                </a:extLst>
              </p:cNvPr>
              <p:cNvSpPr txBox="1"/>
              <p:nvPr/>
            </p:nvSpPr>
            <p:spPr>
              <a:xfrm>
                <a:off x="6112320" y="4849719"/>
                <a:ext cx="113813" cy="107722"/>
              </a:xfrm>
              <a:prstGeom prst="rect">
                <a:avLst/>
              </a:prstGeom>
              <a:noFill/>
            </p:spPr>
            <p:txBody>
              <a:bodyPr wrap="none" lIns="0" tIns="0" rIns="0" bIns="0" rtlCol="0" anchor="ctr" anchorCtr="0">
                <a:spAutoFit/>
              </a:bodyPr>
              <a:lstStyle/>
              <a:p>
                <a:pPr algn="ctr"/>
                <a:r>
                  <a:rPr lang="en-US" altLang="ko-KR" sz="700" dirty="0">
                    <a:latin typeface="+mn-ea"/>
                  </a:rPr>
                  <a:t>D2</a:t>
                </a:r>
                <a:endParaRPr lang="ko-KR" altLang="en-US" sz="700" dirty="0">
                  <a:latin typeface="+mn-ea"/>
                </a:endParaRPr>
              </a:p>
            </p:txBody>
          </p:sp>
          <p:sp>
            <p:nvSpPr>
              <p:cNvPr id="108" name="TextBox 107">
                <a:extLst>
                  <a:ext uri="{FF2B5EF4-FFF2-40B4-BE49-F238E27FC236}">
                    <a16:creationId xmlns:a16="http://schemas.microsoft.com/office/drawing/2014/main" id="{791E410F-DE65-DC82-9F81-E57E36C737B9}"/>
                  </a:ext>
                </a:extLst>
              </p:cNvPr>
              <p:cNvSpPr txBox="1"/>
              <p:nvPr/>
            </p:nvSpPr>
            <p:spPr>
              <a:xfrm>
                <a:off x="6115526" y="5337024"/>
                <a:ext cx="163506" cy="107722"/>
              </a:xfrm>
              <a:prstGeom prst="rect">
                <a:avLst/>
              </a:prstGeom>
              <a:noFill/>
            </p:spPr>
            <p:txBody>
              <a:bodyPr wrap="none" lIns="0" tIns="0" rIns="0" bIns="0" rtlCol="0" anchor="ctr" anchorCtr="0">
                <a:spAutoFit/>
              </a:bodyPr>
              <a:lstStyle/>
              <a:p>
                <a:pPr algn="ctr"/>
                <a:r>
                  <a:rPr lang="en-US" altLang="ko-KR" sz="700" dirty="0">
                    <a:latin typeface="+mn-ea"/>
                  </a:rPr>
                  <a:t>D24</a:t>
                </a:r>
                <a:endParaRPr lang="ko-KR" altLang="en-US" sz="700" dirty="0">
                  <a:latin typeface="+mn-ea"/>
                </a:endParaRPr>
              </a:p>
            </p:txBody>
          </p:sp>
          <p:sp>
            <p:nvSpPr>
              <p:cNvPr id="109" name="TextBox 108">
                <a:extLst>
                  <a:ext uri="{FF2B5EF4-FFF2-40B4-BE49-F238E27FC236}">
                    <a16:creationId xmlns:a16="http://schemas.microsoft.com/office/drawing/2014/main" id="{572E1631-0F6A-56E0-1D4F-2E809CC16F9D}"/>
                  </a:ext>
                </a:extLst>
              </p:cNvPr>
              <p:cNvSpPr txBox="1"/>
              <p:nvPr/>
            </p:nvSpPr>
            <p:spPr>
              <a:xfrm>
                <a:off x="4590972" y="3193717"/>
                <a:ext cx="929742" cy="107722"/>
              </a:xfrm>
              <a:prstGeom prst="rect">
                <a:avLst/>
              </a:prstGeom>
              <a:noFill/>
            </p:spPr>
            <p:txBody>
              <a:bodyPr wrap="none" lIns="0" tIns="0" rIns="0" bIns="0" rtlCol="0" anchor="ctr" anchorCtr="0">
                <a:spAutoFit/>
              </a:bodyPr>
              <a:lstStyle/>
              <a:p>
                <a:pPr algn="ctr"/>
                <a:r>
                  <a:rPr lang="en-US" altLang="ko-KR" sz="700" b="1" dirty="0">
                    <a:latin typeface="+mn-ea"/>
                  </a:rPr>
                  <a:t>SERIALIZER_SKEW_EN</a:t>
                </a:r>
                <a:endParaRPr lang="ko-KR" altLang="en-US" sz="700" b="1" dirty="0">
                  <a:latin typeface="+mn-ea"/>
                </a:endParaRPr>
              </a:p>
            </p:txBody>
          </p:sp>
          <p:cxnSp>
            <p:nvCxnSpPr>
              <p:cNvPr id="110" name="직선 연결선 109">
                <a:extLst>
                  <a:ext uri="{FF2B5EF4-FFF2-40B4-BE49-F238E27FC236}">
                    <a16:creationId xmlns:a16="http://schemas.microsoft.com/office/drawing/2014/main" id="{041CC7DC-B4A4-3F46-2544-979A7977ECAD}"/>
                  </a:ext>
                </a:extLst>
              </p:cNvPr>
              <p:cNvCxnSpPr>
                <a:cxnSpLocks/>
              </p:cNvCxnSpPr>
              <p:nvPr/>
            </p:nvCxnSpPr>
            <p:spPr>
              <a:xfrm>
                <a:off x="4527125" y="3328202"/>
                <a:ext cx="1044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sp>
            <p:nvSpPr>
              <p:cNvPr id="48" name="이등변 삼각형 47">
                <a:extLst>
                  <a:ext uri="{FF2B5EF4-FFF2-40B4-BE49-F238E27FC236}">
                    <a16:creationId xmlns:a16="http://schemas.microsoft.com/office/drawing/2014/main" id="{C4CBEE1E-0492-D52C-A89D-BF84BFB11DC9}"/>
                  </a:ext>
                </a:extLst>
              </p:cNvPr>
              <p:cNvSpPr/>
              <p:nvPr/>
            </p:nvSpPr>
            <p:spPr>
              <a:xfrm rot="5400000">
                <a:off x="4043766" y="5378744"/>
                <a:ext cx="90000" cy="54000"/>
              </a:xfrm>
              <a:prstGeom prst="triangle">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1" name="이등변 삼각형 50">
                <a:extLst>
                  <a:ext uri="{FF2B5EF4-FFF2-40B4-BE49-F238E27FC236}">
                    <a16:creationId xmlns:a16="http://schemas.microsoft.com/office/drawing/2014/main" id="{92598432-5E67-E0E7-1E8E-F043E961223F}"/>
                  </a:ext>
                </a:extLst>
              </p:cNvPr>
              <p:cNvSpPr/>
              <p:nvPr/>
            </p:nvSpPr>
            <p:spPr>
              <a:xfrm rot="5400000">
                <a:off x="4042556" y="4878732"/>
                <a:ext cx="90000" cy="54000"/>
              </a:xfrm>
              <a:prstGeom prst="triangle">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2" name="이등변 삼각형 51">
                <a:extLst>
                  <a:ext uri="{FF2B5EF4-FFF2-40B4-BE49-F238E27FC236}">
                    <a16:creationId xmlns:a16="http://schemas.microsoft.com/office/drawing/2014/main" id="{29FD25F6-3726-884A-E238-54589F5B0EB3}"/>
                  </a:ext>
                </a:extLst>
              </p:cNvPr>
              <p:cNvSpPr/>
              <p:nvPr/>
            </p:nvSpPr>
            <p:spPr>
              <a:xfrm rot="5400000">
                <a:off x="4042516" y="4597836"/>
                <a:ext cx="90000" cy="54000"/>
              </a:xfrm>
              <a:prstGeom prst="triangle">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51" name="TextBox 150">
                <a:extLst>
                  <a:ext uri="{FF2B5EF4-FFF2-40B4-BE49-F238E27FC236}">
                    <a16:creationId xmlns:a16="http://schemas.microsoft.com/office/drawing/2014/main" id="{559E50D3-57F2-A9BE-11A2-4F217573D0F6}"/>
                  </a:ext>
                </a:extLst>
              </p:cNvPr>
              <p:cNvSpPr txBox="1"/>
              <p:nvPr/>
            </p:nvSpPr>
            <p:spPr>
              <a:xfrm>
                <a:off x="3494851" y="4471113"/>
                <a:ext cx="504946" cy="107722"/>
              </a:xfrm>
              <a:prstGeom prst="rect">
                <a:avLst/>
              </a:prstGeom>
              <a:noFill/>
            </p:spPr>
            <p:txBody>
              <a:bodyPr wrap="none" lIns="0" tIns="0" rIns="0" bIns="0" rtlCol="0" anchor="ctr" anchorCtr="0">
                <a:spAutoFit/>
              </a:bodyPr>
              <a:lstStyle/>
              <a:p>
                <a:pPr algn="ctr"/>
                <a:r>
                  <a:rPr lang="en-US" altLang="ko-KR" sz="700" i="1" dirty="0">
                    <a:effectLst>
                      <a:outerShdw blurRad="38100" dist="38100" dir="2700000" algn="tl">
                        <a:srgbClr val="000000">
                          <a:alpha val="43137"/>
                        </a:srgbClr>
                      </a:outerShdw>
                    </a:effectLst>
                    <a:latin typeface="+mn-ea"/>
                  </a:rPr>
                  <a:t>Serializer clk</a:t>
                </a:r>
                <a:endParaRPr lang="ko-KR" altLang="en-US" sz="700" i="1" dirty="0">
                  <a:effectLst>
                    <a:outerShdw blurRad="38100" dist="38100" dir="2700000" algn="tl">
                      <a:srgbClr val="000000">
                        <a:alpha val="43137"/>
                      </a:srgbClr>
                    </a:outerShdw>
                  </a:effectLst>
                  <a:latin typeface="+mn-ea"/>
                </a:endParaRPr>
              </a:p>
            </p:txBody>
          </p:sp>
        </p:grpSp>
        <p:sp>
          <p:nvSpPr>
            <p:cNvPr id="5" name="TextBox 4">
              <a:extLst>
                <a:ext uri="{FF2B5EF4-FFF2-40B4-BE49-F238E27FC236}">
                  <a16:creationId xmlns:a16="http://schemas.microsoft.com/office/drawing/2014/main" id="{CB8809EA-6FA5-2036-C69F-42B99CA37BFB}"/>
                </a:ext>
              </a:extLst>
            </p:cNvPr>
            <p:cNvSpPr txBox="1"/>
            <p:nvPr/>
          </p:nvSpPr>
          <p:spPr>
            <a:xfrm>
              <a:off x="2594292" y="2968313"/>
              <a:ext cx="1407437" cy="215444"/>
            </a:xfrm>
            <a:prstGeom prst="rect">
              <a:avLst/>
            </a:prstGeom>
            <a:noFill/>
          </p:spPr>
          <p:txBody>
            <a:bodyPr wrap="none" lIns="0" tIns="0" rIns="0" bIns="0" rtlCol="0" anchor="ctr" anchorCtr="0">
              <a:spAutoFit/>
            </a:bodyPr>
            <a:lstStyle/>
            <a:p>
              <a:r>
                <a:rPr lang="en-US" altLang="ko-KR" sz="700" i="1" dirty="0">
                  <a:latin typeface="맑은 고딕" panose="020B0503020000020004" pitchFamily="50" charset="-127"/>
                  <a:ea typeface="맑은 고딕" panose="020B0503020000020004" pitchFamily="50" charset="-127"/>
                </a:rPr>
                <a:t>※ auto-changed to External MCLK</a:t>
              </a:r>
            </a:p>
            <a:p>
              <a:r>
                <a:rPr lang="en-US" altLang="ko-KR" sz="700" i="1" dirty="0">
                  <a:latin typeface="맑은 고딕" panose="020B0503020000020004" pitchFamily="50" charset="-127"/>
                  <a:ea typeface="맑은 고딕" panose="020B0503020000020004" pitchFamily="50" charset="-127"/>
                </a:rPr>
                <a:t>   if it is entered</a:t>
              </a:r>
              <a:endParaRPr lang="ko-KR" altLang="en-US" sz="700" i="1" dirty="0">
                <a:latin typeface="+mn-ea"/>
              </a:endParaRPr>
            </a:p>
          </p:txBody>
        </p:sp>
      </p:grpSp>
    </p:spTree>
    <p:extLst>
      <p:ext uri="{BB962C8B-B14F-4D97-AF65-F5344CB8AC3E}">
        <p14:creationId xmlns:p14="http://schemas.microsoft.com/office/powerpoint/2010/main" val="29055741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6C0FB-7633-4328-41F4-A198DB6CE18B}"/>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A5E0870-8F45-5097-6D37-32EDB79A7C6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71928F90-B118-A71C-6E4D-12E931DFB14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3B97D5DF-19FA-A910-5DBB-2A33E1D5080B}"/>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81DBCC31-6A02-0DB6-0FEE-B4F32ED324CB}"/>
              </a:ext>
            </a:extLst>
          </p:cNvPr>
          <p:cNvSpPr txBox="1"/>
          <p:nvPr/>
        </p:nvSpPr>
        <p:spPr>
          <a:xfrm>
            <a:off x="404811" y="1612565"/>
            <a:ext cx="6048622" cy="11079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XC24R supports </a:t>
            </a:r>
            <a:r>
              <a:rPr lang="en-US" altLang="ko-KR" sz="900" dirty="0">
                <a:solidFill>
                  <a:srgbClr val="000000"/>
                </a:solidFill>
                <a:latin typeface="Arial" panose="020B0604020202020204" pitchFamily="34" charset="0"/>
                <a:cs typeface="Arial" panose="020B0604020202020204" pitchFamily="34" charset="0"/>
              </a:rPr>
              <a:t>an internal </a:t>
            </a:r>
            <a:r>
              <a:rPr lang="en-US" altLang="ko-KR" sz="900" b="0" i="0" dirty="0">
                <a:solidFill>
                  <a:srgbClr val="000000"/>
                </a:solidFill>
                <a:effectLst/>
                <a:latin typeface="Arial" panose="020B0604020202020204" pitchFamily="34" charset="0"/>
                <a:cs typeface="Arial" panose="020B0604020202020204" pitchFamily="34" charset="0"/>
              </a:rPr>
              <a:t>FB status which </a:t>
            </a:r>
            <a:r>
              <a:rPr lang="en-US" altLang="ko-KR" sz="900" dirty="0">
                <a:solidFill>
                  <a:srgbClr val="000000"/>
                </a:solidFill>
                <a:latin typeface="Arial" panose="020B0604020202020204" pitchFamily="34" charset="0"/>
                <a:cs typeface="Arial" panose="020B0604020202020204" pitchFamily="34" charset="0"/>
              </a:rPr>
              <a:t>indicates whether the VLED is enough or not.  The internal FB status can be got from the readout information through the FAULT-(AUTO)-READ command.  The internal FB status is driven on the FBO pin to inform other XCs of the own FB status.  Instead of the internal FB status from the command, the XCs can use directly an external FB signals from the XDR devices to control the VLED like below Figure 24.  The internal FB status has a value which is latched for one frame, so if the XDR will sense the FB assertion condition at least once for one frame, the readout information from the command will contain the momorized status latched for one frame.</a:t>
            </a:r>
          </a:p>
          <a:p>
            <a:pPr algn="just"/>
            <a:r>
              <a:rPr lang="en-US" altLang="ko-KR" sz="900" b="0" i="0" dirty="0">
                <a:solidFill>
                  <a:srgbClr val="000000"/>
                </a:solidFill>
                <a:effectLst/>
                <a:latin typeface="Arial" panose="020B0604020202020204" pitchFamily="34" charset="0"/>
                <a:cs typeface="Arial" panose="020B0604020202020204" pitchFamily="34" charset="0"/>
              </a:rPr>
              <a:t>If multiple XCs are used, it needs to decide which XC is used as a master to control the VLED.  </a:t>
            </a:r>
            <a:r>
              <a:rPr lang="en-US" altLang="ko-KR" sz="900" dirty="0">
                <a:solidFill>
                  <a:srgbClr val="000000"/>
                </a:solidFill>
                <a:latin typeface="Arial" panose="020B0604020202020204" pitchFamily="34" charset="0"/>
                <a:cs typeface="Arial" panose="020B0604020202020204" pitchFamily="34" charset="0"/>
              </a:rPr>
              <a:t>Several examples are shown below, and the proper scheme can be chosen according to applications along with the DAC_FB_MODE bit.</a:t>
            </a:r>
            <a:endParaRPr lang="en-US" altLang="ko-KR" sz="900" b="0" i="0" dirty="0">
              <a:solidFill>
                <a:srgbClr val="000000"/>
              </a:solidFill>
              <a:effectLst/>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7D6177BD-0293-5A79-481C-9F4FAF14B165}"/>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The FB connection for using several XCs</a:t>
            </a:r>
          </a:p>
        </p:txBody>
      </p:sp>
      <p:sp>
        <p:nvSpPr>
          <p:cNvPr id="91" name="object 84">
            <a:extLst>
              <a:ext uri="{FF2B5EF4-FFF2-40B4-BE49-F238E27FC236}">
                <a16:creationId xmlns:a16="http://schemas.microsoft.com/office/drawing/2014/main" id="{72886D79-F64D-7D84-C28A-858C0C34DBF7}"/>
              </a:ext>
            </a:extLst>
          </p:cNvPr>
          <p:cNvSpPr txBox="1"/>
          <p:nvPr/>
        </p:nvSpPr>
        <p:spPr>
          <a:xfrm>
            <a:off x="2180694" y="8075085"/>
            <a:ext cx="2544927" cy="138499"/>
          </a:xfrm>
          <a:prstGeom prst="rect">
            <a:avLst/>
          </a:prstGeom>
        </p:spPr>
        <p:txBody>
          <a:bodyPr vert="horz" wrap="none" lIns="0" tIns="0" rIns="0" bIns="0" rtlCol="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25. </a:t>
            </a:r>
            <a:r>
              <a:rPr lang="en-US" sz="900" b="1" spc="15" dirty="0">
                <a:solidFill>
                  <a:prstClr val="black"/>
                </a:solidFill>
                <a:latin typeface="Arial" panose="020B0604020202020204" pitchFamily="34" charset="0"/>
                <a:cs typeface="Arial" panose="020B0604020202020204" pitchFamily="34" charset="0"/>
              </a:rPr>
              <a:t>The scheme in using multiple XCs</a:t>
            </a:r>
            <a:endParaRPr kumimoji="0" lang="en-US" sz="900" b="1" spc="15" dirty="0">
              <a:solidFill>
                <a:prstClr val="black"/>
              </a:solidFill>
              <a:latin typeface="Arial" panose="020B0604020202020204" pitchFamily="34" charset="0"/>
              <a:ea typeface="+mn-ea"/>
              <a:cs typeface="Arial" panose="020B0604020202020204" pitchFamily="34" charset="0"/>
            </a:endParaRPr>
          </a:p>
        </p:txBody>
      </p:sp>
      <p:sp>
        <p:nvSpPr>
          <p:cNvPr id="120" name="object 84">
            <a:extLst>
              <a:ext uri="{FF2B5EF4-FFF2-40B4-BE49-F238E27FC236}">
                <a16:creationId xmlns:a16="http://schemas.microsoft.com/office/drawing/2014/main" id="{1C8275CF-1132-08E8-2DB7-D92878A57183}"/>
              </a:ext>
            </a:extLst>
          </p:cNvPr>
          <p:cNvSpPr txBox="1"/>
          <p:nvPr/>
        </p:nvSpPr>
        <p:spPr>
          <a:xfrm>
            <a:off x="2270142" y="6087050"/>
            <a:ext cx="2366032"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24. The scheme in using single XC</a:t>
            </a:r>
          </a:p>
        </p:txBody>
      </p:sp>
      <p:sp>
        <p:nvSpPr>
          <p:cNvPr id="220" name="object 84">
            <a:extLst>
              <a:ext uri="{FF2B5EF4-FFF2-40B4-BE49-F238E27FC236}">
                <a16:creationId xmlns:a16="http://schemas.microsoft.com/office/drawing/2014/main" id="{0320FEA9-D4E6-DEEB-26A0-F22860C5C653}"/>
              </a:ext>
            </a:extLst>
          </p:cNvPr>
          <p:cNvSpPr txBox="1"/>
          <p:nvPr/>
        </p:nvSpPr>
        <p:spPr>
          <a:xfrm>
            <a:off x="990626" y="7726241"/>
            <a:ext cx="1786708"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(a) using internal FBs of multiple XCs</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sp>
        <p:nvSpPr>
          <p:cNvPr id="221" name="object 84">
            <a:extLst>
              <a:ext uri="{FF2B5EF4-FFF2-40B4-BE49-F238E27FC236}">
                <a16:creationId xmlns:a16="http://schemas.microsoft.com/office/drawing/2014/main" id="{AA84771C-2900-DBF4-0DC8-B431A5ACCDD3}"/>
              </a:ext>
            </a:extLst>
          </p:cNvPr>
          <p:cNvSpPr txBox="1"/>
          <p:nvPr/>
        </p:nvSpPr>
        <p:spPr>
          <a:xfrm>
            <a:off x="4707120" y="7726241"/>
            <a:ext cx="1160254"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(b) using an external FB</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pic>
        <p:nvPicPr>
          <p:cNvPr id="226" name="그림 225">
            <a:extLst>
              <a:ext uri="{FF2B5EF4-FFF2-40B4-BE49-F238E27FC236}">
                <a16:creationId xmlns:a16="http://schemas.microsoft.com/office/drawing/2014/main" id="{9BE1218C-C1F0-AA9C-7E64-B48E72E2D502}"/>
              </a:ext>
            </a:extLst>
          </p:cNvPr>
          <p:cNvPicPr>
            <a:picLocks noChangeAspect="1"/>
          </p:cNvPicPr>
          <p:nvPr/>
        </p:nvPicPr>
        <p:blipFill>
          <a:blip r:embed="rId2"/>
          <a:stretch>
            <a:fillRect/>
          </a:stretch>
        </p:blipFill>
        <p:spPr>
          <a:xfrm>
            <a:off x="2355158" y="3068978"/>
            <a:ext cx="2196000" cy="1071218"/>
          </a:xfrm>
          <a:prstGeom prst="rect">
            <a:avLst/>
          </a:prstGeom>
        </p:spPr>
      </p:pic>
      <p:sp>
        <p:nvSpPr>
          <p:cNvPr id="227" name="object 84">
            <a:extLst>
              <a:ext uri="{FF2B5EF4-FFF2-40B4-BE49-F238E27FC236}">
                <a16:creationId xmlns:a16="http://schemas.microsoft.com/office/drawing/2014/main" id="{5BF6360A-9BA0-C814-BEB7-80710B04BDBC}"/>
              </a:ext>
            </a:extLst>
          </p:cNvPr>
          <p:cNvSpPr txBox="1"/>
          <p:nvPr/>
        </p:nvSpPr>
        <p:spPr>
          <a:xfrm>
            <a:off x="1537248" y="4327017"/>
            <a:ext cx="3831818"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 23.</a:t>
            </a:r>
            <a:r>
              <a:rPr kumimoji="0" lang="en-US" sz="900" b="1" spc="15" dirty="0">
                <a:solidFill>
                  <a:prstClr val="black"/>
                </a:solidFill>
                <a:latin typeface="Arial" panose="020B0604020202020204" pitchFamily="34" charset="0"/>
                <a:ea typeface="+mn-ea"/>
                <a:cs typeface="Arial" panose="020B0604020202020204" pitchFamily="34" charset="0"/>
              </a:rPr>
              <a:t> </a:t>
            </a:r>
            <a:r>
              <a:rPr lang="en-US" sz="900" b="1" spc="15" dirty="0">
                <a:solidFill>
                  <a:prstClr val="black"/>
                </a:solidFill>
                <a:latin typeface="Arial" panose="020B0604020202020204" pitchFamily="34" charset="0"/>
                <a:cs typeface="Arial" panose="020B0604020202020204" pitchFamily="34" charset="0"/>
              </a:rPr>
              <a:t>The DACO connection to the VLED DC Converter’s VREF</a:t>
            </a:r>
            <a:endParaRPr kumimoji="0" lang="en-US" sz="900" b="1" spc="15" dirty="0">
              <a:solidFill>
                <a:prstClr val="black"/>
              </a:solidFill>
              <a:latin typeface="Arial" panose="020B0604020202020204" pitchFamily="34" charset="0"/>
              <a:ea typeface="+mn-ea"/>
              <a:cs typeface="Arial" panose="020B0604020202020204" pitchFamily="34" charset="0"/>
            </a:endParaRPr>
          </a:p>
        </p:txBody>
      </p:sp>
      <p:grpSp>
        <p:nvGrpSpPr>
          <p:cNvPr id="11" name="그룹 10">
            <a:extLst>
              <a:ext uri="{FF2B5EF4-FFF2-40B4-BE49-F238E27FC236}">
                <a16:creationId xmlns:a16="http://schemas.microsoft.com/office/drawing/2014/main" id="{4DB8B40A-339D-F275-D239-D53505CD5885}"/>
              </a:ext>
            </a:extLst>
          </p:cNvPr>
          <p:cNvGrpSpPr/>
          <p:nvPr/>
        </p:nvGrpSpPr>
        <p:grpSpPr>
          <a:xfrm>
            <a:off x="1404182" y="4981623"/>
            <a:ext cx="4120247" cy="947507"/>
            <a:chOff x="1348521" y="5017407"/>
            <a:chExt cx="4120247" cy="947507"/>
          </a:xfrm>
        </p:grpSpPr>
        <p:sp>
          <p:nvSpPr>
            <p:cNvPr id="213" name="object 84">
              <a:extLst>
                <a:ext uri="{FF2B5EF4-FFF2-40B4-BE49-F238E27FC236}">
                  <a16:creationId xmlns:a16="http://schemas.microsoft.com/office/drawing/2014/main" id="{531A4EEF-B3C9-68C7-9E7D-5FD01BBACFD1}"/>
                </a:ext>
              </a:extLst>
            </p:cNvPr>
            <p:cNvSpPr txBox="1"/>
            <p:nvPr/>
          </p:nvSpPr>
          <p:spPr>
            <a:xfrm>
              <a:off x="1348521" y="5820472"/>
              <a:ext cx="1131400"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(a) using an internal FB</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sp>
          <p:nvSpPr>
            <p:cNvPr id="214" name="object 84">
              <a:extLst>
                <a:ext uri="{FF2B5EF4-FFF2-40B4-BE49-F238E27FC236}">
                  <a16:creationId xmlns:a16="http://schemas.microsoft.com/office/drawing/2014/main" id="{0E27C09C-3A81-888B-B295-51C0763B4F7A}"/>
                </a:ext>
              </a:extLst>
            </p:cNvPr>
            <p:cNvSpPr txBox="1"/>
            <p:nvPr/>
          </p:nvSpPr>
          <p:spPr>
            <a:xfrm>
              <a:off x="3797954" y="5826736"/>
              <a:ext cx="1160254"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(b) using an external FB</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pic>
          <p:nvPicPr>
            <p:cNvPr id="4" name="그림 3">
              <a:extLst>
                <a:ext uri="{FF2B5EF4-FFF2-40B4-BE49-F238E27FC236}">
                  <a16:creationId xmlns:a16="http://schemas.microsoft.com/office/drawing/2014/main" id="{755176F4-A3A2-2815-18C5-67A4909D88C4}"/>
                </a:ext>
              </a:extLst>
            </p:cNvPr>
            <p:cNvPicPr>
              <a:picLocks noChangeAspect="1"/>
            </p:cNvPicPr>
            <p:nvPr/>
          </p:nvPicPr>
          <p:blipFill>
            <a:blip r:embed="rId3"/>
            <a:stretch>
              <a:fillRect/>
            </a:stretch>
          </p:blipFill>
          <p:spPr>
            <a:xfrm>
              <a:off x="1508768" y="5017407"/>
              <a:ext cx="3960000" cy="722207"/>
            </a:xfrm>
            <a:prstGeom prst="rect">
              <a:avLst/>
            </a:prstGeom>
          </p:spPr>
        </p:pic>
      </p:grpSp>
      <p:pic>
        <p:nvPicPr>
          <p:cNvPr id="10" name="그림 9">
            <a:extLst>
              <a:ext uri="{FF2B5EF4-FFF2-40B4-BE49-F238E27FC236}">
                <a16:creationId xmlns:a16="http://schemas.microsoft.com/office/drawing/2014/main" id="{B213A628-33FE-ADFB-6DAB-5B1B2D3880CD}"/>
              </a:ext>
            </a:extLst>
          </p:cNvPr>
          <p:cNvPicPr>
            <a:picLocks noChangeAspect="1"/>
          </p:cNvPicPr>
          <p:nvPr/>
        </p:nvPicPr>
        <p:blipFill>
          <a:blip r:embed="rId4"/>
          <a:stretch>
            <a:fillRect/>
          </a:stretch>
        </p:blipFill>
        <p:spPr>
          <a:xfrm>
            <a:off x="590768" y="6708165"/>
            <a:ext cx="5796000" cy="913434"/>
          </a:xfrm>
          <a:prstGeom prst="rect">
            <a:avLst/>
          </a:prstGeom>
        </p:spPr>
      </p:pic>
    </p:spTree>
    <p:extLst>
      <p:ext uri="{BB962C8B-B14F-4D97-AF65-F5344CB8AC3E}">
        <p14:creationId xmlns:p14="http://schemas.microsoft.com/office/powerpoint/2010/main" val="4113622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085-6442-6105-5C85-D4D906BEF6F4}"/>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256AB63-2D4E-D857-536D-5CB1DE29D69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EF4FEF71-F2BE-9278-864E-465279B329E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E3045BF2-3AF6-2D65-F28A-4001AE1C28D9}"/>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3864273E-676A-0F6F-5D94-075EC4490E4A}"/>
              </a:ext>
            </a:extLst>
          </p:cNvPr>
          <p:cNvSpPr txBox="1"/>
          <p:nvPr/>
        </p:nvSpPr>
        <p:spPr>
          <a:xfrm>
            <a:off x="404811" y="1612565"/>
            <a:ext cx="6048622" cy="1384995"/>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XC24R has </a:t>
            </a:r>
            <a:r>
              <a:rPr lang="en-US" altLang="ko-KR" sz="900" dirty="0">
                <a:solidFill>
                  <a:srgbClr val="000000"/>
                </a:solidFill>
                <a:latin typeface="Arial" panose="020B0604020202020204" pitchFamily="34" charset="0"/>
                <a:cs typeface="Arial" panose="020B0604020202020204" pitchFamily="34" charset="0"/>
              </a:rPr>
              <a:t>one DAC channel to adjust the VLED for efficient power consumption.  The DAC out can be directly connected to a reference input of the VLED converter. The DAC has a 12-bit resolution at the max 3.3V level and can be configured to 2 modes according to the DAC_AUTO bit, the MANUAL mode or the AUTO control.  In MANUAL mode, the value written to the CURR_TGT_DAC register will be output directly at incoming VSYNC signal. In AUTO mode, the DAC out is automatically controlled according to several registers’ set values.  The major difference between the AUTO and MANUAL mode is that the AUTO mode uses the FB status to control efficiently in order to minimize the power consumption.  The proper value to be written to the CURR_TGT_DAC can be obtained by calculating of the sum of all LEDs’ V</a:t>
            </a:r>
            <a:r>
              <a:rPr lang="en-US" altLang="ko-KR" sz="900" baseline="-25000" dirty="0">
                <a:solidFill>
                  <a:srgbClr val="000000"/>
                </a:solidFill>
                <a:latin typeface="Arial" panose="020B0604020202020204" pitchFamily="34" charset="0"/>
                <a:cs typeface="Arial" panose="020B0604020202020204" pitchFamily="34" charset="0"/>
              </a:rPr>
              <a:t>F</a:t>
            </a:r>
            <a:r>
              <a:rPr lang="en-US" altLang="ko-KR" sz="900" dirty="0">
                <a:solidFill>
                  <a:srgbClr val="000000"/>
                </a:solidFill>
                <a:latin typeface="Arial" panose="020B0604020202020204" pitchFamily="34" charset="0"/>
                <a:cs typeface="Arial" panose="020B0604020202020204" pitchFamily="34" charset="0"/>
              </a:rPr>
              <a:t> in room temperature plus the minimum required V</a:t>
            </a:r>
            <a:r>
              <a:rPr lang="en-US" altLang="ko-KR" sz="900" baseline="-25000" dirty="0">
                <a:solidFill>
                  <a:srgbClr val="000000"/>
                </a:solidFill>
                <a:latin typeface="Arial" panose="020B0604020202020204" pitchFamily="34" charset="0"/>
                <a:cs typeface="Arial" panose="020B0604020202020204" pitchFamily="34" charset="0"/>
              </a:rPr>
              <a:t>HD</a:t>
            </a:r>
            <a:r>
              <a:rPr lang="en-US" altLang="ko-KR" sz="900" dirty="0">
                <a:solidFill>
                  <a:srgbClr val="000000"/>
                </a:solidFill>
                <a:latin typeface="Arial" panose="020B0604020202020204" pitchFamily="34" charset="0"/>
                <a:cs typeface="Arial" panose="020B0604020202020204" pitchFamily="34" charset="0"/>
              </a:rPr>
              <a:t> of XDR.  In case of low or high ambient temperature, the DAC out will be react rapidly according to the FB status.  The operating conditions in the AUTO mode can be set through several registers.  Refer to the register’s description part for details along with Figure 27. below.</a:t>
            </a:r>
            <a:endParaRPr lang="en-US" altLang="ko-KR" sz="900" b="0" i="0" dirty="0">
              <a:solidFill>
                <a:srgbClr val="000000"/>
              </a:solidFill>
              <a:effectLst/>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C3C1F45C-D659-C681-1ED2-254F785C2891}"/>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DAC control for adjusting VLED</a:t>
            </a:r>
          </a:p>
        </p:txBody>
      </p:sp>
      <p:sp>
        <p:nvSpPr>
          <p:cNvPr id="27" name="object 84">
            <a:extLst>
              <a:ext uri="{FF2B5EF4-FFF2-40B4-BE49-F238E27FC236}">
                <a16:creationId xmlns:a16="http://schemas.microsoft.com/office/drawing/2014/main" id="{4EC10B43-1FF9-32BC-7340-BB63B4376C5B}"/>
              </a:ext>
            </a:extLst>
          </p:cNvPr>
          <p:cNvSpPr txBox="1"/>
          <p:nvPr/>
        </p:nvSpPr>
        <p:spPr>
          <a:xfrm>
            <a:off x="1877289" y="8657361"/>
            <a:ext cx="3103414" cy="138499"/>
          </a:xfrm>
          <a:prstGeom prst="rect">
            <a:avLst/>
          </a:prstGeom>
        </p:spPr>
        <p:txBody>
          <a:bodyPr vert="horz" wrap="none" lIns="0" tIns="0" rIns="0" bIns="0" rtlCol="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28. The scheme of the DAC AUTO control mode</a:t>
            </a:r>
          </a:p>
        </p:txBody>
      </p:sp>
      <p:sp>
        <p:nvSpPr>
          <p:cNvPr id="91" name="object 84">
            <a:extLst>
              <a:ext uri="{FF2B5EF4-FFF2-40B4-BE49-F238E27FC236}">
                <a16:creationId xmlns:a16="http://schemas.microsoft.com/office/drawing/2014/main" id="{E2FDA66A-3B83-95B2-B332-7527BA442B2E}"/>
              </a:ext>
            </a:extLst>
          </p:cNvPr>
          <p:cNvSpPr txBox="1"/>
          <p:nvPr/>
        </p:nvSpPr>
        <p:spPr>
          <a:xfrm>
            <a:off x="1669862" y="5634975"/>
            <a:ext cx="3518271" cy="138499"/>
          </a:xfrm>
          <a:prstGeom prst="rect">
            <a:avLst/>
          </a:prstGeom>
        </p:spPr>
        <p:txBody>
          <a:bodyPr vert="horz" wrap="none" lIns="0" tIns="0" rIns="0" bIns="0" rtlCol="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27. The effective tim</a:t>
            </a:r>
            <a:r>
              <a:rPr lang="en-US" sz="900" b="1" spc="15" dirty="0">
                <a:solidFill>
                  <a:prstClr val="black"/>
                </a:solidFill>
                <a:latin typeface="Arial" panose="020B0604020202020204" pitchFamily="34" charset="0"/>
                <a:cs typeface="Arial" panose="020B0604020202020204" pitchFamily="34" charset="0"/>
              </a:rPr>
              <a:t>ing of writing the CURR_TGT_DAC</a:t>
            </a:r>
            <a:endParaRPr kumimoji="0" lang="en-US" sz="900" b="1" spc="15" dirty="0">
              <a:solidFill>
                <a:prstClr val="black"/>
              </a:solidFill>
              <a:latin typeface="Arial" panose="020B0604020202020204" pitchFamily="34" charset="0"/>
              <a:ea typeface="+mn-ea"/>
              <a:cs typeface="Arial" panose="020B0604020202020204" pitchFamily="34" charset="0"/>
            </a:endParaRPr>
          </a:p>
        </p:txBody>
      </p:sp>
      <p:sp>
        <p:nvSpPr>
          <p:cNvPr id="120" name="object 84">
            <a:extLst>
              <a:ext uri="{FF2B5EF4-FFF2-40B4-BE49-F238E27FC236}">
                <a16:creationId xmlns:a16="http://schemas.microsoft.com/office/drawing/2014/main" id="{7F28186E-AFC0-E31A-C8F7-E556CFC6399A}"/>
              </a:ext>
            </a:extLst>
          </p:cNvPr>
          <p:cNvSpPr txBox="1"/>
          <p:nvPr/>
        </p:nvSpPr>
        <p:spPr>
          <a:xfrm>
            <a:off x="2253354" y="4340696"/>
            <a:ext cx="2351285"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26. The scheme of the DAC output</a:t>
            </a:r>
          </a:p>
        </p:txBody>
      </p:sp>
      <p:pic>
        <p:nvPicPr>
          <p:cNvPr id="92" name="그림 91">
            <a:extLst>
              <a:ext uri="{FF2B5EF4-FFF2-40B4-BE49-F238E27FC236}">
                <a16:creationId xmlns:a16="http://schemas.microsoft.com/office/drawing/2014/main" id="{99BA94AF-8D98-9F49-E9E5-2AD3A5CCB584}"/>
              </a:ext>
            </a:extLst>
          </p:cNvPr>
          <p:cNvPicPr>
            <a:picLocks noChangeAspect="1"/>
          </p:cNvPicPr>
          <p:nvPr/>
        </p:nvPicPr>
        <p:blipFill>
          <a:blip r:embed="rId2"/>
          <a:stretch>
            <a:fillRect/>
          </a:stretch>
        </p:blipFill>
        <p:spPr>
          <a:xfrm>
            <a:off x="1429196" y="4861985"/>
            <a:ext cx="4032000" cy="662648"/>
          </a:xfrm>
          <a:prstGeom prst="rect">
            <a:avLst/>
          </a:prstGeom>
        </p:spPr>
      </p:pic>
      <p:pic>
        <p:nvPicPr>
          <p:cNvPr id="93" name="그림 92">
            <a:extLst>
              <a:ext uri="{FF2B5EF4-FFF2-40B4-BE49-F238E27FC236}">
                <a16:creationId xmlns:a16="http://schemas.microsoft.com/office/drawing/2014/main" id="{F116232C-67A3-E927-55A3-3AC53A38197B}"/>
              </a:ext>
            </a:extLst>
          </p:cNvPr>
          <p:cNvPicPr>
            <a:picLocks noChangeAspect="1"/>
          </p:cNvPicPr>
          <p:nvPr/>
        </p:nvPicPr>
        <p:blipFill>
          <a:blip r:embed="rId3"/>
          <a:stretch>
            <a:fillRect/>
          </a:stretch>
        </p:blipFill>
        <p:spPr>
          <a:xfrm>
            <a:off x="1840037" y="3377447"/>
            <a:ext cx="3276000" cy="815770"/>
          </a:xfrm>
          <a:prstGeom prst="rect">
            <a:avLst/>
          </a:prstGeom>
        </p:spPr>
      </p:pic>
      <p:pic>
        <p:nvPicPr>
          <p:cNvPr id="5" name="그림 4">
            <a:extLst>
              <a:ext uri="{FF2B5EF4-FFF2-40B4-BE49-F238E27FC236}">
                <a16:creationId xmlns:a16="http://schemas.microsoft.com/office/drawing/2014/main" id="{F2485B66-539C-6429-6368-B7D5FBA07243}"/>
              </a:ext>
            </a:extLst>
          </p:cNvPr>
          <p:cNvPicPr>
            <a:picLocks noChangeAspect="1"/>
          </p:cNvPicPr>
          <p:nvPr/>
        </p:nvPicPr>
        <p:blipFill>
          <a:blip r:embed="rId4"/>
          <a:stretch>
            <a:fillRect/>
          </a:stretch>
        </p:blipFill>
        <p:spPr>
          <a:xfrm>
            <a:off x="903818" y="6139828"/>
            <a:ext cx="5220000" cy="2320862"/>
          </a:xfrm>
          <a:prstGeom prst="rect">
            <a:avLst/>
          </a:prstGeom>
        </p:spPr>
      </p:pic>
    </p:spTree>
    <p:extLst>
      <p:ext uri="{BB962C8B-B14F-4D97-AF65-F5344CB8AC3E}">
        <p14:creationId xmlns:p14="http://schemas.microsoft.com/office/powerpoint/2010/main" val="12564021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99D9A718-EAE2-4D8C-B8BD-17D024CE14FF}"/>
              </a:ext>
            </a:extLst>
          </p:cNvPr>
          <p:cNvSpPr txBox="1"/>
          <p:nvPr/>
        </p:nvSpPr>
        <p:spPr>
          <a:xfrm>
            <a:off x="399454" y="882048"/>
            <a:ext cx="6048623" cy="800219"/>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3. Register Map</a:t>
            </a:r>
          </a:p>
          <a:p>
            <a:endParaRPr lang="en-US" altLang="ko-KR" sz="1400" b="1" dirty="0">
              <a:latin typeface="Arial" panose="020B0604020202020204" pitchFamily="34" charset="0"/>
              <a:cs typeface="Arial" panose="020B0604020202020204" pitchFamily="34" charset="0"/>
            </a:endParaRPr>
          </a:p>
          <a:p>
            <a:pPr algn="just"/>
            <a:r>
              <a:rPr lang="en-US" altLang="ko-KR" sz="900" dirty="0">
                <a:latin typeface="Arial" panose="020B0604020202020204" pitchFamily="34" charset="0"/>
                <a:cs typeface="Arial" panose="020B0604020202020204" pitchFamily="34" charset="0"/>
              </a:rPr>
              <a:t>The SPI interface protocol consists of two segments, the command 16-bit followed by the register’s data 16-bit or a series of local dimming data.</a:t>
            </a:r>
          </a:p>
        </p:txBody>
      </p: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2140B973-0CBD-8BE5-5095-9987DC20C610}"/>
              </a:ext>
            </a:extLst>
          </p:cNvPr>
          <p:cNvSpPr txBox="1"/>
          <p:nvPr/>
        </p:nvSpPr>
        <p:spPr>
          <a:xfrm>
            <a:off x="399453" y="1922198"/>
            <a:ext cx="604800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Command packet format</a:t>
            </a:r>
          </a:p>
        </p:txBody>
      </p:sp>
      <p:graphicFrame>
        <p:nvGraphicFramePr>
          <p:cNvPr id="6" name="표 5">
            <a:extLst>
              <a:ext uri="{FF2B5EF4-FFF2-40B4-BE49-F238E27FC236}">
                <a16:creationId xmlns:a16="http://schemas.microsoft.com/office/drawing/2014/main" id="{DF9A5432-80A7-BD92-A9F2-A588E3992DEE}"/>
              </a:ext>
            </a:extLst>
          </p:cNvPr>
          <p:cNvGraphicFramePr>
            <a:graphicFrameLocks noGrp="1"/>
          </p:cNvGraphicFramePr>
          <p:nvPr>
            <p:extLst>
              <p:ext uri="{D42A27DB-BD31-4B8C-83A1-F6EECF244321}">
                <p14:modId xmlns:p14="http://schemas.microsoft.com/office/powerpoint/2010/main" val="1431425197"/>
              </p:ext>
            </p:extLst>
          </p:nvPr>
        </p:nvGraphicFramePr>
        <p:xfrm>
          <a:off x="399453" y="2238120"/>
          <a:ext cx="6048630" cy="372600"/>
        </p:xfrm>
        <a:graphic>
          <a:graphicData uri="http://schemas.openxmlformats.org/drawingml/2006/table">
            <a:tbl>
              <a:tblPr firstRow="1" bandRow="1">
                <a:tableStyleId>{5C22544A-7EE6-4342-B048-85BDC9FD1C3A}</a:tableStyleId>
              </a:tblPr>
              <a:tblGrid>
                <a:gridCol w="421316">
                  <a:extLst>
                    <a:ext uri="{9D8B030D-6E8A-4147-A177-3AD203B41FA5}">
                      <a16:colId xmlns:a16="http://schemas.microsoft.com/office/drawing/2014/main" val="4293411712"/>
                    </a:ext>
                  </a:extLst>
                </a:gridCol>
                <a:gridCol w="421316">
                  <a:extLst>
                    <a:ext uri="{9D8B030D-6E8A-4147-A177-3AD203B41FA5}">
                      <a16:colId xmlns:a16="http://schemas.microsoft.com/office/drawing/2014/main" val="657570846"/>
                    </a:ext>
                  </a:extLst>
                </a:gridCol>
                <a:gridCol w="371857">
                  <a:extLst>
                    <a:ext uri="{9D8B030D-6E8A-4147-A177-3AD203B41FA5}">
                      <a16:colId xmlns:a16="http://schemas.microsoft.com/office/drawing/2014/main" val="3259894497"/>
                    </a:ext>
                  </a:extLst>
                </a:gridCol>
                <a:gridCol w="371857">
                  <a:extLst>
                    <a:ext uri="{9D8B030D-6E8A-4147-A177-3AD203B41FA5}">
                      <a16:colId xmlns:a16="http://schemas.microsoft.com/office/drawing/2014/main" val="4170535043"/>
                    </a:ext>
                  </a:extLst>
                </a:gridCol>
                <a:gridCol w="371857">
                  <a:extLst>
                    <a:ext uri="{9D8B030D-6E8A-4147-A177-3AD203B41FA5}">
                      <a16:colId xmlns:a16="http://schemas.microsoft.com/office/drawing/2014/main" val="2079070694"/>
                    </a:ext>
                  </a:extLst>
                </a:gridCol>
                <a:gridCol w="371857">
                  <a:extLst>
                    <a:ext uri="{9D8B030D-6E8A-4147-A177-3AD203B41FA5}">
                      <a16:colId xmlns:a16="http://schemas.microsoft.com/office/drawing/2014/main" val="4213315911"/>
                    </a:ext>
                  </a:extLst>
                </a:gridCol>
                <a:gridCol w="371857">
                  <a:extLst>
                    <a:ext uri="{9D8B030D-6E8A-4147-A177-3AD203B41FA5}">
                      <a16:colId xmlns:a16="http://schemas.microsoft.com/office/drawing/2014/main" val="2769999950"/>
                    </a:ext>
                  </a:extLst>
                </a:gridCol>
                <a:gridCol w="371857">
                  <a:extLst>
                    <a:ext uri="{9D8B030D-6E8A-4147-A177-3AD203B41FA5}">
                      <a16:colId xmlns:a16="http://schemas.microsoft.com/office/drawing/2014/main" val="135637185"/>
                    </a:ext>
                  </a:extLst>
                </a:gridCol>
                <a:gridCol w="371857">
                  <a:extLst>
                    <a:ext uri="{9D8B030D-6E8A-4147-A177-3AD203B41FA5}">
                      <a16:colId xmlns:a16="http://schemas.microsoft.com/office/drawing/2014/main" val="3038050475"/>
                    </a:ext>
                  </a:extLst>
                </a:gridCol>
                <a:gridCol w="371857">
                  <a:extLst>
                    <a:ext uri="{9D8B030D-6E8A-4147-A177-3AD203B41FA5}">
                      <a16:colId xmlns:a16="http://schemas.microsoft.com/office/drawing/2014/main" val="1979433044"/>
                    </a:ext>
                  </a:extLst>
                </a:gridCol>
                <a:gridCol w="371857">
                  <a:extLst>
                    <a:ext uri="{9D8B030D-6E8A-4147-A177-3AD203B41FA5}">
                      <a16:colId xmlns:a16="http://schemas.microsoft.com/office/drawing/2014/main" val="4270661649"/>
                    </a:ext>
                  </a:extLst>
                </a:gridCol>
                <a:gridCol w="371857">
                  <a:extLst>
                    <a:ext uri="{9D8B030D-6E8A-4147-A177-3AD203B41FA5}">
                      <a16:colId xmlns:a16="http://schemas.microsoft.com/office/drawing/2014/main" val="3027041370"/>
                    </a:ext>
                  </a:extLst>
                </a:gridCol>
                <a:gridCol w="371857">
                  <a:extLst>
                    <a:ext uri="{9D8B030D-6E8A-4147-A177-3AD203B41FA5}">
                      <a16:colId xmlns:a16="http://schemas.microsoft.com/office/drawing/2014/main" val="2852526216"/>
                    </a:ext>
                  </a:extLst>
                </a:gridCol>
                <a:gridCol w="371857">
                  <a:extLst>
                    <a:ext uri="{9D8B030D-6E8A-4147-A177-3AD203B41FA5}">
                      <a16:colId xmlns:a16="http://schemas.microsoft.com/office/drawing/2014/main" val="103420222"/>
                    </a:ext>
                  </a:extLst>
                </a:gridCol>
                <a:gridCol w="371857">
                  <a:extLst>
                    <a:ext uri="{9D8B030D-6E8A-4147-A177-3AD203B41FA5}">
                      <a16:colId xmlns:a16="http://schemas.microsoft.com/office/drawing/2014/main" val="1470405609"/>
                    </a:ext>
                  </a:extLst>
                </a:gridCol>
                <a:gridCol w="37185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COMMAND CODE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START ADDRESS [7:0]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BURST SIZE [5:0]</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CC9DA0BE-DE85-E682-589C-FB2F24785156}"/>
              </a:ext>
            </a:extLst>
          </p:cNvPr>
          <p:cNvGraphicFramePr>
            <a:graphicFrameLocks noGrp="1"/>
          </p:cNvGraphicFramePr>
          <p:nvPr>
            <p:extLst>
              <p:ext uri="{D42A27DB-BD31-4B8C-83A1-F6EECF244321}">
                <p14:modId xmlns:p14="http://schemas.microsoft.com/office/powerpoint/2010/main" val="2226983309"/>
              </p:ext>
            </p:extLst>
          </p:nvPr>
        </p:nvGraphicFramePr>
        <p:xfrm>
          <a:off x="399453" y="2653310"/>
          <a:ext cx="6048624" cy="2473594"/>
        </p:xfrm>
        <a:graphic>
          <a:graphicData uri="http://schemas.openxmlformats.org/drawingml/2006/table">
            <a:tbl>
              <a:tblPr firstRow="1" bandRow="1">
                <a:tableStyleId>{5C22544A-7EE6-4342-B048-85BDC9FD1C3A}</a:tableStyleId>
              </a:tblPr>
              <a:tblGrid>
                <a:gridCol w="412119">
                  <a:extLst>
                    <a:ext uri="{9D8B030D-6E8A-4147-A177-3AD203B41FA5}">
                      <a16:colId xmlns:a16="http://schemas.microsoft.com/office/drawing/2014/main" val="4170535043"/>
                    </a:ext>
                  </a:extLst>
                </a:gridCol>
                <a:gridCol w="1310594">
                  <a:extLst>
                    <a:ext uri="{9D8B030D-6E8A-4147-A177-3AD203B41FA5}">
                      <a16:colId xmlns:a16="http://schemas.microsoft.com/office/drawing/2014/main" val="2079070694"/>
                    </a:ext>
                  </a:extLst>
                </a:gridCol>
                <a:gridCol w="4325911">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975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15:14</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COMMAND CODE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2’b00 : No operation.</a:t>
                      </a:r>
                    </a:p>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2’b01 : Register Read.</a:t>
                      </a:r>
                    </a:p>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2’b10 : Register Write.</a:t>
                      </a:r>
                    </a:p>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2’b11 : Local dimming data transfer.</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896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13:6</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START ADDRESS</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start address of registers to access.</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1576041"/>
                  </a:ext>
                </a:extLst>
              </a:tr>
              <a:tr h="47955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5:0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BURST SIZE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Amount of data to be transmitted or received.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In case of accessing the registers, the number means how many registers will be accessed for one time.</a:t>
                      </a:r>
                    </a:p>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In case of transmitting the LD data, the number means how many lines’ LD data will be transmitted for one time, where one line means the number of enabled channels. </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If 20 channels are activated and the BURST SIZE is 10, and then the total amount of LD data to be transmitted becomes 20 * 10 * LD width/block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28980109"/>
                  </a:ext>
                </a:extLst>
              </a:tr>
            </a:tbl>
          </a:graphicData>
        </a:graphic>
      </p:graphicFrame>
      <p:sp>
        <p:nvSpPr>
          <p:cNvPr id="14" name="TextBox 13">
            <a:extLst>
              <a:ext uri="{FF2B5EF4-FFF2-40B4-BE49-F238E27FC236}">
                <a16:creationId xmlns:a16="http://schemas.microsoft.com/office/drawing/2014/main" id="{3D8C3185-BE43-7CDF-076B-0AF0C87A4106}"/>
              </a:ext>
            </a:extLst>
          </p:cNvPr>
          <p:cNvSpPr txBox="1"/>
          <p:nvPr/>
        </p:nvSpPr>
        <p:spPr>
          <a:xfrm>
            <a:off x="399453" y="5542364"/>
            <a:ext cx="604800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Data packet format</a:t>
            </a:r>
          </a:p>
        </p:txBody>
      </p:sp>
      <p:graphicFrame>
        <p:nvGraphicFramePr>
          <p:cNvPr id="16" name="표 15">
            <a:extLst>
              <a:ext uri="{FF2B5EF4-FFF2-40B4-BE49-F238E27FC236}">
                <a16:creationId xmlns:a16="http://schemas.microsoft.com/office/drawing/2014/main" id="{BCE5341C-5D94-5206-0B81-095FBE134C76}"/>
              </a:ext>
            </a:extLst>
          </p:cNvPr>
          <p:cNvGraphicFramePr>
            <a:graphicFrameLocks noGrp="1"/>
          </p:cNvGraphicFramePr>
          <p:nvPr>
            <p:extLst>
              <p:ext uri="{D42A27DB-BD31-4B8C-83A1-F6EECF244321}">
                <p14:modId xmlns:p14="http://schemas.microsoft.com/office/powerpoint/2010/main" val="1544573575"/>
              </p:ext>
            </p:extLst>
          </p:nvPr>
        </p:nvGraphicFramePr>
        <p:xfrm>
          <a:off x="399453" y="6265329"/>
          <a:ext cx="6048622" cy="1284120"/>
        </p:xfrm>
        <a:graphic>
          <a:graphicData uri="http://schemas.openxmlformats.org/drawingml/2006/table">
            <a:tbl>
              <a:tblPr firstRow="1" bandRow="1">
                <a:tableStyleId>{5C22544A-7EE6-4342-B048-85BDC9FD1C3A}</a:tableStyleId>
              </a:tblPr>
              <a:tblGrid>
                <a:gridCol w="412282">
                  <a:extLst>
                    <a:ext uri="{9D8B030D-6E8A-4147-A177-3AD203B41FA5}">
                      <a16:colId xmlns:a16="http://schemas.microsoft.com/office/drawing/2014/main" val="4170535043"/>
                    </a:ext>
                  </a:extLst>
                </a:gridCol>
                <a:gridCol w="1311110">
                  <a:extLst>
                    <a:ext uri="{9D8B030D-6E8A-4147-A177-3AD203B41FA5}">
                      <a16:colId xmlns:a16="http://schemas.microsoft.com/office/drawing/2014/main" val="2079070694"/>
                    </a:ext>
                  </a:extLst>
                </a:gridCol>
                <a:gridCol w="376172">
                  <a:extLst>
                    <a:ext uri="{9D8B030D-6E8A-4147-A177-3AD203B41FA5}">
                      <a16:colId xmlns:a16="http://schemas.microsoft.com/office/drawing/2014/main" val="32595803"/>
                    </a:ext>
                  </a:extLst>
                </a:gridCol>
                <a:gridCol w="3949058">
                  <a:extLst>
                    <a:ext uri="{9D8B030D-6E8A-4147-A177-3AD203B41FA5}">
                      <a16:colId xmlns:a16="http://schemas.microsoft.com/office/drawing/2014/main" val="3858252341"/>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206404">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15:0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DATA [15:0]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In case of COMMAND CODE :</a:t>
                      </a: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In case of COMMAND CODE :</a:t>
                      </a: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53220">
                <a:tc vMerge="1">
                  <a:txBody>
                    <a:bodyPr/>
                    <a:lstStyle/>
                    <a:p>
                      <a:pPr latinLnBrk="1"/>
                      <a:endParaRPr lang="ko-KR" altLang="en-US"/>
                    </a:p>
                  </a:txBody>
                  <a:tcPr/>
                </a:tc>
                <a:tc vMerge="1">
                  <a:txBody>
                    <a:bodyPr/>
                    <a:lstStyle/>
                    <a:p>
                      <a:pPr latinLnBrk="1"/>
                      <a:endParaRPr lang="ko-KR" altLang="en-US"/>
                    </a:p>
                  </a:txBody>
                  <a:tcPr/>
                </a:tc>
                <a:tc>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2’b01</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2’b10</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2’b11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A register’s data to read.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A register’s data to write.</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A series of the LD, local dimming data.</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Be careful that the data size and width to transfer the local dimming data are        different from the register access. Refer to previous SPI protocol</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28543224"/>
                  </a:ext>
                </a:extLst>
              </a:tr>
            </a:tbl>
          </a:graphicData>
        </a:graphic>
      </p:graphicFrame>
      <p:graphicFrame>
        <p:nvGraphicFramePr>
          <p:cNvPr id="17" name="표 16">
            <a:extLst>
              <a:ext uri="{FF2B5EF4-FFF2-40B4-BE49-F238E27FC236}">
                <a16:creationId xmlns:a16="http://schemas.microsoft.com/office/drawing/2014/main" id="{C16BA7AC-2773-DC9F-F7EC-19F27BCC1A5E}"/>
              </a:ext>
            </a:extLst>
          </p:cNvPr>
          <p:cNvGraphicFramePr>
            <a:graphicFrameLocks noGrp="1"/>
          </p:cNvGraphicFramePr>
          <p:nvPr>
            <p:extLst>
              <p:ext uri="{D42A27DB-BD31-4B8C-83A1-F6EECF244321}">
                <p14:modId xmlns:p14="http://schemas.microsoft.com/office/powerpoint/2010/main" val="1451856383"/>
              </p:ext>
            </p:extLst>
          </p:nvPr>
        </p:nvGraphicFramePr>
        <p:xfrm>
          <a:off x="399453" y="5850141"/>
          <a:ext cx="6048624" cy="372600"/>
        </p:xfrm>
        <a:graphic>
          <a:graphicData uri="http://schemas.openxmlformats.org/drawingml/2006/table">
            <a:tbl>
              <a:tblPr firstRow="1" bandRow="1">
                <a:tableStyleId>{5C22544A-7EE6-4342-B048-85BDC9FD1C3A}</a:tableStyleId>
              </a:tblPr>
              <a:tblGrid>
                <a:gridCol w="378039">
                  <a:extLst>
                    <a:ext uri="{9D8B030D-6E8A-4147-A177-3AD203B41FA5}">
                      <a16:colId xmlns:a16="http://schemas.microsoft.com/office/drawing/2014/main" val="4293411712"/>
                    </a:ext>
                  </a:extLst>
                </a:gridCol>
                <a:gridCol w="378039">
                  <a:extLst>
                    <a:ext uri="{9D8B030D-6E8A-4147-A177-3AD203B41FA5}">
                      <a16:colId xmlns:a16="http://schemas.microsoft.com/office/drawing/2014/main" val="657570846"/>
                    </a:ext>
                  </a:extLst>
                </a:gridCol>
                <a:gridCol w="378039">
                  <a:extLst>
                    <a:ext uri="{9D8B030D-6E8A-4147-A177-3AD203B41FA5}">
                      <a16:colId xmlns:a16="http://schemas.microsoft.com/office/drawing/2014/main" val="3259894497"/>
                    </a:ext>
                  </a:extLst>
                </a:gridCol>
                <a:gridCol w="378039">
                  <a:extLst>
                    <a:ext uri="{9D8B030D-6E8A-4147-A177-3AD203B41FA5}">
                      <a16:colId xmlns:a16="http://schemas.microsoft.com/office/drawing/2014/main" val="4170535043"/>
                    </a:ext>
                  </a:extLst>
                </a:gridCol>
                <a:gridCol w="378039">
                  <a:extLst>
                    <a:ext uri="{9D8B030D-6E8A-4147-A177-3AD203B41FA5}">
                      <a16:colId xmlns:a16="http://schemas.microsoft.com/office/drawing/2014/main" val="2079070694"/>
                    </a:ext>
                  </a:extLst>
                </a:gridCol>
                <a:gridCol w="378039">
                  <a:extLst>
                    <a:ext uri="{9D8B030D-6E8A-4147-A177-3AD203B41FA5}">
                      <a16:colId xmlns:a16="http://schemas.microsoft.com/office/drawing/2014/main" val="4213315911"/>
                    </a:ext>
                  </a:extLst>
                </a:gridCol>
                <a:gridCol w="378039">
                  <a:extLst>
                    <a:ext uri="{9D8B030D-6E8A-4147-A177-3AD203B41FA5}">
                      <a16:colId xmlns:a16="http://schemas.microsoft.com/office/drawing/2014/main" val="2769999950"/>
                    </a:ext>
                  </a:extLst>
                </a:gridCol>
                <a:gridCol w="378039">
                  <a:extLst>
                    <a:ext uri="{9D8B030D-6E8A-4147-A177-3AD203B41FA5}">
                      <a16:colId xmlns:a16="http://schemas.microsoft.com/office/drawing/2014/main" val="135637185"/>
                    </a:ext>
                  </a:extLst>
                </a:gridCol>
                <a:gridCol w="378039">
                  <a:extLst>
                    <a:ext uri="{9D8B030D-6E8A-4147-A177-3AD203B41FA5}">
                      <a16:colId xmlns:a16="http://schemas.microsoft.com/office/drawing/2014/main" val="3038050475"/>
                    </a:ext>
                  </a:extLst>
                </a:gridCol>
                <a:gridCol w="378039">
                  <a:extLst>
                    <a:ext uri="{9D8B030D-6E8A-4147-A177-3AD203B41FA5}">
                      <a16:colId xmlns:a16="http://schemas.microsoft.com/office/drawing/2014/main" val="1979433044"/>
                    </a:ext>
                  </a:extLst>
                </a:gridCol>
                <a:gridCol w="378039">
                  <a:extLst>
                    <a:ext uri="{9D8B030D-6E8A-4147-A177-3AD203B41FA5}">
                      <a16:colId xmlns:a16="http://schemas.microsoft.com/office/drawing/2014/main" val="4270661649"/>
                    </a:ext>
                  </a:extLst>
                </a:gridCol>
                <a:gridCol w="378039">
                  <a:extLst>
                    <a:ext uri="{9D8B030D-6E8A-4147-A177-3AD203B41FA5}">
                      <a16:colId xmlns:a16="http://schemas.microsoft.com/office/drawing/2014/main" val="3027041370"/>
                    </a:ext>
                  </a:extLst>
                </a:gridCol>
                <a:gridCol w="378039">
                  <a:extLst>
                    <a:ext uri="{9D8B030D-6E8A-4147-A177-3AD203B41FA5}">
                      <a16:colId xmlns:a16="http://schemas.microsoft.com/office/drawing/2014/main" val="2852526216"/>
                    </a:ext>
                  </a:extLst>
                </a:gridCol>
                <a:gridCol w="378039">
                  <a:extLst>
                    <a:ext uri="{9D8B030D-6E8A-4147-A177-3AD203B41FA5}">
                      <a16:colId xmlns:a16="http://schemas.microsoft.com/office/drawing/2014/main" val="103420222"/>
                    </a:ext>
                  </a:extLst>
                </a:gridCol>
                <a:gridCol w="378039">
                  <a:extLst>
                    <a:ext uri="{9D8B030D-6E8A-4147-A177-3AD203B41FA5}">
                      <a16:colId xmlns:a16="http://schemas.microsoft.com/office/drawing/2014/main" val="1470405609"/>
                    </a:ext>
                  </a:extLst>
                </a:gridCol>
                <a:gridCol w="378039">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DATA [15:0]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5174991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1" name="표 10">
            <a:extLst>
              <a:ext uri="{FF2B5EF4-FFF2-40B4-BE49-F238E27FC236}">
                <a16:creationId xmlns:a16="http://schemas.microsoft.com/office/drawing/2014/main" id="{14285246-E127-43FC-3DA8-40FA6321DBDC}"/>
              </a:ext>
            </a:extLst>
          </p:cNvPr>
          <p:cNvGraphicFramePr>
            <a:graphicFrameLocks noGrp="1"/>
          </p:cNvGraphicFramePr>
          <p:nvPr>
            <p:extLst>
              <p:ext uri="{D42A27DB-BD31-4B8C-83A1-F6EECF244321}">
                <p14:modId xmlns:p14="http://schemas.microsoft.com/office/powerpoint/2010/main" val="3691292072"/>
              </p:ext>
            </p:extLst>
          </p:nvPr>
        </p:nvGraphicFramePr>
        <p:xfrm>
          <a:off x="399455" y="4947460"/>
          <a:ext cx="6048608" cy="1786926"/>
        </p:xfrm>
        <a:graphic>
          <a:graphicData uri="http://schemas.openxmlformats.org/drawingml/2006/table">
            <a:tbl>
              <a:tblPr firstRow="1" bandRow="1">
                <a:tableStyleId>{5C22544A-7EE6-4342-B048-85BDC9FD1C3A}</a:tableStyleId>
              </a:tblPr>
              <a:tblGrid>
                <a:gridCol w="444003">
                  <a:extLst>
                    <a:ext uri="{9D8B030D-6E8A-4147-A177-3AD203B41FA5}">
                      <a16:colId xmlns:a16="http://schemas.microsoft.com/office/drawing/2014/main" val="4170535043"/>
                    </a:ext>
                  </a:extLst>
                </a:gridCol>
                <a:gridCol w="770580">
                  <a:extLst>
                    <a:ext uri="{9D8B030D-6E8A-4147-A177-3AD203B41FA5}">
                      <a16:colId xmlns:a16="http://schemas.microsoft.com/office/drawing/2014/main" val="2079070694"/>
                    </a:ext>
                  </a:extLst>
                </a:gridCol>
                <a:gridCol w="325742">
                  <a:extLst>
                    <a:ext uri="{9D8B030D-6E8A-4147-A177-3AD203B41FA5}">
                      <a16:colId xmlns:a16="http://schemas.microsoft.com/office/drawing/2014/main" val="32595803"/>
                    </a:ext>
                  </a:extLst>
                </a:gridCol>
                <a:gridCol w="4508283">
                  <a:extLst>
                    <a:ext uri="{9D8B030D-6E8A-4147-A177-3AD203B41FA5}">
                      <a16:colId xmlns:a16="http://schemas.microsoft.com/office/drawing/2014/main" val="1330268259"/>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218823">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936306">
                <a:tc vMerge="1">
                  <a:txBody>
                    <a:bodyPr/>
                    <a:lstStyle/>
                    <a:p>
                      <a:pPr latinLnBrk="1"/>
                      <a:endParaRPr lang="ko-KR" altLang="en-US"/>
                    </a:p>
                  </a:txBody>
                  <a:tcPr/>
                </a:tc>
                <a:tc vMerge="1">
                  <a:txBody>
                    <a:bodyPr/>
                    <a:lstStyle/>
                    <a:p>
                      <a:pPr latinLnBrk="1"/>
                      <a:endParaRPr lang="ko-KR" altLang="en-US"/>
                    </a:p>
                  </a:txBody>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Start executing the global-write command with the GLOBAL WRITE DATA register, together, and this bit is auto-cleared after completing this execution. For correct operation, It needs to set the GLOBAL WRITE DATA register with desired value before setting this bit. The global-writing can be used in case that the target registers’ values of all XDR daisy-chained devices are all the same. If the values are different from each other, then the local-write command should be used instead of the global-write command.</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6551863"/>
                  </a:ext>
                </a:extLst>
              </a:tr>
              <a:tr h="21882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ADDR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same target address of all XDR daisied devices to write.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692059617"/>
                  </a:ext>
                </a:extLst>
              </a:tr>
            </a:tbl>
          </a:graphicData>
        </a:graphic>
      </p:graphicFrame>
      <p:sp>
        <p:nvSpPr>
          <p:cNvPr id="12" name="TextBox 11">
            <a:extLst>
              <a:ext uri="{FF2B5EF4-FFF2-40B4-BE49-F238E27FC236}">
                <a16:creationId xmlns:a16="http://schemas.microsoft.com/office/drawing/2014/main" id="{1B5B58EF-FFC5-6867-DB2C-559D7FD63F55}"/>
              </a:ext>
            </a:extLst>
          </p:cNvPr>
          <p:cNvSpPr txBox="1"/>
          <p:nvPr/>
        </p:nvSpPr>
        <p:spPr>
          <a:xfrm>
            <a:off x="399455" y="425627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GLOBAL-WRITE COMMAND</a:t>
            </a:r>
          </a:p>
        </p:txBody>
      </p:sp>
      <p:graphicFrame>
        <p:nvGraphicFramePr>
          <p:cNvPr id="5" name="표 4">
            <a:extLst>
              <a:ext uri="{FF2B5EF4-FFF2-40B4-BE49-F238E27FC236}">
                <a16:creationId xmlns:a16="http://schemas.microsoft.com/office/drawing/2014/main" id="{A3E5ECC1-69D6-826C-EB40-0589C295A843}"/>
              </a:ext>
            </a:extLst>
          </p:cNvPr>
          <p:cNvGraphicFramePr>
            <a:graphicFrameLocks noGrp="1"/>
          </p:cNvGraphicFramePr>
          <p:nvPr>
            <p:extLst>
              <p:ext uri="{D42A27DB-BD31-4B8C-83A1-F6EECF244321}">
                <p14:modId xmlns:p14="http://schemas.microsoft.com/office/powerpoint/2010/main" val="4172428815"/>
              </p:ext>
            </p:extLst>
          </p:nvPr>
        </p:nvGraphicFramePr>
        <p:xfrm>
          <a:off x="399455" y="1529008"/>
          <a:ext cx="6048616" cy="2322158"/>
        </p:xfrm>
        <a:graphic>
          <a:graphicData uri="http://schemas.openxmlformats.org/drawingml/2006/table">
            <a:tbl>
              <a:tblPr firstRow="1" bandRow="1">
                <a:tableStyleId>{5C22544A-7EE6-4342-B048-85BDC9FD1C3A}</a:tableStyleId>
              </a:tblPr>
              <a:tblGrid>
                <a:gridCol w="412119">
                  <a:extLst>
                    <a:ext uri="{9D8B030D-6E8A-4147-A177-3AD203B41FA5}">
                      <a16:colId xmlns:a16="http://schemas.microsoft.com/office/drawing/2014/main" val="4170535043"/>
                    </a:ext>
                  </a:extLst>
                </a:gridCol>
                <a:gridCol w="1108210">
                  <a:extLst>
                    <a:ext uri="{9D8B030D-6E8A-4147-A177-3AD203B41FA5}">
                      <a16:colId xmlns:a16="http://schemas.microsoft.com/office/drawing/2014/main" val="2079070694"/>
                    </a:ext>
                  </a:extLst>
                </a:gridCol>
                <a:gridCol w="4528287">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VSYNC_RST2</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all de-serializers’ </a:t>
                      </a:r>
                      <a:r>
                        <a:rPr lang="en-US" altLang="ko-KR" sz="900" b="0" dirty="0" err="1">
                          <a:solidFill>
                            <a:schemeClr val="tx1"/>
                          </a:solidFill>
                          <a:latin typeface="Arial" panose="020B0604020202020204" pitchFamily="34" charset="0"/>
                          <a:ea typeface="+mn-ea"/>
                          <a:cs typeface="Arial" panose="020B0604020202020204" pitchFamily="34" charset="0"/>
                        </a:rPr>
                        <a:t>fsm</a:t>
                      </a:r>
                      <a:r>
                        <a:rPr lang="en-US" altLang="ko-KR" sz="900" b="0" dirty="0">
                          <a:solidFill>
                            <a:schemeClr val="tx1"/>
                          </a:solidFill>
                          <a:latin typeface="Arial" panose="020B0604020202020204" pitchFamily="34" charset="0"/>
                          <a:ea typeface="+mn-ea"/>
                          <a:cs typeface="Arial" panose="020B0604020202020204" pitchFamily="34" charset="0"/>
                        </a:rPr>
                        <a:t> are reset at VSYNC rising. (Normally, no need to use this bit.)</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VSYNC_RST1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all serializers’ </a:t>
                      </a:r>
                      <a:r>
                        <a:rPr lang="en-US" altLang="ko-KR" sz="900" b="0" dirty="0" err="1">
                          <a:solidFill>
                            <a:schemeClr val="tx1"/>
                          </a:solidFill>
                          <a:latin typeface="Arial" panose="020B0604020202020204" pitchFamily="34" charset="0"/>
                          <a:ea typeface="+mn-ea"/>
                          <a:cs typeface="Arial" panose="020B0604020202020204" pitchFamily="34" charset="0"/>
                        </a:rPr>
                        <a:t>fsm</a:t>
                      </a:r>
                      <a:r>
                        <a:rPr lang="en-US" altLang="ko-KR" sz="900" b="0" dirty="0">
                          <a:solidFill>
                            <a:schemeClr val="tx1"/>
                          </a:solidFill>
                          <a:latin typeface="Arial" panose="020B0604020202020204" pitchFamily="34" charset="0"/>
                          <a:ea typeface="+mn-ea"/>
                          <a:cs typeface="Arial" panose="020B0604020202020204" pitchFamily="34" charset="0"/>
                        </a:rPr>
                        <a:t> are reset at VSYNC rising. (Normally, no need to use this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1576041"/>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RST3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Reset to all types of buffer, the frame buffers, the global and local r/w registers and the global fault read registers. Auto-cleared. (Normally, no need to use this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4874307"/>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RST2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Reset to all serializers’ and de-serializers’ state machine including the timeout error flag, Auto-cleared. (Normally, no need to use this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28980109"/>
                  </a:ext>
                </a:extLst>
              </a:tr>
              <a:tr h="409746">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RST1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Reset to all logics, Auto-cleared (No need to clear after set) It needs to set this bit after POR to ensure XC24R reset again.</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0525352"/>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399455"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SOFT RESET</a:t>
            </a:r>
          </a:p>
        </p:txBody>
      </p:sp>
      <p:graphicFrame>
        <p:nvGraphicFramePr>
          <p:cNvPr id="7" name="표 6">
            <a:extLst>
              <a:ext uri="{FF2B5EF4-FFF2-40B4-BE49-F238E27FC236}">
                <a16:creationId xmlns:a16="http://schemas.microsoft.com/office/drawing/2014/main" id="{BD58F75B-9B73-906A-C704-C25B2F580B33}"/>
              </a:ext>
            </a:extLst>
          </p:cNvPr>
          <p:cNvGraphicFramePr>
            <a:graphicFrameLocks noGrp="1"/>
          </p:cNvGraphicFramePr>
          <p:nvPr>
            <p:extLst>
              <p:ext uri="{D42A27DB-BD31-4B8C-83A1-F6EECF244321}">
                <p14:modId xmlns:p14="http://schemas.microsoft.com/office/powerpoint/2010/main" val="4160770408"/>
              </p:ext>
            </p:extLst>
          </p:nvPr>
        </p:nvGraphicFramePr>
        <p:xfrm>
          <a:off x="399455" y="1115818"/>
          <a:ext cx="6048632" cy="372600"/>
        </p:xfrm>
        <a:graphic>
          <a:graphicData uri="http://schemas.openxmlformats.org/drawingml/2006/table">
            <a:tbl>
              <a:tblPr firstRow="1" bandRow="1">
                <a:tableStyleId>{5C22544A-7EE6-4342-B048-85BDC9FD1C3A}</a:tableStyleId>
              </a:tblPr>
              <a:tblGrid>
                <a:gridCol w="311745">
                  <a:extLst>
                    <a:ext uri="{9D8B030D-6E8A-4147-A177-3AD203B41FA5}">
                      <a16:colId xmlns:a16="http://schemas.microsoft.com/office/drawing/2014/main" val="3358603807"/>
                    </a:ext>
                  </a:extLst>
                </a:gridCol>
                <a:gridCol w="421217">
                  <a:extLst>
                    <a:ext uri="{9D8B030D-6E8A-4147-A177-3AD203B41FA5}">
                      <a16:colId xmlns:a16="http://schemas.microsoft.com/office/drawing/2014/main" val="2844922634"/>
                    </a:ext>
                  </a:extLst>
                </a:gridCol>
                <a:gridCol w="312805">
                  <a:extLst>
                    <a:ext uri="{9D8B030D-6E8A-4147-A177-3AD203B41FA5}">
                      <a16:colId xmlns:a16="http://schemas.microsoft.com/office/drawing/2014/main" val="4293411712"/>
                    </a:ext>
                  </a:extLst>
                </a:gridCol>
                <a:gridCol w="312805">
                  <a:extLst>
                    <a:ext uri="{9D8B030D-6E8A-4147-A177-3AD203B41FA5}">
                      <a16:colId xmlns:a16="http://schemas.microsoft.com/office/drawing/2014/main" val="657570846"/>
                    </a:ext>
                  </a:extLst>
                </a:gridCol>
                <a:gridCol w="312805">
                  <a:extLst>
                    <a:ext uri="{9D8B030D-6E8A-4147-A177-3AD203B41FA5}">
                      <a16:colId xmlns:a16="http://schemas.microsoft.com/office/drawing/2014/main" val="3259894497"/>
                    </a:ext>
                  </a:extLst>
                </a:gridCol>
                <a:gridCol w="312805">
                  <a:extLst>
                    <a:ext uri="{9D8B030D-6E8A-4147-A177-3AD203B41FA5}">
                      <a16:colId xmlns:a16="http://schemas.microsoft.com/office/drawing/2014/main" val="4170535043"/>
                    </a:ext>
                  </a:extLst>
                </a:gridCol>
                <a:gridCol w="312805">
                  <a:extLst>
                    <a:ext uri="{9D8B030D-6E8A-4147-A177-3AD203B41FA5}">
                      <a16:colId xmlns:a16="http://schemas.microsoft.com/office/drawing/2014/main" val="2079070694"/>
                    </a:ext>
                  </a:extLst>
                </a:gridCol>
                <a:gridCol w="272464">
                  <a:extLst>
                    <a:ext uri="{9D8B030D-6E8A-4147-A177-3AD203B41FA5}">
                      <a16:colId xmlns:a16="http://schemas.microsoft.com/office/drawing/2014/main" val="4213315911"/>
                    </a:ext>
                  </a:extLst>
                </a:gridCol>
                <a:gridCol w="300942">
                  <a:extLst>
                    <a:ext uri="{9D8B030D-6E8A-4147-A177-3AD203B41FA5}">
                      <a16:colId xmlns:a16="http://schemas.microsoft.com/office/drawing/2014/main" val="2769999950"/>
                    </a:ext>
                  </a:extLst>
                </a:gridCol>
                <a:gridCol w="283580">
                  <a:extLst>
                    <a:ext uri="{9D8B030D-6E8A-4147-A177-3AD203B41FA5}">
                      <a16:colId xmlns:a16="http://schemas.microsoft.com/office/drawing/2014/main" val="135637185"/>
                    </a:ext>
                  </a:extLst>
                </a:gridCol>
                <a:gridCol w="283580">
                  <a:extLst>
                    <a:ext uri="{9D8B030D-6E8A-4147-A177-3AD203B41FA5}">
                      <a16:colId xmlns:a16="http://schemas.microsoft.com/office/drawing/2014/main" val="3038050475"/>
                    </a:ext>
                  </a:extLst>
                </a:gridCol>
                <a:gridCol w="260430">
                  <a:extLst>
                    <a:ext uri="{9D8B030D-6E8A-4147-A177-3AD203B41FA5}">
                      <a16:colId xmlns:a16="http://schemas.microsoft.com/office/drawing/2014/main" val="1979433044"/>
                    </a:ext>
                  </a:extLst>
                </a:gridCol>
                <a:gridCol w="584521">
                  <a:extLst>
                    <a:ext uri="{9D8B030D-6E8A-4147-A177-3AD203B41FA5}">
                      <a16:colId xmlns:a16="http://schemas.microsoft.com/office/drawing/2014/main" val="4270661649"/>
                    </a:ext>
                  </a:extLst>
                </a:gridCol>
                <a:gridCol w="584522">
                  <a:extLst>
                    <a:ext uri="{9D8B030D-6E8A-4147-A177-3AD203B41FA5}">
                      <a16:colId xmlns:a16="http://schemas.microsoft.com/office/drawing/2014/main" val="3027041370"/>
                    </a:ext>
                  </a:extLst>
                </a:gridCol>
                <a:gridCol w="265718">
                  <a:extLst>
                    <a:ext uri="{9D8B030D-6E8A-4147-A177-3AD203B41FA5}">
                      <a16:colId xmlns:a16="http://schemas.microsoft.com/office/drawing/2014/main" val="2852526216"/>
                    </a:ext>
                  </a:extLst>
                </a:gridCol>
                <a:gridCol w="305296">
                  <a:extLst>
                    <a:ext uri="{9D8B030D-6E8A-4147-A177-3AD203B41FA5}">
                      <a16:colId xmlns:a16="http://schemas.microsoft.com/office/drawing/2014/main" val="103420222"/>
                    </a:ext>
                  </a:extLst>
                </a:gridCol>
                <a:gridCol w="305296">
                  <a:extLst>
                    <a:ext uri="{9D8B030D-6E8A-4147-A177-3AD203B41FA5}">
                      <a16:colId xmlns:a16="http://schemas.microsoft.com/office/drawing/2014/main" val="1470405609"/>
                    </a:ext>
                  </a:extLst>
                </a:gridCol>
                <a:gridCol w="305296">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VSYNC_RST2</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VSYNC_RST1</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RST3</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RST2</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RST1</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6C2962F0-E883-414E-625F-E4173DF1F51F}"/>
              </a:ext>
            </a:extLst>
          </p:cNvPr>
          <p:cNvGraphicFramePr>
            <a:graphicFrameLocks noGrp="1"/>
          </p:cNvGraphicFramePr>
          <p:nvPr>
            <p:extLst>
              <p:ext uri="{D42A27DB-BD31-4B8C-83A1-F6EECF244321}">
                <p14:modId xmlns:p14="http://schemas.microsoft.com/office/powerpoint/2010/main" val="691353280"/>
              </p:ext>
            </p:extLst>
          </p:nvPr>
        </p:nvGraphicFramePr>
        <p:xfrm>
          <a:off x="399455" y="4529721"/>
          <a:ext cx="6048608" cy="372600"/>
        </p:xfrm>
        <a:graphic>
          <a:graphicData uri="http://schemas.openxmlformats.org/drawingml/2006/table">
            <a:tbl>
              <a:tblPr firstRow="1" bandRow="1">
                <a:tableStyleId>{5C22544A-7EE6-4342-B048-85BDC9FD1C3A}</a:tableStyleId>
              </a:tblPr>
              <a:tblGrid>
                <a:gridCol w="336492">
                  <a:extLst>
                    <a:ext uri="{9D8B030D-6E8A-4147-A177-3AD203B41FA5}">
                      <a16:colId xmlns:a16="http://schemas.microsoft.com/office/drawing/2014/main" val="3358603807"/>
                    </a:ext>
                  </a:extLst>
                </a:gridCol>
                <a:gridCol w="405348">
                  <a:extLst>
                    <a:ext uri="{9D8B030D-6E8A-4147-A177-3AD203B41FA5}">
                      <a16:colId xmlns:a16="http://schemas.microsoft.com/office/drawing/2014/main" val="2844922634"/>
                    </a:ext>
                  </a:extLst>
                </a:gridCol>
                <a:gridCol w="430028">
                  <a:extLst>
                    <a:ext uri="{9D8B030D-6E8A-4147-A177-3AD203B41FA5}">
                      <a16:colId xmlns:a16="http://schemas.microsoft.com/office/drawing/2014/main" val="4293411712"/>
                    </a:ext>
                  </a:extLst>
                </a:gridCol>
                <a:gridCol w="325116">
                  <a:extLst>
                    <a:ext uri="{9D8B030D-6E8A-4147-A177-3AD203B41FA5}">
                      <a16:colId xmlns:a16="http://schemas.microsoft.com/office/drawing/2014/main" val="657570846"/>
                    </a:ext>
                  </a:extLst>
                </a:gridCol>
                <a:gridCol w="325116">
                  <a:extLst>
                    <a:ext uri="{9D8B030D-6E8A-4147-A177-3AD203B41FA5}">
                      <a16:colId xmlns:a16="http://schemas.microsoft.com/office/drawing/2014/main" val="3259894497"/>
                    </a:ext>
                  </a:extLst>
                </a:gridCol>
                <a:gridCol w="325116">
                  <a:extLst>
                    <a:ext uri="{9D8B030D-6E8A-4147-A177-3AD203B41FA5}">
                      <a16:colId xmlns:a16="http://schemas.microsoft.com/office/drawing/2014/main" val="4170535043"/>
                    </a:ext>
                  </a:extLst>
                </a:gridCol>
                <a:gridCol w="325116">
                  <a:extLst>
                    <a:ext uri="{9D8B030D-6E8A-4147-A177-3AD203B41FA5}">
                      <a16:colId xmlns:a16="http://schemas.microsoft.com/office/drawing/2014/main" val="2079070694"/>
                    </a:ext>
                  </a:extLst>
                </a:gridCol>
                <a:gridCol w="325116">
                  <a:extLst>
                    <a:ext uri="{9D8B030D-6E8A-4147-A177-3AD203B41FA5}">
                      <a16:colId xmlns:a16="http://schemas.microsoft.com/office/drawing/2014/main" val="4213315911"/>
                    </a:ext>
                  </a:extLst>
                </a:gridCol>
                <a:gridCol w="325116">
                  <a:extLst>
                    <a:ext uri="{9D8B030D-6E8A-4147-A177-3AD203B41FA5}">
                      <a16:colId xmlns:a16="http://schemas.microsoft.com/office/drawing/2014/main" val="2769999950"/>
                    </a:ext>
                  </a:extLst>
                </a:gridCol>
                <a:gridCol w="325116">
                  <a:extLst>
                    <a:ext uri="{9D8B030D-6E8A-4147-A177-3AD203B41FA5}">
                      <a16:colId xmlns:a16="http://schemas.microsoft.com/office/drawing/2014/main" val="135637185"/>
                    </a:ext>
                  </a:extLst>
                </a:gridCol>
                <a:gridCol w="325116">
                  <a:extLst>
                    <a:ext uri="{9D8B030D-6E8A-4147-A177-3AD203B41FA5}">
                      <a16:colId xmlns:a16="http://schemas.microsoft.com/office/drawing/2014/main" val="3038050475"/>
                    </a:ext>
                  </a:extLst>
                </a:gridCol>
                <a:gridCol w="325116">
                  <a:extLst>
                    <a:ext uri="{9D8B030D-6E8A-4147-A177-3AD203B41FA5}">
                      <a16:colId xmlns:a16="http://schemas.microsoft.com/office/drawing/2014/main" val="1979433044"/>
                    </a:ext>
                  </a:extLst>
                </a:gridCol>
                <a:gridCol w="325116">
                  <a:extLst>
                    <a:ext uri="{9D8B030D-6E8A-4147-A177-3AD203B41FA5}">
                      <a16:colId xmlns:a16="http://schemas.microsoft.com/office/drawing/2014/main" val="4270661649"/>
                    </a:ext>
                  </a:extLst>
                </a:gridCol>
                <a:gridCol w="325116">
                  <a:extLst>
                    <a:ext uri="{9D8B030D-6E8A-4147-A177-3AD203B41FA5}">
                      <a16:colId xmlns:a16="http://schemas.microsoft.com/office/drawing/2014/main" val="3027041370"/>
                    </a:ext>
                  </a:extLst>
                </a:gridCol>
                <a:gridCol w="325116">
                  <a:extLst>
                    <a:ext uri="{9D8B030D-6E8A-4147-A177-3AD203B41FA5}">
                      <a16:colId xmlns:a16="http://schemas.microsoft.com/office/drawing/2014/main" val="2852526216"/>
                    </a:ext>
                  </a:extLst>
                </a:gridCol>
                <a:gridCol w="325116">
                  <a:extLst>
                    <a:ext uri="{9D8B030D-6E8A-4147-A177-3AD203B41FA5}">
                      <a16:colId xmlns:a16="http://schemas.microsoft.com/office/drawing/2014/main" val="103420222"/>
                    </a:ext>
                  </a:extLst>
                </a:gridCol>
                <a:gridCol w="325116">
                  <a:extLst>
                    <a:ext uri="{9D8B030D-6E8A-4147-A177-3AD203B41FA5}">
                      <a16:colId xmlns:a16="http://schemas.microsoft.com/office/drawing/2014/main" val="1470405609"/>
                    </a:ext>
                  </a:extLst>
                </a:gridCol>
                <a:gridCol w="325116">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ADDR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708730391"/>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1" name="표 10">
            <a:extLst>
              <a:ext uri="{FF2B5EF4-FFF2-40B4-BE49-F238E27FC236}">
                <a16:creationId xmlns:a16="http://schemas.microsoft.com/office/drawing/2014/main" id="{14285246-E127-43FC-3DA8-40FA6321DBDC}"/>
              </a:ext>
            </a:extLst>
          </p:cNvPr>
          <p:cNvGraphicFramePr>
            <a:graphicFrameLocks noGrp="1"/>
          </p:cNvGraphicFramePr>
          <p:nvPr>
            <p:extLst>
              <p:ext uri="{D42A27DB-BD31-4B8C-83A1-F6EECF244321}">
                <p14:modId xmlns:p14="http://schemas.microsoft.com/office/powerpoint/2010/main" val="133094455"/>
              </p:ext>
            </p:extLst>
          </p:nvPr>
        </p:nvGraphicFramePr>
        <p:xfrm>
          <a:off x="397328" y="1535641"/>
          <a:ext cx="6056107" cy="2877015"/>
        </p:xfrm>
        <a:graphic>
          <a:graphicData uri="http://schemas.openxmlformats.org/drawingml/2006/table">
            <a:tbl>
              <a:tblPr firstRow="1" bandRow="1">
                <a:tableStyleId>{5C22544A-7EE6-4342-B048-85BDC9FD1C3A}</a:tableStyleId>
              </a:tblPr>
              <a:tblGrid>
                <a:gridCol w="444966">
                  <a:extLst>
                    <a:ext uri="{9D8B030D-6E8A-4147-A177-3AD203B41FA5}">
                      <a16:colId xmlns:a16="http://schemas.microsoft.com/office/drawing/2014/main" val="4170535043"/>
                    </a:ext>
                  </a:extLst>
                </a:gridCol>
                <a:gridCol w="786303">
                  <a:extLst>
                    <a:ext uri="{9D8B030D-6E8A-4147-A177-3AD203B41FA5}">
                      <a16:colId xmlns:a16="http://schemas.microsoft.com/office/drawing/2014/main" val="2079070694"/>
                    </a:ext>
                  </a:extLst>
                </a:gridCol>
                <a:gridCol w="289195">
                  <a:extLst>
                    <a:ext uri="{9D8B030D-6E8A-4147-A177-3AD203B41FA5}">
                      <a16:colId xmlns:a16="http://schemas.microsoft.com/office/drawing/2014/main" val="32595803"/>
                    </a:ext>
                  </a:extLst>
                </a:gridCol>
                <a:gridCol w="4535643">
                  <a:extLst>
                    <a:ext uri="{9D8B030D-6E8A-4147-A177-3AD203B41FA5}">
                      <a16:colId xmlns:a16="http://schemas.microsoft.com/office/drawing/2014/main" val="1099480978"/>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227621">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824685">
                <a:tc vMerge="1">
                  <a:txBody>
                    <a:bodyPr/>
                    <a:lstStyle/>
                    <a:p>
                      <a:pPr latinLnBrk="1"/>
                      <a:endParaRPr lang="ko-KR" altLang="en-US"/>
                    </a:p>
                  </a:txBody>
                  <a:tcPr/>
                </a:tc>
                <a:tc vMerge="1">
                  <a:txBody>
                    <a:bodyPr/>
                    <a:lstStyle/>
                    <a:p>
                      <a:pPr latinLnBrk="1"/>
                      <a:endParaRPr lang="ko-KR" altLang="en-US"/>
                    </a:p>
                  </a:txBody>
                  <a:tcPr/>
                </a:tc>
                <a:tc>
                  <a:txBody>
                    <a:bodyPr/>
                    <a:lstStyle/>
                    <a:p>
                      <a:pPr algn="ctr" latinLnBrk="1"/>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local-write command with the LOCAL RW DATA registers together, and this bit is auto-cleared after completing this execution. For correct operation, It needs to set the LOCAL RW DATA registers with desired values before setting this bit. The local-write command is used in case that the target registers’ values of all XDR daisy-chained devices are different from each other.</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83282475"/>
                  </a:ext>
                </a:extLst>
              </a:tr>
              <a:tr h="227621">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CH_SEG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These bits are used to designate which channels are activated for this command.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281212547"/>
                  </a:ext>
                </a:extLst>
              </a:tr>
              <a:tr h="675420">
                <a:tc vMerge="1">
                  <a:txBody>
                    <a:bodyPr/>
                    <a:lstStyle/>
                    <a:p>
                      <a:pPr latinLnBrk="1"/>
                      <a:endParaRPr lang="ko-KR" altLang="en-US"/>
                    </a:p>
                  </a:txBody>
                  <a:tcPr>
                    <a:lnT w="12700" cmpd="sng">
                      <a:noFill/>
                    </a:lnT>
                  </a:tcPr>
                </a:tc>
                <a:tc vMerge="1">
                  <a:txBody>
                    <a:bodyPr/>
                    <a:lstStyle/>
                    <a:p>
                      <a:pPr latinLnBrk="1"/>
                      <a:endParaRPr lang="ko-KR" altLang="en-US"/>
                    </a:p>
                  </a:txBody>
                  <a:tcPr>
                    <a:lnT w="12700" cmpd="sng">
                      <a:noFill/>
                    </a:lnT>
                  </a:tcPr>
                </a:tc>
                <a:tc>
                  <a:txBody>
                    <a:bodyPr/>
                    <a:lstStyle/>
                    <a:p>
                      <a:pPr algn="l" latinLnBrk="1"/>
                      <a:endParaRPr lang="ko-KR" altLang="en-US" sz="900" dirty="0">
                        <a:latin typeface="Arial" panose="020B0604020202020204" pitchFamily="34" charset="0"/>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2’b00  The channels 1 to 8 are activated.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2’b01  The channels 9 to 16 are activated.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2’b10  The channels 17 to 24 are activated.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2’b11  Not allocated.</a:t>
                      </a:r>
                      <a:endParaRPr lang="ko-KR" altLang="en-US" sz="900" dirty="0">
                        <a:latin typeface="Arial" panose="020B0604020202020204" pitchFamily="34" charset="0"/>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0248715"/>
                  </a:ext>
                </a:extLst>
              </a:tr>
              <a:tr h="376887">
                <a:tc vMerge="1">
                  <a:txBody>
                    <a:bodyPr/>
                    <a:lstStyle/>
                    <a:p>
                      <a:pPr latinLnBrk="1"/>
                      <a:endParaRPr lang="ko-KR" altLang="en-US"/>
                    </a:p>
                  </a:txBody>
                  <a:tcPr/>
                </a:tc>
                <a:tc vMerge="1">
                  <a:txBody>
                    <a:bodyPr/>
                    <a:lstStyle/>
                    <a:p>
                      <a:pPr latinLnBrk="1"/>
                      <a:endParaRPr lang="ko-KR" altLang="en-US"/>
                    </a:p>
                  </a:txBody>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previous chapter. how to allocate the LOCAL RW DATA registers according to CH_SEG [1:0].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3329248089"/>
                  </a:ext>
                </a:extLst>
              </a:tr>
              <a:tr h="227621">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ADDR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same target address of all XDR daisied devices to write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692059617"/>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397328" y="8513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LOCAL-WRITE COMMAND</a:t>
            </a:r>
          </a:p>
        </p:txBody>
      </p:sp>
      <p:graphicFrame>
        <p:nvGraphicFramePr>
          <p:cNvPr id="15" name="표 14">
            <a:extLst>
              <a:ext uri="{FF2B5EF4-FFF2-40B4-BE49-F238E27FC236}">
                <a16:creationId xmlns:a16="http://schemas.microsoft.com/office/drawing/2014/main" id="{6C2962F0-E883-414E-625F-E4173DF1F51F}"/>
              </a:ext>
            </a:extLst>
          </p:cNvPr>
          <p:cNvGraphicFramePr>
            <a:graphicFrameLocks noGrp="1"/>
          </p:cNvGraphicFramePr>
          <p:nvPr>
            <p:extLst>
              <p:ext uri="{D42A27DB-BD31-4B8C-83A1-F6EECF244321}">
                <p14:modId xmlns:p14="http://schemas.microsoft.com/office/powerpoint/2010/main" val="310697876"/>
              </p:ext>
            </p:extLst>
          </p:nvPr>
        </p:nvGraphicFramePr>
        <p:xfrm>
          <a:off x="400503" y="1119965"/>
          <a:ext cx="6048626" cy="372600"/>
        </p:xfrm>
        <a:graphic>
          <a:graphicData uri="http://schemas.openxmlformats.org/drawingml/2006/table">
            <a:tbl>
              <a:tblPr firstRow="1" bandRow="1">
                <a:tableStyleId>{5C22544A-7EE6-4342-B048-85BDC9FD1C3A}</a:tableStyleId>
              </a:tblPr>
              <a:tblGrid>
                <a:gridCol w="310697">
                  <a:extLst>
                    <a:ext uri="{9D8B030D-6E8A-4147-A177-3AD203B41FA5}">
                      <a16:colId xmlns:a16="http://schemas.microsoft.com/office/drawing/2014/main" val="3358603807"/>
                    </a:ext>
                  </a:extLst>
                </a:gridCol>
                <a:gridCol w="416983">
                  <a:extLst>
                    <a:ext uri="{9D8B030D-6E8A-4147-A177-3AD203B41FA5}">
                      <a16:colId xmlns:a16="http://schemas.microsoft.com/office/drawing/2014/main" val="2844922634"/>
                    </a:ext>
                  </a:extLst>
                </a:gridCol>
                <a:gridCol w="444191">
                  <a:extLst>
                    <a:ext uri="{9D8B030D-6E8A-4147-A177-3AD203B41FA5}">
                      <a16:colId xmlns:a16="http://schemas.microsoft.com/office/drawing/2014/main" val="4293411712"/>
                    </a:ext>
                  </a:extLst>
                </a:gridCol>
                <a:gridCol w="325117">
                  <a:extLst>
                    <a:ext uri="{9D8B030D-6E8A-4147-A177-3AD203B41FA5}">
                      <a16:colId xmlns:a16="http://schemas.microsoft.com/office/drawing/2014/main" val="657570846"/>
                    </a:ext>
                  </a:extLst>
                </a:gridCol>
                <a:gridCol w="325117">
                  <a:extLst>
                    <a:ext uri="{9D8B030D-6E8A-4147-A177-3AD203B41FA5}">
                      <a16:colId xmlns:a16="http://schemas.microsoft.com/office/drawing/2014/main" val="3259894497"/>
                    </a:ext>
                  </a:extLst>
                </a:gridCol>
                <a:gridCol w="325117">
                  <a:extLst>
                    <a:ext uri="{9D8B030D-6E8A-4147-A177-3AD203B41FA5}">
                      <a16:colId xmlns:a16="http://schemas.microsoft.com/office/drawing/2014/main" val="4170535043"/>
                    </a:ext>
                  </a:extLst>
                </a:gridCol>
                <a:gridCol w="325117">
                  <a:extLst>
                    <a:ext uri="{9D8B030D-6E8A-4147-A177-3AD203B41FA5}">
                      <a16:colId xmlns:a16="http://schemas.microsoft.com/office/drawing/2014/main" val="2079070694"/>
                    </a:ext>
                  </a:extLst>
                </a:gridCol>
                <a:gridCol w="325117">
                  <a:extLst>
                    <a:ext uri="{9D8B030D-6E8A-4147-A177-3AD203B41FA5}">
                      <a16:colId xmlns:a16="http://schemas.microsoft.com/office/drawing/2014/main" val="4213315911"/>
                    </a:ext>
                  </a:extLst>
                </a:gridCol>
                <a:gridCol w="325117">
                  <a:extLst>
                    <a:ext uri="{9D8B030D-6E8A-4147-A177-3AD203B41FA5}">
                      <a16:colId xmlns:a16="http://schemas.microsoft.com/office/drawing/2014/main" val="2769999950"/>
                    </a:ext>
                  </a:extLst>
                </a:gridCol>
                <a:gridCol w="325117">
                  <a:extLst>
                    <a:ext uri="{9D8B030D-6E8A-4147-A177-3AD203B41FA5}">
                      <a16:colId xmlns:a16="http://schemas.microsoft.com/office/drawing/2014/main" val="135637185"/>
                    </a:ext>
                  </a:extLst>
                </a:gridCol>
                <a:gridCol w="325117">
                  <a:extLst>
                    <a:ext uri="{9D8B030D-6E8A-4147-A177-3AD203B41FA5}">
                      <a16:colId xmlns:a16="http://schemas.microsoft.com/office/drawing/2014/main" val="3038050475"/>
                    </a:ext>
                  </a:extLst>
                </a:gridCol>
                <a:gridCol w="325117">
                  <a:extLst>
                    <a:ext uri="{9D8B030D-6E8A-4147-A177-3AD203B41FA5}">
                      <a16:colId xmlns:a16="http://schemas.microsoft.com/office/drawing/2014/main" val="1979433044"/>
                    </a:ext>
                  </a:extLst>
                </a:gridCol>
                <a:gridCol w="325117">
                  <a:extLst>
                    <a:ext uri="{9D8B030D-6E8A-4147-A177-3AD203B41FA5}">
                      <a16:colId xmlns:a16="http://schemas.microsoft.com/office/drawing/2014/main" val="4270661649"/>
                    </a:ext>
                  </a:extLst>
                </a:gridCol>
                <a:gridCol w="325117">
                  <a:extLst>
                    <a:ext uri="{9D8B030D-6E8A-4147-A177-3AD203B41FA5}">
                      <a16:colId xmlns:a16="http://schemas.microsoft.com/office/drawing/2014/main" val="3027041370"/>
                    </a:ext>
                  </a:extLst>
                </a:gridCol>
                <a:gridCol w="325117">
                  <a:extLst>
                    <a:ext uri="{9D8B030D-6E8A-4147-A177-3AD203B41FA5}">
                      <a16:colId xmlns:a16="http://schemas.microsoft.com/office/drawing/2014/main" val="2852526216"/>
                    </a:ext>
                  </a:extLst>
                </a:gridCol>
                <a:gridCol w="325117">
                  <a:extLst>
                    <a:ext uri="{9D8B030D-6E8A-4147-A177-3AD203B41FA5}">
                      <a16:colId xmlns:a16="http://schemas.microsoft.com/office/drawing/2014/main" val="103420222"/>
                    </a:ext>
                  </a:extLst>
                </a:gridCol>
                <a:gridCol w="325117">
                  <a:extLst>
                    <a:ext uri="{9D8B030D-6E8A-4147-A177-3AD203B41FA5}">
                      <a16:colId xmlns:a16="http://schemas.microsoft.com/office/drawing/2014/main" val="1470405609"/>
                    </a:ext>
                  </a:extLst>
                </a:gridCol>
                <a:gridCol w="32511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CH_SEG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ADDR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2F6234BB-58D6-2570-D24B-287F1BE56786}"/>
              </a:ext>
            </a:extLst>
          </p:cNvPr>
          <p:cNvSpPr txBox="1"/>
          <p:nvPr/>
        </p:nvSpPr>
        <p:spPr>
          <a:xfrm>
            <a:off x="397328" y="481507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LOCAL-READ COMMAND</a:t>
            </a:r>
          </a:p>
        </p:txBody>
      </p:sp>
      <p:graphicFrame>
        <p:nvGraphicFramePr>
          <p:cNvPr id="10" name="표 9">
            <a:extLst>
              <a:ext uri="{FF2B5EF4-FFF2-40B4-BE49-F238E27FC236}">
                <a16:creationId xmlns:a16="http://schemas.microsoft.com/office/drawing/2014/main" id="{08AF67E5-6FA4-9907-E5AF-FFEF97BBE36E}"/>
              </a:ext>
            </a:extLst>
          </p:cNvPr>
          <p:cNvGraphicFramePr>
            <a:graphicFrameLocks noGrp="1"/>
          </p:cNvGraphicFramePr>
          <p:nvPr>
            <p:extLst>
              <p:ext uri="{D42A27DB-BD31-4B8C-83A1-F6EECF244321}">
                <p14:modId xmlns:p14="http://schemas.microsoft.com/office/powerpoint/2010/main" val="4240866652"/>
              </p:ext>
            </p:extLst>
          </p:nvPr>
        </p:nvGraphicFramePr>
        <p:xfrm>
          <a:off x="397328" y="5112279"/>
          <a:ext cx="6047996" cy="372600"/>
        </p:xfrm>
        <a:graphic>
          <a:graphicData uri="http://schemas.openxmlformats.org/drawingml/2006/table">
            <a:tbl>
              <a:tblPr firstRow="1" bandRow="1">
                <a:tableStyleId>{5C22544A-7EE6-4342-B048-85BDC9FD1C3A}</a:tableStyleId>
              </a:tblPr>
              <a:tblGrid>
                <a:gridCol w="336458">
                  <a:extLst>
                    <a:ext uri="{9D8B030D-6E8A-4147-A177-3AD203B41FA5}">
                      <a16:colId xmlns:a16="http://schemas.microsoft.com/office/drawing/2014/main" val="3358603807"/>
                    </a:ext>
                  </a:extLst>
                </a:gridCol>
                <a:gridCol w="405308">
                  <a:extLst>
                    <a:ext uri="{9D8B030D-6E8A-4147-A177-3AD203B41FA5}">
                      <a16:colId xmlns:a16="http://schemas.microsoft.com/office/drawing/2014/main" val="2844922634"/>
                    </a:ext>
                  </a:extLst>
                </a:gridCol>
                <a:gridCol w="429985">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CH_SEG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ADDR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7F252651-3B7B-AC89-8B6D-82F1F59D6E58}"/>
              </a:ext>
            </a:extLst>
          </p:cNvPr>
          <p:cNvGraphicFramePr>
            <a:graphicFrameLocks noGrp="1"/>
          </p:cNvGraphicFramePr>
          <p:nvPr>
            <p:extLst>
              <p:ext uri="{D42A27DB-BD31-4B8C-83A1-F6EECF244321}">
                <p14:modId xmlns:p14="http://schemas.microsoft.com/office/powerpoint/2010/main" val="1295708936"/>
              </p:ext>
            </p:extLst>
          </p:nvPr>
        </p:nvGraphicFramePr>
        <p:xfrm>
          <a:off x="397328" y="5504163"/>
          <a:ext cx="6052442" cy="2709918"/>
        </p:xfrm>
        <a:graphic>
          <a:graphicData uri="http://schemas.openxmlformats.org/drawingml/2006/table">
            <a:tbl>
              <a:tblPr firstRow="1" bandRow="1">
                <a:tableStyleId>{5C22544A-7EE6-4342-B048-85BDC9FD1C3A}</a:tableStyleId>
              </a:tblPr>
              <a:tblGrid>
                <a:gridCol w="440219">
                  <a:extLst>
                    <a:ext uri="{9D8B030D-6E8A-4147-A177-3AD203B41FA5}">
                      <a16:colId xmlns:a16="http://schemas.microsoft.com/office/drawing/2014/main" val="4170535043"/>
                    </a:ext>
                  </a:extLst>
                </a:gridCol>
                <a:gridCol w="755492">
                  <a:extLst>
                    <a:ext uri="{9D8B030D-6E8A-4147-A177-3AD203B41FA5}">
                      <a16:colId xmlns:a16="http://schemas.microsoft.com/office/drawing/2014/main" val="2079070694"/>
                    </a:ext>
                  </a:extLst>
                </a:gridCol>
                <a:gridCol w="231203">
                  <a:extLst>
                    <a:ext uri="{9D8B030D-6E8A-4147-A177-3AD203B41FA5}">
                      <a16:colId xmlns:a16="http://schemas.microsoft.com/office/drawing/2014/main" val="32595803"/>
                    </a:ext>
                  </a:extLst>
                </a:gridCol>
                <a:gridCol w="61400">
                  <a:extLst>
                    <a:ext uri="{9D8B030D-6E8A-4147-A177-3AD203B41FA5}">
                      <a16:colId xmlns:a16="http://schemas.microsoft.com/office/drawing/2014/main" val="1030392249"/>
                    </a:ext>
                  </a:extLst>
                </a:gridCol>
                <a:gridCol w="4564128">
                  <a:extLst>
                    <a:ext uri="{9D8B030D-6E8A-4147-A177-3AD203B41FA5}">
                      <a16:colId xmlns:a16="http://schemas.microsoft.com/office/drawing/2014/main" val="231651806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9481">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795193">
                <a:tc vMerge="1">
                  <a:txBody>
                    <a:bodyPr/>
                    <a:lstStyle/>
                    <a:p>
                      <a:pPr latinLnBrk="1"/>
                      <a:endParaRPr lang="ko-KR" altLang="en-US"/>
                    </a:p>
                  </a:txBody>
                  <a:tcPr/>
                </a:tc>
                <a:tc vMerge="1">
                  <a:txBody>
                    <a:bodyPr/>
                    <a:lstStyle/>
                    <a:p>
                      <a:pPr latinLnBrk="1"/>
                      <a:endParaRPr lang="ko-KR" altLang="en-US"/>
                    </a:p>
                  </a:txBody>
                  <a:tcPr/>
                </a:tc>
                <a:tc gridSpan="2">
                  <a:txBody>
                    <a:bodyPr/>
                    <a:lstStyle/>
                    <a:p>
                      <a:pPr algn="ctr" latinLnBrk="1"/>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local-read command with the LOCAL RW DATA registers together, and this bit is auto-cleared after completing this execution. For correct operation, It needs to set the LOCAL RW DATA registers with desired values before setting this bit. The local-read command is used to read out the target registers’ values of all XDR daisied devices.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83282475"/>
                  </a:ext>
                </a:extLst>
              </a:tr>
              <a:tr h="219481">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CH_SEG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These bits are used to designate which channels are activated for this command</a:t>
                      </a: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212547"/>
                  </a:ext>
                </a:extLst>
              </a:tr>
              <a:tr h="575712">
                <a:tc vMerge="1">
                  <a:txBody>
                    <a:bodyPr/>
                    <a:lstStyle/>
                    <a:p>
                      <a:pPr latinLnBrk="1"/>
                      <a:endParaRPr lang="ko-KR" altLang="en-US"/>
                    </a:p>
                  </a:txBody>
                  <a:tcPr>
                    <a:lnT w="12700" cmpd="sng">
                      <a:noFill/>
                    </a:lnT>
                  </a:tcPr>
                </a:tc>
                <a:tc vMerge="1">
                  <a:txBody>
                    <a:bodyPr/>
                    <a:lstStyle/>
                    <a:p>
                      <a:pPr latinLnBrk="1"/>
                      <a:endParaRPr lang="ko-KR" altLang="en-US"/>
                    </a:p>
                  </a:txBody>
                  <a:tcPr>
                    <a:lnT w="12700" cmpd="sng">
                      <a:noFill/>
                    </a:lnT>
                  </a:tcPr>
                </a:tc>
                <a:tc>
                  <a:txBody>
                    <a:bodyPr/>
                    <a:lstStyle/>
                    <a:p>
                      <a:pPr algn="l" latinLnBrk="1"/>
                      <a:endParaRPr lang="ko-KR" altLang="en-US" sz="900" dirty="0">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   2’b00 : The channels 1 to 8 are activated.</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   2’b01 : The channels 9 to 16 are activated.</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   2’b10 : The channels 17 to 24 are activated.</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   2’b11 : Not allocated.</a:t>
                      </a:r>
                      <a:endParaRPr lang="ko-KR" altLang="en-US" sz="900" dirty="0">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endParaRPr lang="ko-KR" altLang="en-US" sz="900" dirty="0">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0248715"/>
                  </a:ext>
                </a:extLst>
              </a:tr>
              <a:tr h="363410">
                <a:tc vMerge="1">
                  <a:txBody>
                    <a:bodyPr/>
                    <a:lstStyle/>
                    <a:p>
                      <a:pPr latinLnBrk="1"/>
                      <a:endParaRPr lang="ko-KR" altLang="en-US"/>
                    </a:p>
                  </a:txBody>
                  <a:tcPr/>
                </a:tc>
                <a:tc vMerge="1">
                  <a:txBody>
                    <a:bodyPr/>
                    <a:lstStyle/>
                    <a:p>
                      <a:pPr latinLnBrk="1"/>
                      <a:endParaRPr lang="ko-KR" altLang="en-US"/>
                    </a:p>
                  </a:txBody>
                  <a:tcPr/>
                </a:tc>
                <a:tc gridSpan="3">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Refer to previous chapter. how to allocate the LOCAL RW DATA registers according to CH_SEG.</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ko-KR" altLang="en-US"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ko-KR" altLang="en-US"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9248089"/>
                  </a:ext>
                </a:extLst>
              </a:tr>
              <a:tr h="219481">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ADDR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same target address of all XDR daisied devices to read out.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2059617"/>
                  </a:ext>
                </a:extLst>
              </a:tr>
            </a:tbl>
          </a:graphicData>
        </a:graphic>
      </p:graphicFrame>
    </p:spTree>
    <p:extLst>
      <p:ext uri="{BB962C8B-B14F-4D97-AF65-F5344CB8AC3E}">
        <p14:creationId xmlns:p14="http://schemas.microsoft.com/office/powerpoint/2010/main" val="17549369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1" name="표 10">
            <a:extLst>
              <a:ext uri="{FF2B5EF4-FFF2-40B4-BE49-F238E27FC236}">
                <a16:creationId xmlns:a16="http://schemas.microsoft.com/office/drawing/2014/main" id="{14285246-E127-43FC-3DA8-40FA6321DBDC}"/>
              </a:ext>
            </a:extLst>
          </p:cNvPr>
          <p:cNvGraphicFramePr>
            <a:graphicFrameLocks noGrp="1"/>
          </p:cNvGraphicFramePr>
          <p:nvPr>
            <p:extLst>
              <p:ext uri="{D42A27DB-BD31-4B8C-83A1-F6EECF244321}">
                <p14:modId xmlns:p14="http://schemas.microsoft.com/office/powerpoint/2010/main" val="2307368632"/>
              </p:ext>
            </p:extLst>
          </p:nvPr>
        </p:nvGraphicFramePr>
        <p:xfrm>
          <a:off x="399452" y="1528809"/>
          <a:ext cx="6048627" cy="1486440"/>
        </p:xfrm>
        <a:graphic>
          <a:graphicData uri="http://schemas.openxmlformats.org/drawingml/2006/table">
            <a:tbl>
              <a:tblPr firstRow="1" bandRow="1">
                <a:tableStyleId>{5C22544A-7EE6-4342-B048-85BDC9FD1C3A}</a:tableStyleId>
              </a:tblPr>
              <a:tblGrid>
                <a:gridCol w="444245">
                  <a:extLst>
                    <a:ext uri="{9D8B030D-6E8A-4147-A177-3AD203B41FA5}">
                      <a16:colId xmlns:a16="http://schemas.microsoft.com/office/drawing/2014/main" val="4170535043"/>
                    </a:ext>
                  </a:extLst>
                </a:gridCol>
                <a:gridCol w="970222">
                  <a:extLst>
                    <a:ext uri="{9D8B030D-6E8A-4147-A177-3AD203B41FA5}">
                      <a16:colId xmlns:a16="http://schemas.microsoft.com/office/drawing/2014/main" val="2079070694"/>
                    </a:ext>
                  </a:extLst>
                </a:gridCol>
                <a:gridCol w="280470">
                  <a:extLst>
                    <a:ext uri="{9D8B030D-6E8A-4147-A177-3AD203B41FA5}">
                      <a16:colId xmlns:a16="http://schemas.microsoft.com/office/drawing/2014/main" val="32595803"/>
                    </a:ext>
                  </a:extLst>
                </a:gridCol>
                <a:gridCol w="4353690">
                  <a:extLst>
                    <a:ext uri="{9D8B030D-6E8A-4147-A177-3AD203B41FA5}">
                      <a16:colId xmlns:a16="http://schemas.microsoft.com/office/drawing/2014/main" val="2977661000"/>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701826">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id-generating command to all XDR daisied devices and this bit is auto-cleared after completing this execution. All XDR daisied devices connected in each channel will have their own ID number after completing the id-generating command.  This command is needed to read-out the XDR drivers’ registers data correctly in sequential, so, this command should be executed before executing the local-reading or the fault-reading command. It is recommended that the id-generating command should be executed firstly on system initialization.</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399452"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ID-GEN COMMAND</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2" y="351755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FAULT-READ COMMAND</a:t>
            </a:r>
          </a:p>
        </p:txBody>
      </p:sp>
      <p:graphicFrame>
        <p:nvGraphicFramePr>
          <p:cNvPr id="5" name="표 4">
            <a:extLst>
              <a:ext uri="{FF2B5EF4-FFF2-40B4-BE49-F238E27FC236}">
                <a16:creationId xmlns:a16="http://schemas.microsoft.com/office/drawing/2014/main" id="{6C8868C8-187F-D249-72FD-4A1107685718}"/>
              </a:ext>
            </a:extLst>
          </p:cNvPr>
          <p:cNvGraphicFramePr>
            <a:graphicFrameLocks noGrp="1"/>
          </p:cNvGraphicFramePr>
          <p:nvPr>
            <p:extLst>
              <p:ext uri="{D42A27DB-BD31-4B8C-83A1-F6EECF244321}">
                <p14:modId xmlns:p14="http://schemas.microsoft.com/office/powerpoint/2010/main" val="2593203653"/>
              </p:ext>
            </p:extLst>
          </p:nvPr>
        </p:nvGraphicFramePr>
        <p:xfrm>
          <a:off x="399452" y="1115475"/>
          <a:ext cx="6048626" cy="372600"/>
        </p:xfrm>
        <a:graphic>
          <a:graphicData uri="http://schemas.openxmlformats.org/drawingml/2006/table">
            <a:tbl>
              <a:tblPr firstRow="1" bandRow="1">
                <a:tableStyleId>{5C22544A-7EE6-4342-B048-85BDC9FD1C3A}</a:tableStyleId>
              </a:tblPr>
              <a:tblGrid>
                <a:gridCol w="309631">
                  <a:extLst>
                    <a:ext uri="{9D8B030D-6E8A-4147-A177-3AD203B41FA5}">
                      <a16:colId xmlns:a16="http://schemas.microsoft.com/office/drawing/2014/main" val="3358603807"/>
                    </a:ext>
                  </a:extLst>
                </a:gridCol>
                <a:gridCol w="423334">
                  <a:extLst>
                    <a:ext uri="{9D8B030D-6E8A-4147-A177-3AD203B41FA5}">
                      <a16:colId xmlns:a16="http://schemas.microsoft.com/office/drawing/2014/main" val="2844922634"/>
                    </a:ext>
                  </a:extLst>
                </a:gridCol>
                <a:gridCol w="438906">
                  <a:extLst>
                    <a:ext uri="{9D8B030D-6E8A-4147-A177-3AD203B41FA5}">
                      <a16:colId xmlns:a16="http://schemas.microsoft.com/office/drawing/2014/main" val="4293411712"/>
                    </a:ext>
                  </a:extLst>
                </a:gridCol>
                <a:gridCol w="325117">
                  <a:extLst>
                    <a:ext uri="{9D8B030D-6E8A-4147-A177-3AD203B41FA5}">
                      <a16:colId xmlns:a16="http://schemas.microsoft.com/office/drawing/2014/main" val="657570846"/>
                    </a:ext>
                  </a:extLst>
                </a:gridCol>
                <a:gridCol w="325117">
                  <a:extLst>
                    <a:ext uri="{9D8B030D-6E8A-4147-A177-3AD203B41FA5}">
                      <a16:colId xmlns:a16="http://schemas.microsoft.com/office/drawing/2014/main" val="3259894497"/>
                    </a:ext>
                  </a:extLst>
                </a:gridCol>
                <a:gridCol w="325117">
                  <a:extLst>
                    <a:ext uri="{9D8B030D-6E8A-4147-A177-3AD203B41FA5}">
                      <a16:colId xmlns:a16="http://schemas.microsoft.com/office/drawing/2014/main" val="4170535043"/>
                    </a:ext>
                  </a:extLst>
                </a:gridCol>
                <a:gridCol w="325117">
                  <a:extLst>
                    <a:ext uri="{9D8B030D-6E8A-4147-A177-3AD203B41FA5}">
                      <a16:colId xmlns:a16="http://schemas.microsoft.com/office/drawing/2014/main" val="2079070694"/>
                    </a:ext>
                  </a:extLst>
                </a:gridCol>
                <a:gridCol w="325117">
                  <a:extLst>
                    <a:ext uri="{9D8B030D-6E8A-4147-A177-3AD203B41FA5}">
                      <a16:colId xmlns:a16="http://schemas.microsoft.com/office/drawing/2014/main" val="4213315911"/>
                    </a:ext>
                  </a:extLst>
                </a:gridCol>
                <a:gridCol w="325117">
                  <a:extLst>
                    <a:ext uri="{9D8B030D-6E8A-4147-A177-3AD203B41FA5}">
                      <a16:colId xmlns:a16="http://schemas.microsoft.com/office/drawing/2014/main" val="2769999950"/>
                    </a:ext>
                  </a:extLst>
                </a:gridCol>
                <a:gridCol w="325117">
                  <a:extLst>
                    <a:ext uri="{9D8B030D-6E8A-4147-A177-3AD203B41FA5}">
                      <a16:colId xmlns:a16="http://schemas.microsoft.com/office/drawing/2014/main" val="135637185"/>
                    </a:ext>
                  </a:extLst>
                </a:gridCol>
                <a:gridCol w="325117">
                  <a:extLst>
                    <a:ext uri="{9D8B030D-6E8A-4147-A177-3AD203B41FA5}">
                      <a16:colId xmlns:a16="http://schemas.microsoft.com/office/drawing/2014/main" val="3038050475"/>
                    </a:ext>
                  </a:extLst>
                </a:gridCol>
                <a:gridCol w="325117">
                  <a:extLst>
                    <a:ext uri="{9D8B030D-6E8A-4147-A177-3AD203B41FA5}">
                      <a16:colId xmlns:a16="http://schemas.microsoft.com/office/drawing/2014/main" val="1979433044"/>
                    </a:ext>
                  </a:extLst>
                </a:gridCol>
                <a:gridCol w="325117">
                  <a:extLst>
                    <a:ext uri="{9D8B030D-6E8A-4147-A177-3AD203B41FA5}">
                      <a16:colId xmlns:a16="http://schemas.microsoft.com/office/drawing/2014/main" val="4270661649"/>
                    </a:ext>
                  </a:extLst>
                </a:gridCol>
                <a:gridCol w="325117">
                  <a:extLst>
                    <a:ext uri="{9D8B030D-6E8A-4147-A177-3AD203B41FA5}">
                      <a16:colId xmlns:a16="http://schemas.microsoft.com/office/drawing/2014/main" val="3027041370"/>
                    </a:ext>
                  </a:extLst>
                </a:gridCol>
                <a:gridCol w="325117">
                  <a:extLst>
                    <a:ext uri="{9D8B030D-6E8A-4147-A177-3AD203B41FA5}">
                      <a16:colId xmlns:a16="http://schemas.microsoft.com/office/drawing/2014/main" val="2852526216"/>
                    </a:ext>
                  </a:extLst>
                </a:gridCol>
                <a:gridCol w="325117">
                  <a:extLst>
                    <a:ext uri="{9D8B030D-6E8A-4147-A177-3AD203B41FA5}">
                      <a16:colId xmlns:a16="http://schemas.microsoft.com/office/drawing/2014/main" val="103420222"/>
                    </a:ext>
                  </a:extLst>
                </a:gridCol>
                <a:gridCol w="325117">
                  <a:extLst>
                    <a:ext uri="{9D8B030D-6E8A-4147-A177-3AD203B41FA5}">
                      <a16:colId xmlns:a16="http://schemas.microsoft.com/office/drawing/2014/main" val="1470405609"/>
                    </a:ext>
                  </a:extLst>
                </a:gridCol>
                <a:gridCol w="32511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49D2FE3A-2496-B037-C1BF-78BA9FB41DB0}"/>
              </a:ext>
            </a:extLst>
          </p:cNvPr>
          <p:cNvGraphicFramePr>
            <a:graphicFrameLocks noGrp="1"/>
          </p:cNvGraphicFramePr>
          <p:nvPr>
            <p:extLst>
              <p:ext uri="{D42A27DB-BD31-4B8C-83A1-F6EECF244321}">
                <p14:modId xmlns:p14="http://schemas.microsoft.com/office/powerpoint/2010/main" val="2678805160"/>
              </p:ext>
            </p:extLst>
          </p:nvPr>
        </p:nvGraphicFramePr>
        <p:xfrm>
          <a:off x="399452" y="3778116"/>
          <a:ext cx="6047996" cy="372600"/>
        </p:xfrm>
        <a:graphic>
          <a:graphicData uri="http://schemas.openxmlformats.org/drawingml/2006/table">
            <a:tbl>
              <a:tblPr firstRow="1" bandRow="1">
                <a:tableStyleId>{5C22544A-7EE6-4342-B048-85BDC9FD1C3A}</a:tableStyleId>
              </a:tblPr>
              <a:tblGrid>
                <a:gridCol w="336458">
                  <a:extLst>
                    <a:ext uri="{9D8B030D-6E8A-4147-A177-3AD203B41FA5}">
                      <a16:colId xmlns:a16="http://schemas.microsoft.com/office/drawing/2014/main" val="3358603807"/>
                    </a:ext>
                  </a:extLst>
                </a:gridCol>
                <a:gridCol w="405308">
                  <a:extLst>
                    <a:ext uri="{9D8B030D-6E8A-4147-A177-3AD203B41FA5}">
                      <a16:colId xmlns:a16="http://schemas.microsoft.com/office/drawing/2014/main" val="2844922634"/>
                    </a:ext>
                  </a:extLst>
                </a:gridCol>
                <a:gridCol w="429985">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FT_MODE[1:0]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7592406B-F81B-9645-40A8-D07022DDC8B4}"/>
              </a:ext>
            </a:extLst>
          </p:cNvPr>
          <p:cNvGraphicFramePr>
            <a:graphicFrameLocks noGrp="1"/>
          </p:cNvGraphicFramePr>
          <p:nvPr>
            <p:extLst>
              <p:ext uri="{D42A27DB-BD31-4B8C-83A1-F6EECF244321}">
                <p14:modId xmlns:p14="http://schemas.microsoft.com/office/powerpoint/2010/main" val="719464735"/>
              </p:ext>
            </p:extLst>
          </p:nvPr>
        </p:nvGraphicFramePr>
        <p:xfrm>
          <a:off x="399452" y="4194577"/>
          <a:ext cx="6034537" cy="4411454"/>
        </p:xfrm>
        <a:graphic>
          <a:graphicData uri="http://schemas.openxmlformats.org/drawingml/2006/table">
            <a:tbl>
              <a:tblPr firstRow="1" bandRow="1">
                <a:tableStyleId>{5C22544A-7EE6-4342-B048-85BDC9FD1C3A}</a:tableStyleId>
              </a:tblPr>
              <a:tblGrid>
                <a:gridCol w="315656">
                  <a:extLst>
                    <a:ext uri="{9D8B030D-6E8A-4147-A177-3AD203B41FA5}">
                      <a16:colId xmlns:a16="http://schemas.microsoft.com/office/drawing/2014/main" val="4170535043"/>
                    </a:ext>
                  </a:extLst>
                </a:gridCol>
                <a:gridCol w="1101969">
                  <a:extLst>
                    <a:ext uri="{9D8B030D-6E8A-4147-A177-3AD203B41FA5}">
                      <a16:colId xmlns:a16="http://schemas.microsoft.com/office/drawing/2014/main" val="2079070694"/>
                    </a:ext>
                  </a:extLst>
                </a:gridCol>
                <a:gridCol w="118469">
                  <a:extLst>
                    <a:ext uri="{9D8B030D-6E8A-4147-A177-3AD203B41FA5}">
                      <a16:colId xmlns:a16="http://schemas.microsoft.com/office/drawing/2014/main" val="32595803"/>
                    </a:ext>
                  </a:extLst>
                </a:gridCol>
                <a:gridCol w="329424">
                  <a:extLst>
                    <a:ext uri="{9D8B030D-6E8A-4147-A177-3AD203B41FA5}">
                      <a16:colId xmlns:a16="http://schemas.microsoft.com/office/drawing/2014/main" val="2741513129"/>
                    </a:ext>
                  </a:extLst>
                </a:gridCol>
                <a:gridCol w="329424">
                  <a:extLst>
                    <a:ext uri="{9D8B030D-6E8A-4147-A177-3AD203B41FA5}">
                      <a16:colId xmlns:a16="http://schemas.microsoft.com/office/drawing/2014/main" val="3487805273"/>
                    </a:ext>
                  </a:extLst>
                </a:gridCol>
                <a:gridCol w="3839595">
                  <a:extLst>
                    <a:ext uri="{9D8B030D-6E8A-4147-A177-3AD203B41FA5}">
                      <a16:colId xmlns:a16="http://schemas.microsoft.com/office/drawing/2014/main" val="2977661000"/>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fault-reading command to all XDR daisied devices to monitor the fault event like as the thermal occurrence, the short status, the open status and the fb status of the XDR devices and this bit is auto-cleared after completing this execution. This command can be also auto-executed at the VSYNC rising edge if the FAULT_ AUTO_EN bit in the COMMAND AUTO ENABLE register is set.</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FT_MODE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rgbClr val="0000FF"/>
                          </a:solidFill>
                          <a:latin typeface="Arial" panose="020B0604020202020204" pitchFamily="34" charset="0"/>
                          <a:ea typeface="+mn-ea"/>
                          <a:cs typeface="Arial" panose="020B0604020202020204" pitchFamily="34" charset="0"/>
                        </a:rPr>
                        <a:t>Interrupt</a:t>
                      </a:r>
                      <a:r>
                        <a:rPr lang="ko-KR" altLang="en-US" sz="900" b="0" dirty="0">
                          <a:solidFill>
                            <a:srgbClr val="0000FF"/>
                          </a:solidFill>
                          <a:latin typeface="Arial" panose="020B0604020202020204" pitchFamily="34" charset="0"/>
                          <a:ea typeface="+mn-ea"/>
                          <a:cs typeface="Arial" panose="020B0604020202020204" pitchFamily="34" charset="0"/>
                        </a:rPr>
                        <a:t> </a:t>
                      </a:r>
                      <a:r>
                        <a:rPr lang="en-US" altLang="ko-KR" sz="900" b="0" dirty="0">
                          <a:solidFill>
                            <a:srgbClr val="0000FF"/>
                          </a:solidFill>
                          <a:latin typeface="Arial" panose="020B0604020202020204" pitchFamily="34" charset="0"/>
                          <a:ea typeface="+mn-ea"/>
                          <a:cs typeface="Arial" panose="020B0604020202020204" pitchFamily="34" charset="0"/>
                        </a:rPr>
                        <a:t>source selector for bit2~5 at address ‘h17.</a:t>
                      </a: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8881146"/>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int_fb_source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shows the FB status from all XDRs daisied to the active channels after the FAULT-(AUTO)-READ execution.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This bit value will be kept the current level until newly updated from a next FAULT-(AUTO)-READ execution even if this register has been read-out.</a:t>
                      </a:r>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7370084"/>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int_open_source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bit shows the OPEN status from all XDRs daisied to </a:t>
                      </a:r>
                      <a:r>
                        <a:rPr lang="en-US" altLang="ko-KR" sz="900" b="0" dirty="0">
                          <a:solidFill>
                            <a:srgbClr val="0000FF"/>
                          </a:solidFill>
                          <a:latin typeface="Arial" panose="020B0604020202020204" pitchFamily="34" charset="0"/>
                          <a:ea typeface="+mn-ea"/>
                          <a:cs typeface="Arial" panose="020B0604020202020204" pitchFamily="34" charset="0"/>
                        </a:rPr>
                        <a:t>active</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channels </a:t>
                      </a:r>
                      <a:r>
                        <a:rPr lang="en-US" altLang="ko-KR" sz="900" b="0" dirty="0">
                          <a:solidFill>
                            <a:srgbClr val="0000FF"/>
                          </a:solidFill>
                          <a:latin typeface="Arial" panose="020B0604020202020204" pitchFamily="34" charset="0"/>
                          <a:ea typeface="+mn-ea"/>
                          <a:cs typeface="Arial" panose="020B0604020202020204" pitchFamily="34" charset="0"/>
                        </a:rPr>
                        <a:t>after the FAULT-(AUTO)-READ execution.</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This bit value will be kept the current level until newly updated from a next FAULT-(AUTO)-READ execution even if this register has been read-out.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3891615"/>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int_short_source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bit shows the SHORT status from all XDRs daisied to </a:t>
                      </a:r>
                      <a:r>
                        <a:rPr lang="en-US" altLang="ko-KR" sz="900" b="0" dirty="0">
                          <a:solidFill>
                            <a:srgbClr val="0000FF"/>
                          </a:solidFill>
                          <a:latin typeface="Arial" panose="020B0604020202020204" pitchFamily="34" charset="0"/>
                          <a:ea typeface="+mn-ea"/>
                          <a:cs typeface="Arial" panose="020B0604020202020204" pitchFamily="34" charset="0"/>
                        </a:rPr>
                        <a:t>active</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channels </a:t>
                      </a:r>
                      <a:r>
                        <a:rPr lang="en-US" altLang="ko-KR" sz="900" b="0" dirty="0">
                          <a:solidFill>
                            <a:srgbClr val="0000FF"/>
                          </a:solidFill>
                          <a:latin typeface="Arial" panose="020B0604020202020204" pitchFamily="34" charset="0"/>
                          <a:ea typeface="+mn-ea"/>
                          <a:cs typeface="Arial" panose="020B0604020202020204" pitchFamily="34" charset="0"/>
                        </a:rPr>
                        <a:t>after the FAULT-(AUTO)-READ execution.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This bit value will be kept the current level until newly updated from a next FAULT-(AUTO)-READ execution even if this register has been read-out.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9506408"/>
                  </a:ext>
                </a:extLst>
              </a:tr>
            </a:tbl>
          </a:graphicData>
        </a:graphic>
      </p:graphicFrame>
      <p:graphicFrame>
        <p:nvGraphicFramePr>
          <p:cNvPr id="4" name="표 3">
            <a:extLst>
              <a:ext uri="{FF2B5EF4-FFF2-40B4-BE49-F238E27FC236}">
                <a16:creationId xmlns:a16="http://schemas.microsoft.com/office/drawing/2014/main" id="{B299C8C5-7180-601D-BBDC-DF4E46841CA0}"/>
              </a:ext>
            </a:extLst>
          </p:cNvPr>
          <p:cNvGraphicFramePr>
            <a:graphicFrameLocks noGrp="1"/>
          </p:cNvGraphicFramePr>
          <p:nvPr>
            <p:extLst>
              <p:ext uri="{D42A27DB-BD31-4B8C-83A1-F6EECF244321}">
                <p14:modId xmlns:p14="http://schemas.microsoft.com/office/powerpoint/2010/main" val="2268462541"/>
              </p:ext>
            </p:extLst>
          </p:nvPr>
        </p:nvGraphicFramePr>
        <p:xfrm>
          <a:off x="2653299" y="5805549"/>
          <a:ext cx="3780690" cy="669496"/>
        </p:xfrm>
        <a:graphic>
          <a:graphicData uri="http://schemas.openxmlformats.org/drawingml/2006/table">
            <a:tbl>
              <a:tblPr>
                <a:tableStyleId>{5C22544A-7EE6-4342-B048-85BDC9FD1C3A}</a:tableStyleId>
              </a:tblPr>
              <a:tblGrid>
                <a:gridCol w="452895">
                  <a:extLst>
                    <a:ext uri="{9D8B030D-6E8A-4147-A177-3AD203B41FA5}">
                      <a16:colId xmlns:a16="http://schemas.microsoft.com/office/drawing/2014/main" val="3256625359"/>
                    </a:ext>
                  </a:extLst>
                </a:gridCol>
                <a:gridCol w="905791">
                  <a:extLst>
                    <a:ext uri="{9D8B030D-6E8A-4147-A177-3AD203B41FA5}">
                      <a16:colId xmlns:a16="http://schemas.microsoft.com/office/drawing/2014/main" val="2075605830"/>
                    </a:ext>
                  </a:extLst>
                </a:gridCol>
                <a:gridCol w="915636">
                  <a:extLst>
                    <a:ext uri="{9D8B030D-6E8A-4147-A177-3AD203B41FA5}">
                      <a16:colId xmlns:a16="http://schemas.microsoft.com/office/drawing/2014/main" val="1731122134"/>
                    </a:ext>
                  </a:extLst>
                </a:gridCol>
                <a:gridCol w="777798">
                  <a:extLst>
                    <a:ext uri="{9D8B030D-6E8A-4147-A177-3AD203B41FA5}">
                      <a16:colId xmlns:a16="http://schemas.microsoft.com/office/drawing/2014/main" val="571130016"/>
                    </a:ext>
                  </a:extLst>
                </a:gridCol>
                <a:gridCol w="728570">
                  <a:extLst>
                    <a:ext uri="{9D8B030D-6E8A-4147-A177-3AD203B41FA5}">
                      <a16:colId xmlns:a16="http://schemas.microsoft.com/office/drawing/2014/main" val="3712566356"/>
                    </a:ext>
                  </a:extLst>
                </a:gridCol>
              </a:tblGrid>
              <a:tr h="167374">
                <a:tc>
                  <a:txBody>
                    <a:bodyPr/>
                    <a:lstStyle/>
                    <a:p>
                      <a:pPr algn="ctr" fontAlgn="ctr">
                        <a:buNone/>
                      </a:pPr>
                      <a:r>
                        <a:rPr lang="en-US" sz="800" u="none" strike="noStrike">
                          <a:effectLst/>
                        </a:rPr>
                        <a:t>ft_mode</a:t>
                      </a:r>
                      <a:endParaRPr lang="en-US"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bit5</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bit4</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bit3</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bit2</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217637177"/>
                  </a:ext>
                </a:extLst>
              </a:tr>
              <a:tr h="167374">
                <a:tc>
                  <a:txBody>
                    <a:bodyPr/>
                    <a:lstStyle/>
                    <a:p>
                      <a:pPr algn="ctr" fontAlgn="ctr">
                        <a:buNone/>
                      </a:pPr>
                      <a:r>
                        <a:rPr lang="en-US" altLang="ko-KR" sz="800" u="none" strike="noStrike">
                          <a:effectLst/>
                        </a:rPr>
                        <a:t>0</a:t>
                      </a:r>
                      <a:endParaRPr lang="en-US" altLang="ko-KR"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int_thermal_source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int_short_source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int_open_source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int_fb_source1</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3819557869"/>
                  </a:ext>
                </a:extLst>
              </a:tr>
              <a:tr h="167374">
                <a:tc>
                  <a:txBody>
                    <a:bodyPr/>
                    <a:lstStyle/>
                    <a:p>
                      <a:pPr algn="ctr" fontAlgn="ctr">
                        <a:buNone/>
                      </a:pPr>
                      <a:r>
                        <a:rPr lang="en-US" altLang="ko-KR" sz="800" u="none" strike="noStrike">
                          <a:effectLst/>
                        </a:rPr>
                        <a:t>1</a:t>
                      </a:r>
                      <a:endParaRPr lang="en-US" altLang="ko-KR"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int_fault_source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int_fb_source3</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int_fb_source2</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int_fb_source1</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4100126746"/>
                  </a:ext>
                </a:extLst>
              </a:tr>
              <a:tr h="167374">
                <a:tc>
                  <a:txBody>
                    <a:bodyPr/>
                    <a:lstStyle/>
                    <a:p>
                      <a:pPr algn="ctr" fontAlgn="ctr">
                        <a:buNone/>
                      </a:pPr>
                      <a:r>
                        <a:rPr lang="en-US" altLang="ko-KR" sz="800" u="none" strike="noStrike">
                          <a:effectLst/>
                        </a:rPr>
                        <a:t>2</a:t>
                      </a:r>
                      <a:endParaRPr lang="en-US" altLang="ko-KR"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int_fault_source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int_open_source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int_fb_source2</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dirty="0">
                          <a:effectLst/>
                        </a:rPr>
                        <a:t>int_fb_source1</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3559952210"/>
                  </a:ext>
                </a:extLst>
              </a:tr>
            </a:tbl>
          </a:graphicData>
        </a:graphic>
      </p:graphicFrame>
    </p:spTree>
    <p:extLst>
      <p:ext uri="{BB962C8B-B14F-4D97-AF65-F5344CB8AC3E}">
        <p14:creationId xmlns:p14="http://schemas.microsoft.com/office/powerpoint/2010/main" val="11407905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8D9B1AB-AA92-D779-7E04-0B6B8C7D4BDF}"/>
              </a:ext>
            </a:extLst>
          </p:cNvPr>
          <p:cNvSpPr txBox="1"/>
          <p:nvPr/>
        </p:nvSpPr>
        <p:spPr>
          <a:xfrm>
            <a:off x="399452" y="388559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LD-TRANSFER COMMAND</a:t>
            </a:r>
          </a:p>
        </p:txBody>
      </p:sp>
      <p:graphicFrame>
        <p:nvGraphicFramePr>
          <p:cNvPr id="10" name="표 9">
            <a:extLst>
              <a:ext uri="{FF2B5EF4-FFF2-40B4-BE49-F238E27FC236}">
                <a16:creationId xmlns:a16="http://schemas.microsoft.com/office/drawing/2014/main" id="{0B7AA3CD-4C8A-CDE6-68B2-6B1BF3C22522}"/>
              </a:ext>
            </a:extLst>
          </p:cNvPr>
          <p:cNvGraphicFramePr>
            <a:graphicFrameLocks noGrp="1"/>
          </p:cNvGraphicFramePr>
          <p:nvPr>
            <p:extLst>
              <p:ext uri="{D42A27DB-BD31-4B8C-83A1-F6EECF244321}">
                <p14:modId xmlns:p14="http://schemas.microsoft.com/office/powerpoint/2010/main" val="3370482706"/>
              </p:ext>
            </p:extLst>
          </p:nvPr>
        </p:nvGraphicFramePr>
        <p:xfrm>
          <a:off x="399452" y="4153540"/>
          <a:ext cx="6047995" cy="372600"/>
        </p:xfrm>
        <a:graphic>
          <a:graphicData uri="http://schemas.openxmlformats.org/drawingml/2006/table">
            <a:tbl>
              <a:tblPr firstRow="1" bandRow="1">
                <a:tableStyleId>{5C22544A-7EE6-4342-B048-85BDC9FD1C3A}</a:tableStyleId>
              </a:tblPr>
              <a:tblGrid>
                <a:gridCol w="336458">
                  <a:extLst>
                    <a:ext uri="{9D8B030D-6E8A-4147-A177-3AD203B41FA5}">
                      <a16:colId xmlns:a16="http://schemas.microsoft.com/office/drawing/2014/main" val="3358603807"/>
                    </a:ext>
                  </a:extLst>
                </a:gridCol>
                <a:gridCol w="405307">
                  <a:extLst>
                    <a:ext uri="{9D8B030D-6E8A-4147-A177-3AD203B41FA5}">
                      <a16:colId xmlns:a16="http://schemas.microsoft.com/office/drawing/2014/main" val="2844922634"/>
                    </a:ext>
                  </a:extLst>
                </a:gridCol>
                <a:gridCol w="429985">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LD_TYPE[2:0]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5B8645EA-B0C3-9290-A26B-81614E80CDEE}"/>
              </a:ext>
            </a:extLst>
          </p:cNvPr>
          <p:cNvGraphicFramePr>
            <a:graphicFrameLocks noGrp="1"/>
          </p:cNvGraphicFramePr>
          <p:nvPr>
            <p:extLst>
              <p:ext uri="{D42A27DB-BD31-4B8C-83A1-F6EECF244321}">
                <p14:modId xmlns:p14="http://schemas.microsoft.com/office/powerpoint/2010/main" val="3032513776"/>
              </p:ext>
            </p:extLst>
          </p:nvPr>
        </p:nvGraphicFramePr>
        <p:xfrm>
          <a:off x="399452" y="4568354"/>
          <a:ext cx="6034536" cy="3204360"/>
        </p:xfrm>
        <a:graphic>
          <a:graphicData uri="http://schemas.openxmlformats.org/drawingml/2006/table">
            <a:tbl>
              <a:tblPr firstRow="1" bandRow="1">
                <a:tableStyleId>{5C22544A-7EE6-4342-B048-85BDC9FD1C3A}</a:tableStyleId>
              </a:tblPr>
              <a:tblGrid>
                <a:gridCol w="443210">
                  <a:extLst>
                    <a:ext uri="{9D8B030D-6E8A-4147-A177-3AD203B41FA5}">
                      <a16:colId xmlns:a16="http://schemas.microsoft.com/office/drawing/2014/main" val="4170535043"/>
                    </a:ext>
                  </a:extLst>
                </a:gridCol>
                <a:gridCol w="919135">
                  <a:extLst>
                    <a:ext uri="{9D8B030D-6E8A-4147-A177-3AD203B41FA5}">
                      <a16:colId xmlns:a16="http://schemas.microsoft.com/office/drawing/2014/main" val="2079070694"/>
                    </a:ext>
                  </a:extLst>
                </a:gridCol>
                <a:gridCol w="328643">
                  <a:extLst>
                    <a:ext uri="{9D8B030D-6E8A-4147-A177-3AD203B41FA5}">
                      <a16:colId xmlns:a16="http://schemas.microsoft.com/office/drawing/2014/main" val="32595803"/>
                    </a:ext>
                  </a:extLst>
                </a:gridCol>
                <a:gridCol w="4343548">
                  <a:extLst>
                    <a:ext uri="{9D8B030D-6E8A-4147-A177-3AD203B41FA5}">
                      <a16:colId xmlns:a16="http://schemas.microsoft.com/office/drawing/2014/main" val="2977661000"/>
                    </a:ext>
                  </a:extLst>
                </a:gridCol>
              </a:tblGrid>
              <a:tr h="21794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local dimming data transfer command to all XDR daisied devices in order to transfer the LD data in burst from the XC24R to the XDR drivers and this bit is auto-cleared after the completion. This command can be also auto-executed immediately after the amount of LD data to be transferred to the XC24R through the SPI interface is reached to the value of the LD_RD_START_POINTER of the LD START POINTER/TH register.</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LD_TYPE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‘h1 : 1 LD type : This type is for mono</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‘h2 : 2 LD type : This type is for 2-color mode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‘h3 : 3 LD type : This type is for RGB 3-color</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‘h4 : 4 LD type : This type is for RGBC or RGBM 4-color</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‘h6 : 6 LD type : This type is for RGBCMW 6-color</a:t>
                      </a: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LD_TYPE is multiplied LD data number to transfer LD data to XDR device.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The color switching signal which is SVO, the number of it should be controlled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by SV_NO_TYPE on address’h41. The value of SV_NO_TYPE is also number of colors which is connected XDR channel, but these two values doesn’t have to be the same value. Because it can be set only 2 color switching in the 3 colors LED assembled XDR.</a:t>
                      </a: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6637462"/>
                  </a:ext>
                </a:extLst>
              </a:tr>
            </a:tbl>
          </a:graphicData>
        </a:graphic>
      </p:graphicFrame>
      <p:graphicFrame>
        <p:nvGraphicFramePr>
          <p:cNvPr id="5" name="표 4">
            <a:extLst>
              <a:ext uri="{FF2B5EF4-FFF2-40B4-BE49-F238E27FC236}">
                <a16:creationId xmlns:a16="http://schemas.microsoft.com/office/drawing/2014/main" id="{23850479-A741-CF03-066D-021E1DE51063}"/>
              </a:ext>
            </a:extLst>
          </p:cNvPr>
          <p:cNvGraphicFramePr>
            <a:graphicFrameLocks noGrp="1"/>
          </p:cNvGraphicFramePr>
          <p:nvPr>
            <p:extLst>
              <p:ext uri="{D42A27DB-BD31-4B8C-83A1-F6EECF244321}">
                <p14:modId xmlns:p14="http://schemas.microsoft.com/office/powerpoint/2010/main" val="3114999401"/>
              </p:ext>
            </p:extLst>
          </p:nvPr>
        </p:nvGraphicFramePr>
        <p:xfrm>
          <a:off x="399452" y="923965"/>
          <a:ext cx="6034537" cy="2396887"/>
        </p:xfrm>
        <a:graphic>
          <a:graphicData uri="http://schemas.openxmlformats.org/drawingml/2006/table">
            <a:tbl>
              <a:tblPr firstRow="1" bandRow="1">
                <a:tableStyleId>{5C22544A-7EE6-4342-B048-85BDC9FD1C3A}</a:tableStyleId>
              </a:tblPr>
              <a:tblGrid>
                <a:gridCol w="315656">
                  <a:extLst>
                    <a:ext uri="{9D8B030D-6E8A-4147-A177-3AD203B41FA5}">
                      <a16:colId xmlns:a16="http://schemas.microsoft.com/office/drawing/2014/main" val="4170535043"/>
                    </a:ext>
                  </a:extLst>
                </a:gridCol>
                <a:gridCol w="1101969">
                  <a:extLst>
                    <a:ext uri="{9D8B030D-6E8A-4147-A177-3AD203B41FA5}">
                      <a16:colId xmlns:a16="http://schemas.microsoft.com/office/drawing/2014/main" val="2079070694"/>
                    </a:ext>
                  </a:extLst>
                </a:gridCol>
                <a:gridCol w="118469">
                  <a:extLst>
                    <a:ext uri="{9D8B030D-6E8A-4147-A177-3AD203B41FA5}">
                      <a16:colId xmlns:a16="http://schemas.microsoft.com/office/drawing/2014/main" val="32595803"/>
                    </a:ext>
                  </a:extLst>
                </a:gridCol>
                <a:gridCol w="329424">
                  <a:extLst>
                    <a:ext uri="{9D8B030D-6E8A-4147-A177-3AD203B41FA5}">
                      <a16:colId xmlns:a16="http://schemas.microsoft.com/office/drawing/2014/main" val="2741513129"/>
                    </a:ext>
                  </a:extLst>
                </a:gridCol>
                <a:gridCol w="329424">
                  <a:extLst>
                    <a:ext uri="{9D8B030D-6E8A-4147-A177-3AD203B41FA5}">
                      <a16:colId xmlns:a16="http://schemas.microsoft.com/office/drawing/2014/main" val="3487805273"/>
                    </a:ext>
                  </a:extLst>
                </a:gridCol>
                <a:gridCol w="3839595">
                  <a:extLst>
                    <a:ext uri="{9D8B030D-6E8A-4147-A177-3AD203B41FA5}">
                      <a16:colId xmlns:a16="http://schemas.microsoft.com/office/drawing/2014/main" val="2977661000"/>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int_thermal_source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bit shows the THERMAL status from all XDRs daisied to </a:t>
                      </a:r>
                      <a:r>
                        <a:rPr lang="en-US" altLang="ko-KR" sz="900" b="0" dirty="0">
                          <a:solidFill>
                            <a:srgbClr val="0000FF"/>
                          </a:solidFill>
                          <a:latin typeface="Arial" panose="020B0604020202020204" pitchFamily="34" charset="0"/>
                          <a:ea typeface="+mn-ea"/>
                          <a:cs typeface="Arial" panose="020B0604020202020204" pitchFamily="34" charset="0"/>
                        </a:rPr>
                        <a:t>active</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channels </a:t>
                      </a:r>
                      <a:r>
                        <a:rPr lang="en-US" altLang="ko-KR" sz="900" b="0" dirty="0">
                          <a:solidFill>
                            <a:srgbClr val="0000FF"/>
                          </a:solidFill>
                          <a:latin typeface="Arial" panose="020B0604020202020204" pitchFamily="34" charset="0"/>
                          <a:ea typeface="+mn-ea"/>
                          <a:cs typeface="Arial" panose="020B0604020202020204" pitchFamily="34" charset="0"/>
                        </a:rPr>
                        <a:t>after the FAULT-(AUTO)-READ execution.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This bit value will be kept the current level until newly updated from a next FAULT-(AUTO)-READ execution even if this register has been read-out.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9667453"/>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If this bit is set, the nINT_FAULT pin will be asserted to the active-low. This bit represents several interrupt sources, INT_FB_SRC, INT_OPEN_SRC, INT_SHORT _SRC, INT_TML_SRC, INT_LOCAL_REC_FAIL_ SRC, INT_FAULT_AUTO_REC_FAIL _SRC, INT_FAULT_REC_FAIL_SRC, INT_TIMEOUT_ERR_SRC, INT_PARITY _ERR _SRC, INT_ACC_CNT_ERR_SRC and INT_OVUV_ERR_SRC if their own interrupt enable bits are set. If the corresponding interrupt enable bit is set and the interrupt source is asserted, then, this bit will be asserted through nINT_FAULT pin. This bit is auto-cleared after this INTERRUPT STATUS register is read-out.</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572526"/>
                  </a:ext>
                </a:extLst>
              </a:tr>
            </a:tbl>
          </a:graphicData>
        </a:graphic>
      </p:graphicFrame>
      <p:cxnSp>
        <p:nvCxnSpPr>
          <p:cNvPr id="6" name="직선 연결선 5">
            <a:extLst>
              <a:ext uri="{FF2B5EF4-FFF2-40B4-BE49-F238E27FC236}">
                <a16:creationId xmlns:a16="http://schemas.microsoft.com/office/drawing/2014/main" id="{61B4365B-16C4-55A7-7265-7816622884F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786BAEEC-6851-B5E9-A0C7-4F59893AB537}"/>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72191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7786" y="93024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SYNC-GEN COMMAND</a:t>
            </a:r>
          </a:p>
        </p:txBody>
      </p:sp>
      <p:graphicFrame>
        <p:nvGraphicFramePr>
          <p:cNvPr id="5" name="표 4">
            <a:extLst>
              <a:ext uri="{FF2B5EF4-FFF2-40B4-BE49-F238E27FC236}">
                <a16:creationId xmlns:a16="http://schemas.microsoft.com/office/drawing/2014/main" id="{6C8868C8-187F-D249-72FD-4A1107685718}"/>
              </a:ext>
            </a:extLst>
          </p:cNvPr>
          <p:cNvGraphicFramePr>
            <a:graphicFrameLocks noGrp="1"/>
          </p:cNvGraphicFramePr>
          <p:nvPr>
            <p:extLst>
              <p:ext uri="{D42A27DB-BD31-4B8C-83A1-F6EECF244321}">
                <p14:modId xmlns:p14="http://schemas.microsoft.com/office/powerpoint/2010/main" val="661205233"/>
              </p:ext>
            </p:extLst>
          </p:nvPr>
        </p:nvGraphicFramePr>
        <p:xfrm>
          <a:off x="397786" y="1197565"/>
          <a:ext cx="6047995" cy="479280"/>
        </p:xfrm>
        <a:graphic>
          <a:graphicData uri="http://schemas.openxmlformats.org/drawingml/2006/table">
            <a:tbl>
              <a:tblPr firstRow="1" bandRow="1">
                <a:tableStyleId>{5C22544A-7EE6-4342-B048-85BDC9FD1C3A}</a:tableStyleId>
              </a:tblPr>
              <a:tblGrid>
                <a:gridCol w="313414">
                  <a:extLst>
                    <a:ext uri="{9D8B030D-6E8A-4147-A177-3AD203B41FA5}">
                      <a16:colId xmlns:a16="http://schemas.microsoft.com/office/drawing/2014/main" val="3358603807"/>
                    </a:ext>
                  </a:extLst>
                </a:gridCol>
                <a:gridCol w="416983">
                  <a:extLst>
                    <a:ext uri="{9D8B030D-6E8A-4147-A177-3AD203B41FA5}">
                      <a16:colId xmlns:a16="http://schemas.microsoft.com/office/drawing/2014/main" val="2844922634"/>
                    </a:ext>
                  </a:extLst>
                </a:gridCol>
                <a:gridCol w="441353">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SYNC_MODE[1:0]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77CAA95D-C370-A60B-D7E0-2A3E182A4F64}"/>
              </a:ext>
            </a:extLst>
          </p:cNvPr>
          <p:cNvGraphicFramePr>
            <a:graphicFrameLocks noGrp="1"/>
          </p:cNvGraphicFramePr>
          <p:nvPr>
            <p:extLst>
              <p:ext uri="{D42A27DB-BD31-4B8C-83A1-F6EECF244321}">
                <p14:modId xmlns:p14="http://schemas.microsoft.com/office/powerpoint/2010/main" val="3781141048"/>
              </p:ext>
            </p:extLst>
          </p:nvPr>
        </p:nvGraphicFramePr>
        <p:xfrm>
          <a:off x="397786" y="1729515"/>
          <a:ext cx="6055650" cy="1848247"/>
        </p:xfrm>
        <a:graphic>
          <a:graphicData uri="http://schemas.openxmlformats.org/drawingml/2006/table">
            <a:tbl>
              <a:tblPr firstRow="1" bandRow="1">
                <a:tableStyleId>{5C22544A-7EE6-4342-B048-85BDC9FD1C3A}</a:tableStyleId>
              </a:tblPr>
              <a:tblGrid>
                <a:gridCol w="444761">
                  <a:extLst>
                    <a:ext uri="{9D8B030D-6E8A-4147-A177-3AD203B41FA5}">
                      <a16:colId xmlns:a16="http://schemas.microsoft.com/office/drawing/2014/main" val="4170535043"/>
                    </a:ext>
                  </a:extLst>
                </a:gridCol>
                <a:gridCol w="984706">
                  <a:extLst>
                    <a:ext uri="{9D8B030D-6E8A-4147-A177-3AD203B41FA5}">
                      <a16:colId xmlns:a16="http://schemas.microsoft.com/office/drawing/2014/main" val="2079070694"/>
                    </a:ext>
                  </a:extLst>
                </a:gridCol>
                <a:gridCol w="267438">
                  <a:extLst>
                    <a:ext uri="{9D8B030D-6E8A-4147-A177-3AD203B41FA5}">
                      <a16:colId xmlns:a16="http://schemas.microsoft.com/office/drawing/2014/main" val="32595803"/>
                    </a:ext>
                  </a:extLst>
                </a:gridCol>
                <a:gridCol w="4358745">
                  <a:extLst>
                    <a:ext uri="{9D8B030D-6E8A-4147-A177-3AD203B41FA5}">
                      <a16:colId xmlns:a16="http://schemas.microsoft.com/office/drawing/2014/main" val="2977661000"/>
                    </a:ext>
                  </a:extLst>
                </a:gridCol>
              </a:tblGrid>
              <a:tr h="2811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sync-gen command to all XDR daisied devices in order to make the frame synchronization to the drivers and this bit is auto-cleared after this execution. This command can be also auto-executed at the VSYNC rising edge, if the SYNC_ AUTO_EN bit in the COMMAND AUTO ENABLE register is set. It is recommended that the SYNC_AUTO_EN bit is set for good local dimming.</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rgbClr val="0000FF"/>
                          </a:solidFill>
                          <a:latin typeface="Arial" panose="020B0604020202020204" pitchFamily="34" charset="0"/>
                          <a:ea typeface="+mn-ea"/>
                          <a:cs typeface="Arial" panose="020B0604020202020204" pitchFamily="34" charset="0"/>
                        </a:rPr>
                        <a:t>SVO signal mode selector</a:t>
                      </a:r>
                    </a:p>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‘h1 : </a:t>
                      </a:r>
                      <a:r>
                        <a:rPr lang="en-US" altLang="ko-KR" sz="900" b="0" dirty="0" err="1">
                          <a:solidFill>
                            <a:srgbClr val="0000FF"/>
                          </a:solidFill>
                          <a:latin typeface="Arial" panose="020B0604020202020204" pitchFamily="34" charset="0"/>
                          <a:ea typeface="+mn-ea"/>
                          <a:cs typeface="Arial" panose="020B0604020202020204" pitchFamily="34" charset="0"/>
                        </a:rPr>
                        <a:t>svo</a:t>
                      </a:r>
                      <a:r>
                        <a:rPr lang="en-US" altLang="ko-KR" sz="900" b="0" dirty="0">
                          <a:solidFill>
                            <a:srgbClr val="0000FF"/>
                          </a:solidFill>
                          <a:latin typeface="Arial" panose="020B0604020202020204" pitchFamily="34" charset="0"/>
                          <a:ea typeface="+mn-ea"/>
                          <a:cs typeface="Arial" panose="020B0604020202020204" pitchFamily="34" charset="0"/>
                        </a:rPr>
                        <a:t> only ( need to turn on </a:t>
                      </a:r>
                      <a:r>
                        <a:rPr lang="en-US" altLang="ko-KR" sz="900" b="0" dirty="0" err="1">
                          <a:solidFill>
                            <a:srgbClr val="0000FF"/>
                          </a:solidFill>
                          <a:latin typeface="Arial" panose="020B0604020202020204" pitchFamily="34" charset="0"/>
                          <a:ea typeface="+mn-ea"/>
                          <a:cs typeface="Arial" panose="020B0604020202020204" pitchFamily="34" charset="0"/>
                        </a:rPr>
                        <a:t>vsync</a:t>
                      </a:r>
                      <a:r>
                        <a:rPr lang="en-US" altLang="ko-KR" sz="900" b="0" dirty="0">
                          <a:solidFill>
                            <a:srgbClr val="0000FF"/>
                          </a:solidFill>
                          <a:latin typeface="Arial" panose="020B0604020202020204" pitchFamily="34" charset="0"/>
                          <a:ea typeface="+mn-ea"/>
                          <a:cs typeface="Arial" panose="020B0604020202020204" pitchFamily="34" charset="0"/>
                        </a:rPr>
                        <a:t> command</a:t>
                      </a:r>
                      <a:r>
                        <a:rPr lang="ko-KR" altLang="en-US" sz="900" b="0" dirty="0">
                          <a:solidFill>
                            <a:srgbClr val="0000FF"/>
                          </a:solidFill>
                          <a:latin typeface="Arial" panose="020B0604020202020204" pitchFamily="34" charset="0"/>
                          <a:ea typeface="+mn-ea"/>
                          <a:cs typeface="Arial" panose="020B0604020202020204" pitchFamily="34" charset="0"/>
                        </a:rPr>
                        <a:t> </a:t>
                      </a:r>
                      <a:r>
                        <a:rPr lang="en-US" altLang="ko-KR" sz="900" b="0" dirty="0">
                          <a:solidFill>
                            <a:srgbClr val="0000FF"/>
                          </a:solidFill>
                          <a:latin typeface="Arial" panose="020B0604020202020204" pitchFamily="34" charset="0"/>
                          <a:ea typeface="+mn-ea"/>
                          <a:cs typeface="Arial" panose="020B0604020202020204" pitchFamily="34" charset="0"/>
                        </a:rPr>
                        <a:t>)</a:t>
                      </a:r>
                    </a:p>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‘h2 : </a:t>
                      </a:r>
                      <a:r>
                        <a:rPr lang="en-US" altLang="ko-KR" sz="900" b="0" dirty="0" err="1">
                          <a:solidFill>
                            <a:srgbClr val="0000FF"/>
                          </a:solidFill>
                          <a:latin typeface="Arial" panose="020B0604020202020204" pitchFamily="34" charset="0"/>
                          <a:ea typeface="+mn-ea"/>
                          <a:cs typeface="Arial" panose="020B0604020202020204" pitchFamily="34" charset="0"/>
                        </a:rPr>
                        <a:t>vo</a:t>
                      </a:r>
                      <a:r>
                        <a:rPr lang="en-US" altLang="ko-KR" sz="900" b="0" dirty="0">
                          <a:solidFill>
                            <a:srgbClr val="0000FF"/>
                          </a:solidFill>
                          <a:latin typeface="Arial" panose="020B0604020202020204" pitchFamily="34" charset="0"/>
                          <a:ea typeface="+mn-ea"/>
                          <a:cs typeface="Arial" panose="020B0604020202020204" pitchFamily="34" charset="0"/>
                        </a:rPr>
                        <a:t> signal add on </a:t>
                      </a:r>
                      <a:r>
                        <a:rPr lang="en-US" altLang="ko-KR" sz="900" b="0" dirty="0" err="1">
                          <a:solidFill>
                            <a:srgbClr val="0000FF"/>
                          </a:solidFill>
                          <a:latin typeface="Arial" panose="020B0604020202020204" pitchFamily="34" charset="0"/>
                          <a:ea typeface="+mn-ea"/>
                          <a:cs typeface="Arial" panose="020B0604020202020204" pitchFamily="34" charset="0"/>
                        </a:rPr>
                        <a:t>svo</a:t>
                      </a:r>
                      <a:r>
                        <a:rPr lang="en-US" altLang="ko-KR" sz="900" b="0" dirty="0">
                          <a:solidFill>
                            <a:srgbClr val="0000FF"/>
                          </a:solidFill>
                          <a:latin typeface="Arial" panose="020B0604020202020204" pitchFamily="34" charset="0"/>
                          <a:ea typeface="+mn-ea"/>
                          <a:cs typeface="Arial" panose="020B0604020202020204" pitchFamily="34" charset="0"/>
                        </a:rPr>
                        <a:t> signal</a:t>
                      </a:r>
                    </a:p>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‘h3 : </a:t>
                      </a:r>
                      <a:r>
                        <a:rPr lang="en-US" altLang="ko-KR" sz="900" b="0" dirty="0" err="1">
                          <a:solidFill>
                            <a:srgbClr val="0000FF"/>
                          </a:solidFill>
                          <a:latin typeface="Arial" panose="020B0604020202020204" pitchFamily="34" charset="0"/>
                          <a:ea typeface="+mn-ea"/>
                          <a:cs typeface="Arial" panose="020B0604020202020204" pitchFamily="34" charset="0"/>
                        </a:rPr>
                        <a:t>rso</a:t>
                      </a:r>
                      <a:r>
                        <a:rPr lang="en-US" altLang="ko-KR" sz="900" b="0" dirty="0">
                          <a:solidFill>
                            <a:srgbClr val="0000FF"/>
                          </a:solidFill>
                          <a:latin typeface="Arial" panose="020B0604020202020204" pitchFamily="34" charset="0"/>
                          <a:ea typeface="+mn-ea"/>
                          <a:cs typeface="Arial" panose="020B0604020202020204" pitchFamily="34" charset="0"/>
                        </a:rPr>
                        <a:t> signal only </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7611642"/>
                  </a:ext>
                </a:extLst>
              </a:tr>
            </a:tbl>
          </a:graphicData>
        </a:graphic>
      </p:graphicFrame>
    </p:spTree>
    <p:extLst>
      <p:ext uri="{BB962C8B-B14F-4D97-AF65-F5344CB8AC3E}">
        <p14:creationId xmlns:p14="http://schemas.microsoft.com/office/powerpoint/2010/main" val="5638468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2F6234BB-58D6-2570-D24B-287F1BE56786}"/>
              </a:ext>
            </a:extLst>
          </p:cNvPr>
          <p:cNvSpPr txBox="1"/>
          <p:nvPr/>
        </p:nvSpPr>
        <p:spPr>
          <a:xfrm>
            <a:off x="397786" y="91508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COMMAND AUTO ENABLE</a:t>
            </a:r>
          </a:p>
        </p:txBody>
      </p:sp>
      <p:graphicFrame>
        <p:nvGraphicFramePr>
          <p:cNvPr id="7" name="표 6">
            <a:extLst>
              <a:ext uri="{FF2B5EF4-FFF2-40B4-BE49-F238E27FC236}">
                <a16:creationId xmlns:a16="http://schemas.microsoft.com/office/drawing/2014/main" id="{49D2FE3A-2496-B037-C1BF-78BA9FB41DB0}"/>
              </a:ext>
            </a:extLst>
          </p:cNvPr>
          <p:cNvGraphicFramePr>
            <a:graphicFrameLocks noGrp="1"/>
          </p:cNvGraphicFramePr>
          <p:nvPr>
            <p:extLst>
              <p:ext uri="{D42A27DB-BD31-4B8C-83A1-F6EECF244321}">
                <p14:modId xmlns:p14="http://schemas.microsoft.com/office/powerpoint/2010/main" val="4037362933"/>
              </p:ext>
            </p:extLst>
          </p:nvPr>
        </p:nvGraphicFramePr>
        <p:xfrm>
          <a:off x="397786" y="1181619"/>
          <a:ext cx="6048000" cy="372600"/>
        </p:xfrm>
        <a:graphic>
          <a:graphicData uri="http://schemas.openxmlformats.org/drawingml/2006/table">
            <a:tbl>
              <a:tblPr firstRow="1" bandRow="1">
                <a:tableStyleId>{5C22544A-7EE6-4342-B048-85BDC9FD1C3A}</a:tableStyleId>
              </a:tblPr>
              <a:tblGrid>
                <a:gridCol w="299615">
                  <a:extLst>
                    <a:ext uri="{9D8B030D-6E8A-4147-A177-3AD203B41FA5}">
                      <a16:colId xmlns:a16="http://schemas.microsoft.com/office/drawing/2014/main" val="3358603807"/>
                    </a:ext>
                  </a:extLst>
                </a:gridCol>
                <a:gridCol w="401816">
                  <a:extLst>
                    <a:ext uri="{9D8B030D-6E8A-4147-A177-3AD203B41FA5}">
                      <a16:colId xmlns:a16="http://schemas.microsoft.com/office/drawing/2014/main" val="2844922634"/>
                    </a:ext>
                  </a:extLst>
                </a:gridCol>
                <a:gridCol w="255021">
                  <a:extLst>
                    <a:ext uri="{9D8B030D-6E8A-4147-A177-3AD203B41FA5}">
                      <a16:colId xmlns:a16="http://schemas.microsoft.com/office/drawing/2014/main" val="4293411712"/>
                    </a:ext>
                  </a:extLst>
                </a:gridCol>
                <a:gridCol w="254643">
                  <a:extLst>
                    <a:ext uri="{9D8B030D-6E8A-4147-A177-3AD203B41FA5}">
                      <a16:colId xmlns:a16="http://schemas.microsoft.com/office/drawing/2014/main" val="657570846"/>
                    </a:ext>
                  </a:extLst>
                </a:gridCol>
                <a:gridCol w="231494">
                  <a:extLst>
                    <a:ext uri="{9D8B030D-6E8A-4147-A177-3AD203B41FA5}">
                      <a16:colId xmlns:a16="http://schemas.microsoft.com/office/drawing/2014/main" val="3259894497"/>
                    </a:ext>
                  </a:extLst>
                </a:gridCol>
                <a:gridCol w="248855">
                  <a:extLst>
                    <a:ext uri="{9D8B030D-6E8A-4147-A177-3AD203B41FA5}">
                      <a16:colId xmlns:a16="http://schemas.microsoft.com/office/drawing/2014/main" val="4170535043"/>
                    </a:ext>
                  </a:extLst>
                </a:gridCol>
                <a:gridCol w="237281">
                  <a:extLst>
                    <a:ext uri="{9D8B030D-6E8A-4147-A177-3AD203B41FA5}">
                      <a16:colId xmlns:a16="http://schemas.microsoft.com/office/drawing/2014/main" val="2079070694"/>
                    </a:ext>
                  </a:extLst>
                </a:gridCol>
                <a:gridCol w="254643">
                  <a:extLst>
                    <a:ext uri="{9D8B030D-6E8A-4147-A177-3AD203B41FA5}">
                      <a16:colId xmlns:a16="http://schemas.microsoft.com/office/drawing/2014/main" val="4213315911"/>
                    </a:ext>
                  </a:extLst>
                </a:gridCol>
                <a:gridCol w="219919">
                  <a:extLst>
                    <a:ext uri="{9D8B030D-6E8A-4147-A177-3AD203B41FA5}">
                      <a16:colId xmlns:a16="http://schemas.microsoft.com/office/drawing/2014/main" val="2769999950"/>
                    </a:ext>
                  </a:extLst>
                </a:gridCol>
                <a:gridCol w="752355">
                  <a:extLst>
                    <a:ext uri="{9D8B030D-6E8A-4147-A177-3AD203B41FA5}">
                      <a16:colId xmlns:a16="http://schemas.microsoft.com/office/drawing/2014/main" val="135637185"/>
                    </a:ext>
                  </a:extLst>
                </a:gridCol>
                <a:gridCol w="231494">
                  <a:extLst>
                    <a:ext uri="{9D8B030D-6E8A-4147-A177-3AD203B41FA5}">
                      <a16:colId xmlns:a16="http://schemas.microsoft.com/office/drawing/2014/main" val="3038050475"/>
                    </a:ext>
                  </a:extLst>
                </a:gridCol>
                <a:gridCol w="208344">
                  <a:extLst>
                    <a:ext uri="{9D8B030D-6E8A-4147-A177-3AD203B41FA5}">
                      <a16:colId xmlns:a16="http://schemas.microsoft.com/office/drawing/2014/main" val="1979433044"/>
                    </a:ext>
                  </a:extLst>
                </a:gridCol>
                <a:gridCol w="231493">
                  <a:extLst>
                    <a:ext uri="{9D8B030D-6E8A-4147-A177-3AD203B41FA5}">
                      <a16:colId xmlns:a16="http://schemas.microsoft.com/office/drawing/2014/main" val="4270661649"/>
                    </a:ext>
                  </a:extLst>
                </a:gridCol>
                <a:gridCol w="842495">
                  <a:extLst>
                    <a:ext uri="{9D8B030D-6E8A-4147-A177-3AD203B41FA5}">
                      <a16:colId xmlns:a16="http://schemas.microsoft.com/office/drawing/2014/main" val="3027041370"/>
                    </a:ext>
                  </a:extLst>
                </a:gridCol>
                <a:gridCol w="210390">
                  <a:extLst>
                    <a:ext uri="{9D8B030D-6E8A-4147-A177-3AD203B41FA5}">
                      <a16:colId xmlns:a16="http://schemas.microsoft.com/office/drawing/2014/main" val="2852526216"/>
                    </a:ext>
                  </a:extLst>
                </a:gridCol>
                <a:gridCol w="210390">
                  <a:extLst>
                    <a:ext uri="{9D8B030D-6E8A-4147-A177-3AD203B41FA5}">
                      <a16:colId xmlns:a16="http://schemas.microsoft.com/office/drawing/2014/main" val="103420222"/>
                    </a:ext>
                  </a:extLst>
                </a:gridCol>
                <a:gridCol w="210390">
                  <a:extLst>
                    <a:ext uri="{9D8B030D-6E8A-4147-A177-3AD203B41FA5}">
                      <a16:colId xmlns:a16="http://schemas.microsoft.com/office/drawing/2014/main" val="1470405609"/>
                    </a:ext>
                  </a:extLst>
                </a:gridCol>
                <a:gridCol w="747362">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B10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B9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TIME_OUT_EN</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FAULT AUTO_EN</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SYNC_AUTO_EN</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28D9B1AB-AA92-D779-7E04-0B6B8C7D4BDF}"/>
              </a:ext>
            </a:extLst>
          </p:cNvPr>
          <p:cNvSpPr txBox="1"/>
          <p:nvPr/>
        </p:nvSpPr>
        <p:spPr>
          <a:xfrm>
            <a:off x="397786" y="430696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LD-WRITE POINTER</a:t>
            </a:r>
          </a:p>
        </p:txBody>
      </p:sp>
      <p:graphicFrame>
        <p:nvGraphicFramePr>
          <p:cNvPr id="10" name="표 9">
            <a:extLst>
              <a:ext uri="{FF2B5EF4-FFF2-40B4-BE49-F238E27FC236}">
                <a16:creationId xmlns:a16="http://schemas.microsoft.com/office/drawing/2014/main" id="{0B7AA3CD-4C8A-CDE6-68B2-6B1BF3C22522}"/>
              </a:ext>
            </a:extLst>
          </p:cNvPr>
          <p:cNvGraphicFramePr>
            <a:graphicFrameLocks noGrp="1"/>
          </p:cNvGraphicFramePr>
          <p:nvPr>
            <p:extLst>
              <p:ext uri="{D42A27DB-BD31-4B8C-83A1-F6EECF244321}">
                <p14:modId xmlns:p14="http://schemas.microsoft.com/office/powerpoint/2010/main" val="3925307841"/>
              </p:ext>
            </p:extLst>
          </p:nvPr>
        </p:nvGraphicFramePr>
        <p:xfrm>
          <a:off x="397786" y="4581968"/>
          <a:ext cx="6048006" cy="372600"/>
        </p:xfrm>
        <a:graphic>
          <a:graphicData uri="http://schemas.openxmlformats.org/drawingml/2006/table">
            <a:tbl>
              <a:tblPr firstRow="1" bandRow="1">
                <a:tableStyleId>{5C22544A-7EE6-4342-B048-85BDC9FD1C3A}</a:tableStyleId>
              </a:tblPr>
              <a:tblGrid>
                <a:gridCol w="335838">
                  <a:extLst>
                    <a:ext uri="{9D8B030D-6E8A-4147-A177-3AD203B41FA5}">
                      <a16:colId xmlns:a16="http://schemas.microsoft.com/office/drawing/2014/main" val="3358603807"/>
                    </a:ext>
                  </a:extLst>
                </a:gridCol>
                <a:gridCol w="415720">
                  <a:extLst>
                    <a:ext uri="{9D8B030D-6E8A-4147-A177-3AD203B41FA5}">
                      <a16:colId xmlns:a16="http://schemas.microsoft.com/office/drawing/2014/main" val="2844922634"/>
                    </a:ext>
                  </a:extLst>
                </a:gridCol>
                <a:gridCol w="331028">
                  <a:extLst>
                    <a:ext uri="{9D8B030D-6E8A-4147-A177-3AD203B41FA5}">
                      <a16:colId xmlns:a16="http://schemas.microsoft.com/office/drawing/2014/main" val="4293411712"/>
                    </a:ext>
                  </a:extLst>
                </a:gridCol>
                <a:gridCol w="331028">
                  <a:extLst>
                    <a:ext uri="{9D8B030D-6E8A-4147-A177-3AD203B41FA5}">
                      <a16:colId xmlns:a16="http://schemas.microsoft.com/office/drawing/2014/main" val="657570846"/>
                    </a:ext>
                  </a:extLst>
                </a:gridCol>
                <a:gridCol w="331028">
                  <a:extLst>
                    <a:ext uri="{9D8B030D-6E8A-4147-A177-3AD203B41FA5}">
                      <a16:colId xmlns:a16="http://schemas.microsoft.com/office/drawing/2014/main" val="3259894497"/>
                    </a:ext>
                  </a:extLst>
                </a:gridCol>
                <a:gridCol w="331028">
                  <a:extLst>
                    <a:ext uri="{9D8B030D-6E8A-4147-A177-3AD203B41FA5}">
                      <a16:colId xmlns:a16="http://schemas.microsoft.com/office/drawing/2014/main" val="4170535043"/>
                    </a:ext>
                  </a:extLst>
                </a:gridCol>
                <a:gridCol w="331028">
                  <a:extLst>
                    <a:ext uri="{9D8B030D-6E8A-4147-A177-3AD203B41FA5}">
                      <a16:colId xmlns:a16="http://schemas.microsoft.com/office/drawing/2014/main" val="2079070694"/>
                    </a:ext>
                  </a:extLst>
                </a:gridCol>
                <a:gridCol w="331028">
                  <a:extLst>
                    <a:ext uri="{9D8B030D-6E8A-4147-A177-3AD203B41FA5}">
                      <a16:colId xmlns:a16="http://schemas.microsoft.com/office/drawing/2014/main" val="4213315911"/>
                    </a:ext>
                  </a:extLst>
                </a:gridCol>
                <a:gridCol w="331028">
                  <a:extLst>
                    <a:ext uri="{9D8B030D-6E8A-4147-A177-3AD203B41FA5}">
                      <a16:colId xmlns:a16="http://schemas.microsoft.com/office/drawing/2014/main" val="2769999950"/>
                    </a:ext>
                  </a:extLst>
                </a:gridCol>
                <a:gridCol w="331028">
                  <a:extLst>
                    <a:ext uri="{9D8B030D-6E8A-4147-A177-3AD203B41FA5}">
                      <a16:colId xmlns:a16="http://schemas.microsoft.com/office/drawing/2014/main" val="135637185"/>
                    </a:ext>
                  </a:extLst>
                </a:gridCol>
                <a:gridCol w="331028">
                  <a:extLst>
                    <a:ext uri="{9D8B030D-6E8A-4147-A177-3AD203B41FA5}">
                      <a16:colId xmlns:a16="http://schemas.microsoft.com/office/drawing/2014/main" val="3038050475"/>
                    </a:ext>
                  </a:extLst>
                </a:gridCol>
                <a:gridCol w="331028">
                  <a:extLst>
                    <a:ext uri="{9D8B030D-6E8A-4147-A177-3AD203B41FA5}">
                      <a16:colId xmlns:a16="http://schemas.microsoft.com/office/drawing/2014/main" val="1979433044"/>
                    </a:ext>
                  </a:extLst>
                </a:gridCol>
                <a:gridCol w="331028">
                  <a:extLst>
                    <a:ext uri="{9D8B030D-6E8A-4147-A177-3AD203B41FA5}">
                      <a16:colId xmlns:a16="http://schemas.microsoft.com/office/drawing/2014/main" val="4270661649"/>
                    </a:ext>
                  </a:extLst>
                </a:gridCol>
                <a:gridCol w="331028">
                  <a:extLst>
                    <a:ext uri="{9D8B030D-6E8A-4147-A177-3AD203B41FA5}">
                      <a16:colId xmlns:a16="http://schemas.microsoft.com/office/drawing/2014/main" val="3027041370"/>
                    </a:ext>
                  </a:extLst>
                </a:gridCol>
                <a:gridCol w="331028">
                  <a:extLst>
                    <a:ext uri="{9D8B030D-6E8A-4147-A177-3AD203B41FA5}">
                      <a16:colId xmlns:a16="http://schemas.microsoft.com/office/drawing/2014/main" val="2852526216"/>
                    </a:ext>
                  </a:extLst>
                </a:gridCol>
                <a:gridCol w="331028">
                  <a:extLst>
                    <a:ext uri="{9D8B030D-6E8A-4147-A177-3AD203B41FA5}">
                      <a16:colId xmlns:a16="http://schemas.microsoft.com/office/drawing/2014/main" val="103420222"/>
                    </a:ext>
                  </a:extLst>
                </a:gridCol>
                <a:gridCol w="331028">
                  <a:extLst>
                    <a:ext uri="{9D8B030D-6E8A-4147-A177-3AD203B41FA5}">
                      <a16:colId xmlns:a16="http://schemas.microsoft.com/office/drawing/2014/main" val="1470405609"/>
                    </a:ext>
                  </a:extLst>
                </a:gridCol>
                <a:gridCol w="331028">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LD_WR_POINTER [8:0]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4151469704"/>
              </p:ext>
            </p:extLst>
          </p:nvPr>
        </p:nvGraphicFramePr>
        <p:xfrm>
          <a:off x="397786" y="4992875"/>
          <a:ext cx="6063094" cy="1897920"/>
        </p:xfrm>
        <a:graphic>
          <a:graphicData uri="http://schemas.openxmlformats.org/drawingml/2006/table">
            <a:tbl>
              <a:tblPr firstRow="1" bandRow="1">
                <a:tableStyleId>{5C22544A-7EE6-4342-B048-85BDC9FD1C3A}</a:tableStyleId>
              </a:tblPr>
              <a:tblGrid>
                <a:gridCol w="441928">
                  <a:extLst>
                    <a:ext uri="{9D8B030D-6E8A-4147-A177-3AD203B41FA5}">
                      <a16:colId xmlns:a16="http://schemas.microsoft.com/office/drawing/2014/main" val="4170535043"/>
                    </a:ext>
                  </a:extLst>
                </a:gridCol>
                <a:gridCol w="1050119">
                  <a:extLst>
                    <a:ext uri="{9D8B030D-6E8A-4147-A177-3AD203B41FA5}">
                      <a16:colId xmlns:a16="http://schemas.microsoft.com/office/drawing/2014/main" val="2079070694"/>
                    </a:ext>
                  </a:extLst>
                </a:gridCol>
                <a:gridCol w="4571047">
                  <a:extLst>
                    <a:ext uri="{9D8B030D-6E8A-4147-A177-3AD203B41FA5}">
                      <a16:colId xmlns:a16="http://schemas.microsoft.com/office/drawing/2014/main" val="32595803"/>
                    </a:ext>
                  </a:extLst>
                </a:gridCol>
              </a:tblGrid>
              <a:tr h="28308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7018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LD_WR_POINTER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local dimming data are written into the internal LD buffers through the SPI interface. The number increases one by one whenever the local dimming data corresponding to (the number of enabled channels * one LD data width) are transferred to the internal LD buffers. This pointer value is reset at the VSYNC rising.</a:t>
                      </a: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LD_WIDTH of the CHANNEL ENABLE 2 register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2’b00 : one block LD data width = 24 bits</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2’b01 : one block  LD data width = 24 bits</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2’b10 : one block  LD data width = 24 bits</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2’b11 : one block  LD data width = 16 bits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2" name="직선 연결선 1">
            <a:extLst>
              <a:ext uri="{FF2B5EF4-FFF2-40B4-BE49-F238E27FC236}">
                <a16:creationId xmlns:a16="http://schemas.microsoft.com/office/drawing/2014/main" id="{DB076FF5-A371-73E3-03AC-526824E690CF}"/>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5216461-C967-37CD-B0E5-2E53E67EBE3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6" name="표 5">
            <a:extLst>
              <a:ext uri="{FF2B5EF4-FFF2-40B4-BE49-F238E27FC236}">
                <a16:creationId xmlns:a16="http://schemas.microsoft.com/office/drawing/2014/main" id="{5C41BC9C-5A0E-0D05-BDD2-CBC4CC680387}"/>
              </a:ext>
            </a:extLst>
          </p:cNvPr>
          <p:cNvGraphicFramePr>
            <a:graphicFrameLocks noGrp="1"/>
          </p:cNvGraphicFramePr>
          <p:nvPr>
            <p:extLst>
              <p:ext uri="{D42A27DB-BD31-4B8C-83A1-F6EECF244321}">
                <p14:modId xmlns:p14="http://schemas.microsoft.com/office/powerpoint/2010/main" val="2997125819"/>
              </p:ext>
            </p:extLst>
          </p:nvPr>
        </p:nvGraphicFramePr>
        <p:xfrm>
          <a:off x="413545" y="1638678"/>
          <a:ext cx="6063094" cy="2438704"/>
        </p:xfrm>
        <a:graphic>
          <a:graphicData uri="http://schemas.openxmlformats.org/drawingml/2006/table">
            <a:tbl>
              <a:tblPr firstRow="1" bandRow="1">
                <a:tableStyleId>{5C22544A-7EE6-4342-B048-85BDC9FD1C3A}</a:tableStyleId>
              </a:tblPr>
              <a:tblGrid>
                <a:gridCol w="344597">
                  <a:extLst>
                    <a:ext uri="{9D8B030D-6E8A-4147-A177-3AD203B41FA5}">
                      <a16:colId xmlns:a16="http://schemas.microsoft.com/office/drawing/2014/main" val="4170535043"/>
                    </a:ext>
                  </a:extLst>
                </a:gridCol>
                <a:gridCol w="1157468">
                  <a:extLst>
                    <a:ext uri="{9D8B030D-6E8A-4147-A177-3AD203B41FA5}">
                      <a16:colId xmlns:a16="http://schemas.microsoft.com/office/drawing/2014/main" val="2517787964"/>
                    </a:ext>
                  </a:extLst>
                </a:gridCol>
                <a:gridCol w="300523">
                  <a:extLst>
                    <a:ext uri="{9D8B030D-6E8A-4147-A177-3AD203B41FA5}">
                      <a16:colId xmlns:a16="http://schemas.microsoft.com/office/drawing/2014/main" val="2079070694"/>
                    </a:ext>
                  </a:extLst>
                </a:gridCol>
                <a:gridCol w="4260506">
                  <a:extLst>
                    <a:ext uri="{9D8B030D-6E8A-4147-A177-3AD203B41FA5}">
                      <a16:colId xmlns:a16="http://schemas.microsoft.com/office/drawing/2014/main" val="32595803"/>
                    </a:ext>
                  </a:extLst>
                </a:gridCol>
              </a:tblGrid>
              <a:tr h="307894">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1329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TIME_OUT_EN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Enable time out counter after sending read command to XDR, this responding wait timer will be expired after counting as many as the number of address ‘h1F.</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6735460"/>
                  </a:ext>
                </a:extLst>
              </a:tr>
              <a:tr h="86881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fault-reading command automatically. If this bit is set, the fault-reading command is auto-executed in two conditions. The first is occurred at the time of VSYNC rising edge and the second condition is occurred at the time of expiration of the FAULT AUTO READ TIMER register for the number of occurrence of the FAULT AUTO READ EVENT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1329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SYNC_AUTO_EN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sync-gen command automatically. If this bit is set, the sync-gen command is auto-executed at the time of VSYNC rising edge.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9255407"/>
                  </a:ext>
                </a:extLst>
              </a:tr>
            </a:tbl>
          </a:graphicData>
        </a:graphic>
      </p:graphicFrame>
    </p:spTree>
    <p:extLst>
      <p:ext uri="{BB962C8B-B14F-4D97-AF65-F5344CB8AC3E}">
        <p14:creationId xmlns:p14="http://schemas.microsoft.com/office/powerpoint/2010/main" val="17299450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7"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LD-READ POINTER</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7" y="310825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LD-DIFFERENCE POINTER</a:t>
            </a:r>
          </a:p>
        </p:txBody>
      </p:sp>
      <p:graphicFrame>
        <p:nvGraphicFramePr>
          <p:cNvPr id="5" name="표 4">
            <a:extLst>
              <a:ext uri="{FF2B5EF4-FFF2-40B4-BE49-F238E27FC236}">
                <a16:creationId xmlns:a16="http://schemas.microsoft.com/office/drawing/2014/main" id="{6C8868C8-187F-D249-72FD-4A1107685718}"/>
              </a:ext>
            </a:extLst>
          </p:cNvPr>
          <p:cNvGraphicFramePr>
            <a:graphicFrameLocks noGrp="1"/>
          </p:cNvGraphicFramePr>
          <p:nvPr>
            <p:extLst>
              <p:ext uri="{D42A27DB-BD31-4B8C-83A1-F6EECF244321}">
                <p14:modId xmlns:p14="http://schemas.microsoft.com/office/powerpoint/2010/main" val="3441328443"/>
              </p:ext>
            </p:extLst>
          </p:nvPr>
        </p:nvGraphicFramePr>
        <p:xfrm>
          <a:off x="399457" y="1115503"/>
          <a:ext cx="6047995" cy="372600"/>
        </p:xfrm>
        <a:graphic>
          <a:graphicData uri="http://schemas.openxmlformats.org/drawingml/2006/table">
            <a:tbl>
              <a:tblPr firstRow="1" bandRow="1">
                <a:tableStyleId>{5C22544A-7EE6-4342-B048-85BDC9FD1C3A}</a:tableStyleId>
              </a:tblPr>
              <a:tblGrid>
                <a:gridCol w="308568">
                  <a:extLst>
                    <a:ext uri="{9D8B030D-6E8A-4147-A177-3AD203B41FA5}">
                      <a16:colId xmlns:a16="http://schemas.microsoft.com/office/drawing/2014/main" val="3358603807"/>
                    </a:ext>
                  </a:extLst>
                </a:gridCol>
                <a:gridCol w="422275">
                  <a:extLst>
                    <a:ext uri="{9D8B030D-6E8A-4147-A177-3AD203B41FA5}">
                      <a16:colId xmlns:a16="http://schemas.microsoft.com/office/drawing/2014/main" val="2844922634"/>
                    </a:ext>
                  </a:extLst>
                </a:gridCol>
                <a:gridCol w="332322">
                  <a:extLst>
                    <a:ext uri="{9D8B030D-6E8A-4147-A177-3AD203B41FA5}">
                      <a16:colId xmlns:a16="http://schemas.microsoft.com/office/drawing/2014/main" val="4293411712"/>
                    </a:ext>
                  </a:extLst>
                </a:gridCol>
                <a:gridCol w="332322">
                  <a:extLst>
                    <a:ext uri="{9D8B030D-6E8A-4147-A177-3AD203B41FA5}">
                      <a16:colId xmlns:a16="http://schemas.microsoft.com/office/drawing/2014/main" val="657570846"/>
                    </a:ext>
                  </a:extLst>
                </a:gridCol>
                <a:gridCol w="332322">
                  <a:extLst>
                    <a:ext uri="{9D8B030D-6E8A-4147-A177-3AD203B41FA5}">
                      <a16:colId xmlns:a16="http://schemas.microsoft.com/office/drawing/2014/main" val="3259894497"/>
                    </a:ext>
                  </a:extLst>
                </a:gridCol>
                <a:gridCol w="332322">
                  <a:extLst>
                    <a:ext uri="{9D8B030D-6E8A-4147-A177-3AD203B41FA5}">
                      <a16:colId xmlns:a16="http://schemas.microsoft.com/office/drawing/2014/main" val="4170535043"/>
                    </a:ext>
                  </a:extLst>
                </a:gridCol>
                <a:gridCol w="332322">
                  <a:extLst>
                    <a:ext uri="{9D8B030D-6E8A-4147-A177-3AD203B41FA5}">
                      <a16:colId xmlns:a16="http://schemas.microsoft.com/office/drawing/2014/main" val="2079070694"/>
                    </a:ext>
                  </a:extLst>
                </a:gridCol>
                <a:gridCol w="332322">
                  <a:extLst>
                    <a:ext uri="{9D8B030D-6E8A-4147-A177-3AD203B41FA5}">
                      <a16:colId xmlns:a16="http://schemas.microsoft.com/office/drawing/2014/main" val="4213315911"/>
                    </a:ext>
                  </a:extLst>
                </a:gridCol>
                <a:gridCol w="332322">
                  <a:extLst>
                    <a:ext uri="{9D8B030D-6E8A-4147-A177-3AD203B41FA5}">
                      <a16:colId xmlns:a16="http://schemas.microsoft.com/office/drawing/2014/main" val="2769999950"/>
                    </a:ext>
                  </a:extLst>
                </a:gridCol>
                <a:gridCol w="332322">
                  <a:extLst>
                    <a:ext uri="{9D8B030D-6E8A-4147-A177-3AD203B41FA5}">
                      <a16:colId xmlns:a16="http://schemas.microsoft.com/office/drawing/2014/main" val="135637185"/>
                    </a:ext>
                  </a:extLst>
                </a:gridCol>
                <a:gridCol w="332322">
                  <a:extLst>
                    <a:ext uri="{9D8B030D-6E8A-4147-A177-3AD203B41FA5}">
                      <a16:colId xmlns:a16="http://schemas.microsoft.com/office/drawing/2014/main" val="3038050475"/>
                    </a:ext>
                  </a:extLst>
                </a:gridCol>
                <a:gridCol w="332322">
                  <a:extLst>
                    <a:ext uri="{9D8B030D-6E8A-4147-A177-3AD203B41FA5}">
                      <a16:colId xmlns:a16="http://schemas.microsoft.com/office/drawing/2014/main" val="1979433044"/>
                    </a:ext>
                  </a:extLst>
                </a:gridCol>
                <a:gridCol w="332322">
                  <a:extLst>
                    <a:ext uri="{9D8B030D-6E8A-4147-A177-3AD203B41FA5}">
                      <a16:colId xmlns:a16="http://schemas.microsoft.com/office/drawing/2014/main" val="4270661649"/>
                    </a:ext>
                  </a:extLst>
                </a:gridCol>
                <a:gridCol w="332322">
                  <a:extLst>
                    <a:ext uri="{9D8B030D-6E8A-4147-A177-3AD203B41FA5}">
                      <a16:colId xmlns:a16="http://schemas.microsoft.com/office/drawing/2014/main" val="3027041370"/>
                    </a:ext>
                  </a:extLst>
                </a:gridCol>
                <a:gridCol w="332322">
                  <a:extLst>
                    <a:ext uri="{9D8B030D-6E8A-4147-A177-3AD203B41FA5}">
                      <a16:colId xmlns:a16="http://schemas.microsoft.com/office/drawing/2014/main" val="2852526216"/>
                    </a:ext>
                  </a:extLst>
                </a:gridCol>
                <a:gridCol w="332322">
                  <a:extLst>
                    <a:ext uri="{9D8B030D-6E8A-4147-A177-3AD203B41FA5}">
                      <a16:colId xmlns:a16="http://schemas.microsoft.com/office/drawing/2014/main" val="103420222"/>
                    </a:ext>
                  </a:extLst>
                </a:gridCol>
                <a:gridCol w="332322">
                  <a:extLst>
                    <a:ext uri="{9D8B030D-6E8A-4147-A177-3AD203B41FA5}">
                      <a16:colId xmlns:a16="http://schemas.microsoft.com/office/drawing/2014/main" val="1470405609"/>
                    </a:ext>
                  </a:extLst>
                </a:gridCol>
                <a:gridCol w="332322">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LD_RD_POINTER [8:0]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49D2FE3A-2496-B037-C1BF-78BA9FB41DB0}"/>
              </a:ext>
            </a:extLst>
          </p:cNvPr>
          <p:cNvGraphicFramePr>
            <a:graphicFrameLocks noGrp="1"/>
          </p:cNvGraphicFramePr>
          <p:nvPr>
            <p:extLst>
              <p:ext uri="{D42A27DB-BD31-4B8C-83A1-F6EECF244321}">
                <p14:modId xmlns:p14="http://schemas.microsoft.com/office/powerpoint/2010/main" val="2414023101"/>
              </p:ext>
            </p:extLst>
          </p:nvPr>
        </p:nvGraphicFramePr>
        <p:xfrm>
          <a:off x="399457" y="3374794"/>
          <a:ext cx="6047998" cy="372600"/>
        </p:xfrm>
        <a:graphic>
          <a:graphicData uri="http://schemas.openxmlformats.org/drawingml/2006/table">
            <a:tbl>
              <a:tblPr firstRow="1" bandRow="1">
                <a:tableStyleId>{5C22544A-7EE6-4342-B048-85BDC9FD1C3A}</a:tableStyleId>
              </a:tblPr>
              <a:tblGrid>
                <a:gridCol w="386817">
                  <a:extLst>
                    <a:ext uri="{9D8B030D-6E8A-4147-A177-3AD203B41FA5}">
                      <a16:colId xmlns:a16="http://schemas.microsoft.com/office/drawing/2014/main" val="3358603807"/>
                    </a:ext>
                  </a:extLst>
                </a:gridCol>
                <a:gridCol w="417501">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LD_DIFF_POINTER [5:0]</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640970812"/>
              </p:ext>
            </p:extLst>
          </p:nvPr>
        </p:nvGraphicFramePr>
        <p:xfrm>
          <a:off x="399457" y="3789265"/>
          <a:ext cx="6043134" cy="800640"/>
        </p:xfrm>
        <a:graphic>
          <a:graphicData uri="http://schemas.openxmlformats.org/drawingml/2006/table">
            <a:tbl>
              <a:tblPr firstRow="1" bandRow="1">
                <a:tableStyleId>{5C22544A-7EE6-4342-B048-85BDC9FD1C3A}</a:tableStyleId>
              </a:tblPr>
              <a:tblGrid>
                <a:gridCol w="435433">
                  <a:extLst>
                    <a:ext uri="{9D8B030D-6E8A-4147-A177-3AD203B41FA5}">
                      <a16:colId xmlns:a16="http://schemas.microsoft.com/office/drawing/2014/main" val="4170535043"/>
                    </a:ext>
                  </a:extLst>
                </a:gridCol>
                <a:gridCol w="1133191">
                  <a:extLst>
                    <a:ext uri="{9D8B030D-6E8A-4147-A177-3AD203B41FA5}">
                      <a16:colId xmlns:a16="http://schemas.microsoft.com/office/drawing/2014/main" val="2079070694"/>
                    </a:ext>
                  </a:extLst>
                </a:gridCol>
                <a:gridCol w="4474510">
                  <a:extLst>
                    <a:ext uri="{9D8B030D-6E8A-4147-A177-3AD203B41FA5}">
                      <a16:colId xmlns:a16="http://schemas.microsoft.com/office/drawing/2014/main" val="32595803"/>
                    </a:ext>
                  </a:extLst>
                </a:gridCol>
              </a:tblGrid>
              <a:tr h="28757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6567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LD_DIFF_POINTER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value is useful to monitor how much the LD data remains in the internal LD buffers for checking overrun or underrun.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 LD_WR_POINTER – LD_RD_POINTER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28D9B1AB-AA92-D779-7E04-0B6B8C7D4BDF}"/>
              </a:ext>
            </a:extLst>
          </p:cNvPr>
          <p:cNvSpPr txBox="1"/>
          <p:nvPr/>
        </p:nvSpPr>
        <p:spPr>
          <a:xfrm>
            <a:off x="399457" y="531509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LD-TRANSFER START POINTER / THRESHOLD</a:t>
            </a:r>
          </a:p>
        </p:txBody>
      </p:sp>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3217044762"/>
              </p:ext>
            </p:extLst>
          </p:nvPr>
        </p:nvGraphicFramePr>
        <p:xfrm>
          <a:off x="399457" y="5998057"/>
          <a:ext cx="6045666" cy="2310044"/>
        </p:xfrm>
        <a:graphic>
          <a:graphicData uri="http://schemas.openxmlformats.org/drawingml/2006/table">
            <a:tbl>
              <a:tblPr firstRow="1" bandRow="1">
                <a:tableStyleId>{5C22544A-7EE6-4342-B048-85BDC9FD1C3A}</a:tableStyleId>
              </a:tblPr>
              <a:tblGrid>
                <a:gridCol w="309979">
                  <a:extLst>
                    <a:ext uri="{9D8B030D-6E8A-4147-A177-3AD203B41FA5}">
                      <a16:colId xmlns:a16="http://schemas.microsoft.com/office/drawing/2014/main" val="4170535043"/>
                    </a:ext>
                  </a:extLst>
                </a:gridCol>
                <a:gridCol w="1730983">
                  <a:extLst>
                    <a:ext uri="{9D8B030D-6E8A-4147-A177-3AD203B41FA5}">
                      <a16:colId xmlns:a16="http://schemas.microsoft.com/office/drawing/2014/main" val="2079070694"/>
                    </a:ext>
                  </a:extLst>
                </a:gridCol>
                <a:gridCol w="4004704">
                  <a:extLst>
                    <a:ext uri="{9D8B030D-6E8A-4147-A177-3AD203B41FA5}">
                      <a16:colId xmlns:a16="http://schemas.microsoft.com/office/drawing/2014/main" val="32595803"/>
                    </a:ext>
                  </a:extLst>
                </a:gridCol>
              </a:tblGrid>
              <a:tr h="30507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9579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LD_TRANS_START_POINTER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LD_TRANS_START_POINTER determines when the transmit from the internal LD buffers to the XDR drivers will begin. If the value is set to 8, then the transmit will begin as soon as the number of times the data through the SPI interface becomes 8. Once the transmit is stated, the transaction will be continued until the number of transmit reaches to the BLOCK_SIZE value of the BLOCK SIZE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2387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INT_LD_SIGN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Don’t set this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8081976"/>
                  </a:ext>
                </a:extLst>
              </a:tr>
              <a:tr h="81110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LD_DIFF_THRESHOLD</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LD_DIFF_THRESHOLD is used to set in which condition the nINT_LD output signal will be issued to the host.  Whenever the LD_DIFF_POINTER is equal to or smaller than the LD_DIFF_THRESHOLD, then the nINT_LD signal will be issued.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This feature helps to check how much LD data remains in the internal LD buffer for monitoring overruns or underruns of the LD data.</a:t>
                      </a: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4640682"/>
                  </a:ext>
                </a:extLst>
              </a:tr>
            </a:tbl>
          </a:graphicData>
        </a:graphic>
      </p:graphicFrame>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742948295"/>
              </p:ext>
            </p:extLst>
          </p:nvPr>
        </p:nvGraphicFramePr>
        <p:xfrm>
          <a:off x="399457" y="1529725"/>
          <a:ext cx="6053978" cy="937800"/>
        </p:xfrm>
        <a:graphic>
          <a:graphicData uri="http://schemas.openxmlformats.org/drawingml/2006/table">
            <a:tbl>
              <a:tblPr firstRow="1" bandRow="1">
                <a:tableStyleId>{5C22544A-7EE6-4342-B048-85BDC9FD1C3A}</a:tableStyleId>
              </a:tblPr>
              <a:tblGrid>
                <a:gridCol w="433339">
                  <a:extLst>
                    <a:ext uri="{9D8B030D-6E8A-4147-A177-3AD203B41FA5}">
                      <a16:colId xmlns:a16="http://schemas.microsoft.com/office/drawing/2014/main" val="4170535043"/>
                    </a:ext>
                  </a:extLst>
                </a:gridCol>
                <a:gridCol w="1127932">
                  <a:extLst>
                    <a:ext uri="{9D8B030D-6E8A-4147-A177-3AD203B41FA5}">
                      <a16:colId xmlns:a16="http://schemas.microsoft.com/office/drawing/2014/main" val="2079070694"/>
                    </a:ext>
                  </a:extLst>
                </a:gridCol>
                <a:gridCol w="4492707">
                  <a:extLst>
                    <a:ext uri="{9D8B030D-6E8A-4147-A177-3AD203B41FA5}">
                      <a16:colId xmlns:a16="http://schemas.microsoft.com/office/drawing/2014/main" val="32595803"/>
                    </a:ext>
                  </a:extLst>
                </a:gridCol>
              </a:tblGrid>
              <a:tr h="20888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8362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LD_RD_POINTER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local dimming data are read-out to transfer the data from the internal LD buffers to the XDR drivers. The number increases one by one whenever the local dimming data corresponding to the one block LD data of the XDR drivers are read-out. This pointer value is reset at the VSYNC rising.</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6" name="표 15">
            <a:extLst>
              <a:ext uri="{FF2B5EF4-FFF2-40B4-BE49-F238E27FC236}">
                <a16:creationId xmlns:a16="http://schemas.microsoft.com/office/drawing/2014/main" id="{939842E9-EAC4-AB56-822F-A31BFE92D020}"/>
              </a:ext>
            </a:extLst>
          </p:cNvPr>
          <p:cNvGraphicFramePr>
            <a:graphicFrameLocks noGrp="1"/>
          </p:cNvGraphicFramePr>
          <p:nvPr>
            <p:extLst>
              <p:ext uri="{D42A27DB-BD31-4B8C-83A1-F6EECF244321}">
                <p14:modId xmlns:p14="http://schemas.microsoft.com/office/powerpoint/2010/main" val="2918749195"/>
              </p:ext>
            </p:extLst>
          </p:nvPr>
        </p:nvGraphicFramePr>
        <p:xfrm>
          <a:off x="399457" y="5585095"/>
          <a:ext cx="6048007" cy="372600"/>
        </p:xfrm>
        <a:graphic>
          <a:graphicData uri="http://schemas.openxmlformats.org/drawingml/2006/table">
            <a:tbl>
              <a:tblPr firstRow="1" bandRow="1">
                <a:tableStyleId>{5C22544A-7EE6-4342-B048-85BDC9FD1C3A}</a:tableStyleId>
              </a:tblPr>
              <a:tblGrid>
                <a:gridCol w="363104">
                  <a:extLst>
                    <a:ext uri="{9D8B030D-6E8A-4147-A177-3AD203B41FA5}">
                      <a16:colId xmlns:a16="http://schemas.microsoft.com/office/drawing/2014/main" val="3358603807"/>
                    </a:ext>
                  </a:extLst>
                </a:gridCol>
                <a:gridCol w="422174">
                  <a:extLst>
                    <a:ext uri="{9D8B030D-6E8A-4147-A177-3AD203B41FA5}">
                      <a16:colId xmlns:a16="http://schemas.microsoft.com/office/drawing/2014/main" val="2844922634"/>
                    </a:ext>
                  </a:extLst>
                </a:gridCol>
                <a:gridCol w="324286">
                  <a:extLst>
                    <a:ext uri="{9D8B030D-6E8A-4147-A177-3AD203B41FA5}">
                      <a16:colId xmlns:a16="http://schemas.microsoft.com/office/drawing/2014/main" val="4293411712"/>
                    </a:ext>
                  </a:extLst>
                </a:gridCol>
                <a:gridCol w="324286">
                  <a:extLst>
                    <a:ext uri="{9D8B030D-6E8A-4147-A177-3AD203B41FA5}">
                      <a16:colId xmlns:a16="http://schemas.microsoft.com/office/drawing/2014/main" val="657570846"/>
                    </a:ext>
                  </a:extLst>
                </a:gridCol>
                <a:gridCol w="324286">
                  <a:extLst>
                    <a:ext uri="{9D8B030D-6E8A-4147-A177-3AD203B41FA5}">
                      <a16:colId xmlns:a16="http://schemas.microsoft.com/office/drawing/2014/main" val="3259894497"/>
                    </a:ext>
                  </a:extLst>
                </a:gridCol>
                <a:gridCol w="324286">
                  <a:extLst>
                    <a:ext uri="{9D8B030D-6E8A-4147-A177-3AD203B41FA5}">
                      <a16:colId xmlns:a16="http://schemas.microsoft.com/office/drawing/2014/main" val="4170535043"/>
                    </a:ext>
                  </a:extLst>
                </a:gridCol>
                <a:gridCol w="324286">
                  <a:extLst>
                    <a:ext uri="{9D8B030D-6E8A-4147-A177-3AD203B41FA5}">
                      <a16:colId xmlns:a16="http://schemas.microsoft.com/office/drawing/2014/main" val="2079070694"/>
                    </a:ext>
                  </a:extLst>
                </a:gridCol>
                <a:gridCol w="324286">
                  <a:extLst>
                    <a:ext uri="{9D8B030D-6E8A-4147-A177-3AD203B41FA5}">
                      <a16:colId xmlns:a16="http://schemas.microsoft.com/office/drawing/2014/main" val="4213315911"/>
                    </a:ext>
                  </a:extLst>
                </a:gridCol>
                <a:gridCol w="324286">
                  <a:extLst>
                    <a:ext uri="{9D8B030D-6E8A-4147-A177-3AD203B41FA5}">
                      <a16:colId xmlns:a16="http://schemas.microsoft.com/office/drawing/2014/main" val="2769999950"/>
                    </a:ext>
                  </a:extLst>
                </a:gridCol>
                <a:gridCol w="324286">
                  <a:extLst>
                    <a:ext uri="{9D8B030D-6E8A-4147-A177-3AD203B41FA5}">
                      <a16:colId xmlns:a16="http://schemas.microsoft.com/office/drawing/2014/main" val="135637185"/>
                    </a:ext>
                  </a:extLst>
                </a:gridCol>
                <a:gridCol w="650362">
                  <a:extLst>
                    <a:ext uri="{9D8B030D-6E8A-4147-A177-3AD203B41FA5}">
                      <a16:colId xmlns:a16="http://schemas.microsoft.com/office/drawing/2014/main" val="3038050475"/>
                    </a:ext>
                  </a:extLst>
                </a:gridCol>
                <a:gridCol w="288297">
                  <a:extLst>
                    <a:ext uri="{9D8B030D-6E8A-4147-A177-3AD203B41FA5}">
                      <a16:colId xmlns:a16="http://schemas.microsoft.com/office/drawing/2014/main" val="1979433044"/>
                    </a:ext>
                  </a:extLst>
                </a:gridCol>
                <a:gridCol w="288297">
                  <a:extLst>
                    <a:ext uri="{9D8B030D-6E8A-4147-A177-3AD203B41FA5}">
                      <a16:colId xmlns:a16="http://schemas.microsoft.com/office/drawing/2014/main" val="4270661649"/>
                    </a:ext>
                  </a:extLst>
                </a:gridCol>
                <a:gridCol w="288297">
                  <a:extLst>
                    <a:ext uri="{9D8B030D-6E8A-4147-A177-3AD203B41FA5}">
                      <a16:colId xmlns:a16="http://schemas.microsoft.com/office/drawing/2014/main" val="3027041370"/>
                    </a:ext>
                  </a:extLst>
                </a:gridCol>
                <a:gridCol w="288297">
                  <a:extLst>
                    <a:ext uri="{9D8B030D-6E8A-4147-A177-3AD203B41FA5}">
                      <a16:colId xmlns:a16="http://schemas.microsoft.com/office/drawing/2014/main" val="2852526216"/>
                    </a:ext>
                  </a:extLst>
                </a:gridCol>
                <a:gridCol w="288297">
                  <a:extLst>
                    <a:ext uri="{9D8B030D-6E8A-4147-A177-3AD203B41FA5}">
                      <a16:colId xmlns:a16="http://schemas.microsoft.com/office/drawing/2014/main" val="103420222"/>
                    </a:ext>
                  </a:extLst>
                </a:gridCol>
                <a:gridCol w="288297">
                  <a:extLst>
                    <a:ext uri="{9D8B030D-6E8A-4147-A177-3AD203B41FA5}">
                      <a16:colId xmlns:a16="http://schemas.microsoft.com/office/drawing/2014/main" val="1470405609"/>
                    </a:ext>
                  </a:extLst>
                </a:gridCol>
                <a:gridCol w="28829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LD_TRANS_START_POINTER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INT_LD_SIGN</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LD_DIFF_THRESHOLD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5503883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7"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LOCAL-WR TRANSFER POINTER</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7" y="363041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LOCAL-RD RECEIVE POINTER</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2994956122"/>
              </p:ext>
            </p:extLst>
          </p:nvPr>
        </p:nvGraphicFramePr>
        <p:xfrm>
          <a:off x="399457" y="4318759"/>
          <a:ext cx="6048621" cy="1620775"/>
        </p:xfrm>
        <a:graphic>
          <a:graphicData uri="http://schemas.openxmlformats.org/drawingml/2006/table">
            <a:tbl>
              <a:tblPr firstRow="1" bandRow="1">
                <a:tableStyleId>{5C22544A-7EE6-4342-B048-85BDC9FD1C3A}</a:tableStyleId>
              </a:tblPr>
              <a:tblGrid>
                <a:gridCol w="318124">
                  <a:extLst>
                    <a:ext uri="{9D8B030D-6E8A-4147-A177-3AD203B41FA5}">
                      <a16:colId xmlns:a16="http://schemas.microsoft.com/office/drawing/2014/main" val="4170535043"/>
                    </a:ext>
                  </a:extLst>
                </a:gridCol>
                <a:gridCol w="1627375">
                  <a:extLst>
                    <a:ext uri="{9D8B030D-6E8A-4147-A177-3AD203B41FA5}">
                      <a16:colId xmlns:a16="http://schemas.microsoft.com/office/drawing/2014/main" val="2079070694"/>
                    </a:ext>
                  </a:extLst>
                </a:gridCol>
                <a:gridCol w="4103122">
                  <a:extLst>
                    <a:ext uri="{9D8B030D-6E8A-4147-A177-3AD203B41FA5}">
                      <a16:colId xmlns:a16="http://schemas.microsoft.com/office/drawing/2014/main" val="32595803"/>
                    </a:ext>
                  </a:extLst>
                </a:gridCol>
              </a:tblGrid>
              <a:tr h="28192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8297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LOCAL_RD_OUT_POINTER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transferred from the XDR drivers are read out from the LOCAL RW DATA registers for transferring the data through the SPI interface. The number increases one by one whenever the data are read-out from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LOCAL_RD_REC_POINTER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to be transferred through the SPI interface are written from the XDR drivers to the LOCAL RW DATA registers. The number increased one by one whenever the data are written to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3823241"/>
                  </a:ext>
                </a:extLst>
              </a:tr>
            </a:tbl>
          </a:graphicData>
        </a:graphic>
      </p:graphicFrame>
      <p:sp>
        <p:nvSpPr>
          <p:cNvPr id="2" name="TextBox 1">
            <a:extLst>
              <a:ext uri="{FF2B5EF4-FFF2-40B4-BE49-F238E27FC236}">
                <a16:creationId xmlns:a16="http://schemas.microsoft.com/office/drawing/2014/main" id="{28D9B1AB-AA92-D779-7E04-0B6B8C7D4BDF}"/>
              </a:ext>
            </a:extLst>
          </p:cNvPr>
          <p:cNvSpPr txBox="1"/>
          <p:nvPr/>
        </p:nvSpPr>
        <p:spPr>
          <a:xfrm>
            <a:off x="399457" y="632669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LOCAL-RW DIFFERENCE POINTER</a:t>
            </a:r>
          </a:p>
        </p:txBody>
      </p:sp>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4212670054"/>
              </p:ext>
            </p:extLst>
          </p:nvPr>
        </p:nvGraphicFramePr>
        <p:xfrm>
          <a:off x="399457" y="7015303"/>
          <a:ext cx="6037067" cy="1516273"/>
        </p:xfrm>
        <a:graphic>
          <a:graphicData uri="http://schemas.openxmlformats.org/drawingml/2006/table">
            <a:tbl>
              <a:tblPr firstRow="1" bandRow="1">
                <a:tableStyleId>{5C22544A-7EE6-4342-B048-85BDC9FD1C3A}</a:tableStyleId>
              </a:tblPr>
              <a:tblGrid>
                <a:gridCol w="311545">
                  <a:extLst>
                    <a:ext uri="{9D8B030D-6E8A-4147-A177-3AD203B41FA5}">
                      <a16:colId xmlns:a16="http://schemas.microsoft.com/office/drawing/2014/main" val="4170535043"/>
                    </a:ext>
                  </a:extLst>
                </a:gridCol>
                <a:gridCol w="1697252">
                  <a:extLst>
                    <a:ext uri="{9D8B030D-6E8A-4147-A177-3AD203B41FA5}">
                      <a16:colId xmlns:a16="http://schemas.microsoft.com/office/drawing/2014/main" val="2079070694"/>
                    </a:ext>
                  </a:extLst>
                </a:gridCol>
                <a:gridCol w="4028270">
                  <a:extLst>
                    <a:ext uri="{9D8B030D-6E8A-4147-A177-3AD203B41FA5}">
                      <a16:colId xmlns:a16="http://schemas.microsoft.com/office/drawing/2014/main" val="32595803"/>
                    </a:ext>
                  </a:extLst>
                </a:gridCol>
              </a:tblGrid>
              <a:tr h="2943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549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LOCAL_RD_DIFF_POINTER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value is useful to monitor how much the data from the XDR drivers remains in the LOCAL RW DATA registers for checking overrun or underrun.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 LOCAL_RD_REC_POINTER – LOCAL_RD_OUT_POINTER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4362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LOCAL_WR_DIFF_POINTER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value is useful to monitor how much the data to be transferred to the XDR remains in the LOCAL RW DATA registers for checking overrun or underrun.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 LOCAL_WR_TRANS_POINTER – LOCAL_WR_OUT_POINTER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4640682"/>
                  </a:ext>
                </a:extLst>
              </a:tr>
            </a:tbl>
          </a:graphicData>
        </a:graphic>
      </p:graphicFrame>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2735531364"/>
              </p:ext>
            </p:extLst>
          </p:nvPr>
        </p:nvGraphicFramePr>
        <p:xfrm>
          <a:off x="399457" y="1531531"/>
          <a:ext cx="6048620" cy="1630031"/>
        </p:xfrm>
        <a:graphic>
          <a:graphicData uri="http://schemas.openxmlformats.org/drawingml/2006/table">
            <a:tbl>
              <a:tblPr firstRow="1" bandRow="1">
                <a:tableStyleId>{5C22544A-7EE6-4342-B048-85BDC9FD1C3A}</a:tableStyleId>
              </a:tblPr>
              <a:tblGrid>
                <a:gridCol w="317717">
                  <a:extLst>
                    <a:ext uri="{9D8B030D-6E8A-4147-A177-3AD203B41FA5}">
                      <a16:colId xmlns:a16="http://schemas.microsoft.com/office/drawing/2014/main" val="4170535043"/>
                    </a:ext>
                  </a:extLst>
                </a:gridCol>
                <a:gridCol w="1803113">
                  <a:extLst>
                    <a:ext uri="{9D8B030D-6E8A-4147-A177-3AD203B41FA5}">
                      <a16:colId xmlns:a16="http://schemas.microsoft.com/office/drawing/2014/main" val="2079070694"/>
                    </a:ext>
                  </a:extLst>
                </a:gridCol>
                <a:gridCol w="3927790">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922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LOCAL_WR_OUT_POINTER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from the LOCAL RW DATA registers are read-out to write the data to the XDR drivers’ registers. The number increases one by one whenever the data are read-out from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57986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LOCAL_WR_TRANS_POINTER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to be transferred to the XDR drivers are written to the LOCAL RW DATA registers through the SPI interface. The number increased one by one whenever the data are written to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bl>
          </a:graphicData>
        </a:graphic>
      </p:graphicFrame>
      <p:graphicFrame>
        <p:nvGraphicFramePr>
          <p:cNvPr id="17" name="표 16">
            <a:extLst>
              <a:ext uri="{FF2B5EF4-FFF2-40B4-BE49-F238E27FC236}">
                <a16:creationId xmlns:a16="http://schemas.microsoft.com/office/drawing/2014/main" id="{F6193D4E-3893-6AD4-02DB-0432F57045F6}"/>
              </a:ext>
            </a:extLst>
          </p:cNvPr>
          <p:cNvGraphicFramePr>
            <a:graphicFrameLocks noGrp="1"/>
          </p:cNvGraphicFramePr>
          <p:nvPr>
            <p:extLst>
              <p:ext uri="{D42A27DB-BD31-4B8C-83A1-F6EECF244321}">
                <p14:modId xmlns:p14="http://schemas.microsoft.com/office/powerpoint/2010/main" val="2762701583"/>
              </p:ext>
            </p:extLst>
          </p:nvPr>
        </p:nvGraphicFramePr>
        <p:xfrm>
          <a:off x="399457" y="1115930"/>
          <a:ext cx="6048626" cy="372600"/>
        </p:xfrm>
        <a:graphic>
          <a:graphicData uri="http://schemas.openxmlformats.org/drawingml/2006/table">
            <a:tbl>
              <a:tblPr firstRow="1" bandRow="1">
                <a:tableStyleId>{5C22544A-7EE6-4342-B048-85BDC9FD1C3A}</a:tableStyleId>
              </a:tblPr>
              <a:tblGrid>
                <a:gridCol w="311743">
                  <a:extLst>
                    <a:ext uri="{9D8B030D-6E8A-4147-A177-3AD203B41FA5}">
                      <a16:colId xmlns:a16="http://schemas.microsoft.com/office/drawing/2014/main" val="3358603807"/>
                    </a:ext>
                  </a:extLst>
                </a:gridCol>
                <a:gridCol w="422275">
                  <a:extLst>
                    <a:ext uri="{9D8B030D-6E8A-4147-A177-3AD203B41FA5}">
                      <a16:colId xmlns:a16="http://schemas.microsoft.com/office/drawing/2014/main" val="2844922634"/>
                    </a:ext>
                  </a:extLst>
                </a:gridCol>
                <a:gridCol w="332163">
                  <a:extLst>
                    <a:ext uri="{9D8B030D-6E8A-4147-A177-3AD203B41FA5}">
                      <a16:colId xmlns:a16="http://schemas.microsoft.com/office/drawing/2014/main" val="4293411712"/>
                    </a:ext>
                  </a:extLst>
                </a:gridCol>
                <a:gridCol w="332163">
                  <a:extLst>
                    <a:ext uri="{9D8B030D-6E8A-4147-A177-3AD203B41FA5}">
                      <a16:colId xmlns:a16="http://schemas.microsoft.com/office/drawing/2014/main" val="657570846"/>
                    </a:ext>
                  </a:extLst>
                </a:gridCol>
                <a:gridCol w="332163">
                  <a:extLst>
                    <a:ext uri="{9D8B030D-6E8A-4147-A177-3AD203B41FA5}">
                      <a16:colId xmlns:a16="http://schemas.microsoft.com/office/drawing/2014/main" val="3259894497"/>
                    </a:ext>
                  </a:extLst>
                </a:gridCol>
                <a:gridCol w="332163">
                  <a:extLst>
                    <a:ext uri="{9D8B030D-6E8A-4147-A177-3AD203B41FA5}">
                      <a16:colId xmlns:a16="http://schemas.microsoft.com/office/drawing/2014/main" val="4170535043"/>
                    </a:ext>
                  </a:extLst>
                </a:gridCol>
                <a:gridCol w="332163">
                  <a:extLst>
                    <a:ext uri="{9D8B030D-6E8A-4147-A177-3AD203B41FA5}">
                      <a16:colId xmlns:a16="http://schemas.microsoft.com/office/drawing/2014/main" val="2079070694"/>
                    </a:ext>
                  </a:extLst>
                </a:gridCol>
                <a:gridCol w="332163">
                  <a:extLst>
                    <a:ext uri="{9D8B030D-6E8A-4147-A177-3AD203B41FA5}">
                      <a16:colId xmlns:a16="http://schemas.microsoft.com/office/drawing/2014/main" val="4213315911"/>
                    </a:ext>
                  </a:extLst>
                </a:gridCol>
                <a:gridCol w="332163">
                  <a:extLst>
                    <a:ext uri="{9D8B030D-6E8A-4147-A177-3AD203B41FA5}">
                      <a16:colId xmlns:a16="http://schemas.microsoft.com/office/drawing/2014/main" val="2769999950"/>
                    </a:ext>
                  </a:extLst>
                </a:gridCol>
                <a:gridCol w="332163">
                  <a:extLst>
                    <a:ext uri="{9D8B030D-6E8A-4147-A177-3AD203B41FA5}">
                      <a16:colId xmlns:a16="http://schemas.microsoft.com/office/drawing/2014/main" val="135637185"/>
                    </a:ext>
                  </a:extLst>
                </a:gridCol>
                <a:gridCol w="332163">
                  <a:extLst>
                    <a:ext uri="{9D8B030D-6E8A-4147-A177-3AD203B41FA5}">
                      <a16:colId xmlns:a16="http://schemas.microsoft.com/office/drawing/2014/main" val="3038050475"/>
                    </a:ext>
                  </a:extLst>
                </a:gridCol>
                <a:gridCol w="332163">
                  <a:extLst>
                    <a:ext uri="{9D8B030D-6E8A-4147-A177-3AD203B41FA5}">
                      <a16:colId xmlns:a16="http://schemas.microsoft.com/office/drawing/2014/main" val="1979433044"/>
                    </a:ext>
                  </a:extLst>
                </a:gridCol>
                <a:gridCol w="332163">
                  <a:extLst>
                    <a:ext uri="{9D8B030D-6E8A-4147-A177-3AD203B41FA5}">
                      <a16:colId xmlns:a16="http://schemas.microsoft.com/office/drawing/2014/main" val="4270661649"/>
                    </a:ext>
                  </a:extLst>
                </a:gridCol>
                <a:gridCol w="332163">
                  <a:extLst>
                    <a:ext uri="{9D8B030D-6E8A-4147-A177-3AD203B41FA5}">
                      <a16:colId xmlns:a16="http://schemas.microsoft.com/office/drawing/2014/main" val="3027041370"/>
                    </a:ext>
                  </a:extLst>
                </a:gridCol>
                <a:gridCol w="332163">
                  <a:extLst>
                    <a:ext uri="{9D8B030D-6E8A-4147-A177-3AD203B41FA5}">
                      <a16:colId xmlns:a16="http://schemas.microsoft.com/office/drawing/2014/main" val="2852526216"/>
                    </a:ext>
                  </a:extLst>
                </a:gridCol>
                <a:gridCol w="332163">
                  <a:extLst>
                    <a:ext uri="{9D8B030D-6E8A-4147-A177-3AD203B41FA5}">
                      <a16:colId xmlns:a16="http://schemas.microsoft.com/office/drawing/2014/main" val="103420222"/>
                    </a:ext>
                  </a:extLst>
                </a:gridCol>
                <a:gridCol w="332163">
                  <a:extLst>
                    <a:ext uri="{9D8B030D-6E8A-4147-A177-3AD203B41FA5}">
                      <a16:colId xmlns:a16="http://schemas.microsoft.com/office/drawing/2014/main" val="1470405609"/>
                    </a:ext>
                  </a:extLst>
                </a:gridCol>
                <a:gridCol w="33216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LOCAL_WR_OUT_POINTER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LOCAL_WR_TRANS_POINTER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8" name="표 17">
            <a:extLst>
              <a:ext uri="{FF2B5EF4-FFF2-40B4-BE49-F238E27FC236}">
                <a16:creationId xmlns:a16="http://schemas.microsoft.com/office/drawing/2014/main" id="{0AE83465-25D0-77ED-5115-101DCF4915FF}"/>
              </a:ext>
            </a:extLst>
          </p:cNvPr>
          <p:cNvGraphicFramePr>
            <a:graphicFrameLocks noGrp="1"/>
          </p:cNvGraphicFramePr>
          <p:nvPr>
            <p:extLst>
              <p:ext uri="{D42A27DB-BD31-4B8C-83A1-F6EECF244321}">
                <p14:modId xmlns:p14="http://schemas.microsoft.com/office/powerpoint/2010/main" val="40375437"/>
              </p:ext>
            </p:extLst>
          </p:nvPr>
        </p:nvGraphicFramePr>
        <p:xfrm>
          <a:off x="399457" y="3900419"/>
          <a:ext cx="6047997" cy="372600"/>
        </p:xfrm>
        <a:graphic>
          <a:graphicData uri="http://schemas.openxmlformats.org/drawingml/2006/table">
            <a:tbl>
              <a:tblPr firstRow="1" bandRow="1">
                <a:tableStyleId>{5C22544A-7EE6-4342-B048-85BDC9FD1C3A}</a:tableStyleId>
              </a:tblPr>
              <a:tblGrid>
                <a:gridCol w="386817">
                  <a:extLst>
                    <a:ext uri="{9D8B030D-6E8A-4147-A177-3AD203B41FA5}">
                      <a16:colId xmlns:a16="http://schemas.microsoft.com/office/drawing/2014/main" val="3358603807"/>
                    </a:ext>
                  </a:extLst>
                </a:gridCol>
                <a:gridCol w="417500">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LOCAL_RD_OUT_POINTER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LOCAL_RD_REC_POINTER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9" name="표 18">
            <a:extLst>
              <a:ext uri="{FF2B5EF4-FFF2-40B4-BE49-F238E27FC236}">
                <a16:creationId xmlns:a16="http://schemas.microsoft.com/office/drawing/2014/main" id="{355DEE44-6FF9-5E37-55F9-84F8B126346B}"/>
              </a:ext>
            </a:extLst>
          </p:cNvPr>
          <p:cNvGraphicFramePr>
            <a:graphicFrameLocks noGrp="1"/>
          </p:cNvGraphicFramePr>
          <p:nvPr>
            <p:extLst>
              <p:ext uri="{D42A27DB-BD31-4B8C-83A1-F6EECF244321}">
                <p14:modId xmlns:p14="http://schemas.microsoft.com/office/powerpoint/2010/main" val="2831085291"/>
              </p:ext>
            </p:extLst>
          </p:nvPr>
        </p:nvGraphicFramePr>
        <p:xfrm>
          <a:off x="399457" y="6598010"/>
          <a:ext cx="6047998" cy="372600"/>
        </p:xfrm>
        <a:graphic>
          <a:graphicData uri="http://schemas.openxmlformats.org/drawingml/2006/table">
            <a:tbl>
              <a:tblPr firstRow="1" bandRow="1">
                <a:tableStyleId>{5C22544A-7EE6-4342-B048-85BDC9FD1C3A}</a:tableStyleId>
              </a:tblPr>
              <a:tblGrid>
                <a:gridCol w="386817">
                  <a:extLst>
                    <a:ext uri="{9D8B030D-6E8A-4147-A177-3AD203B41FA5}">
                      <a16:colId xmlns:a16="http://schemas.microsoft.com/office/drawing/2014/main" val="3358603807"/>
                    </a:ext>
                  </a:extLst>
                </a:gridCol>
                <a:gridCol w="417501">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LOCAL_RD_DIFF_POINTER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LOCAL_WR_DIFF_POINTER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0287564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3" y="84953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LOCAL-RW POINTER RESET</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3" y="361684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FAULT-AUTO-READ INTERVAL</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2540415513"/>
              </p:ext>
            </p:extLst>
          </p:nvPr>
        </p:nvGraphicFramePr>
        <p:xfrm>
          <a:off x="399453" y="4302441"/>
          <a:ext cx="6026225" cy="663480"/>
        </p:xfrm>
        <a:graphic>
          <a:graphicData uri="http://schemas.openxmlformats.org/drawingml/2006/table">
            <a:tbl>
              <a:tblPr firstRow="1" bandRow="1">
                <a:tableStyleId>{5C22544A-7EE6-4342-B048-85BDC9FD1C3A}</a:tableStyleId>
              </a:tblPr>
              <a:tblGrid>
                <a:gridCol w="315127">
                  <a:extLst>
                    <a:ext uri="{9D8B030D-6E8A-4147-A177-3AD203B41FA5}">
                      <a16:colId xmlns:a16="http://schemas.microsoft.com/office/drawing/2014/main" val="4170535043"/>
                    </a:ext>
                  </a:extLst>
                </a:gridCol>
                <a:gridCol w="1669570">
                  <a:extLst>
                    <a:ext uri="{9D8B030D-6E8A-4147-A177-3AD203B41FA5}">
                      <a16:colId xmlns:a16="http://schemas.microsoft.com/office/drawing/2014/main" val="2079070694"/>
                    </a:ext>
                  </a:extLst>
                </a:gridCol>
                <a:gridCol w="4041528">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37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FAULT_AUTO_RD_INTERVAL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determines the execution interval for the fault auto-read commands.  Counted in MCLK units.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28D9B1AB-AA92-D779-7E04-0B6B8C7D4BDF}"/>
              </a:ext>
            </a:extLst>
          </p:cNvPr>
          <p:cNvSpPr txBox="1"/>
          <p:nvPr/>
        </p:nvSpPr>
        <p:spPr>
          <a:xfrm>
            <a:off x="399453" y="510603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FAULT-AUTO-READ EVENT</a:t>
            </a:r>
          </a:p>
        </p:txBody>
      </p:sp>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353662254"/>
              </p:ext>
            </p:extLst>
          </p:nvPr>
        </p:nvGraphicFramePr>
        <p:xfrm>
          <a:off x="399453" y="5790813"/>
          <a:ext cx="6032914" cy="966367"/>
        </p:xfrm>
        <a:graphic>
          <a:graphicData uri="http://schemas.openxmlformats.org/drawingml/2006/table">
            <a:tbl>
              <a:tblPr firstRow="1" bandRow="1">
                <a:tableStyleId>{5C22544A-7EE6-4342-B048-85BDC9FD1C3A}</a:tableStyleId>
              </a:tblPr>
              <a:tblGrid>
                <a:gridCol w="309583">
                  <a:extLst>
                    <a:ext uri="{9D8B030D-6E8A-4147-A177-3AD203B41FA5}">
                      <a16:colId xmlns:a16="http://schemas.microsoft.com/office/drawing/2014/main" val="4170535043"/>
                    </a:ext>
                  </a:extLst>
                </a:gridCol>
                <a:gridCol w="1727296">
                  <a:extLst>
                    <a:ext uri="{9D8B030D-6E8A-4147-A177-3AD203B41FA5}">
                      <a16:colId xmlns:a16="http://schemas.microsoft.com/office/drawing/2014/main" val="2079070694"/>
                    </a:ext>
                  </a:extLst>
                </a:gridCol>
                <a:gridCol w="3996035">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0475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FAULT_AUTO_RD_EVENT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determines the execution times for the fault auto-read commands. The value is reset at VSYNC rising edge.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4445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FAULT_AUTO_RD_INTERVAL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MSB bit of the FAULT_AUTO_RD_INTERVAL [16:0]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4640682"/>
                  </a:ext>
                </a:extLst>
              </a:tr>
            </a:tbl>
          </a:graphicData>
        </a:graphic>
      </p:graphicFrame>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827155150"/>
              </p:ext>
            </p:extLst>
          </p:nvPr>
        </p:nvGraphicFramePr>
        <p:xfrm>
          <a:off x="399453" y="1529629"/>
          <a:ext cx="6048627" cy="1911774"/>
        </p:xfrm>
        <a:graphic>
          <a:graphicData uri="http://schemas.openxmlformats.org/drawingml/2006/table">
            <a:tbl>
              <a:tblPr firstRow="1" bandRow="1">
                <a:tableStyleId>{5C22544A-7EE6-4342-B048-85BDC9FD1C3A}</a:tableStyleId>
              </a:tblPr>
              <a:tblGrid>
                <a:gridCol w="288043">
                  <a:extLst>
                    <a:ext uri="{9D8B030D-6E8A-4147-A177-3AD203B41FA5}">
                      <a16:colId xmlns:a16="http://schemas.microsoft.com/office/drawing/2014/main" val="4170535043"/>
                    </a:ext>
                  </a:extLst>
                </a:gridCol>
                <a:gridCol w="1574722">
                  <a:extLst>
                    <a:ext uri="{9D8B030D-6E8A-4147-A177-3AD203B41FA5}">
                      <a16:colId xmlns:a16="http://schemas.microsoft.com/office/drawing/2014/main" val="2079070694"/>
                    </a:ext>
                  </a:extLst>
                </a:gridCol>
                <a:gridCol w="255295">
                  <a:extLst>
                    <a:ext uri="{9D8B030D-6E8A-4147-A177-3AD203B41FA5}">
                      <a16:colId xmlns:a16="http://schemas.microsoft.com/office/drawing/2014/main" val="32595803"/>
                    </a:ext>
                  </a:extLst>
                </a:gridCol>
                <a:gridCol w="3930567">
                  <a:extLst>
                    <a:ext uri="{9D8B030D-6E8A-4147-A177-3AD203B41FA5}">
                      <a16:colId xmlns:a16="http://schemas.microsoft.com/office/drawing/2014/main" val="529459202"/>
                    </a:ext>
                  </a:extLst>
                </a:gridCol>
              </a:tblGrid>
              <a:tr h="28291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83681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LOCAL_RD_POINTER_RST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LOCAL_RD_OUT_POINTER and the LOCAL_RD_REC_POINTER are reset. This bit is auto-cleared. After completing the Local read command, the relevant pointer value must be cleared by this bit before the next Local read command.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71923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LOCAL_WR_POINTER_RST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LOCAL_WR_OUT_POINTER and the LOCAL_WR_TRANS_POINTER are reset. This bit is auto-cleared. After completing the Local write command, the relevant pointer value must be cleared by this bit before the next Local write command.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bl>
          </a:graphicData>
        </a:graphic>
      </p:graphicFrame>
      <p:graphicFrame>
        <p:nvGraphicFramePr>
          <p:cNvPr id="18" name="표 17">
            <a:extLst>
              <a:ext uri="{FF2B5EF4-FFF2-40B4-BE49-F238E27FC236}">
                <a16:creationId xmlns:a16="http://schemas.microsoft.com/office/drawing/2014/main" id="{0AE83465-25D0-77ED-5115-101DCF4915FF}"/>
              </a:ext>
            </a:extLst>
          </p:cNvPr>
          <p:cNvGraphicFramePr>
            <a:graphicFrameLocks noGrp="1"/>
          </p:cNvGraphicFramePr>
          <p:nvPr>
            <p:extLst>
              <p:ext uri="{D42A27DB-BD31-4B8C-83A1-F6EECF244321}">
                <p14:modId xmlns:p14="http://schemas.microsoft.com/office/powerpoint/2010/main" val="1451861633"/>
              </p:ext>
            </p:extLst>
          </p:nvPr>
        </p:nvGraphicFramePr>
        <p:xfrm>
          <a:off x="399453" y="3886846"/>
          <a:ext cx="6047999" cy="372600"/>
        </p:xfrm>
        <a:graphic>
          <a:graphicData uri="http://schemas.openxmlformats.org/drawingml/2006/table">
            <a:tbl>
              <a:tblPr firstRow="1" bandRow="1">
                <a:tableStyleId>{5C22544A-7EE6-4342-B048-85BDC9FD1C3A}</a:tableStyleId>
              </a:tblPr>
              <a:tblGrid>
                <a:gridCol w="386818">
                  <a:extLst>
                    <a:ext uri="{9D8B030D-6E8A-4147-A177-3AD203B41FA5}">
                      <a16:colId xmlns:a16="http://schemas.microsoft.com/office/drawing/2014/main" val="3358603807"/>
                    </a:ext>
                  </a:extLst>
                </a:gridCol>
                <a:gridCol w="417501">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FAULT_AUTO_RD_INTERVAL [15:0]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LOCAL_RD_OUT_POINTER [5:0]</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LOCAL_RD_REC_POINTER [5:0]</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37F3A606-8CB5-E1B0-7779-1874B1C3448F}"/>
              </a:ext>
            </a:extLst>
          </p:cNvPr>
          <p:cNvGraphicFramePr>
            <a:graphicFrameLocks noGrp="1"/>
          </p:cNvGraphicFramePr>
          <p:nvPr>
            <p:extLst>
              <p:ext uri="{D42A27DB-BD31-4B8C-83A1-F6EECF244321}">
                <p14:modId xmlns:p14="http://schemas.microsoft.com/office/powerpoint/2010/main" val="2932422434"/>
              </p:ext>
            </p:extLst>
          </p:nvPr>
        </p:nvGraphicFramePr>
        <p:xfrm>
          <a:off x="399453" y="1115503"/>
          <a:ext cx="6048627" cy="372600"/>
        </p:xfrm>
        <a:graphic>
          <a:graphicData uri="http://schemas.openxmlformats.org/drawingml/2006/table">
            <a:tbl>
              <a:tblPr firstRow="1" bandRow="1">
                <a:tableStyleId>{5C22544A-7EE6-4342-B048-85BDC9FD1C3A}</a:tableStyleId>
              </a:tblPr>
              <a:tblGrid>
                <a:gridCol w="312374">
                  <a:extLst>
                    <a:ext uri="{9D8B030D-6E8A-4147-A177-3AD203B41FA5}">
                      <a16:colId xmlns:a16="http://schemas.microsoft.com/office/drawing/2014/main" val="3358603807"/>
                    </a:ext>
                  </a:extLst>
                </a:gridCol>
                <a:gridCol w="418925">
                  <a:extLst>
                    <a:ext uri="{9D8B030D-6E8A-4147-A177-3AD203B41FA5}">
                      <a16:colId xmlns:a16="http://schemas.microsoft.com/office/drawing/2014/main" val="2844922634"/>
                    </a:ext>
                  </a:extLst>
                </a:gridCol>
                <a:gridCol w="271632">
                  <a:extLst>
                    <a:ext uri="{9D8B030D-6E8A-4147-A177-3AD203B41FA5}">
                      <a16:colId xmlns:a16="http://schemas.microsoft.com/office/drawing/2014/main" val="4293411712"/>
                    </a:ext>
                  </a:extLst>
                </a:gridCol>
                <a:gridCol w="271632">
                  <a:extLst>
                    <a:ext uri="{9D8B030D-6E8A-4147-A177-3AD203B41FA5}">
                      <a16:colId xmlns:a16="http://schemas.microsoft.com/office/drawing/2014/main" val="657570846"/>
                    </a:ext>
                  </a:extLst>
                </a:gridCol>
                <a:gridCol w="271632">
                  <a:extLst>
                    <a:ext uri="{9D8B030D-6E8A-4147-A177-3AD203B41FA5}">
                      <a16:colId xmlns:a16="http://schemas.microsoft.com/office/drawing/2014/main" val="3259894497"/>
                    </a:ext>
                  </a:extLst>
                </a:gridCol>
                <a:gridCol w="271632">
                  <a:extLst>
                    <a:ext uri="{9D8B030D-6E8A-4147-A177-3AD203B41FA5}">
                      <a16:colId xmlns:a16="http://schemas.microsoft.com/office/drawing/2014/main" val="4170535043"/>
                    </a:ext>
                  </a:extLst>
                </a:gridCol>
                <a:gridCol w="271632">
                  <a:extLst>
                    <a:ext uri="{9D8B030D-6E8A-4147-A177-3AD203B41FA5}">
                      <a16:colId xmlns:a16="http://schemas.microsoft.com/office/drawing/2014/main" val="2079070694"/>
                    </a:ext>
                  </a:extLst>
                </a:gridCol>
                <a:gridCol w="271632">
                  <a:extLst>
                    <a:ext uri="{9D8B030D-6E8A-4147-A177-3AD203B41FA5}">
                      <a16:colId xmlns:a16="http://schemas.microsoft.com/office/drawing/2014/main" val="4213315911"/>
                    </a:ext>
                  </a:extLst>
                </a:gridCol>
                <a:gridCol w="202917">
                  <a:extLst>
                    <a:ext uri="{9D8B030D-6E8A-4147-A177-3AD203B41FA5}">
                      <a16:colId xmlns:a16="http://schemas.microsoft.com/office/drawing/2014/main" val="2769999950"/>
                    </a:ext>
                  </a:extLst>
                </a:gridCol>
                <a:gridCol w="1059799">
                  <a:extLst>
                    <a:ext uri="{9D8B030D-6E8A-4147-A177-3AD203B41FA5}">
                      <a16:colId xmlns:a16="http://schemas.microsoft.com/office/drawing/2014/main" val="135637185"/>
                    </a:ext>
                  </a:extLst>
                </a:gridCol>
                <a:gridCol w="202917">
                  <a:extLst>
                    <a:ext uri="{9D8B030D-6E8A-4147-A177-3AD203B41FA5}">
                      <a16:colId xmlns:a16="http://schemas.microsoft.com/office/drawing/2014/main" val="3038050475"/>
                    </a:ext>
                  </a:extLst>
                </a:gridCol>
                <a:gridCol w="202917">
                  <a:extLst>
                    <a:ext uri="{9D8B030D-6E8A-4147-A177-3AD203B41FA5}">
                      <a16:colId xmlns:a16="http://schemas.microsoft.com/office/drawing/2014/main" val="1979433044"/>
                    </a:ext>
                  </a:extLst>
                </a:gridCol>
                <a:gridCol w="202917">
                  <a:extLst>
                    <a:ext uri="{9D8B030D-6E8A-4147-A177-3AD203B41FA5}">
                      <a16:colId xmlns:a16="http://schemas.microsoft.com/office/drawing/2014/main" val="4270661649"/>
                    </a:ext>
                  </a:extLst>
                </a:gridCol>
                <a:gridCol w="202917">
                  <a:extLst>
                    <a:ext uri="{9D8B030D-6E8A-4147-A177-3AD203B41FA5}">
                      <a16:colId xmlns:a16="http://schemas.microsoft.com/office/drawing/2014/main" val="3027041370"/>
                    </a:ext>
                  </a:extLst>
                </a:gridCol>
                <a:gridCol w="202917">
                  <a:extLst>
                    <a:ext uri="{9D8B030D-6E8A-4147-A177-3AD203B41FA5}">
                      <a16:colId xmlns:a16="http://schemas.microsoft.com/office/drawing/2014/main" val="2852526216"/>
                    </a:ext>
                  </a:extLst>
                </a:gridCol>
                <a:gridCol w="202917">
                  <a:extLst>
                    <a:ext uri="{9D8B030D-6E8A-4147-A177-3AD203B41FA5}">
                      <a16:colId xmlns:a16="http://schemas.microsoft.com/office/drawing/2014/main" val="103420222"/>
                    </a:ext>
                  </a:extLst>
                </a:gridCol>
                <a:gridCol w="202917">
                  <a:extLst>
                    <a:ext uri="{9D8B030D-6E8A-4147-A177-3AD203B41FA5}">
                      <a16:colId xmlns:a16="http://schemas.microsoft.com/office/drawing/2014/main" val="1470405609"/>
                    </a:ext>
                  </a:extLst>
                </a:gridCol>
                <a:gridCol w="1004401">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cs typeface="Arial" panose="020B0604020202020204" pitchFamily="34" charset="0"/>
                        </a:rPr>
                        <a:t>LOCAL_RD_POINTER_RST</a:t>
                      </a:r>
                      <a:endParaRPr lang="ko-KR" altLang="en-US" sz="6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cs typeface="Arial" panose="020B0604020202020204" pitchFamily="34" charset="0"/>
                        </a:rPr>
                        <a:t>LOCAL_WR_POINTER_RST</a:t>
                      </a:r>
                      <a:endParaRPr lang="ko-KR" altLang="en-US" sz="6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EFA7A09E-8213-6D41-97B9-82CD07CDCD1D}"/>
              </a:ext>
            </a:extLst>
          </p:cNvPr>
          <p:cNvGraphicFramePr>
            <a:graphicFrameLocks noGrp="1"/>
          </p:cNvGraphicFramePr>
          <p:nvPr>
            <p:extLst>
              <p:ext uri="{D42A27DB-BD31-4B8C-83A1-F6EECF244321}">
                <p14:modId xmlns:p14="http://schemas.microsoft.com/office/powerpoint/2010/main" val="2134021520"/>
              </p:ext>
            </p:extLst>
          </p:nvPr>
        </p:nvGraphicFramePr>
        <p:xfrm>
          <a:off x="399453" y="5380179"/>
          <a:ext cx="6047994" cy="372600"/>
        </p:xfrm>
        <a:graphic>
          <a:graphicData uri="http://schemas.openxmlformats.org/drawingml/2006/table">
            <a:tbl>
              <a:tblPr firstRow="1" bandRow="1">
                <a:tableStyleId>{5C22544A-7EE6-4342-B048-85BDC9FD1C3A}</a:tableStyleId>
              </a:tblPr>
              <a:tblGrid>
                <a:gridCol w="311474">
                  <a:extLst>
                    <a:ext uri="{9D8B030D-6E8A-4147-A177-3AD203B41FA5}">
                      <a16:colId xmlns:a16="http://schemas.microsoft.com/office/drawing/2014/main" val="3358603807"/>
                    </a:ext>
                  </a:extLst>
                </a:gridCol>
                <a:gridCol w="417718">
                  <a:extLst>
                    <a:ext uri="{9D8B030D-6E8A-4147-A177-3AD203B41FA5}">
                      <a16:colId xmlns:a16="http://schemas.microsoft.com/office/drawing/2014/main" val="2844922634"/>
                    </a:ext>
                  </a:extLst>
                </a:gridCol>
                <a:gridCol w="259698">
                  <a:extLst>
                    <a:ext uri="{9D8B030D-6E8A-4147-A177-3AD203B41FA5}">
                      <a16:colId xmlns:a16="http://schemas.microsoft.com/office/drawing/2014/main" val="4293411712"/>
                    </a:ext>
                  </a:extLst>
                </a:gridCol>
                <a:gridCol w="259698">
                  <a:extLst>
                    <a:ext uri="{9D8B030D-6E8A-4147-A177-3AD203B41FA5}">
                      <a16:colId xmlns:a16="http://schemas.microsoft.com/office/drawing/2014/main" val="657570846"/>
                    </a:ext>
                  </a:extLst>
                </a:gridCol>
                <a:gridCol w="259698">
                  <a:extLst>
                    <a:ext uri="{9D8B030D-6E8A-4147-A177-3AD203B41FA5}">
                      <a16:colId xmlns:a16="http://schemas.microsoft.com/office/drawing/2014/main" val="3259894497"/>
                    </a:ext>
                  </a:extLst>
                </a:gridCol>
                <a:gridCol w="259698">
                  <a:extLst>
                    <a:ext uri="{9D8B030D-6E8A-4147-A177-3AD203B41FA5}">
                      <a16:colId xmlns:a16="http://schemas.microsoft.com/office/drawing/2014/main" val="4170535043"/>
                    </a:ext>
                  </a:extLst>
                </a:gridCol>
                <a:gridCol w="259698">
                  <a:extLst>
                    <a:ext uri="{9D8B030D-6E8A-4147-A177-3AD203B41FA5}">
                      <a16:colId xmlns:a16="http://schemas.microsoft.com/office/drawing/2014/main" val="2079070694"/>
                    </a:ext>
                  </a:extLst>
                </a:gridCol>
                <a:gridCol w="259698">
                  <a:extLst>
                    <a:ext uri="{9D8B030D-6E8A-4147-A177-3AD203B41FA5}">
                      <a16:colId xmlns:a16="http://schemas.microsoft.com/office/drawing/2014/main" val="4213315911"/>
                    </a:ext>
                  </a:extLst>
                </a:gridCol>
                <a:gridCol w="259698">
                  <a:extLst>
                    <a:ext uri="{9D8B030D-6E8A-4147-A177-3AD203B41FA5}">
                      <a16:colId xmlns:a16="http://schemas.microsoft.com/office/drawing/2014/main" val="2769999950"/>
                    </a:ext>
                  </a:extLst>
                </a:gridCol>
                <a:gridCol w="259698">
                  <a:extLst>
                    <a:ext uri="{9D8B030D-6E8A-4147-A177-3AD203B41FA5}">
                      <a16:colId xmlns:a16="http://schemas.microsoft.com/office/drawing/2014/main" val="135637185"/>
                    </a:ext>
                  </a:extLst>
                </a:gridCol>
                <a:gridCol w="259698">
                  <a:extLst>
                    <a:ext uri="{9D8B030D-6E8A-4147-A177-3AD203B41FA5}">
                      <a16:colId xmlns:a16="http://schemas.microsoft.com/office/drawing/2014/main" val="3038050475"/>
                    </a:ext>
                  </a:extLst>
                </a:gridCol>
                <a:gridCol w="259698">
                  <a:extLst>
                    <a:ext uri="{9D8B030D-6E8A-4147-A177-3AD203B41FA5}">
                      <a16:colId xmlns:a16="http://schemas.microsoft.com/office/drawing/2014/main" val="1979433044"/>
                    </a:ext>
                  </a:extLst>
                </a:gridCol>
                <a:gridCol w="259698">
                  <a:extLst>
                    <a:ext uri="{9D8B030D-6E8A-4147-A177-3AD203B41FA5}">
                      <a16:colId xmlns:a16="http://schemas.microsoft.com/office/drawing/2014/main" val="4270661649"/>
                    </a:ext>
                  </a:extLst>
                </a:gridCol>
                <a:gridCol w="259698">
                  <a:extLst>
                    <a:ext uri="{9D8B030D-6E8A-4147-A177-3AD203B41FA5}">
                      <a16:colId xmlns:a16="http://schemas.microsoft.com/office/drawing/2014/main" val="3027041370"/>
                    </a:ext>
                  </a:extLst>
                </a:gridCol>
                <a:gridCol w="259698">
                  <a:extLst>
                    <a:ext uri="{9D8B030D-6E8A-4147-A177-3AD203B41FA5}">
                      <a16:colId xmlns:a16="http://schemas.microsoft.com/office/drawing/2014/main" val="2852526216"/>
                    </a:ext>
                  </a:extLst>
                </a:gridCol>
                <a:gridCol w="259698">
                  <a:extLst>
                    <a:ext uri="{9D8B030D-6E8A-4147-A177-3AD203B41FA5}">
                      <a16:colId xmlns:a16="http://schemas.microsoft.com/office/drawing/2014/main" val="103420222"/>
                    </a:ext>
                  </a:extLst>
                </a:gridCol>
                <a:gridCol w="259698">
                  <a:extLst>
                    <a:ext uri="{9D8B030D-6E8A-4147-A177-3AD203B41FA5}">
                      <a16:colId xmlns:a16="http://schemas.microsoft.com/office/drawing/2014/main" val="1470405609"/>
                    </a:ext>
                  </a:extLst>
                </a:gridCol>
                <a:gridCol w="1423332">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FAULT_AUTO_RD_EVENT [7:0]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FAULT_AUTO_RD_INTERVAL[16]</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4948983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8119"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INTERRUPT ENABLE</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4259260998"/>
              </p:ext>
            </p:extLst>
          </p:nvPr>
        </p:nvGraphicFramePr>
        <p:xfrm>
          <a:off x="398119" y="2392251"/>
          <a:ext cx="6058340" cy="7001298"/>
        </p:xfrm>
        <a:graphic>
          <a:graphicData uri="http://schemas.openxmlformats.org/drawingml/2006/table">
            <a:tbl>
              <a:tblPr firstRow="1" bandRow="1">
                <a:tableStyleId>{5C22544A-7EE6-4342-B048-85BDC9FD1C3A}</a:tableStyleId>
              </a:tblPr>
              <a:tblGrid>
                <a:gridCol w="312770">
                  <a:extLst>
                    <a:ext uri="{9D8B030D-6E8A-4147-A177-3AD203B41FA5}">
                      <a16:colId xmlns:a16="http://schemas.microsoft.com/office/drawing/2014/main" val="4170535043"/>
                    </a:ext>
                  </a:extLst>
                </a:gridCol>
                <a:gridCol w="1511501">
                  <a:extLst>
                    <a:ext uri="{9D8B030D-6E8A-4147-A177-3AD203B41FA5}">
                      <a16:colId xmlns:a16="http://schemas.microsoft.com/office/drawing/2014/main" val="2079070694"/>
                    </a:ext>
                  </a:extLst>
                </a:gridCol>
                <a:gridCol w="4234069">
                  <a:extLst>
                    <a:ext uri="{9D8B030D-6E8A-4147-A177-3AD203B41FA5}">
                      <a16:colId xmlns:a16="http://schemas.microsoft.com/office/drawing/2014/main" val="4097381283"/>
                    </a:ext>
                  </a:extLst>
                </a:gridCol>
              </a:tblGrid>
              <a:tr h="29180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12700" cmpd="sng">
                      <a:noFill/>
                    </a:lnL>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40473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INT_OV50_EN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to issue the interrupt through the nINT_FAULT pin in case that the V</a:t>
                      </a:r>
                      <a:r>
                        <a:rPr lang="en-US" altLang="ko-KR" sz="900" b="0" baseline="-25000" dirty="0">
                          <a:solidFill>
                            <a:schemeClr val="tx1"/>
                          </a:solidFill>
                          <a:latin typeface="Arial" panose="020B0604020202020204" pitchFamily="34" charset="0"/>
                          <a:ea typeface="+mn-ea"/>
                          <a:cs typeface="Arial" panose="020B0604020202020204" pitchFamily="34" charset="0"/>
                        </a:rPr>
                        <a:t>DD</a:t>
                      </a:r>
                      <a:r>
                        <a:rPr lang="en-US" altLang="ko-KR" sz="900" b="0" dirty="0">
                          <a:solidFill>
                            <a:schemeClr val="tx1"/>
                          </a:solidFill>
                          <a:latin typeface="Arial" panose="020B0604020202020204" pitchFamily="34" charset="0"/>
                          <a:ea typeface="+mn-ea"/>
                          <a:cs typeface="Arial" panose="020B0604020202020204" pitchFamily="34" charset="0"/>
                        </a:rPr>
                        <a:t>, 5V, will be go over the OV50_LEVEL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INT_UV50_EN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5V, will be go under the UV50_LEVEL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3932254"/>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INT_OV15_EN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internal LDO, 1.5V, will be go over the OV50_LEVEL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020753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INT_UV15_EN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internal LDO,1.5V, will be go under the UV50_LEVEL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417043"/>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INT_CMD_PC_EN</a:t>
                      </a: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enables to issue the interrupt through the </a:t>
                      </a:r>
                      <a:r>
                        <a:rPr kumimoji="0" lang="en-US" altLang="ko-KR" sz="900" b="0" i="0" u="none" strike="noStrike" kern="1200" cap="none" spc="0" normalizeH="0" baseline="0" noProof="0" dirty="0" err="1">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CHx_PAR_ERR</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in case that parity error occurs while XDR communication.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5202620"/>
                  </a:ext>
                </a:extLst>
              </a:tr>
              <a:tr h="425379">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10</a:t>
                      </a:r>
                      <a:endParaRPr lang="ko-KR" altLang="en-US" sz="900" b="0" strike="noStrike"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INT_ACC_CNT_ERR_EN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strike="noStrike" dirty="0">
                          <a:solidFill>
                            <a:schemeClr val="bg1">
                              <a:lumMod val="75000"/>
                            </a:schemeClr>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SPI transaction counter value on SPI data will be different from the (ACC_COUNTER [7:0] + 1)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024248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9</a:t>
                      </a:r>
                      <a:endParaRPr lang="ko-KR" altLang="en-US" sz="900" b="0" strike="noStrike"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INT_SPI_PC_EN</a:t>
                      </a: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strike="noStrike"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strike="noStrike" dirty="0">
                          <a:solidFill>
                            <a:schemeClr val="bg1">
                              <a:lumMod val="75000"/>
                            </a:schemeClr>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mn-ea"/>
                          <a:cs typeface="Arial" panose="020B0604020202020204" pitchFamily="34" charset="0"/>
                        </a:rPr>
                        <a:t>to </a:t>
                      </a:r>
                      <a:r>
                        <a:rPr kumimoji="0" lang="en-US" altLang="ko-KR" sz="9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issue the interrupt through the nINT_FAULT pin in case that the SPI data stream’s parity is not an Odd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436876"/>
                  </a:ext>
                </a:extLst>
              </a:tr>
              <a:tr h="53957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INT_TIMEOUT_ERR_EN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timer will be expired during the execution for read-back commands. The expired time is MCLK * 32,767.</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0113533"/>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INT_FAULT_RD_FAIL_EN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any violation happens during the execution for the fault read-back from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9460621"/>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INT_FAULT_AUTO_RD_FAIL_EN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any violation happens during the execution for the fault auto-read-back from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INT_RD_REC_FAIL_EN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any violation happens during the execution for the local read-back from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53957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INT_LD_EN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LD_DIFF_POINTER is equal to or smaller than the LD_DIFF_THRESOLD during the execution of the LD transfer to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956510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INT_THERMAL_EN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thermal regulation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7152022"/>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INT_SHORT_EN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short condition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73244323"/>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INT_OPEN_EN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open condition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98709038"/>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INT_FB_EN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fb condition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97673897"/>
                  </a:ext>
                </a:extLst>
              </a:tr>
            </a:tbl>
          </a:graphicData>
        </a:graphic>
      </p:graphicFrame>
      <p:graphicFrame>
        <p:nvGraphicFramePr>
          <p:cNvPr id="2" name="표 1">
            <a:extLst>
              <a:ext uri="{FF2B5EF4-FFF2-40B4-BE49-F238E27FC236}">
                <a16:creationId xmlns:a16="http://schemas.microsoft.com/office/drawing/2014/main" id="{759B6A5B-31E9-B386-8466-953CDEBC74B5}"/>
              </a:ext>
            </a:extLst>
          </p:cNvPr>
          <p:cNvGraphicFramePr>
            <a:graphicFrameLocks noGrp="1"/>
          </p:cNvGraphicFramePr>
          <p:nvPr>
            <p:extLst>
              <p:ext uri="{D42A27DB-BD31-4B8C-83A1-F6EECF244321}">
                <p14:modId xmlns:p14="http://schemas.microsoft.com/office/powerpoint/2010/main" val="3589394068"/>
              </p:ext>
            </p:extLst>
          </p:nvPr>
        </p:nvGraphicFramePr>
        <p:xfrm>
          <a:off x="398119" y="1114030"/>
          <a:ext cx="6055317" cy="479280"/>
        </p:xfrm>
        <a:graphic>
          <a:graphicData uri="http://schemas.openxmlformats.org/drawingml/2006/table">
            <a:tbl>
              <a:tblPr firstRow="1" bandRow="1">
                <a:tableStyleId>{5C22544A-7EE6-4342-B048-85BDC9FD1C3A}</a:tableStyleId>
              </a:tblPr>
              <a:tblGrid>
                <a:gridCol w="325673">
                  <a:extLst>
                    <a:ext uri="{9D8B030D-6E8A-4147-A177-3AD203B41FA5}">
                      <a16:colId xmlns:a16="http://schemas.microsoft.com/office/drawing/2014/main" val="3358603807"/>
                    </a:ext>
                  </a:extLst>
                </a:gridCol>
                <a:gridCol w="436761">
                  <a:extLst>
                    <a:ext uri="{9D8B030D-6E8A-4147-A177-3AD203B41FA5}">
                      <a16:colId xmlns:a16="http://schemas.microsoft.com/office/drawing/2014/main" val="2844922634"/>
                    </a:ext>
                  </a:extLst>
                </a:gridCol>
                <a:gridCol w="707945">
                  <a:extLst>
                    <a:ext uri="{9D8B030D-6E8A-4147-A177-3AD203B41FA5}">
                      <a16:colId xmlns:a16="http://schemas.microsoft.com/office/drawing/2014/main" val="4293411712"/>
                    </a:ext>
                  </a:extLst>
                </a:gridCol>
                <a:gridCol w="701410">
                  <a:extLst>
                    <a:ext uri="{9D8B030D-6E8A-4147-A177-3AD203B41FA5}">
                      <a16:colId xmlns:a16="http://schemas.microsoft.com/office/drawing/2014/main" val="657570846"/>
                    </a:ext>
                  </a:extLst>
                </a:gridCol>
                <a:gridCol w="707945">
                  <a:extLst>
                    <a:ext uri="{9D8B030D-6E8A-4147-A177-3AD203B41FA5}">
                      <a16:colId xmlns:a16="http://schemas.microsoft.com/office/drawing/2014/main" val="3259894497"/>
                    </a:ext>
                  </a:extLst>
                </a:gridCol>
                <a:gridCol w="701410">
                  <a:extLst>
                    <a:ext uri="{9D8B030D-6E8A-4147-A177-3AD203B41FA5}">
                      <a16:colId xmlns:a16="http://schemas.microsoft.com/office/drawing/2014/main" val="4170535043"/>
                    </a:ext>
                  </a:extLst>
                </a:gridCol>
                <a:gridCol w="828957">
                  <a:extLst>
                    <a:ext uri="{9D8B030D-6E8A-4147-A177-3AD203B41FA5}">
                      <a16:colId xmlns:a16="http://schemas.microsoft.com/office/drawing/2014/main" val="135637185"/>
                    </a:ext>
                  </a:extLst>
                </a:gridCol>
                <a:gridCol w="868680">
                  <a:extLst>
                    <a:ext uri="{9D8B030D-6E8A-4147-A177-3AD203B41FA5}">
                      <a16:colId xmlns:a16="http://schemas.microsoft.com/office/drawing/2014/main" val="3460486673"/>
                    </a:ext>
                  </a:extLst>
                </a:gridCol>
                <a:gridCol w="776536">
                  <a:extLst>
                    <a:ext uri="{9D8B030D-6E8A-4147-A177-3AD203B41FA5}">
                      <a16:colId xmlns:a16="http://schemas.microsoft.com/office/drawing/2014/main" val="3979040853"/>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INT_OV50_EN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INT_UV50_EN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INT_OV15_EN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INT_UV15_EN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INT_CMD_PC_EN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INT_ACC_CNT_ERR_EN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INT_SPI_PC_EN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D7E1584F-2FD2-9F1D-4783-83EA585CF1E8}"/>
              </a:ext>
            </a:extLst>
          </p:cNvPr>
          <p:cNvGraphicFramePr>
            <a:graphicFrameLocks noGrp="1"/>
          </p:cNvGraphicFramePr>
          <p:nvPr>
            <p:extLst>
              <p:ext uri="{D42A27DB-BD31-4B8C-83A1-F6EECF244321}">
                <p14:modId xmlns:p14="http://schemas.microsoft.com/office/powerpoint/2010/main" val="4163353484"/>
              </p:ext>
            </p:extLst>
          </p:nvPr>
        </p:nvGraphicFramePr>
        <p:xfrm>
          <a:off x="398119" y="1973112"/>
          <a:ext cx="6061761" cy="372600"/>
        </p:xfrm>
        <a:graphic>
          <a:graphicData uri="http://schemas.openxmlformats.org/drawingml/2006/table">
            <a:tbl>
              <a:tblPr firstRow="1" bandRow="1">
                <a:tableStyleId>{5C22544A-7EE6-4342-B048-85BDC9FD1C3A}</a:tableStyleId>
              </a:tblPr>
              <a:tblGrid>
                <a:gridCol w="321388">
                  <a:extLst>
                    <a:ext uri="{9D8B030D-6E8A-4147-A177-3AD203B41FA5}">
                      <a16:colId xmlns:a16="http://schemas.microsoft.com/office/drawing/2014/main" val="3358603807"/>
                    </a:ext>
                  </a:extLst>
                </a:gridCol>
                <a:gridCol w="431553">
                  <a:extLst>
                    <a:ext uri="{9D8B030D-6E8A-4147-A177-3AD203B41FA5}">
                      <a16:colId xmlns:a16="http://schemas.microsoft.com/office/drawing/2014/main" val="2844922634"/>
                    </a:ext>
                  </a:extLst>
                </a:gridCol>
                <a:gridCol w="1061764">
                  <a:extLst>
                    <a:ext uri="{9D8B030D-6E8A-4147-A177-3AD203B41FA5}">
                      <a16:colId xmlns:a16="http://schemas.microsoft.com/office/drawing/2014/main" val="4270661649"/>
                    </a:ext>
                  </a:extLst>
                </a:gridCol>
                <a:gridCol w="1061764">
                  <a:extLst>
                    <a:ext uri="{9D8B030D-6E8A-4147-A177-3AD203B41FA5}">
                      <a16:colId xmlns:a16="http://schemas.microsoft.com/office/drawing/2014/main" val="2852526216"/>
                    </a:ext>
                  </a:extLst>
                </a:gridCol>
                <a:gridCol w="1061764">
                  <a:extLst>
                    <a:ext uri="{9D8B030D-6E8A-4147-A177-3AD203B41FA5}">
                      <a16:colId xmlns:a16="http://schemas.microsoft.com/office/drawing/2014/main" val="103420222"/>
                    </a:ext>
                  </a:extLst>
                </a:gridCol>
                <a:gridCol w="1061764">
                  <a:extLst>
                    <a:ext uri="{9D8B030D-6E8A-4147-A177-3AD203B41FA5}">
                      <a16:colId xmlns:a16="http://schemas.microsoft.com/office/drawing/2014/main" val="1470405609"/>
                    </a:ext>
                  </a:extLst>
                </a:gridCol>
                <a:gridCol w="1061764">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INT_THERMAL_EN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INT_SHORT_EN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INT_OPEN_EN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INT_FB_EN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32F240DB-59AE-7DFE-3DE4-A4ACB094BCD4}"/>
              </a:ext>
            </a:extLst>
          </p:cNvPr>
          <p:cNvGraphicFramePr>
            <a:graphicFrameLocks noGrp="1"/>
          </p:cNvGraphicFramePr>
          <p:nvPr>
            <p:extLst>
              <p:ext uri="{D42A27DB-BD31-4B8C-83A1-F6EECF244321}">
                <p14:modId xmlns:p14="http://schemas.microsoft.com/office/powerpoint/2010/main" val="362263684"/>
              </p:ext>
            </p:extLst>
          </p:nvPr>
        </p:nvGraphicFramePr>
        <p:xfrm>
          <a:off x="398119" y="1541454"/>
          <a:ext cx="6055316" cy="372600"/>
        </p:xfrm>
        <a:graphic>
          <a:graphicData uri="http://schemas.openxmlformats.org/drawingml/2006/table">
            <a:tbl>
              <a:tblPr firstRow="1" bandRow="1">
                <a:tableStyleId>{5C22544A-7EE6-4342-B048-85BDC9FD1C3A}</a:tableStyleId>
              </a:tblPr>
              <a:tblGrid>
                <a:gridCol w="323020">
                  <a:extLst>
                    <a:ext uri="{9D8B030D-6E8A-4147-A177-3AD203B41FA5}">
                      <a16:colId xmlns:a16="http://schemas.microsoft.com/office/drawing/2014/main" val="3358603807"/>
                    </a:ext>
                  </a:extLst>
                </a:gridCol>
                <a:gridCol w="428731">
                  <a:extLst>
                    <a:ext uri="{9D8B030D-6E8A-4147-A177-3AD203B41FA5}">
                      <a16:colId xmlns:a16="http://schemas.microsoft.com/office/drawing/2014/main" val="2844922634"/>
                    </a:ext>
                  </a:extLst>
                </a:gridCol>
                <a:gridCol w="1310630">
                  <a:extLst>
                    <a:ext uri="{9D8B030D-6E8A-4147-A177-3AD203B41FA5}">
                      <a16:colId xmlns:a16="http://schemas.microsoft.com/office/drawing/2014/main" val="4293411712"/>
                    </a:ext>
                  </a:extLst>
                </a:gridCol>
                <a:gridCol w="1310630">
                  <a:extLst>
                    <a:ext uri="{9D8B030D-6E8A-4147-A177-3AD203B41FA5}">
                      <a16:colId xmlns:a16="http://schemas.microsoft.com/office/drawing/2014/main" val="3038050475"/>
                    </a:ext>
                  </a:extLst>
                </a:gridCol>
                <a:gridCol w="1456262">
                  <a:extLst>
                    <a:ext uri="{9D8B030D-6E8A-4147-A177-3AD203B41FA5}">
                      <a16:colId xmlns:a16="http://schemas.microsoft.com/office/drawing/2014/main" val="1979433044"/>
                    </a:ext>
                  </a:extLst>
                </a:gridCol>
                <a:gridCol w="1226043">
                  <a:extLst>
                    <a:ext uri="{9D8B030D-6E8A-4147-A177-3AD203B41FA5}">
                      <a16:colId xmlns:a16="http://schemas.microsoft.com/office/drawing/2014/main" val="327667561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Default</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INT_TIMEOUT_ERR_EN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INT_FAULT_RD_FAIL_EN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INT_FAULT_AUTO_RD_FAIL_EN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INT_RD_REC_FAIL_EN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929166212"/>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49" y="8518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COMMAND STATUS 1</a:t>
            </a:r>
          </a:p>
        </p:txBody>
      </p:sp>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2186013673"/>
              </p:ext>
            </p:extLst>
          </p:nvPr>
        </p:nvGraphicFramePr>
        <p:xfrm>
          <a:off x="399449" y="2432542"/>
          <a:ext cx="6048617" cy="5619640"/>
        </p:xfrm>
        <a:graphic>
          <a:graphicData uri="http://schemas.openxmlformats.org/drawingml/2006/table">
            <a:tbl>
              <a:tblPr firstRow="1" bandRow="1">
                <a:tableStyleId>{5C22544A-7EE6-4342-B048-85BDC9FD1C3A}</a:tableStyleId>
              </a:tblPr>
              <a:tblGrid>
                <a:gridCol w="348954">
                  <a:extLst>
                    <a:ext uri="{9D8B030D-6E8A-4147-A177-3AD203B41FA5}">
                      <a16:colId xmlns:a16="http://schemas.microsoft.com/office/drawing/2014/main" val="4170535043"/>
                    </a:ext>
                  </a:extLst>
                </a:gridCol>
                <a:gridCol w="1407938">
                  <a:extLst>
                    <a:ext uri="{9D8B030D-6E8A-4147-A177-3AD203B41FA5}">
                      <a16:colId xmlns:a16="http://schemas.microsoft.com/office/drawing/2014/main" val="2079070694"/>
                    </a:ext>
                  </a:extLst>
                </a:gridCol>
                <a:gridCol w="4291725">
                  <a:extLst>
                    <a:ext uri="{9D8B030D-6E8A-4147-A177-3AD203B41FA5}">
                      <a16:colId xmlns:a16="http://schemas.microsoft.com/office/drawing/2014/main" val="32595803"/>
                    </a:ext>
                  </a:extLst>
                </a:gridCol>
              </a:tblGrid>
              <a:tr h="32346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008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local-reading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local-reading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local-writing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8225600"/>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local-writing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7570572"/>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GLOBAL_WR_DONE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global-writing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7223074"/>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GLOBAL_WR_DOING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global-writing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6402611"/>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LD_TRANS_DONE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LD transferring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7327063"/>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LD_TRANS_DOING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LD transferring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3994246"/>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fault-reading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37901538"/>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fault-reading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8549909"/>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fault auto-reading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8254254"/>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 auto-reading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3337237"/>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SYNC_AUTO_DONE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sync auto-gen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852527"/>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SYNC_AUTO_DOING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sync auto-gen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005817"/>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sync-gen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0134822"/>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sync-gen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4415075"/>
                  </a:ext>
                </a:extLst>
              </a:tr>
            </a:tbl>
          </a:graphicData>
        </a:graphic>
      </p:graphicFrame>
      <p:graphicFrame>
        <p:nvGraphicFramePr>
          <p:cNvPr id="2" name="표 1">
            <a:extLst>
              <a:ext uri="{FF2B5EF4-FFF2-40B4-BE49-F238E27FC236}">
                <a16:creationId xmlns:a16="http://schemas.microsoft.com/office/drawing/2014/main" id="{D0C9B18E-33DD-ACBD-00E1-7A315866E094}"/>
              </a:ext>
            </a:extLst>
          </p:cNvPr>
          <p:cNvGraphicFramePr>
            <a:graphicFrameLocks noGrp="1"/>
          </p:cNvGraphicFramePr>
          <p:nvPr>
            <p:extLst>
              <p:ext uri="{D42A27DB-BD31-4B8C-83A1-F6EECF244321}">
                <p14:modId xmlns:p14="http://schemas.microsoft.com/office/powerpoint/2010/main" val="1457679216"/>
              </p:ext>
            </p:extLst>
          </p:nvPr>
        </p:nvGraphicFramePr>
        <p:xfrm>
          <a:off x="399449" y="1113618"/>
          <a:ext cx="6048622" cy="372600"/>
        </p:xfrm>
        <a:graphic>
          <a:graphicData uri="http://schemas.openxmlformats.org/drawingml/2006/table">
            <a:tbl>
              <a:tblPr firstRow="1" bandRow="1">
                <a:tableStyleId>{5C22544A-7EE6-4342-B048-85BDC9FD1C3A}</a:tableStyleId>
              </a:tblPr>
              <a:tblGrid>
                <a:gridCol w="321276">
                  <a:extLst>
                    <a:ext uri="{9D8B030D-6E8A-4147-A177-3AD203B41FA5}">
                      <a16:colId xmlns:a16="http://schemas.microsoft.com/office/drawing/2014/main" val="3358603807"/>
                    </a:ext>
                  </a:extLst>
                </a:gridCol>
                <a:gridCol w="425450">
                  <a:extLst>
                    <a:ext uri="{9D8B030D-6E8A-4147-A177-3AD203B41FA5}">
                      <a16:colId xmlns:a16="http://schemas.microsoft.com/office/drawing/2014/main" val="2844922634"/>
                    </a:ext>
                  </a:extLst>
                </a:gridCol>
                <a:gridCol w="1287769">
                  <a:extLst>
                    <a:ext uri="{9D8B030D-6E8A-4147-A177-3AD203B41FA5}">
                      <a16:colId xmlns:a16="http://schemas.microsoft.com/office/drawing/2014/main" val="4293411712"/>
                    </a:ext>
                  </a:extLst>
                </a:gridCol>
                <a:gridCol w="1355862">
                  <a:extLst>
                    <a:ext uri="{9D8B030D-6E8A-4147-A177-3AD203B41FA5}">
                      <a16:colId xmlns:a16="http://schemas.microsoft.com/office/drawing/2014/main" val="657570846"/>
                    </a:ext>
                  </a:extLst>
                </a:gridCol>
                <a:gridCol w="1302403">
                  <a:extLst>
                    <a:ext uri="{9D8B030D-6E8A-4147-A177-3AD203B41FA5}">
                      <a16:colId xmlns:a16="http://schemas.microsoft.com/office/drawing/2014/main" val="3259894497"/>
                    </a:ext>
                  </a:extLst>
                </a:gridCol>
                <a:gridCol w="1355862">
                  <a:extLst>
                    <a:ext uri="{9D8B030D-6E8A-4147-A177-3AD203B41FA5}">
                      <a16:colId xmlns:a16="http://schemas.microsoft.com/office/drawing/2014/main" val="4170535043"/>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LOCAL_RD_DONE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LOCAL_RD_DOING</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LOCAL_WR_DONE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LOCAL_WR_DOING</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E05B6116-3FBD-A6F2-BE33-A660D1447B09}"/>
              </a:ext>
            </a:extLst>
          </p:cNvPr>
          <p:cNvGraphicFramePr>
            <a:graphicFrameLocks noGrp="1"/>
          </p:cNvGraphicFramePr>
          <p:nvPr>
            <p:extLst>
              <p:ext uri="{D42A27DB-BD31-4B8C-83A1-F6EECF244321}">
                <p14:modId xmlns:p14="http://schemas.microsoft.com/office/powerpoint/2010/main" val="2147423816"/>
              </p:ext>
            </p:extLst>
          </p:nvPr>
        </p:nvGraphicFramePr>
        <p:xfrm>
          <a:off x="399449" y="2011117"/>
          <a:ext cx="6048617" cy="372600"/>
        </p:xfrm>
        <a:graphic>
          <a:graphicData uri="http://schemas.openxmlformats.org/drawingml/2006/table">
            <a:tbl>
              <a:tblPr firstRow="1" bandRow="1">
                <a:tableStyleId>{5C22544A-7EE6-4342-B048-85BDC9FD1C3A}</a:tableStyleId>
              </a:tblPr>
              <a:tblGrid>
                <a:gridCol w="321276">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993065">
                  <a:extLst>
                    <a:ext uri="{9D8B030D-6E8A-4147-A177-3AD203B41FA5}">
                      <a16:colId xmlns:a16="http://schemas.microsoft.com/office/drawing/2014/main" val="4270661649"/>
                    </a:ext>
                  </a:extLst>
                </a:gridCol>
                <a:gridCol w="1043250">
                  <a:extLst>
                    <a:ext uri="{9D8B030D-6E8A-4147-A177-3AD203B41FA5}">
                      <a16:colId xmlns:a16="http://schemas.microsoft.com/office/drawing/2014/main" val="3027041370"/>
                    </a:ext>
                  </a:extLst>
                </a:gridCol>
                <a:gridCol w="969706">
                  <a:extLst>
                    <a:ext uri="{9D8B030D-6E8A-4147-A177-3AD203B41FA5}">
                      <a16:colId xmlns:a16="http://schemas.microsoft.com/office/drawing/2014/main" val="2852526216"/>
                    </a:ext>
                  </a:extLst>
                </a:gridCol>
                <a:gridCol w="1007294">
                  <a:extLst>
                    <a:ext uri="{9D8B030D-6E8A-4147-A177-3AD203B41FA5}">
                      <a16:colId xmlns:a16="http://schemas.microsoft.com/office/drawing/2014/main" val="103420222"/>
                    </a:ext>
                  </a:extLst>
                </a:gridCol>
                <a:gridCol w="665730">
                  <a:extLst>
                    <a:ext uri="{9D8B030D-6E8A-4147-A177-3AD203B41FA5}">
                      <a16:colId xmlns:a16="http://schemas.microsoft.com/office/drawing/2014/main" val="1470405609"/>
                    </a:ext>
                  </a:extLst>
                </a:gridCol>
                <a:gridCol w="629196">
                  <a:extLst>
                    <a:ext uri="{9D8B030D-6E8A-4147-A177-3AD203B41FA5}">
                      <a16:colId xmlns:a16="http://schemas.microsoft.com/office/drawing/2014/main" val="604176390"/>
                    </a:ext>
                  </a:extLst>
                </a:gridCol>
              </a:tblGrid>
              <a:tr h="127855">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SYNC_AUTO_DONE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SYNC_AUTO_DOING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BF3C085D-A661-0DD9-456A-4A401FFBD429}"/>
              </a:ext>
            </a:extLst>
          </p:cNvPr>
          <p:cNvGraphicFramePr>
            <a:graphicFrameLocks noGrp="1"/>
          </p:cNvGraphicFramePr>
          <p:nvPr>
            <p:extLst>
              <p:ext uri="{D42A27DB-BD31-4B8C-83A1-F6EECF244321}">
                <p14:modId xmlns:p14="http://schemas.microsoft.com/office/powerpoint/2010/main" val="1987849523"/>
              </p:ext>
            </p:extLst>
          </p:nvPr>
        </p:nvGraphicFramePr>
        <p:xfrm>
          <a:off x="399449" y="1568717"/>
          <a:ext cx="6048623" cy="372600"/>
        </p:xfrm>
        <a:graphic>
          <a:graphicData uri="http://schemas.openxmlformats.org/drawingml/2006/table">
            <a:tbl>
              <a:tblPr firstRow="1" bandRow="1">
                <a:tableStyleId>{5C22544A-7EE6-4342-B048-85BDC9FD1C3A}</a:tableStyleId>
              </a:tblPr>
              <a:tblGrid>
                <a:gridCol w="321276">
                  <a:extLst>
                    <a:ext uri="{9D8B030D-6E8A-4147-A177-3AD203B41FA5}">
                      <a16:colId xmlns:a16="http://schemas.microsoft.com/office/drawing/2014/main" val="3358603807"/>
                    </a:ext>
                  </a:extLst>
                </a:gridCol>
                <a:gridCol w="425450">
                  <a:extLst>
                    <a:ext uri="{9D8B030D-6E8A-4147-A177-3AD203B41FA5}">
                      <a16:colId xmlns:a16="http://schemas.microsoft.com/office/drawing/2014/main" val="2844922634"/>
                    </a:ext>
                  </a:extLst>
                </a:gridCol>
                <a:gridCol w="994267">
                  <a:extLst>
                    <a:ext uri="{9D8B030D-6E8A-4147-A177-3AD203B41FA5}">
                      <a16:colId xmlns:a16="http://schemas.microsoft.com/office/drawing/2014/main" val="4270661649"/>
                    </a:ext>
                  </a:extLst>
                </a:gridCol>
                <a:gridCol w="1046323">
                  <a:extLst>
                    <a:ext uri="{9D8B030D-6E8A-4147-A177-3AD203B41FA5}">
                      <a16:colId xmlns:a16="http://schemas.microsoft.com/office/drawing/2014/main" val="3027041370"/>
                    </a:ext>
                  </a:extLst>
                </a:gridCol>
                <a:gridCol w="910580">
                  <a:extLst>
                    <a:ext uri="{9D8B030D-6E8A-4147-A177-3AD203B41FA5}">
                      <a16:colId xmlns:a16="http://schemas.microsoft.com/office/drawing/2014/main" val="2852526216"/>
                    </a:ext>
                  </a:extLst>
                </a:gridCol>
                <a:gridCol w="949125">
                  <a:extLst>
                    <a:ext uri="{9D8B030D-6E8A-4147-A177-3AD203B41FA5}">
                      <a16:colId xmlns:a16="http://schemas.microsoft.com/office/drawing/2014/main" val="103420222"/>
                    </a:ext>
                  </a:extLst>
                </a:gridCol>
                <a:gridCol w="719532">
                  <a:extLst>
                    <a:ext uri="{9D8B030D-6E8A-4147-A177-3AD203B41FA5}">
                      <a16:colId xmlns:a16="http://schemas.microsoft.com/office/drawing/2014/main" val="1470405609"/>
                    </a:ext>
                  </a:extLst>
                </a:gridCol>
                <a:gridCol w="68207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GLOBAL_WR_DONE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GOLBAL_WR_DOING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LD_TRANS_DONE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LD_TRANS_DOING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1653794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5"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COMMAND STATUS 2</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5" y="278369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RECEIVE STATUS</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1040633379"/>
              </p:ext>
            </p:extLst>
          </p:nvPr>
        </p:nvGraphicFramePr>
        <p:xfrm>
          <a:off x="399455" y="1533897"/>
          <a:ext cx="6028967" cy="831514"/>
        </p:xfrm>
        <a:graphic>
          <a:graphicData uri="http://schemas.openxmlformats.org/drawingml/2006/table">
            <a:tbl>
              <a:tblPr firstRow="1" bandRow="1">
                <a:tableStyleId>{5C22544A-7EE6-4342-B048-85BDC9FD1C3A}</a:tableStyleId>
              </a:tblPr>
              <a:tblGrid>
                <a:gridCol w="359749">
                  <a:extLst>
                    <a:ext uri="{9D8B030D-6E8A-4147-A177-3AD203B41FA5}">
                      <a16:colId xmlns:a16="http://schemas.microsoft.com/office/drawing/2014/main" val="4170535043"/>
                    </a:ext>
                  </a:extLst>
                </a:gridCol>
                <a:gridCol w="1175904">
                  <a:extLst>
                    <a:ext uri="{9D8B030D-6E8A-4147-A177-3AD203B41FA5}">
                      <a16:colId xmlns:a16="http://schemas.microsoft.com/office/drawing/2014/main" val="2079070694"/>
                    </a:ext>
                  </a:extLst>
                </a:gridCol>
                <a:gridCol w="4493314">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5717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id-gen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5717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id-gen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bl>
          </a:graphicData>
        </a:graphic>
      </p:graphicFrame>
      <p:graphicFrame>
        <p:nvGraphicFramePr>
          <p:cNvPr id="10" name="표 9">
            <a:extLst>
              <a:ext uri="{FF2B5EF4-FFF2-40B4-BE49-F238E27FC236}">
                <a16:creationId xmlns:a16="http://schemas.microsoft.com/office/drawing/2014/main" id="{8653A73C-2E6B-49EB-2F63-9D48F4A40BAF}"/>
              </a:ext>
            </a:extLst>
          </p:cNvPr>
          <p:cNvGraphicFramePr>
            <a:graphicFrameLocks noGrp="1"/>
          </p:cNvGraphicFramePr>
          <p:nvPr>
            <p:extLst>
              <p:ext uri="{D42A27DB-BD31-4B8C-83A1-F6EECF244321}">
                <p14:modId xmlns:p14="http://schemas.microsoft.com/office/powerpoint/2010/main" val="1355997777"/>
              </p:ext>
            </p:extLst>
          </p:nvPr>
        </p:nvGraphicFramePr>
        <p:xfrm>
          <a:off x="399455" y="1116708"/>
          <a:ext cx="6048013" cy="372600"/>
        </p:xfrm>
        <a:graphic>
          <a:graphicData uri="http://schemas.openxmlformats.org/drawingml/2006/table">
            <a:tbl>
              <a:tblPr firstRow="1" bandRow="1">
                <a:tableStyleId>{5C22544A-7EE6-4342-B048-85BDC9FD1C3A}</a:tableStyleId>
              </a:tblPr>
              <a:tblGrid>
                <a:gridCol w="319405">
                  <a:extLst>
                    <a:ext uri="{9D8B030D-6E8A-4147-A177-3AD203B41FA5}">
                      <a16:colId xmlns:a16="http://schemas.microsoft.com/office/drawing/2014/main" val="3358603807"/>
                    </a:ext>
                  </a:extLst>
                </a:gridCol>
                <a:gridCol w="428356">
                  <a:extLst>
                    <a:ext uri="{9D8B030D-6E8A-4147-A177-3AD203B41FA5}">
                      <a16:colId xmlns:a16="http://schemas.microsoft.com/office/drawing/2014/main" val="2844922634"/>
                    </a:ext>
                  </a:extLst>
                </a:gridCol>
                <a:gridCol w="262045">
                  <a:extLst>
                    <a:ext uri="{9D8B030D-6E8A-4147-A177-3AD203B41FA5}">
                      <a16:colId xmlns:a16="http://schemas.microsoft.com/office/drawing/2014/main" val="4293411712"/>
                    </a:ext>
                  </a:extLst>
                </a:gridCol>
                <a:gridCol w="262045">
                  <a:extLst>
                    <a:ext uri="{9D8B030D-6E8A-4147-A177-3AD203B41FA5}">
                      <a16:colId xmlns:a16="http://schemas.microsoft.com/office/drawing/2014/main" val="657570846"/>
                    </a:ext>
                  </a:extLst>
                </a:gridCol>
                <a:gridCol w="262045">
                  <a:extLst>
                    <a:ext uri="{9D8B030D-6E8A-4147-A177-3AD203B41FA5}">
                      <a16:colId xmlns:a16="http://schemas.microsoft.com/office/drawing/2014/main" val="3259894497"/>
                    </a:ext>
                  </a:extLst>
                </a:gridCol>
                <a:gridCol w="262045">
                  <a:extLst>
                    <a:ext uri="{9D8B030D-6E8A-4147-A177-3AD203B41FA5}">
                      <a16:colId xmlns:a16="http://schemas.microsoft.com/office/drawing/2014/main" val="4170535043"/>
                    </a:ext>
                  </a:extLst>
                </a:gridCol>
                <a:gridCol w="262045">
                  <a:extLst>
                    <a:ext uri="{9D8B030D-6E8A-4147-A177-3AD203B41FA5}">
                      <a16:colId xmlns:a16="http://schemas.microsoft.com/office/drawing/2014/main" val="2079070694"/>
                    </a:ext>
                  </a:extLst>
                </a:gridCol>
                <a:gridCol w="262045">
                  <a:extLst>
                    <a:ext uri="{9D8B030D-6E8A-4147-A177-3AD203B41FA5}">
                      <a16:colId xmlns:a16="http://schemas.microsoft.com/office/drawing/2014/main" val="4213315911"/>
                    </a:ext>
                  </a:extLst>
                </a:gridCol>
                <a:gridCol w="262045">
                  <a:extLst>
                    <a:ext uri="{9D8B030D-6E8A-4147-A177-3AD203B41FA5}">
                      <a16:colId xmlns:a16="http://schemas.microsoft.com/office/drawing/2014/main" val="2769999950"/>
                    </a:ext>
                  </a:extLst>
                </a:gridCol>
                <a:gridCol w="262045">
                  <a:extLst>
                    <a:ext uri="{9D8B030D-6E8A-4147-A177-3AD203B41FA5}">
                      <a16:colId xmlns:a16="http://schemas.microsoft.com/office/drawing/2014/main" val="135637185"/>
                    </a:ext>
                  </a:extLst>
                </a:gridCol>
                <a:gridCol w="262045">
                  <a:extLst>
                    <a:ext uri="{9D8B030D-6E8A-4147-A177-3AD203B41FA5}">
                      <a16:colId xmlns:a16="http://schemas.microsoft.com/office/drawing/2014/main" val="3038050475"/>
                    </a:ext>
                  </a:extLst>
                </a:gridCol>
                <a:gridCol w="262045">
                  <a:extLst>
                    <a:ext uri="{9D8B030D-6E8A-4147-A177-3AD203B41FA5}">
                      <a16:colId xmlns:a16="http://schemas.microsoft.com/office/drawing/2014/main" val="1979433044"/>
                    </a:ext>
                  </a:extLst>
                </a:gridCol>
                <a:gridCol w="262045">
                  <a:extLst>
                    <a:ext uri="{9D8B030D-6E8A-4147-A177-3AD203B41FA5}">
                      <a16:colId xmlns:a16="http://schemas.microsoft.com/office/drawing/2014/main" val="1937369831"/>
                    </a:ext>
                  </a:extLst>
                </a:gridCol>
                <a:gridCol w="262045">
                  <a:extLst>
                    <a:ext uri="{9D8B030D-6E8A-4147-A177-3AD203B41FA5}">
                      <a16:colId xmlns:a16="http://schemas.microsoft.com/office/drawing/2014/main" val="747813118"/>
                    </a:ext>
                  </a:extLst>
                </a:gridCol>
                <a:gridCol w="262045">
                  <a:extLst>
                    <a:ext uri="{9D8B030D-6E8A-4147-A177-3AD203B41FA5}">
                      <a16:colId xmlns:a16="http://schemas.microsoft.com/office/drawing/2014/main" val="416731006"/>
                    </a:ext>
                  </a:extLst>
                </a:gridCol>
                <a:gridCol w="262045">
                  <a:extLst>
                    <a:ext uri="{9D8B030D-6E8A-4147-A177-3AD203B41FA5}">
                      <a16:colId xmlns:a16="http://schemas.microsoft.com/office/drawing/2014/main" val="4062622099"/>
                    </a:ext>
                  </a:extLst>
                </a:gridCol>
                <a:gridCol w="815811">
                  <a:extLst>
                    <a:ext uri="{9D8B030D-6E8A-4147-A177-3AD203B41FA5}">
                      <a16:colId xmlns:a16="http://schemas.microsoft.com/office/drawing/2014/main" val="3794202418"/>
                    </a:ext>
                  </a:extLst>
                </a:gridCol>
                <a:gridCol w="8158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17A68E61-EABD-B0C8-1459-5AD94EBB0CB8}"/>
              </a:ext>
            </a:extLst>
          </p:cNvPr>
          <p:cNvGraphicFramePr>
            <a:graphicFrameLocks noGrp="1"/>
          </p:cNvGraphicFramePr>
          <p:nvPr>
            <p:extLst>
              <p:ext uri="{D42A27DB-BD31-4B8C-83A1-F6EECF244321}">
                <p14:modId xmlns:p14="http://schemas.microsoft.com/office/powerpoint/2010/main" val="1128173913"/>
              </p:ext>
            </p:extLst>
          </p:nvPr>
        </p:nvGraphicFramePr>
        <p:xfrm>
          <a:off x="399455" y="3060685"/>
          <a:ext cx="6048000" cy="372600"/>
        </p:xfrm>
        <a:graphic>
          <a:graphicData uri="http://schemas.openxmlformats.org/drawingml/2006/table">
            <a:tbl>
              <a:tblPr firstRow="1" bandRow="1">
                <a:tableStyleId>{5C22544A-7EE6-4342-B048-85BDC9FD1C3A}</a:tableStyleId>
              </a:tblPr>
              <a:tblGrid>
                <a:gridCol w="427380">
                  <a:extLst>
                    <a:ext uri="{9D8B030D-6E8A-4147-A177-3AD203B41FA5}">
                      <a16:colId xmlns:a16="http://schemas.microsoft.com/office/drawing/2014/main" val="3358603807"/>
                    </a:ext>
                  </a:extLst>
                </a:gridCol>
                <a:gridCol w="518927">
                  <a:extLst>
                    <a:ext uri="{9D8B030D-6E8A-4147-A177-3AD203B41FA5}">
                      <a16:colId xmlns:a16="http://schemas.microsoft.com/office/drawing/2014/main" val="2844922634"/>
                    </a:ext>
                  </a:extLst>
                </a:gridCol>
                <a:gridCol w="352553">
                  <a:extLst>
                    <a:ext uri="{9D8B030D-6E8A-4147-A177-3AD203B41FA5}">
                      <a16:colId xmlns:a16="http://schemas.microsoft.com/office/drawing/2014/main" val="4270661649"/>
                    </a:ext>
                  </a:extLst>
                </a:gridCol>
                <a:gridCol w="1390383">
                  <a:extLst>
                    <a:ext uri="{9D8B030D-6E8A-4147-A177-3AD203B41FA5}">
                      <a16:colId xmlns:a16="http://schemas.microsoft.com/office/drawing/2014/main" val="3027041370"/>
                    </a:ext>
                  </a:extLst>
                </a:gridCol>
                <a:gridCol w="1917634">
                  <a:extLst>
                    <a:ext uri="{9D8B030D-6E8A-4147-A177-3AD203B41FA5}">
                      <a16:colId xmlns:a16="http://schemas.microsoft.com/office/drawing/2014/main" val="2852526216"/>
                    </a:ext>
                  </a:extLst>
                </a:gridCol>
                <a:gridCol w="1441123">
                  <a:extLst>
                    <a:ext uri="{9D8B030D-6E8A-4147-A177-3AD203B41FA5}">
                      <a16:colId xmlns:a16="http://schemas.microsoft.com/office/drawing/2014/main" val="103420222"/>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FAULT_REC_FAIL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FAULT_AUTO_REC_FAIL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LOCAL_REC_FAIL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7" name="표 16">
            <a:extLst>
              <a:ext uri="{FF2B5EF4-FFF2-40B4-BE49-F238E27FC236}">
                <a16:creationId xmlns:a16="http://schemas.microsoft.com/office/drawing/2014/main" id="{1F005647-4E2B-08FB-E449-537344884116}"/>
              </a:ext>
            </a:extLst>
          </p:cNvPr>
          <p:cNvGraphicFramePr>
            <a:graphicFrameLocks noGrp="1"/>
          </p:cNvGraphicFramePr>
          <p:nvPr>
            <p:extLst>
              <p:ext uri="{D42A27DB-BD31-4B8C-83A1-F6EECF244321}">
                <p14:modId xmlns:p14="http://schemas.microsoft.com/office/powerpoint/2010/main" val="658762659"/>
              </p:ext>
            </p:extLst>
          </p:nvPr>
        </p:nvGraphicFramePr>
        <p:xfrm>
          <a:off x="399455" y="4322129"/>
          <a:ext cx="6028964" cy="3703623"/>
        </p:xfrm>
        <a:graphic>
          <a:graphicData uri="http://schemas.openxmlformats.org/drawingml/2006/table">
            <a:tbl>
              <a:tblPr firstRow="1" bandRow="1">
                <a:tableStyleId>{5C22544A-7EE6-4342-B048-85BDC9FD1C3A}</a:tableStyleId>
              </a:tblPr>
              <a:tblGrid>
                <a:gridCol w="312907">
                  <a:extLst>
                    <a:ext uri="{9D8B030D-6E8A-4147-A177-3AD203B41FA5}">
                      <a16:colId xmlns:a16="http://schemas.microsoft.com/office/drawing/2014/main" val="4170535043"/>
                    </a:ext>
                  </a:extLst>
                </a:gridCol>
                <a:gridCol w="1580804">
                  <a:extLst>
                    <a:ext uri="{9D8B030D-6E8A-4147-A177-3AD203B41FA5}">
                      <a16:colId xmlns:a16="http://schemas.microsoft.com/office/drawing/2014/main" val="2079070694"/>
                    </a:ext>
                  </a:extLst>
                </a:gridCol>
                <a:gridCol w="4135253">
                  <a:extLst>
                    <a:ext uri="{9D8B030D-6E8A-4147-A177-3AD203B41FA5}">
                      <a16:colId xmlns:a16="http://schemas.microsoft.com/office/drawing/2014/main" val="32595803"/>
                    </a:ext>
                  </a:extLst>
                </a:gridCol>
              </a:tblGrid>
              <a:tr h="340858">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7750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FAULT_REC_FAIL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any violation happens while the fault-receiving job is working.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41561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FAULT_AUTO_REC_FAIL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any violation happens while the fault auto-receiving job is working.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40480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LOCAL_REC_FAIL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any violation happens while the local read-receiving job is working.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07173"/>
                  </a:ext>
                </a:extLst>
              </a:tr>
              <a:tr h="52771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TIMEOUT_ERR</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the timer will be expired while the execution of read-back due to no response from the XDR devices. This bit is auto-cleared after the readout of the INTERRUPT STATUS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7021198"/>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fault-receiving job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4851227"/>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fault-receiving job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3275843"/>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fault auto-receiving job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77365906"/>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 auto-receiving job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23856846"/>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local read-receiving job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6824154"/>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local read-receiving job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91442076"/>
                  </a:ext>
                </a:extLst>
              </a:tr>
            </a:tbl>
          </a:graphicData>
        </a:graphic>
      </p:graphicFrame>
      <p:graphicFrame>
        <p:nvGraphicFramePr>
          <p:cNvPr id="18" name="표 17">
            <a:extLst>
              <a:ext uri="{FF2B5EF4-FFF2-40B4-BE49-F238E27FC236}">
                <a16:creationId xmlns:a16="http://schemas.microsoft.com/office/drawing/2014/main" id="{0454C374-348C-F786-D567-E965865664A0}"/>
              </a:ext>
            </a:extLst>
          </p:cNvPr>
          <p:cNvGraphicFramePr>
            <a:graphicFrameLocks noGrp="1"/>
          </p:cNvGraphicFramePr>
          <p:nvPr>
            <p:extLst>
              <p:ext uri="{D42A27DB-BD31-4B8C-83A1-F6EECF244321}">
                <p14:modId xmlns:p14="http://schemas.microsoft.com/office/powerpoint/2010/main" val="3049108566"/>
              </p:ext>
            </p:extLst>
          </p:nvPr>
        </p:nvGraphicFramePr>
        <p:xfrm>
          <a:off x="399455" y="3907933"/>
          <a:ext cx="6048000" cy="372600"/>
        </p:xfrm>
        <a:graphic>
          <a:graphicData uri="http://schemas.openxmlformats.org/drawingml/2006/table">
            <a:tbl>
              <a:tblPr firstRow="1" bandRow="1">
                <a:tableStyleId>{5C22544A-7EE6-4342-B048-85BDC9FD1C3A}</a:tableStyleId>
              </a:tblPr>
              <a:tblGrid>
                <a:gridCol w="444264">
                  <a:extLst>
                    <a:ext uri="{9D8B030D-6E8A-4147-A177-3AD203B41FA5}">
                      <a16:colId xmlns:a16="http://schemas.microsoft.com/office/drawing/2014/main" val="3358603807"/>
                    </a:ext>
                  </a:extLst>
                </a:gridCol>
                <a:gridCol w="509962">
                  <a:extLst>
                    <a:ext uri="{9D8B030D-6E8A-4147-A177-3AD203B41FA5}">
                      <a16:colId xmlns:a16="http://schemas.microsoft.com/office/drawing/2014/main" val="2844922634"/>
                    </a:ext>
                  </a:extLst>
                </a:gridCol>
                <a:gridCol w="1464532">
                  <a:extLst>
                    <a:ext uri="{9D8B030D-6E8A-4147-A177-3AD203B41FA5}">
                      <a16:colId xmlns:a16="http://schemas.microsoft.com/office/drawing/2014/main" val="2852526216"/>
                    </a:ext>
                  </a:extLst>
                </a:gridCol>
                <a:gridCol w="1476618">
                  <a:extLst>
                    <a:ext uri="{9D8B030D-6E8A-4147-A177-3AD203B41FA5}">
                      <a16:colId xmlns:a16="http://schemas.microsoft.com/office/drawing/2014/main" val="103420222"/>
                    </a:ext>
                  </a:extLst>
                </a:gridCol>
                <a:gridCol w="1097300">
                  <a:extLst>
                    <a:ext uri="{9D8B030D-6E8A-4147-A177-3AD203B41FA5}">
                      <a16:colId xmlns:a16="http://schemas.microsoft.com/office/drawing/2014/main" val="1470405609"/>
                    </a:ext>
                  </a:extLst>
                </a:gridCol>
                <a:gridCol w="1055324">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303E0856-02A2-D6C6-981F-EB74E5FB4DAD}"/>
              </a:ext>
            </a:extLst>
          </p:cNvPr>
          <p:cNvGraphicFramePr>
            <a:graphicFrameLocks noGrp="1"/>
          </p:cNvGraphicFramePr>
          <p:nvPr>
            <p:extLst>
              <p:ext uri="{D42A27DB-BD31-4B8C-83A1-F6EECF244321}">
                <p14:modId xmlns:p14="http://schemas.microsoft.com/office/powerpoint/2010/main" val="1085019009"/>
              </p:ext>
            </p:extLst>
          </p:nvPr>
        </p:nvGraphicFramePr>
        <p:xfrm>
          <a:off x="399455" y="3484115"/>
          <a:ext cx="6047999" cy="372600"/>
        </p:xfrm>
        <a:graphic>
          <a:graphicData uri="http://schemas.openxmlformats.org/drawingml/2006/table">
            <a:tbl>
              <a:tblPr firstRow="1" bandRow="1">
                <a:tableStyleId>{5C22544A-7EE6-4342-B048-85BDC9FD1C3A}</a:tableStyleId>
              </a:tblPr>
              <a:tblGrid>
                <a:gridCol w="428813">
                  <a:extLst>
                    <a:ext uri="{9D8B030D-6E8A-4147-A177-3AD203B41FA5}">
                      <a16:colId xmlns:a16="http://schemas.microsoft.com/office/drawing/2014/main" val="3358603807"/>
                    </a:ext>
                  </a:extLst>
                </a:gridCol>
                <a:gridCol w="523973">
                  <a:extLst>
                    <a:ext uri="{9D8B030D-6E8A-4147-A177-3AD203B41FA5}">
                      <a16:colId xmlns:a16="http://schemas.microsoft.com/office/drawing/2014/main" val="2844922634"/>
                    </a:ext>
                  </a:extLst>
                </a:gridCol>
                <a:gridCol w="352504">
                  <a:extLst>
                    <a:ext uri="{9D8B030D-6E8A-4147-A177-3AD203B41FA5}">
                      <a16:colId xmlns:a16="http://schemas.microsoft.com/office/drawing/2014/main" val="4270661649"/>
                    </a:ext>
                  </a:extLst>
                </a:gridCol>
                <a:gridCol w="352504">
                  <a:extLst>
                    <a:ext uri="{9D8B030D-6E8A-4147-A177-3AD203B41FA5}">
                      <a16:colId xmlns:a16="http://schemas.microsoft.com/office/drawing/2014/main" val="1470405609"/>
                    </a:ext>
                  </a:extLst>
                </a:gridCol>
                <a:gridCol w="352504">
                  <a:extLst>
                    <a:ext uri="{9D8B030D-6E8A-4147-A177-3AD203B41FA5}">
                      <a16:colId xmlns:a16="http://schemas.microsoft.com/office/drawing/2014/main" val="604176390"/>
                    </a:ext>
                  </a:extLst>
                </a:gridCol>
                <a:gridCol w="914488">
                  <a:extLst>
                    <a:ext uri="{9D8B030D-6E8A-4147-A177-3AD203B41FA5}">
                      <a16:colId xmlns:a16="http://schemas.microsoft.com/office/drawing/2014/main" val="1417644897"/>
                    </a:ext>
                  </a:extLst>
                </a:gridCol>
                <a:gridCol w="249912">
                  <a:extLst>
                    <a:ext uri="{9D8B030D-6E8A-4147-A177-3AD203B41FA5}">
                      <a16:colId xmlns:a16="http://schemas.microsoft.com/office/drawing/2014/main" val="3591529335"/>
                    </a:ext>
                  </a:extLst>
                </a:gridCol>
                <a:gridCol w="284359">
                  <a:extLst>
                    <a:ext uri="{9D8B030D-6E8A-4147-A177-3AD203B41FA5}">
                      <a16:colId xmlns:a16="http://schemas.microsoft.com/office/drawing/2014/main" val="3205646665"/>
                    </a:ext>
                  </a:extLst>
                </a:gridCol>
                <a:gridCol w="1269192">
                  <a:extLst>
                    <a:ext uri="{9D8B030D-6E8A-4147-A177-3AD203B41FA5}">
                      <a16:colId xmlns:a16="http://schemas.microsoft.com/office/drawing/2014/main" val="967261742"/>
                    </a:ext>
                  </a:extLst>
                </a:gridCol>
                <a:gridCol w="1319750">
                  <a:extLst>
                    <a:ext uri="{9D8B030D-6E8A-4147-A177-3AD203B41FA5}">
                      <a16:colId xmlns:a16="http://schemas.microsoft.com/office/drawing/2014/main" val="1594172852"/>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TIMEOUT_ERR</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8545412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49"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INTERRUPT SOURCE STATUS</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264120034"/>
              </p:ext>
            </p:extLst>
          </p:nvPr>
        </p:nvGraphicFramePr>
        <p:xfrm>
          <a:off x="399449" y="2382621"/>
          <a:ext cx="6047998" cy="4605575"/>
        </p:xfrm>
        <a:graphic>
          <a:graphicData uri="http://schemas.openxmlformats.org/drawingml/2006/table">
            <a:tbl>
              <a:tblPr firstRow="1" bandRow="1">
                <a:tableStyleId>{5C22544A-7EE6-4342-B048-85BDC9FD1C3A}</a:tableStyleId>
              </a:tblPr>
              <a:tblGrid>
                <a:gridCol w="320966">
                  <a:extLst>
                    <a:ext uri="{9D8B030D-6E8A-4147-A177-3AD203B41FA5}">
                      <a16:colId xmlns:a16="http://schemas.microsoft.com/office/drawing/2014/main" val="4170535043"/>
                    </a:ext>
                  </a:extLst>
                </a:gridCol>
                <a:gridCol w="1159055">
                  <a:extLst>
                    <a:ext uri="{9D8B030D-6E8A-4147-A177-3AD203B41FA5}">
                      <a16:colId xmlns:a16="http://schemas.microsoft.com/office/drawing/2014/main" val="2079070694"/>
                    </a:ext>
                  </a:extLst>
                </a:gridCol>
                <a:gridCol w="4567977">
                  <a:extLst>
                    <a:ext uri="{9D8B030D-6E8A-4147-A177-3AD203B41FA5}">
                      <a16:colId xmlns:a16="http://schemas.microsoft.com/office/drawing/2014/main" val="32595803"/>
                    </a:ext>
                  </a:extLst>
                </a:gridCol>
              </a:tblGrid>
              <a:tr h="3150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2871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15</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INT_OVUV_ERR_SRC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shows whether the UV or OV detection condition of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DD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and internal LDO, respectively, has been happened while the XC is working. </a:t>
                      </a:r>
                      <a:r>
                        <a:rPr lang="en-US" altLang="ko-KR" sz="900" b="0" dirty="0">
                          <a:solidFill>
                            <a:schemeClr val="tx1"/>
                          </a:solidFill>
                          <a:latin typeface="Arial" panose="020B0604020202020204" pitchFamily="34" charset="0"/>
                          <a:ea typeface="+mn-ea"/>
                          <a:cs typeface="Arial" panose="020B0604020202020204" pitchFamily="34" charset="0"/>
                        </a:rPr>
                        <a:t>This bit is auto-cleared after the readout of INTERRUPT STATUS register.</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8554194"/>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14</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INT_ACC_CNT_ERR_SRC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shows whether the SPI access counter value on the SPI transaction from a Host has been different from the (ACC_COUNTER [7:0] + 1) while the SPI transactions are occurred. </a:t>
                      </a:r>
                      <a:r>
                        <a:rPr lang="en-US" altLang="ko-KR" sz="900" b="0" dirty="0">
                          <a:solidFill>
                            <a:schemeClr val="tx1"/>
                          </a:solidFill>
                          <a:latin typeface="Arial" panose="020B0604020202020204" pitchFamily="34" charset="0"/>
                          <a:ea typeface="+mn-ea"/>
                          <a:cs typeface="Arial" panose="020B0604020202020204" pitchFamily="34" charset="0"/>
                        </a:rPr>
                        <a:t>This bit is auto-cleared after the readout of INTERRUPT STATUS register.</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5016699"/>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13</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INT_PARITY_ERR_SRC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shows whether the SPI data stream’s parity value on the SPI transaction from a Host has </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not been equal to XC internal parity status while the SPI transactions are occurred. This bit is auto-cleared after the readout of INTERRUPT STATUS register. </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XC internal parity is ‘1’ when the number of ‘1’ is odd for SPI write data.</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9396177"/>
                  </a:ext>
                </a:extLst>
              </a:tr>
              <a:tr h="39335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12</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INT_TIMEOUT_ERR_SRC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the timeout has been happened while the read-back commands are working. </a:t>
                      </a:r>
                      <a:r>
                        <a:rPr lang="en-US" altLang="ko-KR" sz="900" b="0" dirty="0">
                          <a:solidFill>
                            <a:schemeClr val="tx1"/>
                          </a:solidFill>
                          <a:latin typeface="Arial" panose="020B0604020202020204" pitchFamily="34" charset="0"/>
                          <a:ea typeface="+mn-ea"/>
                          <a:cs typeface="Arial" panose="020B0604020202020204" pitchFamily="34" charset="0"/>
                        </a:rPr>
                        <a:t>This bit is auto-cleared after the readout of INTERRUPT STATUS register.</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26224098"/>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INT_FAULT_REC_FAIL_SRC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any violation has been happened while the fault-receiving job is working.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INT_FAULT_AUTO_REC_FAIL_SRC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any violation has been happened while the fault  auto-receiving job is working.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9</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INT_RD_REC_FAIL_SRC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any violation has been happened while the local read-receiving job is working.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925744"/>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8</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INT_LD_TRAN_SRC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the LD interrupt has been asserted while  transferring the LD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data to XD12R drivers through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XC24R controller.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1128394"/>
                  </a:ext>
                </a:extLst>
              </a:tr>
            </a:tbl>
          </a:graphicData>
        </a:graphic>
      </p:graphicFrame>
      <p:graphicFrame>
        <p:nvGraphicFramePr>
          <p:cNvPr id="10" name="표 9">
            <a:extLst>
              <a:ext uri="{FF2B5EF4-FFF2-40B4-BE49-F238E27FC236}">
                <a16:creationId xmlns:a16="http://schemas.microsoft.com/office/drawing/2014/main" id="{8653A73C-2E6B-49EB-2F63-9D48F4A40BAF}"/>
              </a:ext>
            </a:extLst>
          </p:cNvPr>
          <p:cNvGraphicFramePr>
            <a:graphicFrameLocks noGrp="1"/>
          </p:cNvGraphicFramePr>
          <p:nvPr>
            <p:extLst>
              <p:ext uri="{D42A27DB-BD31-4B8C-83A1-F6EECF244321}">
                <p14:modId xmlns:p14="http://schemas.microsoft.com/office/powerpoint/2010/main" val="3165251936"/>
              </p:ext>
            </p:extLst>
          </p:nvPr>
        </p:nvGraphicFramePr>
        <p:xfrm>
          <a:off x="399448" y="1116708"/>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INT_OVUV_ERR_SRC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INT_ACC_CNT_ERR_SRC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INT_PARITY_ERR_SRC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INT_TIMEOUT_ERR_SRC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INT_FAULT_REC_FAIL_SRC</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F5700DEC-5A9B-A725-647B-90DD26355103}"/>
              </a:ext>
            </a:extLst>
          </p:cNvPr>
          <p:cNvGraphicFramePr>
            <a:graphicFrameLocks noGrp="1"/>
          </p:cNvGraphicFramePr>
          <p:nvPr>
            <p:extLst>
              <p:ext uri="{D42A27DB-BD31-4B8C-83A1-F6EECF244321}">
                <p14:modId xmlns:p14="http://schemas.microsoft.com/office/powerpoint/2010/main" val="4034913030"/>
              </p:ext>
            </p:extLst>
          </p:nvPr>
        </p:nvGraphicFramePr>
        <p:xfrm>
          <a:off x="399446" y="1961931"/>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475568">
                  <a:extLst>
                    <a:ext uri="{9D8B030D-6E8A-4147-A177-3AD203B41FA5}">
                      <a16:colId xmlns:a16="http://schemas.microsoft.com/office/drawing/2014/main" val="135637185"/>
                    </a:ext>
                  </a:extLst>
                </a:gridCol>
                <a:gridCol w="885092">
                  <a:extLst>
                    <a:ext uri="{9D8B030D-6E8A-4147-A177-3AD203B41FA5}">
                      <a16:colId xmlns:a16="http://schemas.microsoft.com/office/drawing/2014/main" val="1937369831"/>
                    </a:ext>
                  </a:extLst>
                </a:gridCol>
                <a:gridCol w="937846">
                  <a:extLst>
                    <a:ext uri="{9D8B030D-6E8A-4147-A177-3AD203B41FA5}">
                      <a16:colId xmlns:a16="http://schemas.microsoft.com/office/drawing/2014/main" val="747813118"/>
                    </a:ext>
                  </a:extLst>
                </a:gridCol>
                <a:gridCol w="920262">
                  <a:extLst>
                    <a:ext uri="{9D8B030D-6E8A-4147-A177-3AD203B41FA5}">
                      <a16:colId xmlns:a16="http://schemas.microsoft.com/office/drawing/2014/main" val="416731006"/>
                    </a:ext>
                  </a:extLst>
                </a:gridCol>
                <a:gridCol w="890953">
                  <a:extLst>
                    <a:ext uri="{9D8B030D-6E8A-4147-A177-3AD203B41FA5}">
                      <a16:colId xmlns:a16="http://schemas.microsoft.com/office/drawing/2014/main" val="4062622099"/>
                    </a:ext>
                  </a:extLst>
                </a:gridCol>
                <a:gridCol w="517698">
                  <a:extLst>
                    <a:ext uri="{9D8B030D-6E8A-4147-A177-3AD203B41FA5}">
                      <a16:colId xmlns:a16="http://schemas.microsoft.com/office/drawing/2014/main" val="3794202418"/>
                    </a:ext>
                  </a:extLst>
                </a:gridCol>
                <a:gridCol w="6778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INT_SOURCE3</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INT_SOURCE2</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INT_SOURCE1</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4" name="표 3">
            <a:extLst>
              <a:ext uri="{FF2B5EF4-FFF2-40B4-BE49-F238E27FC236}">
                <a16:creationId xmlns:a16="http://schemas.microsoft.com/office/drawing/2014/main" id="{9CD32FC1-BE30-8BC1-1096-CC8C5C3B4806}"/>
              </a:ext>
            </a:extLst>
          </p:cNvPr>
          <p:cNvGraphicFramePr>
            <a:graphicFrameLocks noGrp="1"/>
          </p:cNvGraphicFramePr>
          <p:nvPr>
            <p:extLst>
              <p:ext uri="{D42A27DB-BD31-4B8C-83A1-F6EECF244321}">
                <p14:modId xmlns:p14="http://schemas.microsoft.com/office/powerpoint/2010/main" val="1792714408"/>
              </p:ext>
            </p:extLst>
          </p:nvPr>
        </p:nvGraphicFramePr>
        <p:xfrm>
          <a:off x="399449" y="1539257"/>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584325">
                  <a:extLst>
                    <a:ext uri="{9D8B030D-6E8A-4147-A177-3AD203B41FA5}">
                      <a16:colId xmlns:a16="http://schemas.microsoft.com/office/drawing/2014/main" val="4293411712"/>
                    </a:ext>
                  </a:extLst>
                </a:gridCol>
                <a:gridCol w="1333243">
                  <a:extLst>
                    <a:ext uri="{9D8B030D-6E8A-4147-A177-3AD203B41FA5}">
                      <a16:colId xmlns:a16="http://schemas.microsoft.com/office/drawing/2014/main" val="657570846"/>
                    </a:ext>
                  </a:extLst>
                </a:gridCol>
                <a:gridCol w="1260877">
                  <a:extLst>
                    <a:ext uri="{9D8B030D-6E8A-4147-A177-3AD203B41FA5}">
                      <a16:colId xmlns:a16="http://schemas.microsoft.com/office/drawing/2014/main" val="3259894497"/>
                    </a:ext>
                  </a:extLst>
                </a:gridCol>
                <a:gridCol w="1126005">
                  <a:extLst>
                    <a:ext uri="{9D8B030D-6E8A-4147-A177-3AD203B41FA5}">
                      <a16:colId xmlns:a16="http://schemas.microsoft.com/office/drawing/2014/main" val="276999995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INT_FAULT_AUTO_REC_FAIL_SRC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INT_RD_REC_FAIL_SRC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INT_LD_TRAN_SRC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990567400"/>
      </p:ext>
    </p:extLst>
  </p:cSld>
  <p:clrMapOvr>
    <a:masterClrMapping/>
  </p:clrMapOvr>
  <p:extLst>
    <p:ext uri="{6950BFC3-D8DA-4A85-94F7-54DA5524770B}">
      <p188:commentRel xmlns:p188="http://schemas.microsoft.com/office/powerpoint/2018/8/main" r:id="rId2"/>
    </p:ext>
  </p:extLs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11A65-CE43-A9AB-EC6E-2366FE02F47A}"/>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609B6A7-E98D-F5D5-5436-1D42E8A27C1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9FCA9AD-0F36-B72C-2B54-19B9AE24213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2" name="표 11">
            <a:extLst>
              <a:ext uri="{FF2B5EF4-FFF2-40B4-BE49-F238E27FC236}">
                <a16:creationId xmlns:a16="http://schemas.microsoft.com/office/drawing/2014/main" id="{536BC2E1-72D7-74E7-8093-1D65842A3DB1}"/>
              </a:ext>
            </a:extLst>
          </p:cNvPr>
          <p:cNvGraphicFramePr>
            <a:graphicFrameLocks noGrp="1"/>
          </p:cNvGraphicFramePr>
          <p:nvPr>
            <p:extLst>
              <p:ext uri="{D42A27DB-BD31-4B8C-83A1-F6EECF244321}">
                <p14:modId xmlns:p14="http://schemas.microsoft.com/office/powerpoint/2010/main" val="1833604260"/>
              </p:ext>
            </p:extLst>
          </p:nvPr>
        </p:nvGraphicFramePr>
        <p:xfrm>
          <a:off x="399446" y="2384479"/>
          <a:ext cx="6047998" cy="3629520"/>
        </p:xfrm>
        <a:graphic>
          <a:graphicData uri="http://schemas.openxmlformats.org/drawingml/2006/table">
            <a:tbl>
              <a:tblPr firstRow="1" bandRow="1">
                <a:tableStyleId>{5C22544A-7EE6-4342-B048-85BDC9FD1C3A}</a:tableStyleId>
              </a:tblPr>
              <a:tblGrid>
                <a:gridCol w="320632">
                  <a:extLst>
                    <a:ext uri="{9D8B030D-6E8A-4147-A177-3AD203B41FA5}">
                      <a16:colId xmlns:a16="http://schemas.microsoft.com/office/drawing/2014/main" val="4170535043"/>
                    </a:ext>
                  </a:extLst>
                </a:gridCol>
                <a:gridCol w="1164139">
                  <a:extLst>
                    <a:ext uri="{9D8B030D-6E8A-4147-A177-3AD203B41FA5}">
                      <a16:colId xmlns:a16="http://schemas.microsoft.com/office/drawing/2014/main" val="2079070694"/>
                    </a:ext>
                  </a:extLst>
                </a:gridCol>
                <a:gridCol w="4563227">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INT_SOURCE4</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a:t>
                      </a:r>
                      <a:r>
                        <a:rPr lang="en-US" altLang="ko-KR" sz="900" b="0" dirty="0" err="1">
                          <a:solidFill>
                            <a:schemeClr val="tx1"/>
                          </a:solidFill>
                          <a:latin typeface="Arial" panose="020B0604020202020204" pitchFamily="34" charset="0"/>
                          <a:ea typeface="+mn-ea"/>
                          <a:cs typeface="Arial" panose="020B0604020202020204" pitchFamily="34" charset="0"/>
                        </a:rPr>
                        <a:t>int_thermal_source</a:t>
                      </a:r>
                      <a:r>
                        <a:rPr lang="en-US" altLang="ko-KR" sz="900" b="0" dirty="0">
                          <a:solidFill>
                            <a:schemeClr val="tx1"/>
                          </a:solidFill>
                          <a:latin typeface="Arial" panose="020B0604020202020204" pitchFamily="34" charset="0"/>
                          <a:ea typeface="+mn-ea"/>
                          <a:cs typeface="Arial" panose="020B0604020202020204" pitchFamily="34" charset="0"/>
                        </a:rPr>
                        <a:t> from XD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 and </a:t>
                      </a:r>
                      <a:r>
                        <a:rPr lang="en-US" altLang="ko-KR" sz="900" b="0" dirty="0" err="1">
                          <a:solidFill>
                            <a:schemeClr val="tx1"/>
                          </a:solidFill>
                          <a:latin typeface="Arial" panose="020B0604020202020204" pitchFamily="34" charset="0"/>
                          <a:ea typeface="+mn-ea"/>
                          <a:cs typeface="Arial" panose="020B0604020202020204" pitchFamily="34" charset="0"/>
                        </a:rPr>
                        <a:t>int_fault_source</a:t>
                      </a:r>
                      <a:r>
                        <a:rPr lang="en-US" altLang="ko-KR" sz="900" b="0" dirty="0">
                          <a:solidFill>
                            <a:schemeClr val="tx1"/>
                          </a:solidFill>
                          <a:latin typeface="Arial" panose="020B0604020202020204" pitchFamily="34" charset="0"/>
                          <a:ea typeface="+mn-ea"/>
                          <a:cs typeface="Arial" panose="020B0604020202020204" pitchFamily="34" charset="0"/>
                        </a:rPr>
                        <a:t>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1,2.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6230506"/>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INT_SOURCE3</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a:t>
                      </a:r>
                      <a:r>
                        <a:rPr lang="en-US" altLang="ko-KR" sz="900" b="0" dirty="0" err="1">
                          <a:solidFill>
                            <a:schemeClr val="tx1"/>
                          </a:solidFill>
                          <a:latin typeface="Arial" panose="020B0604020202020204" pitchFamily="34" charset="0"/>
                          <a:ea typeface="+mn-ea"/>
                          <a:cs typeface="Arial" panose="020B0604020202020204" pitchFamily="34" charset="0"/>
                        </a:rPr>
                        <a:t>int_shour_source</a:t>
                      </a:r>
                      <a:r>
                        <a:rPr lang="en-US" altLang="ko-KR" sz="900" b="0" dirty="0">
                          <a:solidFill>
                            <a:schemeClr val="tx1"/>
                          </a:solidFill>
                          <a:latin typeface="Arial" panose="020B0604020202020204" pitchFamily="34" charset="0"/>
                          <a:ea typeface="+mn-ea"/>
                          <a:cs typeface="Arial" panose="020B0604020202020204" pitchFamily="34" charset="0"/>
                        </a:rPr>
                        <a:t> from XDR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 and int_fb_source3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1 and </a:t>
                      </a:r>
                      <a:r>
                        <a:rPr lang="en-US" altLang="ko-KR" sz="900" b="0" dirty="0" err="1">
                          <a:solidFill>
                            <a:schemeClr val="tx1"/>
                          </a:solidFill>
                          <a:latin typeface="Arial" panose="020B0604020202020204" pitchFamily="34" charset="0"/>
                          <a:ea typeface="+mn-ea"/>
                          <a:cs typeface="Arial" panose="020B0604020202020204" pitchFamily="34" charset="0"/>
                        </a:rPr>
                        <a:t>int_open_source</a:t>
                      </a:r>
                      <a:r>
                        <a:rPr lang="en-US" altLang="ko-KR" sz="900" b="0" dirty="0">
                          <a:solidFill>
                            <a:schemeClr val="tx1"/>
                          </a:solidFill>
                          <a:latin typeface="Arial" panose="020B0604020202020204" pitchFamily="34" charset="0"/>
                          <a:ea typeface="+mn-ea"/>
                          <a:cs typeface="Arial" panose="020B0604020202020204" pitchFamily="34" charset="0"/>
                        </a:rPr>
                        <a:t> for ft_mode2.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8695"/>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INT_SOURCE2</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int_fb_source2 from XDR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1,2 and </a:t>
                      </a:r>
                      <a:r>
                        <a:rPr lang="en-US" altLang="ko-KR" sz="900" b="0" dirty="0" err="1">
                          <a:solidFill>
                            <a:schemeClr val="tx1"/>
                          </a:solidFill>
                          <a:latin typeface="Arial" panose="020B0604020202020204" pitchFamily="34" charset="0"/>
                          <a:ea typeface="+mn-ea"/>
                          <a:cs typeface="Arial" panose="020B0604020202020204" pitchFamily="34" charset="0"/>
                        </a:rPr>
                        <a:t>int_open_source</a:t>
                      </a:r>
                      <a:r>
                        <a:rPr lang="en-US" altLang="ko-KR" sz="900" b="0" dirty="0">
                          <a:solidFill>
                            <a:schemeClr val="tx1"/>
                          </a:solidFill>
                          <a:latin typeface="Arial" panose="020B0604020202020204" pitchFamily="34" charset="0"/>
                          <a:ea typeface="+mn-ea"/>
                          <a:cs typeface="Arial" panose="020B0604020202020204" pitchFamily="34" charset="0"/>
                        </a:rPr>
                        <a:t>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09411458"/>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INT_SOURCE1</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int_fb_source1 from XDR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8487911"/>
                  </a:ext>
                </a:extLst>
              </a:tr>
              <a:tr h="32789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the nINT_LD pin will be asserted to the active-low. This bit represents an interrupt sources, INT_LD_TRAN_SRC if its interrupt enable bits is set. If the INT_LD_EN bit is set and INT_LD_ TRAN_SRC is asserted, then, this bit will be asserted through nINT_LD pin. This bit is auto-cleared after this INTERRUPT STATUS register is read-out.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49386422"/>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the </a:t>
                      </a:r>
                      <a:r>
                        <a:rPr lang="en-US" altLang="ko-KR" sz="900" b="0" dirty="0" err="1">
                          <a:solidFill>
                            <a:schemeClr val="tx1"/>
                          </a:solidFill>
                          <a:latin typeface="Arial" panose="020B0604020202020204" pitchFamily="34" charset="0"/>
                          <a:ea typeface="+mn-ea"/>
                          <a:cs typeface="Arial" panose="020B0604020202020204" pitchFamily="34" charset="0"/>
                        </a:rPr>
                        <a:t>nINT_FAULT</a:t>
                      </a:r>
                      <a:r>
                        <a:rPr lang="en-US" altLang="ko-KR" sz="900" b="0" dirty="0">
                          <a:solidFill>
                            <a:schemeClr val="tx1"/>
                          </a:solidFill>
                          <a:latin typeface="Arial" panose="020B0604020202020204" pitchFamily="34" charset="0"/>
                          <a:ea typeface="+mn-ea"/>
                          <a:cs typeface="Arial" panose="020B0604020202020204" pitchFamily="34" charset="0"/>
                        </a:rPr>
                        <a:t> pin will be asserted to the active-low. This bit represents several interrupt sources, INT_FB_SRC, INT_OPEN_SRC, INT_SHORT _SRC, INT_TML_SRC, INT_LOCAL_REC_FAIL_ SRC, INT_FAULT_AUTO_REC_FAIL _SRC, INT_FAULT_REC_FAIL_SRC, INT_TIMEOUT_ERR_SRC, INT_PARITY _ERR _SRC, INT_ACC_CNT_ERR_SRC and INT_OVUV_ERR_SRC if their own interrupt enable bits are set. If the corresponding interrupt enable bit is set and the interrupt source is asserted, then, this bit will be asserted through </a:t>
                      </a:r>
                      <a:r>
                        <a:rPr lang="en-US" altLang="ko-KR" sz="900" b="0" dirty="0" err="1">
                          <a:solidFill>
                            <a:schemeClr val="tx1"/>
                          </a:solidFill>
                          <a:latin typeface="Arial" panose="020B0604020202020204" pitchFamily="34" charset="0"/>
                          <a:ea typeface="+mn-ea"/>
                          <a:cs typeface="Arial" panose="020B0604020202020204" pitchFamily="34" charset="0"/>
                        </a:rPr>
                        <a:t>nINT_FAULT</a:t>
                      </a:r>
                      <a:r>
                        <a:rPr lang="en-US" altLang="ko-KR" sz="900" b="0" dirty="0">
                          <a:solidFill>
                            <a:schemeClr val="tx1"/>
                          </a:solidFill>
                          <a:latin typeface="Arial" panose="020B0604020202020204" pitchFamily="34" charset="0"/>
                          <a:ea typeface="+mn-ea"/>
                          <a:cs typeface="Arial" panose="020B0604020202020204" pitchFamily="34" charset="0"/>
                        </a:rPr>
                        <a:t> pin. This bit is auto-cleared after this INTERRUPT STATUS register is read-out.</a:t>
                      </a: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20567591"/>
                  </a:ext>
                </a:extLst>
              </a:tr>
            </a:tbl>
          </a:graphicData>
        </a:graphic>
      </p:graphicFrame>
      <p:sp>
        <p:nvSpPr>
          <p:cNvPr id="6" name="TextBox 5">
            <a:extLst>
              <a:ext uri="{FF2B5EF4-FFF2-40B4-BE49-F238E27FC236}">
                <a16:creationId xmlns:a16="http://schemas.microsoft.com/office/drawing/2014/main" id="{B8DE8F06-42E2-01DF-598D-AD76C5429FF8}"/>
              </a:ext>
            </a:extLst>
          </p:cNvPr>
          <p:cNvSpPr txBox="1"/>
          <p:nvPr/>
        </p:nvSpPr>
        <p:spPr>
          <a:xfrm>
            <a:off x="399449"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INTERRUPT SOURCE STATUS</a:t>
            </a:r>
          </a:p>
        </p:txBody>
      </p:sp>
      <p:graphicFrame>
        <p:nvGraphicFramePr>
          <p:cNvPr id="7" name="표 6">
            <a:extLst>
              <a:ext uri="{FF2B5EF4-FFF2-40B4-BE49-F238E27FC236}">
                <a16:creationId xmlns:a16="http://schemas.microsoft.com/office/drawing/2014/main" id="{E4F31F8E-4E34-86E6-A574-CA3751AB2BCC}"/>
              </a:ext>
            </a:extLst>
          </p:cNvPr>
          <p:cNvGraphicFramePr>
            <a:graphicFrameLocks noGrp="1"/>
          </p:cNvGraphicFramePr>
          <p:nvPr>
            <p:extLst>
              <p:ext uri="{D42A27DB-BD31-4B8C-83A1-F6EECF244321}">
                <p14:modId xmlns:p14="http://schemas.microsoft.com/office/powerpoint/2010/main" val="3050884435"/>
              </p:ext>
            </p:extLst>
          </p:nvPr>
        </p:nvGraphicFramePr>
        <p:xfrm>
          <a:off x="399448" y="1116708"/>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INT_OVUV_ERR_SRC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INT_ACC_CNT_ERR_SRC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INT_PARITY_ERR_SRC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INT_TIMEOUT_ERR_SRC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INT_FAULT_REC_FAIL_SRC</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7E215C02-47E3-8328-2670-CA1170072AA4}"/>
              </a:ext>
            </a:extLst>
          </p:cNvPr>
          <p:cNvGraphicFramePr>
            <a:graphicFrameLocks noGrp="1"/>
          </p:cNvGraphicFramePr>
          <p:nvPr>
            <p:extLst>
              <p:ext uri="{D42A27DB-BD31-4B8C-83A1-F6EECF244321}">
                <p14:modId xmlns:p14="http://schemas.microsoft.com/office/powerpoint/2010/main" val="47233075"/>
              </p:ext>
            </p:extLst>
          </p:nvPr>
        </p:nvGraphicFramePr>
        <p:xfrm>
          <a:off x="399446" y="1961931"/>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475568">
                  <a:extLst>
                    <a:ext uri="{9D8B030D-6E8A-4147-A177-3AD203B41FA5}">
                      <a16:colId xmlns:a16="http://schemas.microsoft.com/office/drawing/2014/main" val="135637185"/>
                    </a:ext>
                  </a:extLst>
                </a:gridCol>
                <a:gridCol w="885092">
                  <a:extLst>
                    <a:ext uri="{9D8B030D-6E8A-4147-A177-3AD203B41FA5}">
                      <a16:colId xmlns:a16="http://schemas.microsoft.com/office/drawing/2014/main" val="1937369831"/>
                    </a:ext>
                  </a:extLst>
                </a:gridCol>
                <a:gridCol w="937846">
                  <a:extLst>
                    <a:ext uri="{9D8B030D-6E8A-4147-A177-3AD203B41FA5}">
                      <a16:colId xmlns:a16="http://schemas.microsoft.com/office/drawing/2014/main" val="747813118"/>
                    </a:ext>
                  </a:extLst>
                </a:gridCol>
                <a:gridCol w="920262">
                  <a:extLst>
                    <a:ext uri="{9D8B030D-6E8A-4147-A177-3AD203B41FA5}">
                      <a16:colId xmlns:a16="http://schemas.microsoft.com/office/drawing/2014/main" val="416731006"/>
                    </a:ext>
                  </a:extLst>
                </a:gridCol>
                <a:gridCol w="890953">
                  <a:extLst>
                    <a:ext uri="{9D8B030D-6E8A-4147-A177-3AD203B41FA5}">
                      <a16:colId xmlns:a16="http://schemas.microsoft.com/office/drawing/2014/main" val="4062622099"/>
                    </a:ext>
                  </a:extLst>
                </a:gridCol>
                <a:gridCol w="517698">
                  <a:extLst>
                    <a:ext uri="{9D8B030D-6E8A-4147-A177-3AD203B41FA5}">
                      <a16:colId xmlns:a16="http://schemas.microsoft.com/office/drawing/2014/main" val="3794202418"/>
                    </a:ext>
                  </a:extLst>
                </a:gridCol>
                <a:gridCol w="6778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INT_SOURCE3</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INT_SOURCE2</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INT_SOURCE1</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9" name="표 8">
            <a:extLst>
              <a:ext uri="{FF2B5EF4-FFF2-40B4-BE49-F238E27FC236}">
                <a16:creationId xmlns:a16="http://schemas.microsoft.com/office/drawing/2014/main" id="{20D75503-31C5-B5CE-0705-21836421BFE8}"/>
              </a:ext>
            </a:extLst>
          </p:cNvPr>
          <p:cNvGraphicFramePr>
            <a:graphicFrameLocks noGrp="1"/>
          </p:cNvGraphicFramePr>
          <p:nvPr>
            <p:extLst>
              <p:ext uri="{D42A27DB-BD31-4B8C-83A1-F6EECF244321}">
                <p14:modId xmlns:p14="http://schemas.microsoft.com/office/powerpoint/2010/main" val="456535564"/>
              </p:ext>
            </p:extLst>
          </p:nvPr>
        </p:nvGraphicFramePr>
        <p:xfrm>
          <a:off x="399449" y="1539257"/>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584325">
                  <a:extLst>
                    <a:ext uri="{9D8B030D-6E8A-4147-A177-3AD203B41FA5}">
                      <a16:colId xmlns:a16="http://schemas.microsoft.com/office/drawing/2014/main" val="4293411712"/>
                    </a:ext>
                  </a:extLst>
                </a:gridCol>
                <a:gridCol w="1333243">
                  <a:extLst>
                    <a:ext uri="{9D8B030D-6E8A-4147-A177-3AD203B41FA5}">
                      <a16:colId xmlns:a16="http://schemas.microsoft.com/office/drawing/2014/main" val="657570846"/>
                    </a:ext>
                  </a:extLst>
                </a:gridCol>
                <a:gridCol w="1260877">
                  <a:extLst>
                    <a:ext uri="{9D8B030D-6E8A-4147-A177-3AD203B41FA5}">
                      <a16:colId xmlns:a16="http://schemas.microsoft.com/office/drawing/2014/main" val="3259894497"/>
                    </a:ext>
                  </a:extLst>
                </a:gridCol>
                <a:gridCol w="1126005">
                  <a:extLst>
                    <a:ext uri="{9D8B030D-6E8A-4147-A177-3AD203B41FA5}">
                      <a16:colId xmlns:a16="http://schemas.microsoft.com/office/drawing/2014/main" val="276999995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INT_FAULT_AUTO_REC_FAIL_SRC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INT_RD_REC_FAIL_SRC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INT_LD_TRAN_SRC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3185372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1565720C-40C5-6F6D-D77E-63C8FC81208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F8136D3-BF06-AFF5-6FAC-4DD2B544597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3359AC8D-316E-453A-B0FD-7844AA240DE8}"/>
              </a:ext>
            </a:extLst>
          </p:cNvPr>
          <p:cNvSpPr txBox="1"/>
          <p:nvPr/>
        </p:nvSpPr>
        <p:spPr>
          <a:xfrm>
            <a:off x="399449"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CMD PARITY ERR STATUS1</a:t>
            </a:r>
          </a:p>
        </p:txBody>
      </p:sp>
      <p:graphicFrame>
        <p:nvGraphicFramePr>
          <p:cNvPr id="7" name="표 6">
            <a:extLst>
              <a:ext uri="{FF2B5EF4-FFF2-40B4-BE49-F238E27FC236}">
                <a16:creationId xmlns:a16="http://schemas.microsoft.com/office/drawing/2014/main" id="{70B79C3B-EEFD-957F-7738-C449E63DDFDA}"/>
              </a:ext>
            </a:extLst>
          </p:cNvPr>
          <p:cNvGraphicFramePr>
            <a:graphicFrameLocks noGrp="1"/>
          </p:cNvGraphicFramePr>
          <p:nvPr>
            <p:extLst>
              <p:ext uri="{D42A27DB-BD31-4B8C-83A1-F6EECF244321}">
                <p14:modId xmlns:p14="http://schemas.microsoft.com/office/powerpoint/2010/main" val="1211920456"/>
              </p:ext>
            </p:extLst>
          </p:nvPr>
        </p:nvGraphicFramePr>
        <p:xfrm>
          <a:off x="399448" y="1116708"/>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CH16_PAR_ERR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CH15_PAR_ERR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CH14_PAR_ERR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CH13_PAR_ERR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CH12_PAR_ERR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D2221167-64F9-81E7-DD9D-AC41DC779F3A}"/>
              </a:ext>
            </a:extLst>
          </p:cNvPr>
          <p:cNvGraphicFramePr>
            <a:graphicFrameLocks noGrp="1"/>
          </p:cNvGraphicFramePr>
          <p:nvPr>
            <p:extLst>
              <p:ext uri="{D42A27DB-BD31-4B8C-83A1-F6EECF244321}">
                <p14:modId xmlns:p14="http://schemas.microsoft.com/office/powerpoint/2010/main" val="3748106831"/>
              </p:ext>
            </p:extLst>
          </p:nvPr>
        </p:nvGraphicFramePr>
        <p:xfrm>
          <a:off x="399446" y="1961931"/>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757890">
                  <a:extLst>
                    <a:ext uri="{9D8B030D-6E8A-4147-A177-3AD203B41FA5}">
                      <a16:colId xmlns:a16="http://schemas.microsoft.com/office/drawing/2014/main" val="135637185"/>
                    </a:ext>
                  </a:extLst>
                </a:gridCol>
                <a:gridCol w="757890">
                  <a:extLst>
                    <a:ext uri="{9D8B030D-6E8A-4147-A177-3AD203B41FA5}">
                      <a16:colId xmlns:a16="http://schemas.microsoft.com/office/drawing/2014/main" val="1937369831"/>
                    </a:ext>
                  </a:extLst>
                </a:gridCol>
                <a:gridCol w="757890">
                  <a:extLst>
                    <a:ext uri="{9D8B030D-6E8A-4147-A177-3AD203B41FA5}">
                      <a16:colId xmlns:a16="http://schemas.microsoft.com/office/drawing/2014/main" val="747813118"/>
                    </a:ext>
                  </a:extLst>
                </a:gridCol>
                <a:gridCol w="757890">
                  <a:extLst>
                    <a:ext uri="{9D8B030D-6E8A-4147-A177-3AD203B41FA5}">
                      <a16:colId xmlns:a16="http://schemas.microsoft.com/office/drawing/2014/main" val="416731006"/>
                    </a:ext>
                  </a:extLst>
                </a:gridCol>
                <a:gridCol w="757890">
                  <a:extLst>
                    <a:ext uri="{9D8B030D-6E8A-4147-A177-3AD203B41FA5}">
                      <a16:colId xmlns:a16="http://schemas.microsoft.com/office/drawing/2014/main" val="4062622099"/>
                    </a:ext>
                  </a:extLst>
                </a:gridCol>
                <a:gridCol w="757890">
                  <a:extLst>
                    <a:ext uri="{9D8B030D-6E8A-4147-A177-3AD203B41FA5}">
                      <a16:colId xmlns:a16="http://schemas.microsoft.com/office/drawing/2014/main" val="3794202418"/>
                    </a:ext>
                  </a:extLst>
                </a:gridCol>
                <a:gridCol w="7578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CH7_PAR_ERR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CH6_PAR_ERR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CH5_PAR_ERR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CH4_PAR_ERR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CH3_PAR_ERR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9" name="표 8">
            <a:extLst>
              <a:ext uri="{FF2B5EF4-FFF2-40B4-BE49-F238E27FC236}">
                <a16:creationId xmlns:a16="http://schemas.microsoft.com/office/drawing/2014/main" id="{0E58E21F-921C-3078-2322-FE793EC5869D}"/>
              </a:ext>
            </a:extLst>
          </p:cNvPr>
          <p:cNvGraphicFramePr>
            <a:graphicFrameLocks noGrp="1"/>
          </p:cNvGraphicFramePr>
          <p:nvPr>
            <p:extLst>
              <p:ext uri="{D42A27DB-BD31-4B8C-83A1-F6EECF244321}">
                <p14:modId xmlns:p14="http://schemas.microsoft.com/office/powerpoint/2010/main" val="2510120634"/>
              </p:ext>
            </p:extLst>
          </p:nvPr>
        </p:nvGraphicFramePr>
        <p:xfrm>
          <a:off x="399449" y="1539257"/>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584325">
                  <a:extLst>
                    <a:ext uri="{9D8B030D-6E8A-4147-A177-3AD203B41FA5}">
                      <a16:colId xmlns:a16="http://schemas.microsoft.com/office/drawing/2014/main" val="4293411712"/>
                    </a:ext>
                  </a:extLst>
                </a:gridCol>
                <a:gridCol w="1333243">
                  <a:extLst>
                    <a:ext uri="{9D8B030D-6E8A-4147-A177-3AD203B41FA5}">
                      <a16:colId xmlns:a16="http://schemas.microsoft.com/office/drawing/2014/main" val="657570846"/>
                    </a:ext>
                  </a:extLst>
                </a:gridCol>
                <a:gridCol w="1260877">
                  <a:extLst>
                    <a:ext uri="{9D8B030D-6E8A-4147-A177-3AD203B41FA5}">
                      <a16:colId xmlns:a16="http://schemas.microsoft.com/office/drawing/2014/main" val="3259894497"/>
                    </a:ext>
                  </a:extLst>
                </a:gridCol>
                <a:gridCol w="1126005">
                  <a:extLst>
                    <a:ext uri="{9D8B030D-6E8A-4147-A177-3AD203B41FA5}">
                      <a16:colId xmlns:a16="http://schemas.microsoft.com/office/drawing/2014/main" val="276999995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CH11_PAR_ERR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CH10_PAR_ERR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CH9_PAR_ERR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CH8_PAR_ERR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1" name="표 20">
            <a:extLst>
              <a:ext uri="{FF2B5EF4-FFF2-40B4-BE49-F238E27FC236}">
                <a16:creationId xmlns:a16="http://schemas.microsoft.com/office/drawing/2014/main" id="{C237A227-CE55-CD6E-C384-69EAD5B4F4D7}"/>
              </a:ext>
            </a:extLst>
          </p:cNvPr>
          <p:cNvGraphicFramePr>
            <a:graphicFrameLocks noGrp="1"/>
          </p:cNvGraphicFramePr>
          <p:nvPr>
            <p:extLst>
              <p:ext uri="{D42A27DB-BD31-4B8C-83A1-F6EECF244321}">
                <p14:modId xmlns:p14="http://schemas.microsoft.com/office/powerpoint/2010/main" val="1692750187"/>
              </p:ext>
            </p:extLst>
          </p:nvPr>
        </p:nvGraphicFramePr>
        <p:xfrm>
          <a:off x="398833" y="2540450"/>
          <a:ext cx="6048614" cy="5858280"/>
        </p:xfrm>
        <a:graphic>
          <a:graphicData uri="http://schemas.openxmlformats.org/drawingml/2006/table">
            <a:tbl>
              <a:tblPr firstRow="1" bandRow="1">
                <a:tableStyleId>{5C22544A-7EE6-4342-B048-85BDC9FD1C3A}</a:tableStyleId>
              </a:tblPr>
              <a:tblGrid>
                <a:gridCol w="443659">
                  <a:extLst>
                    <a:ext uri="{9D8B030D-6E8A-4147-A177-3AD203B41FA5}">
                      <a16:colId xmlns:a16="http://schemas.microsoft.com/office/drawing/2014/main" val="4170535043"/>
                    </a:ext>
                  </a:extLst>
                </a:gridCol>
                <a:gridCol w="1108522">
                  <a:extLst>
                    <a:ext uri="{9D8B030D-6E8A-4147-A177-3AD203B41FA5}">
                      <a16:colId xmlns:a16="http://schemas.microsoft.com/office/drawing/2014/main" val="2079070694"/>
                    </a:ext>
                  </a:extLst>
                </a:gridCol>
                <a:gridCol w="4496433">
                  <a:extLst>
                    <a:ext uri="{9D8B030D-6E8A-4147-A177-3AD203B41FA5}">
                      <a16:colId xmlns:a16="http://schemas.microsoft.com/office/drawing/2014/main" val="32595803"/>
                    </a:ext>
                  </a:extLst>
                </a:gridCol>
              </a:tblGrid>
              <a:tr h="208849">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CH16_PAR_ERR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CH16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7779361"/>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CH15_PAR_ERR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CH15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062163"/>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CH14_PAR_ERR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CH14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6289146"/>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CH13_PAR_ERR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CH13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6833045"/>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CH12_PAR_ERR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CH12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6404484"/>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CH11_PAR_ERR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CH11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3647586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CH10_PAR_ERR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CH10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1709318"/>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CH9_PAR_ERR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CH9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98643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CH8_PAR_ERR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CH8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0351496"/>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CH7_PAR_ERR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CH7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614433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CH6_PAR_ERR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CH6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7387748"/>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CH5_PAR_ERR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CH5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3515175"/>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CH4_PAR_ERR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CH4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9197604"/>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CH3_PAR_ERR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CH3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1443428"/>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46447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2370618"/>
                  </a:ext>
                </a:extLst>
              </a:tr>
            </a:tbl>
          </a:graphicData>
        </a:graphic>
      </p:graphicFrame>
    </p:spTree>
    <p:extLst>
      <p:ext uri="{BB962C8B-B14F-4D97-AF65-F5344CB8AC3E}">
        <p14:creationId xmlns:p14="http://schemas.microsoft.com/office/powerpoint/2010/main" val="32477464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729FD-8C75-3450-D3F2-57E5CAB788AB}"/>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74F0A28B-B52E-D93A-67D2-C048205795C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A48F345-CA9E-A6E2-6D99-F6D5ADDBAE4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AAEC00B7-8771-172D-DF01-A6164DEC6CBC}"/>
              </a:ext>
            </a:extLst>
          </p:cNvPr>
          <p:cNvSpPr txBox="1"/>
          <p:nvPr/>
        </p:nvSpPr>
        <p:spPr>
          <a:xfrm>
            <a:off x="399449" y="69602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CMD PARITY ERR STATUS2</a:t>
            </a:r>
          </a:p>
        </p:txBody>
      </p:sp>
      <p:graphicFrame>
        <p:nvGraphicFramePr>
          <p:cNvPr id="3" name="표 2">
            <a:extLst>
              <a:ext uri="{FF2B5EF4-FFF2-40B4-BE49-F238E27FC236}">
                <a16:creationId xmlns:a16="http://schemas.microsoft.com/office/drawing/2014/main" id="{7E073FCE-68F5-79F2-4C7C-44C5EE49859C}"/>
              </a:ext>
            </a:extLst>
          </p:cNvPr>
          <p:cNvGraphicFramePr>
            <a:graphicFrameLocks noGrp="1"/>
          </p:cNvGraphicFramePr>
          <p:nvPr>
            <p:extLst>
              <p:ext uri="{D42A27DB-BD31-4B8C-83A1-F6EECF244321}">
                <p14:modId xmlns:p14="http://schemas.microsoft.com/office/powerpoint/2010/main" val="159335082"/>
              </p:ext>
            </p:extLst>
          </p:nvPr>
        </p:nvGraphicFramePr>
        <p:xfrm>
          <a:off x="399448" y="965272"/>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OV50_DET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UV50_DET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OV15_DET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UV15_DET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0" name="표 9">
            <a:extLst>
              <a:ext uri="{FF2B5EF4-FFF2-40B4-BE49-F238E27FC236}">
                <a16:creationId xmlns:a16="http://schemas.microsoft.com/office/drawing/2014/main" id="{E04D6BC7-8D7D-24F7-86BF-12D2DCF88A09}"/>
              </a:ext>
            </a:extLst>
          </p:cNvPr>
          <p:cNvGraphicFramePr>
            <a:graphicFrameLocks noGrp="1"/>
          </p:cNvGraphicFramePr>
          <p:nvPr>
            <p:extLst>
              <p:ext uri="{D42A27DB-BD31-4B8C-83A1-F6EECF244321}">
                <p14:modId xmlns:p14="http://schemas.microsoft.com/office/powerpoint/2010/main" val="322404398"/>
              </p:ext>
            </p:extLst>
          </p:nvPr>
        </p:nvGraphicFramePr>
        <p:xfrm>
          <a:off x="399446" y="1810495"/>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884205">
                  <a:extLst>
                    <a:ext uri="{9D8B030D-6E8A-4147-A177-3AD203B41FA5}">
                      <a16:colId xmlns:a16="http://schemas.microsoft.com/office/drawing/2014/main" val="135637185"/>
                    </a:ext>
                  </a:extLst>
                </a:gridCol>
                <a:gridCol w="884205">
                  <a:extLst>
                    <a:ext uri="{9D8B030D-6E8A-4147-A177-3AD203B41FA5}">
                      <a16:colId xmlns:a16="http://schemas.microsoft.com/office/drawing/2014/main" val="747813118"/>
                    </a:ext>
                  </a:extLst>
                </a:gridCol>
                <a:gridCol w="884205">
                  <a:extLst>
                    <a:ext uri="{9D8B030D-6E8A-4147-A177-3AD203B41FA5}">
                      <a16:colId xmlns:a16="http://schemas.microsoft.com/office/drawing/2014/main" val="416731006"/>
                    </a:ext>
                  </a:extLst>
                </a:gridCol>
                <a:gridCol w="884205">
                  <a:extLst>
                    <a:ext uri="{9D8B030D-6E8A-4147-A177-3AD203B41FA5}">
                      <a16:colId xmlns:a16="http://schemas.microsoft.com/office/drawing/2014/main" val="4062622099"/>
                    </a:ext>
                  </a:extLst>
                </a:gridCol>
                <a:gridCol w="884205">
                  <a:extLst>
                    <a:ext uri="{9D8B030D-6E8A-4147-A177-3AD203B41FA5}">
                      <a16:colId xmlns:a16="http://schemas.microsoft.com/office/drawing/2014/main" val="3794202418"/>
                    </a:ext>
                  </a:extLst>
                </a:gridCol>
                <a:gridCol w="884205">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CH22_PAR_ERR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CH21_PAR_ERR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CH20_PAR_ERR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CH19_PAR_ERR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CH18_PAR_ERR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CH17_PAR_ERR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8D224288-012C-090E-B0D5-C90FCBBF026B}"/>
              </a:ext>
            </a:extLst>
          </p:cNvPr>
          <p:cNvGraphicFramePr>
            <a:graphicFrameLocks noGrp="1"/>
          </p:cNvGraphicFramePr>
          <p:nvPr>
            <p:extLst>
              <p:ext uri="{D42A27DB-BD31-4B8C-83A1-F6EECF244321}">
                <p14:modId xmlns:p14="http://schemas.microsoft.com/office/powerpoint/2010/main" val="2415408540"/>
              </p:ext>
            </p:extLst>
          </p:nvPr>
        </p:nvGraphicFramePr>
        <p:xfrm>
          <a:off x="399449" y="1387821"/>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060890">
                  <a:extLst>
                    <a:ext uri="{9D8B030D-6E8A-4147-A177-3AD203B41FA5}">
                      <a16:colId xmlns:a16="http://schemas.microsoft.com/office/drawing/2014/main" val="4293411712"/>
                    </a:ext>
                  </a:extLst>
                </a:gridCol>
                <a:gridCol w="1060890">
                  <a:extLst>
                    <a:ext uri="{9D8B030D-6E8A-4147-A177-3AD203B41FA5}">
                      <a16:colId xmlns:a16="http://schemas.microsoft.com/office/drawing/2014/main" val="657570846"/>
                    </a:ext>
                  </a:extLst>
                </a:gridCol>
                <a:gridCol w="1060890">
                  <a:extLst>
                    <a:ext uri="{9D8B030D-6E8A-4147-A177-3AD203B41FA5}">
                      <a16:colId xmlns:a16="http://schemas.microsoft.com/office/drawing/2014/main" val="3259894497"/>
                    </a:ext>
                  </a:extLst>
                </a:gridCol>
                <a:gridCol w="1060890">
                  <a:extLst>
                    <a:ext uri="{9D8B030D-6E8A-4147-A177-3AD203B41FA5}">
                      <a16:colId xmlns:a16="http://schemas.microsoft.com/office/drawing/2014/main" val="2769999950"/>
                    </a:ext>
                  </a:extLst>
                </a:gridCol>
                <a:gridCol w="1060890">
                  <a:extLst>
                    <a:ext uri="{9D8B030D-6E8A-4147-A177-3AD203B41FA5}">
                      <a16:colId xmlns:a16="http://schemas.microsoft.com/office/drawing/2014/main" val="440375625"/>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CH24_PAR_ERR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CH23_PAR_ERR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1" name="표 20">
            <a:extLst>
              <a:ext uri="{FF2B5EF4-FFF2-40B4-BE49-F238E27FC236}">
                <a16:creationId xmlns:a16="http://schemas.microsoft.com/office/drawing/2014/main" id="{3F088A1A-D1E1-FD8C-7DAE-0AC7F8694452}"/>
              </a:ext>
            </a:extLst>
          </p:cNvPr>
          <p:cNvGraphicFramePr>
            <a:graphicFrameLocks noGrp="1"/>
          </p:cNvGraphicFramePr>
          <p:nvPr>
            <p:extLst>
              <p:ext uri="{D42A27DB-BD31-4B8C-83A1-F6EECF244321}">
                <p14:modId xmlns:p14="http://schemas.microsoft.com/office/powerpoint/2010/main" val="2128402717"/>
              </p:ext>
            </p:extLst>
          </p:nvPr>
        </p:nvGraphicFramePr>
        <p:xfrm>
          <a:off x="399449" y="2426150"/>
          <a:ext cx="6048614" cy="4083429"/>
        </p:xfrm>
        <a:graphic>
          <a:graphicData uri="http://schemas.openxmlformats.org/drawingml/2006/table">
            <a:tbl>
              <a:tblPr firstRow="1" bandRow="1">
                <a:tableStyleId>{5C22544A-7EE6-4342-B048-85BDC9FD1C3A}</a:tableStyleId>
              </a:tblPr>
              <a:tblGrid>
                <a:gridCol w="443659">
                  <a:extLst>
                    <a:ext uri="{9D8B030D-6E8A-4147-A177-3AD203B41FA5}">
                      <a16:colId xmlns:a16="http://schemas.microsoft.com/office/drawing/2014/main" val="4170535043"/>
                    </a:ext>
                  </a:extLst>
                </a:gridCol>
                <a:gridCol w="1108522">
                  <a:extLst>
                    <a:ext uri="{9D8B030D-6E8A-4147-A177-3AD203B41FA5}">
                      <a16:colId xmlns:a16="http://schemas.microsoft.com/office/drawing/2014/main" val="2079070694"/>
                    </a:ext>
                  </a:extLst>
                </a:gridCol>
                <a:gridCol w="4496433">
                  <a:extLst>
                    <a:ext uri="{9D8B030D-6E8A-4147-A177-3AD203B41FA5}">
                      <a16:colId xmlns:a16="http://schemas.microsoft.com/office/drawing/2014/main" val="32595803"/>
                    </a:ext>
                  </a:extLst>
                </a:gridCol>
              </a:tblGrid>
              <a:tr h="28942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9865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OV50_DET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These bits will be set whenever the detection condition keeps for above 100us and will keep the assertion unless the detection condition is cleared.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7779361"/>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UV50_DET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062163"/>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OV15_DET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6289146"/>
                  </a:ext>
                </a:extLst>
              </a:tr>
              <a:tr h="36822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UV15_DET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6833045"/>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CH24_PAR_ERR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CH24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1485873"/>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CH23_PAR_ERR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CH23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8119739"/>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CH22_PAR_ERR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CH22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1370551"/>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CH21_PAR_ERR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CH21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822440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CH20_PAR_ERR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CH20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58920155"/>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CH19_PAR_ERR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CH19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5391039"/>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CH18_PAR_ERR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CH18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200511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CH17_PAR_ERR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CH17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9620337"/>
                  </a:ext>
                </a:extLst>
              </a:tr>
            </a:tbl>
          </a:graphicData>
        </a:graphic>
      </p:graphicFrame>
    </p:spTree>
    <p:extLst>
      <p:ext uri="{BB962C8B-B14F-4D97-AF65-F5344CB8AC3E}">
        <p14:creationId xmlns:p14="http://schemas.microsoft.com/office/powerpoint/2010/main" val="24057554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A797A-8CC7-E287-94F0-14AC1AB4C7F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89A6D3E-B309-68F2-FA71-67621CFAB9C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49B6D5A-DA34-FA67-16BA-FFCF54D1B20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63FA5C2-5885-753C-CABC-F11BD6025FF7}"/>
              </a:ext>
            </a:extLst>
          </p:cNvPr>
          <p:cNvSpPr txBox="1"/>
          <p:nvPr/>
        </p:nvSpPr>
        <p:spPr>
          <a:xfrm>
            <a:off x="39497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SPI FAULT STATUS &amp; CONTROL</a:t>
            </a:r>
          </a:p>
        </p:txBody>
      </p:sp>
      <p:graphicFrame>
        <p:nvGraphicFramePr>
          <p:cNvPr id="12" name="표 11">
            <a:extLst>
              <a:ext uri="{FF2B5EF4-FFF2-40B4-BE49-F238E27FC236}">
                <a16:creationId xmlns:a16="http://schemas.microsoft.com/office/drawing/2014/main" id="{2ED2717C-DBD7-3770-6A20-674CED5E2C5A}"/>
              </a:ext>
            </a:extLst>
          </p:cNvPr>
          <p:cNvGraphicFramePr>
            <a:graphicFrameLocks noGrp="1"/>
          </p:cNvGraphicFramePr>
          <p:nvPr>
            <p:extLst>
              <p:ext uri="{D42A27DB-BD31-4B8C-83A1-F6EECF244321}">
                <p14:modId xmlns:p14="http://schemas.microsoft.com/office/powerpoint/2010/main" val="3492013783"/>
              </p:ext>
            </p:extLst>
          </p:nvPr>
        </p:nvGraphicFramePr>
        <p:xfrm>
          <a:off x="390795" y="1954951"/>
          <a:ext cx="6056351" cy="2871720"/>
        </p:xfrm>
        <a:graphic>
          <a:graphicData uri="http://schemas.openxmlformats.org/drawingml/2006/table">
            <a:tbl>
              <a:tblPr firstRow="1" bandRow="1">
                <a:tableStyleId>{5C22544A-7EE6-4342-B048-85BDC9FD1C3A}</a:tableStyleId>
              </a:tblPr>
              <a:tblGrid>
                <a:gridCol w="428146">
                  <a:extLst>
                    <a:ext uri="{9D8B030D-6E8A-4147-A177-3AD203B41FA5}">
                      <a16:colId xmlns:a16="http://schemas.microsoft.com/office/drawing/2014/main" val="4170535043"/>
                    </a:ext>
                  </a:extLst>
                </a:gridCol>
                <a:gridCol w="1463330">
                  <a:extLst>
                    <a:ext uri="{9D8B030D-6E8A-4147-A177-3AD203B41FA5}">
                      <a16:colId xmlns:a16="http://schemas.microsoft.com/office/drawing/2014/main" val="2079070694"/>
                    </a:ext>
                  </a:extLst>
                </a:gridCol>
                <a:gridCol w="4164875">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8029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ACC_COUNTER</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These bits show how many times the access from a Host to a XC has been executed on SPI bus. Therefore, the next access number should be same as (previous ACC_COUNTER + 1).  If this counter is expired, then the counter will be roll-overed to ‘0’ as the next start value. If the value is not same as XC internal frame counter, then the INT_ACC_CNT_ERR_SRC bit will be set under the INT_ACC_CNT_ERR_EN set. XC internal frame counter reset as ‘0’ when power off-on and increase by 1 for any SPI commands</a:t>
                      </a: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ACC_CNT_ERR_STATUS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Read-Only. This bit shows whether the access counter value error has been happened or not. Auto-cleared after readout INTERRUPT SOURCE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PARITY_ERR_STATUS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Read-Only. This bit shows whether the parity error has been happened or not.</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Auto-cleared after readout INTERRUPT SOURCE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5688976"/>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SPI_ACC_CNT_ERR_DET_EN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the detection whether the access count value from a Host on SPI transaction is correct.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94989"/>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SPI_PARITY_ERR_DET_EN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This bit enables the detection whether the access count value and parity from a Host on SPI transaction is correct. Extended 16bits of SPI write frame is as below.</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7680912"/>
                  </a:ext>
                </a:extLst>
              </a:tr>
            </a:tbl>
          </a:graphicData>
        </a:graphic>
      </p:graphicFrame>
      <p:graphicFrame>
        <p:nvGraphicFramePr>
          <p:cNvPr id="4" name="표 3">
            <a:extLst>
              <a:ext uri="{FF2B5EF4-FFF2-40B4-BE49-F238E27FC236}">
                <a16:creationId xmlns:a16="http://schemas.microsoft.com/office/drawing/2014/main" id="{8D2C993C-7A74-92E1-7661-58261555456B}"/>
              </a:ext>
            </a:extLst>
          </p:cNvPr>
          <p:cNvGraphicFramePr>
            <a:graphicFrameLocks noGrp="1"/>
          </p:cNvGraphicFramePr>
          <p:nvPr>
            <p:extLst>
              <p:ext uri="{D42A27DB-BD31-4B8C-83A1-F6EECF244321}">
                <p14:modId xmlns:p14="http://schemas.microsoft.com/office/powerpoint/2010/main" val="204682118"/>
              </p:ext>
            </p:extLst>
          </p:nvPr>
        </p:nvGraphicFramePr>
        <p:xfrm>
          <a:off x="397088" y="1115243"/>
          <a:ext cx="6056353" cy="372600"/>
        </p:xfrm>
        <a:graphic>
          <a:graphicData uri="http://schemas.openxmlformats.org/drawingml/2006/table">
            <a:tbl>
              <a:tblPr firstRow="1" bandRow="1">
                <a:tableStyleId>{5C22544A-7EE6-4342-B048-85BDC9FD1C3A}</a:tableStyleId>
              </a:tblPr>
              <a:tblGrid>
                <a:gridCol w="316809">
                  <a:extLst>
                    <a:ext uri="{9D8B030D-6E8A-4147-A177-3AD203B41FA5}">
                      <a16:colId xmlns:a16="http://schemas.microsoft.com/office/drawing/2014/main" val="3358603807"/>
                    </a:ext>
                  </a:extLst>
                </a:gridCol>
                <a:gridCol w="424872">
                  <a:extLst>
                    <a:ext uri="{9D8B030D-6E8A-4147-A177-3AD203B41FA5}">
                      <a16:colId xmlns:a16="http://schemas.microsoft.com/office/drawing/2014/main" val="2844922634"/>
                    </a:ext>
                  </a:extLst>
                </a:gridCol>
                <a:gridCol w="452173">
                  <a:extLst>
                    <a:ext uri="{9D8B030D-6E8A-4147-A177-3AD203B41FA5}">
                      <a16:colId xmlns:a16="http://schemas.microsoft.com/office/drawing/2014/main" val="4293411712"/>
                    </a:ext>
                  </a:extLst>
                </a:gridCol>
                <a:gridCol w="452173">
                  <a:extLst>
                    <a:ext uri="{9D8B030D-6E8A-4147-A177-3AD203B41FA5}">
                      <a16:colId xmlns:a16="http://schemas.microsoft.com/office/drawing/2014/main" val="657570846"/>
                    </a:ext>
                  </a:extLst>
                </a:gridCol>
                <a:gridCol w="452173">
                  <a:extLst>
                    <a:ext uri="{9D8B030D-6E8A-4147-A177-3AD203B41FA5}">
                      <a16:colId xmlns:a16="http://schemas.microsoft.com/office/drawing/2014/main" val="3259894497"/>
                    </a:ext>
                  </a:extLst>
                </a:gridCol>
                <a:gridCol w="452173">
                  <a:extLst>
                    <a:ext uri="{9D8B030D-6E8A-4147-A177-3AD203B41FA5}">
                      <a16:colId xmlns:a16="http://schemas.microsoft.com/office/drawing/2014/main" val="4170535043"/>
                    </a:ext>
                  </a:extLst>
                </a:gridCol>
                <a:gridCol w="452173">
                  <a:extLst>
                    <a:ext uri="{9D8B030D-6E8A-4147-A177-3AD203B41FA5}">
                      <a16:colId xmlns:a16="http://schemas.microsoft.com/office/drawing/2014/main" val="2079070694"/>
                    </a:ext>
                  </a:extLst>
                </a:gridCol>
                <a:gridCol w="452173">
                  <a:extLst>
                    <a:ext uri="{9D8B030D-6E8A-4147-A177-3AD203B41FA5}">
                      <a16:colId xmlns:a16="http://schemas.microsoft.com/office/drawing/2014/main" val="4213315911"/>
                    </a:ext>
                  </a:extLst>
                </a:gridCol>
                <a:gridCol w="452173">
                  <a:extLst>
                    <a:ext uri="{9D8B030D-6E8A-4147-A177-3AD203B41FA5}">
                      <a16:colId xmlns:a16="http://schemas.microsoft.com/office/drawing/2014/main" val="2769999950"/>
                    </a:ext>
                  </a:extLst>
                </a:gridCol>
                <a:gridCol w="452173">
                  <a:extLst>
                    <a:ext uri="{9D8B030D-6E8A-4147-A177-3AD203B41FA5}">
                      <a16:colId xmlns:a16="http://schemas.microsoft.com/office/drawing/2014/main" val="135637185"/>
                    </a:ext>
                  </a:extLst>
                </a:gridCol>
                <a:gridCol w="848644">
                  <a:extLst>
                    <a:ext uri="{9D8B030D-6E8A-4147-A177-3AD203B41FA5}">
                      <a16:colId xmlns:a16="http://schemas.microsoft.com/office/drawing/2014/main" val="3038050475"/>
                    </a:ext>
                  </a:extLst>
                </a:gridCol>
                <a:gridCol w="848644">
                  <a:extLst>
                    <a:ext uri="{9D8B030D-6E8A-4147-A177-3AD203B41FA5}">
                      <a16:colId xmlns:a16="http://schemas.microsoft.com/office/drawing/2014/main" val="1979433044"/>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B7</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B6</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ACC_COUNTER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x</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0" name="표 9">
            <a:extLst>
              <a:ext uri="{FF2B5EF4-FFF2-40B4-BE49-F238E27FC236}">
                <a16:creationId xmlns:a16="http://schemas.microsoft.com/office/drawing/2014/main" id="{1CBE8197-2866-8B6E-C862-0CA6990EBB72}"/>
              </a:ext>
            </a:extLst>
          </p:cNvPr>
          <p:cNvGraphicFramePr>
            <a:graphicFrameLocks noGrp="1"/>
          </p:cNvGraphicFramePr>
          <p:nvPr>
            <p:extLst>
              <p:ext uri="{D42A27DB-BD31-4B8C-83A1-F6EECF244321}">
                <p14:modId xmlns:p14="http://schemas.microsoft.com/office/powerpoint/2010/main" val="3610540196"/>
              </p:ext>
            </p:extLst>
          </p:nvPr>
        </p:nvGraphicFramePr>
        <p:xfrm>
          <a:off x="394970" y="1536302"/>
          <a:ext cx="6056352" cy="372600"/>
        </p:xfrm>
        <a:graphic>
          <a:graphicData uri="http://schemas.openxmlformats.org/drawingml/2006/table">
            <a:tbl>
              <a:tblPr firstRow="1" bandRow="1">
                <a:tableStyleId>{5C22544A-7EE6-4342-B048-85BDC9FD1C3A}</a:tableStyleId>
              </a:tblPr>
              <a:tblGrid>
                <a:gridCol w="317218">
                  <a:extLst>
                    <a:ext uri="{9D8B030D-6E8A-4147-A177-3AD203B41FA5}">
                      <a16:colId xmlns:a16="http://schemas.microsoft.com/office/drawing/2014/main" val="3358603807"/>
                    </a:ext>
                  </a:extLst>
                </a:gridCol>
                <a:gridCol w="425422">
                  <a:extLst>
                    <a:ext uri="{9D8B030D-6E8A-4147-A177-3AD203B41FA5}">
                      <a16:colId xmlns:a16="http://schemas.microsoft.com/office/drawing/2014/main" val="2844922634"/>
                    </a:ext>
                  </a:extLst>
                </a:gridCol>
                <a:gridCol w="1097590">
                  <a:extLst>
                    <a:ext uri="{9D8B030D-6E8A-4147-A177-3AD203B41FA5}">
                      <a16:colId xmlns:a16="http://schemas.microsoft.com/office/drawing/2014/main" val="1937369831"/>
                    </a:ext>
                  </a:extLst>
                </a:gridCol>
                <a:gridCol w="984250">
                  <a:extLst>
                    <a:ext uri="{9D8B030D-6E8A-4147-A177-3AD203B41FA5}">
                      <a16:colId xmlns:a16="http://schemas.microsoft.com/office/drawing/2014/main" val="747813118"/>
                    </a:ext>
                  </a:extLst>
                </a:gridCol>
                <a:gridCol w="288925">
                  <a:extLst>
                    <a:ext uri="{9D8B030D-6E8A-4147-A177-3AD203B41FA5}">
                      <a16:colId xmlns:a16="http://schemas.microsoft.com/office/drawing/2014/main" val="416731006"/>
                    </a:ext>
                  </a:extLst>
                </a:gridCol>
                <a:gridCol w="288925">
                  <a:extLst>
                    <a:ext uri="{9D8B030D-6E8A-4147-A177-3AD203B41FA5}">
                      <a16:colId xmlns:a16="http://schemas.microsoft.com/office/drawing/2014/main" val="4062622099"/>
                    </a:ext>
                  </a:extLst>
                </a:gridCol>
                <a:gridCol w="1327011">
                  <a:extLst>
                    <a:ext uri="{9D8B030D-6E8A-4147-A177-3AD203B41FA5}">
                      <a16:colId xmlns:a16="http://schemas.microsoft.com/office/drawing/2014/main" val="3794202418"/>
                    </a:ext>
                  </a:extLst>
                </a:gridCol>
                <a:gridCol w="13270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ACC_CNT_ERR_STATUS</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PARITY_ERR_STATUS</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SPI_ACC_CNT_ERR_DET_EN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SPI_PARITY_ERR_DET_EN</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4513798C-AA90-17EF-E494-ED32F5E23A57}"/>
              </a:ext>
            </a:extLst>
          </p:cNvPr>
          <p:cNvGraphicFramePr>
            <a:graphicFrameLocks noGrp="1"/>
          </p:cNvGraphicFramePr>
          <p:nvPr>
            <p:extLst>
              <p:ext uri="{D42A27DB-BD31-4B8C-83A1-F6EECF244321}">
                <p14:modId xmlns:p14="http://schemas.microsoft.com/office/powerpoint/2010/main" val="7358294"/>
              </p:ext>
            </p:extLst>
          </p:nvPr>
        </p:nvGraphicFramePr>
        <p:xfrm>
          <a:off x="2329519" y="4865333"/>
          <a:ext cx="4121802" cy="138903"/>
        </p:xfrm>
        <a:graphic>
          <a:graphicData uri="http://schemas.openxmlformats.org/drawingml/2006/table">
            <a:tbl>
              <a:tblPr firstRow="1" bandRow="1">
                <a:tableStyleId>{5C22544A-7EE6-4342-B048-85BDC9FD1C3A}</a:tableStyleId>
              </a:tblPr>
              <a:tblGrid>
                <a:gridCol w="1073802">
                  <a:extLst>
                    <a:ext uri="{9D8B030D-6E8A-4147-A177-3AD203B41FA5}">
                      <a16:colId xmlns:a16="http://schemas.microsoft.com/office/drawing/2014/main" val="1091265023"/>
                    </a:ext>
                  </a:extLst>
                </a:gridCol>
                <a:gridCol w="1524000">
                  <a:extLst>
                    <a:ext uri="{9D8B030D-6E8A-4147-A177-3AD203B41FA5}">
                      <a16:colId xmlns:a16="http://schemas.microsoft.com/office/drawing/2014/main" val="2403729045"/>
                    </a:ext>
                  </a:extLst>
                </a:gridCol>
                <a:gridCol w="1524000">
                  <a:extLst>
                    <a:ext uri="{9D8B030D-6E8A-4147-A177-3AD203B41FA5}">
                      <a16:colId xmlns:a16="http://schemas.microsoft.com/office/drawing/2014/main" val="2800884657"/>
                    </a:ext>
                  </a:extLst>
                </a:gridCol>
              </a:tblGrid>
              <a:tr h="138903">
                <a:tc>
                  <a:txBody>
                    <a:bodyPr/>
                    <a:lstStyle/>
                    <a:p>
                      <a:pPr algn="ctr" latinLnBrk="1"/>
                      <a:r>
                        <a:rPr lang="en-US" altLang="ko-KR" sz="800" b="0" dirty="0">
                          <a:solidFill>
                            <a:schemeClr val="tx1"/>
                          </a:solidFill>
                          <a:latin typeface="Arial" panose="020B0604020202020204" pitchFamily="34" charset="0"/>
                          <a:ea typeface="Calibri" panose="020F0502020204030204" pitchFamily="34" charset="0"/>
                          <a:cs typeface="Arial" panose="020B0604020202020204" pitchFamily="34" charset="0"/>
                        </a:rPr>
                        <a:t>SPI Data Stream</a:t>
                      </a:r>
                      <a:endParaRPr lang="ko-KR" altLang="en-US" sz="8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8-bit = ACC_COUNTER value</a:t>
                      </a:r>
                      <a:endParaRPr lang="ko-KR" altLang="en-US" sz="8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the 3</a:t>
                      </a:r>
                      <a:r>
                        <a:rPr lang="en-US" altLang="ko-KR" sz="800" b="0" baseline="30000" dirty="0">
                          <a:solidFill>
                            <a:schemeClr val="tx1"/>
                          </a:solidFill>
                          <a:latin typeface="Arial" panose="020B0604020202020204" pitchFamily="34" charset="0"/>
                          <a:cs typeface="Arial" panose="020B0604020202020204" pitchFamily="34" charset="0"/>
                        </a:rPr>
                        <a:t>rd</a:t>
                      </a:r>
                      <a:r>
                        <a:rPr lang="en-US" altLang="ko-KR" sz="800" b="0" dirty="0">
                          <a:solidFill>
                            <a:schemeClr val="tx1"/>
                          </a:solidFill>
                          <a:latin typeface="Arial" panose="020B0604020202020204" pitchFamily="34" charset="0"/>
                          <a:cs typeface="Arial" panose="020B0604020202020204" pitchFamily="34" charset="0"/>
                        </a:rPr>
                        <a:t> bit of last byte = Parity bit</a:t>
                      </a:r>
                      <a:endParaRPr lang="ko-KR" altLang="en-US" sz="8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395198096"/>
                  </a:ext>
                </a:extLst>
              </a:tr>
            </a:tbl>
          </a:graphicData>
        </a:graphic>
      </p:graphicFrame>
    </p:spTree>
    <p:extLst>
      <p:ext uri="{BB962C8B-B14F-4D97-AF65-F5344CB8AC3E}">
        <p14:creationId xmlns:p14="http://schemas.microsoft.com/office/powerpoint/2010/main" val="119055808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A797A-8CC7-E287-94F0-14AC1AB4C7F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89A6D3E-B309-68F2-FA71-67621CFAB9C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49B6D5A-DA34-FA67-16BA-FFCF54D1B20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63FA5C2-5885-753C-CABC-F11BD6025FF7}"/>
              </a:ext>
            </a:extLst>
          </p:cNvPr>
          <p:cNvSpPr txBox="1"/>
          <p:nvPr/>
        </p:nvSpPr>
        <p:spPr>
          <a:xfrm>
            <a:off x="421895" y="53214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CLK CONTROL 2</a:t>
            </a:r>
          </a:p>
        </p:txBody>
      </p:sp>
      <p:graphicFrame>
        <p:nvGraphicFramePr>
          <p:cNvPr id="2" name="표 1">
            <a:extLst>
              <a:ext uri="{FF2B5EF4-FFF2-40B4-BE49-F238E27FC236}">
                <a16:creationId xmlns:a16="http://schemas.microsoft.com/office/drawing/2014/main" id="{53B43F50-2134-5392-BE72-E87DA6AB3C5B}"/>
              </a:ext>
            </a:extLst>
          </p:cNvPr>
          <p:cNvGraphicFramePr>
            <a:graphicFrameLocks noGrp="1"/>
          </p:cNvGraphicFramePr>
          <p:nvPr>
            <p:extLst>
              <p:ext uri="{D42A27DB-BD31-4B8C-83A1-F6EECF244321}">
                <p14:modId xmlns:p14="http://schemas.microsoft.com/office/powerpoint/2010/main" val="3132539151"/>
              </p:ext>
            </p:extLst>
          </p:nvPr>
        </p:nvGraphicFramePr>
        <p:xfrm>
          <a:off x="417417" y="6387743"/>
          <a:ext cx="6048000" cy="1565280"/>
        </p:xfrm>
        <a:graphic>
          <a:graphicData uri="http://schemas.openxmlformats.org/drawingml/2006/table">
            <a:tbl>
              <a:tblPr firstRow="1" bandRow="1">
                <a:tableStyleId>{5C22544A-7EE6-4342-B048-85BDC9FD1C3A}</a:tableStyleId>
              </a:tblPr>
              <a:tblGrid>
                <a:gridCol w="453046">
                  <a:extLst>
                    <a:ext uri="{9D8B030D-6E8A-4147-A177-3AD203B41FA5}">
                      <a16:colId xmlns:a16="http://schemas.microsoft.com/office/drawing/2014/main" val="4170535043"/>
                    </a:ext>
                  </a:extLst>
                </a:gridCol>
                <a:gridCol w="1476652">
                  <a:extLst>
                    <a:ext uri="{9D8B030D-6E8A-4147-A177-3AD203B41FA5}">
                      <a16:colId xmlns:a16="http://schemas.microsoft.com/office/drawing/2014/main" val="2079070694"/>
                    </a:ext>
                  </a:extLst>
                </a:gridCol>
                <a:gridCol w="4118302">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SPREAD2_SPD</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Table 9.</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1994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SPRD2_GAIN </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Internal OSC clock spread period. Refer to the Table 9.</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‘00’  x1,      ‘01’  x2,      ‘10’  x4,      ‘11’  x8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2898698"/>
                  </a:ext>
                </a:extLst>
              </a:tr>
              <a:tr h="27842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OSC2_SPREAD_EN</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Spread of internal OSC clock. (The external MCLK can not be spread)</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Figure 22. for the clock scheme.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Not Spread              ‘1’  Spread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6132915"/>
                  </a:ext>
                </a:extLst>
              </a:tr>
              <a:tr h="1994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1940478"/>
                  </a:ext>
                </a:extLst>
              </a:tr>
            </a:tbl>
          </a:graphicData>
        </a:graphic>
      </p:graphicFrame>
      <p:graphicFrame>
        <p:nvGraphicFramePr>
          <p:cNvPr id="5" name="표 4">
            <a:extLst>
              <a:ext uri="{FF2B5EF4-FFF2-40B4-BE49-F238E27FC236}">
                <a16:creationId xmlns:a16="http://schemas.microsoft.com/office/drawing/2014/main" id="{0EA4EFFB-EC9B-ECD5-BC1C-0557B9272394}"/>
              </a:ext>
            </a:extLst>
          </p:cNvPr>
          <p:cNvGraphicFramePr>
            <a:graphicFrameLocks noGrp="1"/>
          </p:cNvGraphicFramePr>
          <p:nvPr>
            <p:extLst>
              <p:ext uri="{D42A27DB-BD31-4B8C-83A1-F6EECF244321}">
                <p14:modId xmlns:p14="http://schemas.microsoft.com/office/powerpoint/2010/main" val="2913293972"/>
              </p:ext>
            </p:extLst>
          </p:nvPr>
        </p:nvGraphicFramePr>
        <p:xfrm>
          <a:off x="417418" y="5592046"/>
          <a:ext cx="6056347" cy="372600"/>
        </p:xfrm>
        <a:graphic>
          <a:graphicData uri="http://schemas.openxmlformats.org/drawingml/2006/table">
            <a:tbl>
              <a:tblPr firstRow="1" bandRow="1">
                <a:tableStyleId>{5C22544A-7EE6-4342-B048-85BDC9FD1C3A}</a:tableStyleId>
              </a:tblPr>
              <a:tblGrid>
                <a:gridCol w="305519">
                  <a:extLst>
                    <a:ext uri="{9D8B030D-6E8A-4147-A177-3AD203B41FA5}">
                      <a16:colId xmlns:a16="http://schemas.microsoft.com/office/drawing/2014/main" val="3358603807"/>
                    </a:ext>
                  </a:extLst>
                </a:gridCol>
                <a:gridCol w="424452">
                  <a:extLst>
                    <a:ext uri="{9D8B030D-6E8A-4147-A177-3AD203B41FA5}">
                      <a16:colId xmlns:a16="http://schemas.microsoft.com/office/drawing/2014/main" val="2844922634"/>
                    </a:ext>
                  </a:extLst>
                </a:gridCol>
                <a:gridCol w="665797">
                  <a:extLst>
                    <a:ext uri="{9D8B030D-6E8A-4147-A177-3AD203B41FA5}">
                      <a16:colId xmlns:a16="http://schemas.microsoft.com/office/drawing/2014/main" val="4293411712"/>
                    </a:ext>
                  </a:extLst>
                </a:gridCol>
                <a:gridCol w="665797">
                  <a:extLst>
                    <a:ext uri="{9D8B030D-6E8A-4147-A177-3AD203B41FA5}">
                      <a16:colId xmlns:a16="http://schemas.microsoft.com/office/drawing/2014/main" val="657570846"/>
                    </a:ext>
                  </a:extLst>
                </a:gridCol>
                <a:gridCol w="665797">
                  <a:extLst>
                    <a:ext uri="{9D8B030D-6E8A-4147-A177-3AD203B41FA5}">
                      <a16:colId xmlns:a16="http://schemas.microsoft.com/office/drawing/2014/main" val="3259894497"/>
                    </a:ext>
                  </a:extLst>
                </a:gridCol>
                <a:gridCol w="665797">
                  <a:extLst>
                    <a:ext uri="{9D8B030D-6E8A-4147-A177-3AD203B41FA5}">
                      <a16:colId xmlns:a16="http://schemas.microsoft.com/office/drawing/2014/main" val="4170535043"/>
                    </a:ext>
                  </a:extLst>
                </a:gridCol>
                <a:gridCol w="665797">
                  <a:extLst>
                    <a:ext uri="{9D8B030D-6E8A-4147-A177-3AD203B41FA5}">
                      <a16:colId xmlns:a16="http://schemas.microsoft.com/office/drawing/2014/main" val="2079070694"/>
                    </a:ext>
                  </a:extLst>
                </a:gridCol>
                <a:gridCol w="665797">
                  <a:extLst>
                    <a:ext uri="{9D8B030D-6E8A-4147-A177-3AD203B41FA5}">
                      <a16:colId xmlns:a16="http://schemas.microsoft.com/office/drawing/2014/main" val="4213315911"/>
                    </a:ext>
                  </a:extLst>
                </a:gridCol>
                <a:gridCol w="665797">
                  <a:extLst>
                    <a:ext uri="{9D8B030D-6E8A-4147-A177-3AD203B41FA5}">
                      <a16:colId xmlns:a16="http://schemas.microsoft.com/office/drawing/2014/main" val="416731006"/>
                    </a:ext>
                  </a:extLst>
                </a:gridCol>
                <a:gridCol w="665797">
                  <a:extLst>
                    <a:ext uri="{9D8B030D-6E8A-4147-A177-3AD203B41FA5}">
                      <a16:colId xmlns:a16="http://schemas.microsoft.com/office/drawing/2014/main" val="919018607"/>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B9</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lang="ko-KR" altLang="en-US"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SPREAD2_SPD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500C4477-3692-A917-76E2-6C3B2E2E65F4}"/>
              </a:ext>
            </a:extLst>
          </p:cNvPr>
          <p:cNvGraphicFramePr>
            <a:graphicFrameLocks noGrp="1"/>
          </p:cNvGraphicFramePr>
          <p:nvPr>
            <p:extLst>
              <p:ext uri="{D42A27DB-BD31-4B8C-83A1-F6EECF244321}">
                <p14:modId xmlns:p14="http://schemas.microsoft.com/office/powerpoint/2010/main" val="2368812707"/>
              </p:ext>
            </p:extLst>
          </p:nvPr>
        </p:nvGraphicFramePr>
        <p:xfrm>
          <a:off x="417418" y="6013105"/>
          <a:ext cx="6056351" cy="372600"/>
        </p:xfrm>
        <a:graphic>
          <a:graphicData uri="http://schemas.openxmlformats.org/drawingml/2006/table">
            <a:tbl>
              <a:tblPr firstRow="1" bandRow="1">
                <a:tableStyleId>{5C22544A-7EE6-4342-B048-85BDC9FD1C3A}</a:tableStyleId>
              </a:tblPr>
              <a:tblGrid>
                <a:gridCol w="314954">
                  <a:extLst>
                    <a:ext uri="{9D8B030D-6E8A-4147-A177-3AD203B41FA5}">
                      <a16:colId xmlns:a16="http://schemas.microsoft.com/office/drawing/2014/main" val="3358603807"/>
                    </a:ext>
                  </a:extLst>
                </a:gridCol>
                <a:gridCol w="422385">
                  <a:extLst>
                    <a:ext uri="{9D8B030D-6E8A-4147-A177-3AD203B41FA5}">
                      <a16:colId xmlns:a16="http://schemas.microsoft.com/office/drawing/2014/main" val="2844922634"/>
                    </a:ext>
                  </a:extLst>
                </a:gridCol>
                <a:gridCol w="477895">
                  <a:extLst>
                    <a:ext uri="{9D8B030D-6E8A-4147-A177-3AD203B41FA5}">
                      <a16:colId xmlns:a16="http://schemas.microsoft.com/office/drawing/2014/main" val="4293411712"/>
                    </a:ext>
                  </a:extLst>
                </a:gridCol>
                <a:gridCol w="513131">
                  <a:extLst>
                    <a:ext uri="{9D8B030D-6E8A-4147-A177-3AD203B41FA5}">
                      <a16:colId xmlns:a16="http://schemas.microsoft.com/office/drawing/2014/main" val="4170535043"/>
                    </a:ext>
                  </a:extLst>
                </a:gridCol>
                <a:gridCol w="513131">
                  <a:extLst>
                    <a:ext uri="{9D8B030D-6E8A-4147-A177-3AD203B41FA5}">
                      <a16:colId xmlns:a16="http://schemas.microsoft.com/office/drawing/2014/main" val="2769999950"/>
                    </a:ext>
                  </a:extLst>
                </a:gridCol>
                <a:gridCol w="513131">
                  <a:extLst>
                    <a:ext uri="{9D8B030D-6E8A-4147-A177-3AD203B41FA5}">
                      <a16:colId xmlns:a16="http://schemas.microsoft.com/office/drawing/2014/main" val="1979433044"/>
                    </a:ext>
                  </a:extLst>
                </a:gridCol>
                <a:gridCol w="780006">
                  <a:extLst>
                    <a:ext uri="{9D8B030D-6E8A-4147-A177-3AD203B41FA5}">
                      <a16:colId xmlns:a16="http://schemas.microsoft.com/office/drawing/2014/main" val="416731006"/>
                    </a:ext>
                  </a:extLst>
                </a:gridCol>
                <a:gridCol w="925975">
                  <a:extLst>
                    <a:ext uri="{9D8B030D-6E8A-4147-A177-3AD203B41FA5}">
                      <a16:colId xmlns:a16="http://schemas.microsoft.com/office/drawing/2014/main" val="4062622099"/>
                    </a:ext>
                  </a:extLst>
                </a:gridCol>
                <a:gridCol w="770312">
                  <a:extLst>
                    <a:ext uri="{9D8B030D-6E8A-4147-A177-3AD203B41FA5}">
                      <a16:colId xmlns:a16="http://schemas.microsoft.com/office/drawing/2014/main" val="3794202418"/>
                    </a:ext>
                  </a:extLst>
                </a:gridCol>
                <a:gridCol w="82543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SPRD2_GAIN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OSC2_SPREAD_EN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reserved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6" name="TextBox 15">
            <a:extLst>
              <a:ext uri="{FF2B5EF4-FFF2-40B4-BE49-F238E27FC236}">
                <a16:creationId xmlns:a16="http://schemas.microsoft.com/office/drawing/2014/main" id="{8F9D3C4D-96A2-E0C4-2E35-31F29E70D8D1}"/>
              </a:ext>
            </a:extLst>
          </p:cNvPr>
          <p:cNvSpPr txBox="1"/>
          <p:nvPr/>
        </p:nvSpPr>
        <p:spPr>
          <a:xfrm>
            <a:off x="413546" y="82905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CLK CONTROL 1</a:t>
            </a:r>
          </a:p>
        </p:txBody>
      </p:sp>
      <p:graphicFrame>
        <p:nvGraphicFramePr>
          <p:cNvPr id="9" name="표 8">
            <a:extLst>
              <a:ext uri="{FF2B5EF4-FFF2-40B4-BE49-F238E27FC236}">
                <a16:creationId xmlns:a16="http://schemas.microsoft.com/office/drawing/2014/main" id="{C4638EC9-6106-B5A4-B84A-0EEE5CE3AD5B}"/>
              </a:ext>
            </a:extLst>
          </p:cNvPr>
          <p:cNvGraphicFramePr>
            <a:graphicFrameLocks noGrp="1"/>
          </p:cNvGraphicFramePr>
          <p:nvPr>
            <p:extLst>
              <p:ext uri="{D42A27DB-BD31-4B8C-83A1-F6EECF244321}">
                <p14:modId xmlns:p14="http://schemas.microsoft.com/office/powerpoint/2010/main" val="3178810750"/>
              </p:ext>
            </p:extLst>
          </p:nvPr>
        </p:nvGraphicFramePr>
        <p:xfrm>
          <a:off x="413546" y="1105494"/>
          <a:ext cx="6056349" cy="372600"/>
        </p:xfrm>
        <a:graphic>
          <a:graphicData uri="http://schemas.openxmlformats.org/drawingml/2006/table">
            <a:tbl>
              <a:tblPr firstRow="1" bandRow="1">
                <a:tableStyleId>{5C22544A-7EE6-4342-B048-85BDC9FD1C3A}</a:tableStyleId>
              </a:tblPr>
              <a:tblGrid>
                <a:gridCol w="305519">
                  <a:extLst>
                    <a:ext uri="{9D8B030D-6E8A-4147-A177-3AD203B41FA5}">
                      <a16:colId xmlns:a16="http://schemas.microsoft.com/office/drawing/2014/main" val="3358603807"/>
                    </a:ext>
                  </a:extLst>
                </a:gridCol>
                <a:gridCol w="424452">
                  <a:extLst>
                    <a:ext uri="{9D8B030D-6E8A-4147-A177-3AD203B41FA5}">
                      <a16:colId xmlns:a16="http://schemas.microsoft.com/office/drawing/2014/main" val="2844922634"/>
                    </a:ext>
                  </a:extLst>
                </a:gridCol>
                <a:gridCol w="355124">
                  <a:extLst>
                    <a:ext uri="{9D8B030D-6E8A-4147-A177-3AD203B41FA5}">
                      <a16:colId xmlns:a16="http://schemas.microsoft.com/office/drawing/2014/main" val="4293411712"/>
                    </a:ext>
                  </a:extLst>
                </a:gridCol>
                <a:gridCol w="498035">
                  <a:extLst>
                    <a:ext uri="{9D8B030D-6E8A-4147-A177-3AD203B41FA5}">
                      <a16:colId xmlns:a16="http://schemas.microsoft.com/office/drawing/2014/main" val="657570846"/>
                    </a:ext>
                  </a:extLst>
                </a:gridCol>
                <a:gridCol w="498035">
                  <a:extLst>
                    <a:ext uri="{9D8B030D-6E8A-4147-A177-3AD203B41FA5}">
                      <a16:colId xmlns:a16="http://schemas.microsoft.com/office/drawing/2014/main" val="3259894497"/>
                    </a:ext>
                  </a:extLst>
                </a:gridCol>
                <a:gridCol w="498035">
                  <a:extLst>
                    <a:ext uri="{9D8B030D-6E8A-4147-A177-3AD203B41FA5}">
                      <a16:colId xmlns:a16="http://schemas.microsoft.com/office/drawing/2014/main" val="4170535043"/>
                    </a:ext>
                  </a:extLst>
                </a:gridCol>
                <a:gridCol w="947206">
                  <a:extLst>
                    <a:ext uri="{9D8B030D-6E8A-4147-A177-3AD203B41FA5}">
                      <a16:colId xmlns:a16="http://schemas.microsoft.com/office/drawing/2014/main" val="2079070694"/>
                    </a:ext>
                  </a:extLst>
                </a:gridCol>
                <a:gridCol w="321373">
                  <a:extLst>
                    <a:ext uri="{9D8B030D-6E8A-4147-A177-3AD203B41FA5}">
                      <a16:colId xmlns:a16="http://schemas.microsoft.com/office/drawing/2014/main" val="4213315911"/>
                    </a:ext>
                  </a:extLst>
                </a:gridCol>
                <a:gridCol w="772424">
                  <a:extLst>
                    <a:ext uri="{9D8B030D-6E8A-4147-A177-3AD203B41FA5}">
                      <a16:colId xmlns:a16="http://schemas.microsoft.com/office/drawing/2014/main" val="416731006"/>
                    </a:ext>
                  </a:extLst>
                </a:gridCol>
                <a:gridCol w="1436146">
                  <a:extLst>
                    <a:ext uri="{9D8B030D-6E8A-4147-A177-3AD203B41FA5}">
                      <a16:colId xmlns:a16="http://schemas.microsoft.com/office/drawing/2014/main" val="919018607"/>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B9</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lang="ko-KR" altLang="en-US"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SPREAD1_SPD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LD_RD_CLK_SEL</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SVO_CLK_SEL</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pt-BR" sz="700" b="0" i="0" u="none" strike="noStrike" dirty="0">
                          <a:solidFill>
                            <a:srgbClr val="0000FF"/>
                          </a:solidFill>
                          <a:effectLst/>
                          <a:latin typeface="Arial" panose="020B0604020202020204" pitchFamily="34" charset="0"/>
                          <a:ea typeface="맑은 고딕" panose="020B0503020000020004" pitchFamily="50" charset="-127"/>
                        </a:rPr>
                        <a:t>SERIALIZER_CLK_SEL2</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4" name="표 3">
            <a:extLst>
              <a:ext uri="{FF2B5EF4-FFF2-40B4-BE49-F238E27FC236}">
                <a16:creationId xmlns:a16="http://schemas.microsoft.com/office/drawing/2014/main" id="{33A1C64C-C33E-407A-2FF3-E1EEA57AC940}"/>
              </a:ext>
            </a:extLst>
          </p:cNvPr>
          <p:cNvGraphicFramePr>
            <a:graphicFrameLocks noGrp="1"/>
          </p:cNvGraphicFramePr>
          <p:nvPr>
            <p:extLst>
              <p:ext uri="{D42A27DB-BD31-4B8C-83A1-F6EECF244321}">
                <p14:modId xmlns:p14="http://schemas.microsoft.com/office/powerpoint/2010/main" val="1134256460"/>
              </p:ext>
            </p:extLst>
          </p:nvPr>
        </p:nvGraphicFramePr>
        <p:xfrm>
          <a:off x="413546" y="1526553"/>
          <a:ext cx="6056351" cy="372600"/>
        </p:xfrm>
        <a:graphic>
          <a:graphicData uri="http://schemas.openxmlformats.org/drawingml/2006/table">
            <a:tbl>
              <a:tblPr firstRow="1" bandRow="1">
                <a:tableStyleId>{5C22544A-7EE6-4342-B048-85BDC9FD1C3A}</a:tableStyleId>
              </a:tblPr>
              <a:tblGrid>
                <a:gridCol w="314954">
                  <a:extLst>
                    <a:ext uri="{9D8B030D-6E8A-4147-A177-3AD203B41FA5}">
                      <a16:colId xmlns:a16="http://schemas.microsoft.com/office/drawing/2014/main" val="3358603807"/>
                    </a:ext>
                  </a:extLst>
                </a:gridCol>
                <a:gridCol w="422385">
                  <a:extLst>
                    <a:ext uri="{9D8B030D-6E8A-4147-A177-3AD203B41FA5}">
                      <a16:colId xmlns:a16="http://schemas.microsoft.com/office/drawing/2014/main" val="2844922634"/>
                    </a:ext>
                  </a:extLst>
                </a:gridCol>
                <a:gridCol w="477895">
                  <a:extLst>
                    <a:ext uri="{9D8B030D-6E8A-4147-A177-3AD203B41FA5}">
                      <a16:colId xmlns:a16="http://schemas.microsoft.com/office/drawing/2014/main" val="4293411712"/>
                    </a:ext>
                  </a:extLst>
                </a:gridCol>
                <a:gridCol w="477895">
                  <a:extLst>
                    <a:ext uri="{9D8B030D-6E8A-4147-A177-3AD203B41FA5}">
                      <a16:colId xmlns:a16="http://schemas.microsoft.com/office/drawing/2014/main" val="4170535043"/>
                    </a:ext>
                  </a:extLst>
                </a:gridCol>
                <a:gridCol w="398964">
                  <a:extLst>
                    <a:ext uri="{9D8B030D-6E8A-4147-A177-3AD203B41FA5}">
                      <a16:colId xmlns:a16="http://schemas.microsoft.com/office/drawing/2014/main" val="2769999950"/>
                    </a:ext>
                  </a:extLst>
                </a:gridCol>
                <a:gridCol w="398964">
                  <a:extLst>
                    <a:ext uri="{9D8B030D-6E8A-4147-A177-3AD203B41FA5}">
                      <a16:colId xmlns:a16="http://schemas.microsoft.com/office/drawing/2014/main" val="1979433044"/>
                    </a:ext>
                  </a:extLst>
                </a:gridCol>
                <a:gridCol w="957937">
                  <a:extLst>
                    <a:ext uri="{9D8B030D-6E8A-4147-A177-3AD203B41FA5}">
                      <a16:colId xmlns:a16="http://schemas.microsoft.com/office/drawing/2014/main" val="416731006"/>
                    </a:ext>
                  </a:extLst>
                </a:gridCol>
                <a:gridCol w="850275">
                  <a:extLst>
                    <a:ext uri="{9D8B030D-6E8A-4147-A177-3AD203B41FA5}">
                      <a16:colId xmlns:a16="http://schemas.microsoft.com/office/drawing/2014/main" val="4062622099"/>
                    </a:ext>
                  </a:extLst>
                </a:gridCol>
                <a:gridCol w="1088486">
                  <a:extLst>
                    <a:ext uri="{9D8B030D-6E8A-4147-A177-3AD203B41FA5}">
                      <a16:colId xmlns:a16="http://schemas.microsoft.com/office/drawing/2014/main" val="3794202418"/>
                    </a:ext>
                  </a:extLst>
                </a:gridCol>
                <a:gridCol w="66859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SPRD1_GAIN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SERIALIZE_CLK_SEL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OSC_SPREAD_EN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SERIALIZER_SKEW_EN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E4ECEF51-E3F0-1D93-FD92-D7DD0AB62CC6}"/>
              </a:ext>
            </a:extLst>
          </p:cNvPr>
          <p:cNvGraphicFramePr>
            <a:graphicFrameLocks noGrp="1"/>
          </p:cNvGraphicFramePr>
          <p:nvPr>
            <p:extLst>
              <p:ext uri="{D42A27DB-BD31-4B8C-83A1-F6EECF244321}">
                <p14:modId xmlns:p14="http://schemas.microsoft.com/office/powerpoint/2010/main" val="315166588"/>
              </p:ext>
            </p:extLst>
          </p:nvPr>
        </p:nvGraphicFramePr>
        <p:xfrm>
          <a:off x="413545" y="1968489"/>
          <a:ext cx="6048000" cy="2950560"/>
        </p:xfrm>
        <a:graphic>
          <a:graphicData uri="http://schemas.openxmlformats.org/drawingml/2006/table">
            <a:tbl>
              <a:tblPr firstRow="1" bandRow="1">
                <a:tableStyleId>{5C22544A-7EE6-4342-B048-85BDC9FD1C3A}</a:tableStyleId>
              </a:tblPr>
              <a:tblGrid>
                <a:gridCol w="451467">
                  <a:extLst>
                    <a:ext uri="{9D8B030D-6E8A-4147-A177-3AD203B41FA5}">
                      <a16:colId xmlns:a16="http://schemas.microsoft.com/office/drawing/2014/main" val="4170535043"/>
                    </a:ext>
                  </a:extLst>
                </a:gridCol>
                <a:gridCol w="1478231">
                  <a:extLst>
                    <a:ext uri="{9D8B030D-6E8A-4147-A177-3AD203B41FA5}">
                      <a16:colId xmlns:a16="http://schemas.microsoft.com/office/drawing/2014/main" val="2079070694"/>
                    </a:ext>
                  </a:extLst>
                </a:gridCol>
                <a:gridCol w="4118302">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14:12</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SPREAD1_SPD</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Table 9.</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19577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LD_RD_CLK_SEL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Internal OSC           ‘1’  External MCLK</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When External MCLK is selected, the device automatically uses the external MCLK input if the Internal OSC is unavailable.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4010558"/>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9</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SVO_CLK_SEL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Operating CLK        ‘1’ Internal OSC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Must be set as ‘1’ if not use External MCLK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55120829"/>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8</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pt-BR" altLang="ko-KR" sz="900" b="0" i="0" u="none" strike="noStrike" dirty="0">
                          <a:solidFill>
                            <a:srgbClr val="0000FF"/>
                          </a:solidFill>
                          <a:effectLst/>
                          <a:latin typeface="Arial" panose="020B0604020202020204" pitchFamily="34" charset="0"/>
                          <a:ea typeface="+mn-ea"/>
                        </a:rPr>
                        <a:t>SERIALIZER_CLK_SEL2</a:t>
                      </a:r>
                    </a:p>
                    <a:p>
                      <a:pPr algn="l" fontAlgn="ctr">
                        <a:buNone/>
                      </a:pPr>
                      <a:endParaRPr lang="pt-BR" altLang="ko-KR" sz="900" b="0" i="0" u="none" strike="noStrike" dirty="0">
                        <a:solidFill>
                          <a:srgbClr val="0000FF"/>
                        </a:solidFill>
                        <a:effectLst/>
                        <a:latin typeface="Arial" panose="020B0604020202020204" pitchFamily="34" charset="0"/>
                        <a:ea typeface="+mn-ea"/>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External MCLK</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‘1’ Internal OSC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Must be set as ‘1’ if not use External MCLK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17713109"/>
                  </a:ext>
                </a:extLst>
              </a:tr>
              <a:tr h="1994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6:4</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SPRD1_GAIN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Internal OSC clock spread period. Refer to the Table 9.</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‘00’  x1,      ‘01’  x2,      ‘10’  x4,      ‘11’  x8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2898698"/>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3</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SERIALIZE_CLK_SEL</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Write-Only.    ‘0’  Internal OSC           ‘1’  External MCLK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36169"/>
                  </a:ext>
                </a:extLst>
              </a:tr>
              <a:tr h="27842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OSC_SPREAD_EN</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Spread of internal OSC clock. (The external MCLK can not be spread)</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Figure 22. for the clock scheme.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Not Spread              ‘1’  Spread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6132915"/>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SERIALIZER_SKEW_EN</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Skew disabled between Serializers     ‘1’  Skew enabled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7568683"/>
                  </a:ext>
                </a:extLst>
              </a:tr>
            </a:tbl>
          </a:graphicData>
        </a:graphic>
      </p:graphicFrame>
    </p:spTree>
    <p:extLst>
      <p:ext uri="{BB962C8B-B14F-4D97-AF65-F5344CB8AC3E}">
        <p14:creationId xmlns:p14="http://schemas.microsoft.com/office/powerpoint/2010/main" val="1144024053"/>
      </p:ext>
    </p:extLst>
  </p:cSld>
  <p:clrMapOvr>
    <a:masterClrMapping/>
  </p:clrMapOvr>
  <p:extLst>
    <p:ext uri="{6950BFC3-D8DA-4A85-94F7-54DA5524770B}">
      <p188:commentRel xmlns:p188="http://schemas.microsoft.com/office/powerpoint/2018/8/main" r:id="rId2"/>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CADB3729-E182-7A86-2C18-018FE5CE86B2}"/>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054AD5C-AFF5-44A1-A491-58793C6CB0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023A7FDD-4688-EA05-9BFB-211A5978866E}"/>
              </a:ext>
            </a:extLst>
          </p:cNvPr>
          <p:cNvSpPr txBox="1"/>
          <p:nvPr/>
        </p:nvSpPr>
        <p:spPr>
          <a:xfrm>
            <a:off x="399453" y="8387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SERIALIZER BAUDRATE GEN</a:t>
            </a:r>
          </a:p>
        </p:txBody>
      </p:sp>
      <p:graphicFrame>
        <p:nvGraphicFramePr>
          <p:cNvPr id="19" name="표 18">
            <a:extLst>
              <a:ext uri="{FF2B5EF4-FFF2-40B4-BE49-F238E27FC236}">
                <a16:creationId xmlns:a16="http://schemas.microsoft.com/office/drawing/2014/main" id="{06FE88BF-2E84-A067-4C02-25B13A71FE56}"/>
              </a:ext>
            </a:extLst>
          </p:cNvPr>
          <p:cNvGraphicFramePr>
            <a:graphicFrameLocks noGrp="1"/>
          </p:cNvGraphicFramePr>
          <p:nvPr>
            <p:extLst>
              <p:ext uri="{D42A27DB-BD31-4B8C-83A1-F6EECF244321}">
                <p14:modId xmlns:p14="http://schemas.microsoft.com/office/powerpoint/2010/main" val="2463497375"/>
              </p:ext>
            </p:extLst>
          </p:nvPr>
        </p:nvGraphicFramePr>
        <p:xfrm>
          <a:off x="399453" y="1513802"/>
          <a:ext cx="6053981" cy="1284120"/>
        </p:xfrm>
        <a:graphic>
          <a:graphicData uri="http://schemas.openxmlformats.org/drawingml/2006/table">
            <a:tbl>
              <a:tblPr firstRow="1" bandRow="1">
                <a:tableStyleId>{5C22544A-7EE6-4342-B048-85BDC9FD1C3A}</a:tableStyleId>
              </a:tblPr>
              <a:tblGrid>
                <a:gridCol w="429481">
                  <a:extLst>
                    <a:ext uri="{9D8B030D-6E8A-4147-A177-3AD203B41FA5}">
                      <a16:colId xmlns:a16="http://schemas.microsoft.com/office/drawing/2014/main" val="4170535043"/>
                    </a:ext>
                  </a:extLst>
                </a:gridCol>
                <a:gridCol w="1263753">
                  <a:extLst>
                    <a:ext uri="{9D8B030D-6E8A-4147-A177-3AD203B41FA5}">
                      <a16:colId xmlns:a16="http://schemas.microsoft.com/office/drawing/2014/main" val="2079070694"/>
                    </a:ext>
                  </a:extLst>
                </a:gridCol>
                <a:gridCol w="4360747">
                  <a:extLst>
                    <a:ext uri="{9D8B030D-6E8A-4147-A177-3AD203B41FA5}">
                      <a16:colId xmlns:a16="http://schemas.microsoft.com/office/drawing/2014/main" val="32595803"/>
                    </a:ext>
                  </a:extLst>
                </a:gridCol>
              </a:tblGrid>
              <a:tr h="283045">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8261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SERIAL_CLK_LOW</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These bits determine the number of MCLK of V</a:t>
                      </a:r>
                      <a:r>
                        <a:rPr lang="en-US" altLang="ko-KR" sz="900" b="0" baseline="-25000" dirty="0">
                          <a:solidFill>
                            <a:schemeClr val="tx1"/>
                          </a:solidFill>
                          <a:latin typeface="Arial" panose="020B0604020202020204" pitchFamily="34" charset="0"/>
                          <a:ea typeface="+mn-ea"/>
                          <a:cs typeface="Arial" panose="020B0604020202020204" pitchFamily="34" charset="0"/>
                        </a:rPr>
                        <a:t>DD</a:t>
                      </a:r>
                      <a:r>
                        <a:rPr lang="en-US" altLang="ko-KR" sz="900" b="0" dirty="0">
                          <a:solidFill>
                            <a:schemeClr val="tx1"/>
                          </a:solidFill>
                          <a:latin typeface="Arial" panose="020B0604020202020204" pitchFamily="34" charset="0"/>
                          <a:ea typeface="+mn-ea"/>
                          <a:cs typeface="Arial" panose="020B0604020202020204" pitchFamily="34" charset="0"/>
                        </a:rPr>
                        <a:t> level in logic low value ‘0’ or the number of MCLK of 0 level in logic high value ‘1’ when the XC is driving the D</a:t>
                      </a:r>
                      <a:r>
                        <a:rPr lang="en-US" altLang="ko-KR" sz="900" b="0" baseline="-25000" dirty="0">
                          <a:solidFill>
                            <a:schemeClr val="tx1"/>
                          </a:solidFill>
                          <a:latin typeface="Arial" panose="020B0604020202020204" pitchFamily="34" charset="0"/>
                          <a:ea typeface="+mn-ea"/>
                          <a:cs typeface="Arial" panose="020B0604020202020204" pitchFamily="34" charset="0"/>
                        </a:rPr>
                        <a:t>IO</a:t>
                      </a:r>
                      <a:r>
                        <a:rPr lang="en-US" altLang="ko-KR" sz="900" b="0" dirty="0">
                          <a:solidFill>
                            <a:schemeClr val="tx1"/>
                          </a:solidFill>
                          <a:latin typeface="Arial" panose="020B0604020202020204" pitchFamily="34" charset="0"/>
                          <a:ea typeface="+mn-ea"/>
                          <a:cs typeface="Arial" panose="020B0604020202020204" pitchFamily="34" charset="0"/>
                        </a:rPr>
                        <a:t> pin to the XDRs. For more details, refer to Table. 4, Logic low time.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5165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SERIAL_CLK_HIGH</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These bits determine the number of MCLK of V</a:t>
                      </a:r>
                      <a:r>
                        <a:rPr lang="en-US" altLang="ko-KR" sz="900" b="0" baseline="-25000" dirty="0">
                          <a:solidFill>
                            <a:schemeClr val="tx1"/>
                          </a:solidFill>
                          <a:latin typeface="Arial" panose="020B0604020202020204" pitchFamily="34" charset="0"/>
                          <a:ea typeface="+mn-ea"/>
                          <a:cs typeface="Arial" panose="020B0604020202020204" pitchFamily="34" charset="0"/>
                        </a:rPr>
                        <a:t>DD</a:t>
                      </a:r>
                      <a:r>
                        <a:rPr lang="en-US" altLang="ko-KR" sz="900" b="0" dirty="0">
                          <a:solidFill>
                            <a:schemeClr val="tx1"/>
                          </a:solidFill>
                          <a:latin typeface="Arial" panose="020B0604020202020204" pitchFamily="34" charset="0"/>
                          <a:ea typeface="+mn-ea"/>
                          <a:cs typeface="Arial" panose="020B0604020202020204" pitchFamily="34" charset="0"/>
                        </a:rPr>
                        <a:t> level in logic high value ‘1’ or the number of MCLK of 0 level in logic low value ‘0’ when the XC is driving the D</a:t>
                      </a:r>
                      <a:r>
                        <a:rPr lang="en-US" altLang="ko-KR" sz="900" b="0" baseline="-25000" dirty="0">
                          <a:solidFill>
                            <a:schemeClr val="tx1"/>
                          </a:solidFill>
                          <a:latin typeface="Arial" panose="020B0604020202020204" pitchFamily="34" charset="0"/>
                          <a:ea typeface="+mn-ea"/>
                          <a:cs typeface="Arial" panose="020B0604020202020204" pitchFamily="34" charset="0"/>
                        </a:rPr>
                        <a:t>IO</a:t>
                      </a:r>
                      <a:r>
                        <a:rPr lang="en-US" altLang="ko-KR" sz="900" b="0" dirty="0">
                          <a:solidFill>
                            <a:schemeClr val="tx1"/>
                          </a:solidFill>
                          <a:latin typeface="Arial" panose="020B0604020202020204" pitchFamily="34" charset="0"/>
                          <a:ea typeface="+mn-ea"/>
                          <a:cs typeface="Arial" panose="020B0604020202020204" pitchFamily="34" charset="0"/>
                        </a:rPr>
                        <a:t> pin to the XDRs. For more details, refer to Table. 4, Logic low time.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bl>
          </a:graphicData>
        </a:graphic>
      </p:graphicFrame>
      <p:graphicFrame>
        <p:nvGraphicFramePr>
          <p:cNvPr id="20" name="표 19">
            <a:extLst>
              <a:ext uri="{FF2B5EF4-FFF2-40B4-BE49-F238E27FC236}">
                <a16:creationId xmlns:a16="http://schemas.microsoft.com/office/drawing/2014/main" id="{5B2384B0-2294-C938-E5AB-181518BE21FA}"/>
              </a:ext>
            </a:extLst>
          </p:cNvPr>
          <p:cNvGraphicFramePr>
            <a:graphicFrameLocks noGrp="1"/>
          </p:cNvGraphicFramePr>
          <p:nvPr>
            <p:extLst>
              <p:ext uri="{D42A27DB-BD31-4B8C-83A1-F6EECF244321}">
                <p14:modId xmlns:p14="http://schemas.microsoft.com/office/powerpoint/2010/main" val="2159606845"/>
              </p:ext>
            </p:extLst>
          </p:nvPr>
        </p:nvGraphicFramePr>
        <p:xfrm>
          <a:off x="399453" y="1099670"/>
          <a:ext cx="6048009" cy="372600"/>
        </p:xfrm>
        <a:graphic>
          <a:graphicData uri="http://schemas.openxmlformats.org/drawingml/2006/table">
            <a:tbl>
              <a:tblPr firstRow="1" bandRow="1">
                <a:tableStyleId>{5C22544A-7EE6-4342-B048-85BDC9FD1C3A}</a:tableStyleId>
              </a:tblPr>
              <a:tblGrid>
                <a:gridCol w="307893">
                  <a:extLst>
                    <a:ext uri="{9D8B030D-6E8A-4147-A177-3AD203B41FA5}">
                      <a16:colId xmlns:a16="http://schemas.microsoft.com/office/drawing/2014/main" val="3358603807"/>
                    </a:ext>
                  </a:extLst>
                </a:gridCol>
                <a:gridCol w="412916">
                  <a:extLst>
                    <a:ext uri="{9D8B030D-6E8A-4147-A177-3AD203B41FA5}">
                      <a16:colId xmlns:a16="http://schemas.microsoft.com/office/drawing/2014/main" val="2844922634"/>
                    </a:ext>
                  </a:extLst>
                </a:gridCol>
                <a:gridCol w="332950">
                  <a:extLst>
                    <a:ext uri="{9D8B030D-6E8A-4147-A177-3AD203B41FA5}">
                      <a16:colId xmlns:a16="http://schemas.microsoft.com/office/drawing/2014/main" val="4293411712"/>
                    </a:ext>
                  </a:extLst>
                </a:gridCol>
                <a:gridCol w="332950">
                  <a:extLst>
                    <a:ext uri="{9D8B030D-6E8A-4147-A177-3AD203B41FA5}">
                      <a16:colId xmlns:a16="http://schemas.microsoft.com/office/drawing/2014/main" val="657570846"/>
                    </a:ext>
                  </a:extLst>
                </a:gridCol>
                <a:gridCol w="332950">
                  <a:extLst>
                    <a:ext uri="{9D8B030D-6E8A-4147-A177-3AD203B41FA5}">
                      <a16:colId xmlns:a16="http://schemas.microsoft.com/office/drawing/2014/main" val="3259894497"/>
                    </a:ext>
                  </a:extLst>
                </a:gridCol>
                <a:gridCol w="332950">
                  <a:extLst>
                    <a:ext uri="{9D8B030D-6E8A-4147-A177-3AD203B41FA5}">
                      <a16:colId xmlns:a16="http://schemas.microsoft.com/office/drawing/2014/main" val="4170535043"/>
                    </a:ext>
                  </a:extLst>
                </a:gridCol>
                <a:gridCol w="332950">
                  <a:extLst>
                    <a:ext uri="{9D8B030D-6E8A-4147-A177-3AD203B41FA5}">
                      <a16:colId xmlns:a16="http://schemas.microsoft.com/office/drawing/2014/main" val="2079070694"/>
                    </a:ext>
                  </a:extLst>
                </a:gridCol>
                <a:gridCol w="332950">
                  <a:extLst>
                    <a:ext uri="{9D8B030D-6E8A-4147-A177-3AD203B41FA5}">
                      <a16:colId xmlns:a16="http://schemas.microsoft.com/office/drawing/2014/main" val="4213315911"/>
                    </a:ext>
                  </a:extLst>
                </a:gridCol>
                <a:gridCol w="332950">
                  <a:extLst>
                    <a:ext uri="{9D8B030D-6E8A-4147-A177-3AD203B41FA5}">
                      <a16:colId xmlns:a16="http://schemas.microsoft.com/office/drawing/2014/main" val="2769999950"/>
                    </a:ext>
                  </a:extLst>
                </a:gridCol>
                <a:gridCol w="332950">
                  <a:extLst>
                    <a:ext uri="{9D8B030D-6E8A-4147-A177-3AD203B41FA5}">
                      <a16:colId xmlns:a16="http://schemas.microsoft.com/office/drawing/2014/main" val="135637185"/>
                    </a:ext>
                  </a:extLst>
                </a:gridCol>
                <a:gridCol w="332950">
                  <a:extLst>
                    <a:ext uri="{9D8B030D-6E8A-4147-A177-3AD203B41FA5}">
                      <a16:colId xmlns:a16="http://schemas.microsoft.com/office/drawing/2014/main" val="3038050475"/>
                    </a:ext>
                  </a:extLst>
                </a:gridCol>
                <a:gridCol w="332950">
                  <a:extLst>
                    <a:ext uri="{9D8B030D-6E8A-4147-A177-3AD203B41FA5}">
                      <a16:colId xmlns:a16="http://schemas.microsoft.com/office/drawing/2014/main" val="1979433044"/>
                    </a:ext>
                  </a:extLst>
                </a:gridCol>
                <a:gridCol w="332950">
                  <a:extLst>
                    <a:ext uri="{9D8B030D-6E8A-4147-A177-3AD203B41FA5}">
                      <a16:colId xmlns:a16="http://schemas.microsoft.com/office/drawing/2014/main" val="4270661649"/>
                    </a:ext>
                  </a:extLst>
                </a:gridCol>
                <a:gridCol w="332950">
                  <a:extLst>
                    <a:ext uri="{9D8B030D-6E8A-4147-A177-3AD203B41FA5}">
                      <a16:colId xmlns:a16="http://schemas.microsoft.com/office/drawing/2014/main" val="3027041370"/>
                    </a:ext>
                  </a:extLst>
                </a:gridCol>
                <a:gridCol w="332950">
                  <a:extLst>
                    <a:ext uri="{9D8B030D-6E8A-4147-A177-3AD203B41FA5}">
                      <a16:colId xmlns:a16="http://schemas.microsoft.com/office/drawing/2014/main" val="2852526216"/>
                    </a:ext>
                  </a:extLst>
                </a:gridCol>
                <a:gridCol w="332950">
                  <a:extLst>
                    <a:ext uri="{9D8B030D-6E8A-4147-A177-3AD203B41FA5}">
                      <a16:colId xmlns:a16="http://schemas.microsoft.com/office/drawing/2014/main" val="103420222"/>
                    </a:ext>
                  </a:extLst>
                </a:gridCol>
                <a:gridCol w="332950">
                  <a:extLst>
                    <a:ext uri="{9D8B030D-6E8A-4147-A177-3AD203B41FA5}">
                      <a16:colId xmlns:a16="http://schemas.microsoft.com/office/drawing/2014/main" val="1470405609"/>
                    </a:ext>
                  </a:extLst>
                </a:gridCol>
                <a:gridCol w="33295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0x0C18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SERIAL_CLK_LOW [6:0]</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SERIAL_CLK_HIGH [6:0]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6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05966DD7-8EF4-CE51-A411-C13A0345D2C6}"/>
              </a:ext>
            </a:extLst>
          </p:cNvPr>
          <p:cNvGraphicFramePr>
            <a:graphicFrameLocks noGrp="1"/>
          </p:cNvGraphicFramePr>
          <p:nvPr>
            <p:extLst>
              <p:ext uri="{D42A27DB-BD31-4B8C-83A1-F6EECF244321}">
                <p14:modId xmlns:p14="http://schemas.microsoft.com/office/powerpoint/2010/main" val="996490062"/>
              </p:ext>
            </p:extLst>
          </p:nvPr>
        </p:nvGraphicFramePr>
        <p:xfrm>
          <a:off x="399449" y="3891551"/>
          <a:ext cx="6048109" cy="2302478"/>
        </p:xfrm>
        <a:graphic>
          <a:graphicData uri="http://schemas.openxmlformats.org/drawingml/2006/table">
            <a:tbl>
              <a:tblPr firstRow="1" bandRow="1">
                <a:tableStyleId>{5C22544A-7EE6-4342-B048-85BDC9FD1C3A}</a:tableStyleId>
              </a:tblPr>
              <a:tblGrid>
                <a:gridCol w="435791">
                  <a:extLst>
                    <a:ext uri="{9D8B030D-6E8A-4147-A177-3AD203B41FA5}">
                      <a16:colId xmlns:a16="http://schemas.microsoft.com/office/drawing/2014/main" val="4170535043"/>
                    </a:ext>
                  </a:extLst>
                </a:gridCol>
                <a:gridCol w="1104738">
                  <a:extLst>
                    <a:ext uri="{9D8B030D-6E8A-4147-A177-3AD203B41FA5}">
                      <a16:colId xmlns:a16="http://schemas.microsoft.com/office/drawing/2014/main" val="2079070694"/>
                    </a:ext>
                  </a:extLst>
                </a:gridCol>
                <a:gridCol w="4507580">
                  <a:extLst>
                    <a:ext uri="{9D8B030D-6E8A-4147-A177-3AD203B41FA5}">
                      <a16:colId xmlns:a16="http://schemas.microsoft.com/office/drawing/2014/main" val="32595803"/>
                    </a:ext>
                  </a:extLst>
                </a:gridCol>
              </a:tblGrid>
              <a:tr h="350878">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7494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SERIAL_LATENCY</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interval time between the successive data packets incoming from the XDRs. That means the interval time between the last bit of n</a:t>
                      </a:r>
                      <a:r>
                        <a:rPr lang="en-US" altLang="ko-KR" sz="900" b="0" baseline="30000" dirty="0">
                          <a:solidFill>
                            <a:schemeClr val="tx1"/>
                          </a:solidFill>
                          <a:latin typeface="Arial" panose="020B0604020202020204" pitchFamily="34" charset="0"/>
                          <a:ea typeface="+mn-ea"/>
                          <a:cs typeface="Arial" panose="020B0604020202020204" pitchFamily="34" charset="0"/>
                        </a:rPr>
                        <a:t>th</a:t>
                      </a:r>
                      <a:r>
                        <a:rPr lang="en-US" altLang="ko-KR" sz="900" b="0" dirty="0">
                          <a:solidFill>
                            <a:schemeClr val="tx1"/>
                          </a:solidFill>
                          <a:latin typeface="Arial" panose="020B0604020202020204" pitchFamily="34" charset="0"/>
                          <a:ea typeface="+mn-ea"/>
                          <a:cs typeface="Arial" panose="020B0604020202020204" pitchFamily="34" charset="0"/>
                        </a:rPr>
                        <a:t> XDR device’s data packet and the first bit of (n+1)</a:t>
                      </a:r>
                      <a:r>
                        <a:rPr lang="en-US" altLang="ko-KR" sz="900" b="0" baseline="30000" dirty="0" err="1">
                          <a:solidFill>
                            <a:schemeClr val="tx1"/>
                          </a:solidFill>
                          <a:latin typeface="Arial" panose="020B0604020202020204" pitchFamily="34" charset="0"/>
                          <a:ea typeface="+mn-ea"/>
                          <a:cs typeface="Arial" panose="020B0604020202020204" pitchFamily="34" charset="0"/>
                        </a:rPr>
                        <a:t>th</a:t>
                      </a:r>
                      <a:r>
                        <a:rPr lang="en-US" altLang="ko-KR" sz="900" b="0" dirty="0">
                          <a:solidFill>
                            <a:schemeClr val="tx1"/>
                          </a:solidFill>
                          <a:latin typeface="Arial" panose="020B0604020202020204" pitchFamily="34" charset="0"/>
                          <a:ea typeface="+mn-ea"/>
                          <a:cs typeface="Arial" panose="020B0604020202020204" pitchFamily="34" charset="0"/>
                        </a:rPr>
                        <a:t> XDR device’s data packet incoming from the daisied XDRs to the XC. The setting value should be larger than the 1-bit serial data length time at which the daisied XDR devices are sending to the XC. So, the proper value depends on the serial baudrate of the XDRs and can be set between (1-bit time + 3 MCLKs) and (1-bit time + 5 MCLKs). If the proper value will be set, then the serial data value will be broken.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1" dirty="0">
                          <a:solidFill>
                            <a:schemeClr val="tx1"/>
                          </a:solidFill>
                          <a:latin typeface="Arial" panose="020B0604020202020204" pitchFamily="34" charset="0"/>
                          <a:ea typeface="+mn-ea"/>
                          <a:cs typeface="Arial" panose="020B0604020202020204" pitchFamily="34" charset="0"/>
                        </a:rPr>
                        <a:t>It is careful that this register value should be changed to the proper value firstly in case that the Serializer Output Baudrate of XDR is changed to slow down.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6579347"/>
                  </a:ext>
                </a:extLst>
              </a:tr>
              <a:tr h="5080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CMD_LATENCY</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interval time between the end of  the current serial data out stream and the start of a new next serial data out stream to the XDRs. </a:t>
                      </a:r>
                      <a:r>
                        <a:rPr lang="en-US" altLang="ko-KR" sz="900" b="0" i="1" dirty="0">
                          <a:solidFill>
                            <a:schemeClr val="tx1"/>
                          </a:solidFill>
                          <a:latin typeface="Arial" panose="020B0604020202020204" pitchFamily="34" charset="0"/>
                          <a:ea typeface="+mn-ea"/>
                          <a:cs typeface="Arial" panose="020B0604020202020204" pitchFamily="34" charset="0"/>
                        </a:rPr>
                        <a:t>It is careful that this value should be at least 1.5 times larger than the SERIAL LATENCY value of XDR.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6" name="TextBox 5">
            <a:extLst>
              <a:ext uri="{FF2B5EF4-FFF2-40B4-BE49-F238E27FC236}">
                <a16:creationId xmlns:a16="http://schemas.microsoft.com/office/drawing/2014/main" id="{E1CD242E-9A65-599F-0C39-E389B7F248D3}"/>
              </a:ext>
            </a:extLst>
          </p:cNvPr>
          <p:cNvSpPr txBox="1"/>
          <p:nvPr/>
        </p:nvSpPr>
        <p:spPr>
          <a:xfrm>
            <a:off x="399449" y="32114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LATENCY</a:t>
            </a:r>
          </a:p>
        </p:txBody>
      </p:sp>
      <p:graphicFrame>
        <p:nvGraphicFramePr>
          <p:cNvPr id="7" name="표 6">
            <a:extLst>
              <a:ext uri="{FF2B5EF4-FFF2-40B4-BE49-F238E27FC236}">
                <a16:creationId xmlns:a16="http://schemas.microsoft.com/office/drawing/2014/main" id="{74F21B58-2DB6-4B96-7FB8-DB4A6AE58D99}"/>
              </a:ext>
            </a:extLst>
          </p:cNvPr>
          <p:cNvGraphicFramePr>
            <a:graphicFrameLocks noGrp="1"/>
          </p:cNvGraphicFramePr>
          <p:nvPr>
            <p:extLst>
              <p:ext uri="{D42A27DB-BD31-4B8C-83A1-F6EECF244321}">
                <p14:modId xmlns:p14="http://schemas.microsoft.com/office/powerpoint/2010/main" val="516273898"/>
              </p:ext>
            </p:extLst>
          </p:nvPr>
        </p:nvGraphicFramePr>
        <p:xfrm>
          <a:off x="399449" y="34780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0x70C0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SERIAL_LATENCY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CMD_LATENCY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1174962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1FB7A-619A-F5AB-0A23-B772510E7F0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B74F7D4B-3520-9A1A-FF77-9271FD419635}"/>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008CBBC-9D6E-0035-C1A6-21CBE07E563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122FCB8E-4B14-9762-CF5D-332A121A167F}"/>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TIMEOUT</a:t>
            </a:r>
          </a:p>
        </p:txBody>
      </p:sp>
      <p:graphicFrame>
        <p:nvGraphicFramePr>
          <p:cNvPr id="4" name="표 3">
            <a:extLst>
              <a:ext uri="{FF2B5EF4-FFF2-40B4-BE49-F238E27FC236}">
                <a16:creationId xmlns:a16="http://schemas.microsoft.com/office/drawing/2014/main" id="{DA9DC9A7-908C-F3B8-0E0D-53B8F459C8F8}"/>
              </a:ext>
            </a:extLst>
          </p:cNvPr>
          <p:cNvGraphicFramePr>
            <a:graphicFrameLocks noGrp="1"/>
          </p:cNvGraphicFramePr>
          <p:nvPr>
            <p:extLst>
              <p:ext uri="{D42A27DB-BD31-4B8C-83A1-F6EECF244321}">
                <p14:modId xmlns:p14="http://schemas.microsoft.com/office/powerpoint/2010/main" val="2419249252"/>
              </p:ext>
            </p:extLst>
          </p:nvPr>
        </p:nvGraphicFramePr>
        <p:xfrm>
          <a:off x="399646" y="1539778"/>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how many clock cycles to wait after starting read operation to XDR device.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5" name="표 4">
            <a:extLst>
              <a:ext uri="{FF2B5EF4-FFF2-40B4-BE49-F238E27FC236}">
                <a16:creationId xmlns:a16="http://schemas.microsoft.com/office/drawing/2014/main" id="{447D3D92-7AA9-7A94-536E-C6D84A947FBA}"/>
              </a:ext>
            </a:extLst>
          </p:cNvPr>
          <p:cNvGraphicFramePr>
            <a:graphicFrameLocks noGrp="1"/>
          </p:cNvGraphicFramePr>
          <p:nvPr>
            <p:extLst>
              <p:ext uri="{D42A27DB-BD31-4B8C-83A1-F6EECF244321}">
                <p14:modId xmlns:p14="http://schemas.microsoft.com/office/powerpoint/2010/main" val="1165461510"/>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0x7FFF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TIMEOUT [16:1]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404813" y="269384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DAISIED DEVICE CHANNEL SIZE 1</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058603229"/>
              </p:ext>
            </p:extLst>
          </p:nvPr>
        </p:nvGraphicFramePr>
        <p:xfrm>
          <a:off x="404813" y="3433351"/>
          <a:ext cx="6045587" cy="1349280"/>
        </p:xfrm>
        <a:graphic>
          <a:graphicData uri="http://schemas.openxmlformats.org/drawingml/2006/table">
            <a:tbl>
              <a:tblPr firstRow="1" bandRow="1">
                <a:tableStyleId>{5C22544A-7EE6-4342-B048-85BDC9FD1C3A}</a:tableStyleId>
              </a:tblPr>
              <a:tblGrid>
                <a:gridCol w="434164">
                  <a:extLst>
                    <a:ext uri="{9D8B030D-6E8A-4147-A177-3AD203B41FA5}">
                      <a16:colId xmlns:a16="http://schemas.microsoft.com/office/drawing/2014/main" val="4170535043"/>
                    </a:ext>
                  </a:extLst>
                </a:gridCol>
                <a:gridCol w="1012935">
                  <a:extLst>
                    <a:ext uri="{9D8B030D-6E8A-4147-A177-3AD203B41FA5}">
                      <a16:colId xmlns:a16="http://schemas.microsoft.com/office/drawing/2014/main" val="2079070694"/>
                    </a:ext>
                  </a:extLst>
                </a:gridCol>
                <a:gridCol w="4598488">
                  <a:extLst>
                    <a:ext uri="{9D8B030D-6E8A-4147-A177-3AD203B41FA5}">
                      <a16:colId xmlns:a16="http://schemas.microsoft.com/office/drawing/2014/main" val="32595803"/>
                    </a:ext>
                  </a:extLst>
                </a:gridCol>
              </a:tblGrid>
              <a:tr h="28172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56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DAISY_DEV_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CH_SIZE 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how many channels of the XDRs daisied are activated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Every XDRs daisied must have the same number of active channels but the last device in daisy can have the different number of active channels.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DAISIED_DEV_CH_SIZE1 register value will have the same effect on all other channels.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value affects total number of LD data to each daisied XDR device. The number of LD data is multiplied value of DAISIED_DEV_CH_SIZE and LD_TYPE which is bit[2:0] of address ‘h06.</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2321044238"/>
              </p:ext>
            </p:extLst>
          </p:nvPr>
        </p:nvGraphicFramePr>
        <p:xfrm>
          <a:off x="404813" y="2960976"/>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DAISIED_DEV_CH_SIZE1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8203518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4813"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1</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874684590"/>
              </p:ext>
            </p:extLst>
          </p:nvPr>
        </p:nvGraphicFramePr>
        <p:xfrm>
          <a:off x="404813" y="6677609"/>
          <a:ext cx="6045020" cy="800640"/>
        </p:xfrm>
        <a:graphic>
          <a:graphicData uri="http://schemas.openxmlformats.org/drawingml/2006/table">
            <a:tbl>
              <a:tblPr firstRow="1" bandRow="1">
                <a:tableStyleId>{5C22544A-7EE6-4342-B048-85BDC9FD1C3A}</a:tableStyleId>
              </a:tblPr>
              <a:tblGrid>
                <a:gridCol w="434785">
                  <a:extLst>
                    <a:ext uri="{9D8B030D-6E8A-4147-A177-3AD203B41FA5}">
                      <a16:colId xmlns:a16="http://schemas.microsoft.com/office/drawing/2014/main" val="4170535043"/>
                    </a:ext>
                  </a:extLst>
                </a:gridCol>
                <a:gridCol w="1152975">
                  <a:extLst>
                    <a:ext uri="{9D8B030D-6E8A-4147-A177-3AD203B41FA5}">
                      <a16:colId xmlns:a16="http://schemas.microsoft.com/office/drawing/2014/main" val="2079070694"/>
                    </a:ext>
                  </a:extLst>
                </a:gridCol>
                <a:gridCol w="4457260">
                  <a:extLst>
                    <a:ext uri="{9D8B030D-6E8A-4147-A177-3AD203B41FA5}">
                      <a16:colId xmlns:a16="http://schemas.microsoft.com/office/drawing/2014/main" val="32595803"/>
                    </a:ext>
                  </a:extLst>
                </a:gridCol>
              </a:tblGrid>
              <a:tr h="237431">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87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14:10</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DAISY_SIZE_CHx</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should be set with a valid number for correct operating. The number means how many XD12R drivers are daisied in the corresponding channel. The maximum 31 XD12 drivers per channel can be daisied.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5" name="표 4">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1398227927"/>
              </p:ext>
            </p:extLst>
          </p:nvPr>
        </p:nvGraphicFramePr>
        <p:xfrm>
          <a:off x="404813" y="1114591"/>
          <a:ext cx="6048009" cy="372600"/>
        </p:xfrm>
        <a:graphic>
          <a:graphicData uri="http://schemas.openxmlformats.org/drawingml/2006/table">
            <a:tbl>
              <a:tblPr firstRow="1" bandRow="1">
                <a:tableStyleId>{5C22544A-7EE6-4342-B048-85BDC9FD1C3A}</a:tableStyleId>
              </a:tblPr>
              <a:tblGrid>
                <a:gridCol w="312971">
                  <a:extLst>
                    <a:ext uri="{9D8B030D-6E8A-4147-A177-3AD203B41FA5}">
                      <a16:colId xmlns:a16="http://schemas.microsoft.com/office/drawing/2014/main" val="3358603807"/>
                    </a:ext>
                  </a:extLst>
                </a:gridCol>
                <a:gridCol w="419726">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DAISY_SIZE_CH3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741A606B-7F1F-34B5-5361-C555438F2C8B}"/>
              </a:ext>
            </a:extLst>
          </p:cNvPr>
          <p:cNvSpPr txBox="1"/>
          <p:nvPr/>
        </p:nvSpPr>
        <p:spPr>
          <a:xfrm>
            <a:off x="404813" y="158252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2</a:t>
            </a:r>
          </a:p>
        </p:txBody>
      </p:sp>
      <p:graphicFrame>
        <p:nvGraphicFramePr>
          <p:cNvPr id="11" name="표 10">
            <a:extLst>
              <a:ext uri="{FF2B5EF4-FFF2-40B4-BE49-F238E27FC236}">
                <a16:creationId xmlns:a16="http://schemas.microsoft.com/office/drawing/2014/main" id="{F8500609-1C69-0F53-7ACF-EDBF462FF14A}"/>
              </a:ext>
            </a:extLst>
          </p:cNvPr>
          <p:cNvGraphicFramePr>
            <a:graphicFrameLocks noGrp="1"/>
          </p:cNvGraphicFramePr>
          <p:nvPr>
            <p:extLst>
              <p:ext uri="{D42A27DB-BD31-4B8C-83A1-F6EECF244321}">
                <p14:modId xmlns:p14="http://schemas.microsoft.com/office/powerpoint/2010/main" val="1687112347"/>
              </p:ext>
            </p:extLst>
          </p:nvPr>
        </p:nvGraphicFramePr>
        <p:xfrm>
          <a:off x="404813" y="1849962"/>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DAISY_SIZE_CH6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DAISY_SIZE_CH5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DAISY_SIZE_CH4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B84CDB35-3DBF-30A9-B862-142C4CB5EF03}"/>
              </a:ext>
            </a:extLst>
          </p:cNvPr>
          <p:cNvSpPr txBox="1"/>
          <p:nvPr/>
        </p:nvSpPr>
        <p:spPr>
          <a:xfrm>
            <a:off x="404813" y="231759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3</a:t>
            </a:r>
          </a:p>
        </p:txBody>
      </p:sp>
      <p:graphicFrame>
        <p:nvGraphicFramePr>
          <p:cNvPr id="14" name="표 13">
            <a:extLst>
              <a:ext uri="{FF2B5EF4-FFF2-40B4-BE49-F238E27FC236}">
                <a16:creationId xmlns:a16="http://schemas.microsoft.com/office/drawing/2014/main" id="{8EA13D04-5AE9-71CE-69D8-68865BE78DA1}"/>
              </a:ext>
            </a:extLst>
          </p:cNvPr>
          <p:cNvGraphicFramePr>
            <a:graphicFrameLocks noGrp="1"/>
          </p:cNvGraphicFramePr>
          <p:nvPr>
            <p:extLst>
              <p:ext uri="{D42A27DB-BD31-4B8C-83A1-F6EECF244321}">
                <p14:modId xmlns:p14="http://schemas.microsoft.com/office/powerpoint/2010/main" val="1128458922"/>
              </p:ext>
            </p:extLst>
          </p:nvPr>
        </p:nvGraphicFramePr>
        <p:xfrm>
          <a:off x="404813" y="2585333"/>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DAISY_SIZE_CH9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DAISY_SIZE_CH8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DAISY_SIZE_CH7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5" name="TextBox 14">
            <a:extLst>
              <a:ext uri="{FF2B5EF4-FFF2-40B4-BE49-F238E27FC236}">
                <a16:creationId xmlns:a16="http://schemas.microsoft.com/office/drawing/2014/main" id="{562037E5-9D51-1397-1FF4-BDB672E01080}"/>
              </a:ext>
            </a:extLst>
          </p:cNvPr>
          <p:cNvSpPr txBox="1"/>
          <p:nvPr/>
        </p:nvSpPr>
        <p:spPr>
          <a:xfrm>
            <a:off x="404813" y="3052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4</a:t>
            </a:r>
          </a:p>
        </p:txBody>
      </p:sp>
      <p:graphicFrame>
        <p:nvGraphicFramePr>
          <p:cNvPr id="16" name="표 15">
            <a:extLst>
              <a:ext uri="{FF2B5EF4-FFF2-40B4-BE49-F238E27FC236}">
                <a16:creationId xmlns:a16="http://schemas.microsoft.com/office/drawing/2014/main" id="{0894A712-090C-B9F2-0395-31579EF776E3}"/>
              </a:ext>
            </a:extLst>
          </p:cNvPr>
          <p:cNvGraphicFramePr>
            <a:graphicFrameLocks noGrp="1"/>
          </p:cNvGraphicFramePr>
          <p:nvPr>
            <p:extLst>
              <p:ext uri="{D42A27DB-BD31-4B8C-83A1-F6EECF244321}">
                <p14:modId xmlns:p14="http://schemas.microsoft.com/office/powerpoint/2010/main" val="1326884328"/>
              </p:ext>
            </p:extLst>
          </p:nvPr>
        </p:nvGraphicFramePr>
        <p:xfrm>
          <a:off x="404813" y="3320704"/>
          <a:ext cx="6048006" cy="372600"/>
        </p:xfrm>
        <a:graphic>
          <a:graphicData uri="http://schemas.openxmlformats.org/drawingml/2006/table">
            <a:tbl>
              <a:tblPr firstRow="1" bandRow="1">
                <a:tableStyleId>{5C22544A-7EE6-4342-B048-85BDC9FD1C3A}</a:tableStyleId>
              </a:tblPr>
              <a:tblGrid>
                <a:gridCol w="312969">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DAISY_SIZE_CH10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92C946AB-B0C1-C6CF-B326-39AA8E52BB6F}"/>
              </a:ext>
            </a:extLst>
          </p:cNvPr>
          <p:cNvSpPr txBox="1"/>
          <p:nvPr/>
        </p:nvSpPr>
        <p:spPr>
          <a:xfrm>
            <a:off x="404813" y="378773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5</a:t>
            </a:r>
          </a:p>
        </p:txBody>
      </p:sp>
      <p:graphicFrame>
        <p:nvGraphicFramePr>
          <p:cNvPr id="18" name="표 17">
            <a:extLst>
              <a:ext uri="{FF2B5EF4-FFF2-40B4-BE49-F238E27FC236}">
                <a16:creationId xmlns:a16="http://schemas.microsoft.com/office/drawing/2014/main" id="{0F4BFCA1-A8DE-3CF6-5934-0F4B0B1C4B87}"/>
              </a:ext>
            </a:extLst>
          </p:cNvPr>
          <p:cNvGraphicFramePr>
            <a:graphicFrameLocks noGrp="1"/>
          </p:cNvGraphicFramePr>
          <p:nvPr>
            <p:extLst>
              <p:ext uri="{D42A27DB-BD31-4B8C-83A1-F6EECF244321}">
                <p14:modId xmlns:p14="http://schemas.microsoft.com/office/powerpoint/2010/main" val="922616883"/>
              </p:ext>
            </p:extLst>
          </p:nvPr>
        </p:nvGraphicFramePr>
        <p:xfrm>
          <a:off x="404813" y="4056075"/>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DAISY_SIZE_CH15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DAISY_SIZE_CH14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DAISY_SIZE_CH13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9" name="TextBox 18">
            <a:extLst>
              <a:ext uri="{FF2B5EF4-FFF2-40B4-BE49-F238E27FC236}">
                <a16:creationId xmlns:a16="http://schemas.microsoft.com/office/drawing/2014/main" id="{99D9AF95-391B-D038-2A16-1212C99C12D4}"/>
              </a:ext>
            </a:extLst>
          </p:cNvPr>
          <p:cNvSpPr txBox="1"/>
          <p:nvPr/>
        </p:nvSpPr>
        <p:spPr>
          <a:xfrm>
            <a:off x="404813" y="452280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6</a:t>
            </a:r>
          </a:p>
        </p:txBody>
      </p:sp>
      <p:graphicFrame>
        <p:nvGraphicFramePr>
          <p:cNvPr id="20" name="표 19">
            <a:extLst>
              <a:ext uri="{FF2B5EF4-FFF2-40B4-BE49-F238E27FC236}">
                <a16:creationId xmlns:a16="http://schemas.microsoft.com/office/drawing/2014/main" id="{B5A0AB70-7F98-7DA3-90A1-CBA9E9685B9F}"/>
              </a:ext>
            </a:extLst>
          </p:cNvPr>
          <p:cNvGraphicFramePr>
            <a:graphicFrameLocks noGrp="1"/>
          </p:cNvGraphicFramePr>
          <p:nvPr>
            <p:extLst>
              <p:ext uri="{D42A27DB-BD31-4B8C-83A1-F6EECF244321}">
                <p14:modId xmlns:p14="http://schemas.microsoft.com/office/powerpoint/2010/main" val="1806001694"/>
              </p:ext>
            </p:extLst>
          </p:nvPr>
        </p:nvGraphicFramePr>
        <p:xfrm>
          <a:off x="404813" y="4791446"/>
          <a:ext cx="6048008" cy="372600"/>
        </p:xfrm>
        <a:graphic>
          <a:graphicData uri="http://schemas.openxmlformats.org/drawingml/2006/table">
            <a:tbl>
              <a:tblPr firstRow="1" bandRow="1">
                <a:tableStyleId>{5C22544A-7EE6-4342-B048-85BDC9FD1C3A}</a:tableStyleId>
              </a:tblPr>
              <a:tblGrid>
                <a:gridCol w="312971">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DAISY_SIZE_CH18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DAISY_SIZE_CH17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DAISY_SIZE_CH16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3" name="TextBox 22">
            <a:extLst>
              <a:ext uri="{FF2B5EF4-FFF2-40B4-BE49-F238E27FC236}">
                <a16:creationId xmlns:a16="http://schemas.microsoft.com/office/drawing/2014/main" id="{7450DF80-659E-8913-42A1-0942839B7767}"/>
              </a:ext>
            </a:extLst>
          </p:cNvPr>
          <p:cNvSpPr txBox="1"/>
          <p:nvPr/>
        </p:nvSpPr>
        <p:spPr>
          <a:xfrm>
            <a:off x="404813" y="525786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7</a:t>
            </a:r>
          </a:p>
        </p:txBody>
      </p:sp>
      <p:graphicFrame>
        <p:nvGraphicFramePr>
          <p:cNvPr id="24" name="표 23">
            <a:extLst>
              <a:ext uri="{FF2B5EF4-FFF2-40B4-BE49-F238E27FC236}">
                <a16:creationId xmlns:a16="http://schemas.microsoft.com/office/drawing/2014/main" id="{10FC60BF-5D1F-DCE7-AFC8-D0B7A0331BFC}"/>
              </a:ext>
            </a:extLst>
          </p:cNvPr>
          <p:cNvGraphicFramePr>
            <a:graphicFrameLocks noGrp="1"/>
          </p:cNvGraphicFramePr>
          <p:nvPr>
            <p:extLst>
              <p:ext uri="{D42A27DB-BD31-4B8C-83A1-F6EECF244321}">
                <p14:modId xmlns:p14="http://schemas.microsoft.com/office/powerpoint/2010/main" val="4284494103"/>
              </p:ext>
            </p:extLst>
          </p:nvPr>
        </p:nvGraphicFramePr>
        <p:xfrm>
          <a:off x="404813" y="5526817"/>
          <a:ext cx="6048008" cy="372600"/>
        </p:xfrm>
        <a:graphic>
          <a:graphicData uri="http://schemas.openxmlformats.org/drawingml/2006/table">
            <a:tbl>
              <a:tblPr firstRow="1" bandRow="1">
                <a:tableStyleId>{5C22544A-7EE6-4342-B048-85BDC9FD1C3A}</a:tableStyleId>
              </a:tblPr>
              <a:tblGrid>
                <a:gridCol w="312971">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DAISY_SIZE_CH20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DAISY_SIZE_CH19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6" name="TextBox 25">
            <a:extLst>
              <a:ext uri="{FF2B5EF4-FFF2-40B4-BE49-F238E27FC236}">
                <a16:creationId xmlns:a16="http://schemas.microsoft.com/office/drawing/2014/main" id="{0A2D9201-9280-C4A2-2ECE-F2D6B9664B5B}"/>
              </a:ext>
            </a:extLst>
          </p:cNvPr>
          <p:cNvSpPr txBox="1"/>
          <p:nvPr/>
        </p:nvSpPr>
        <p:spPr>
          <a:xfrm>
            <a:off x="404813" y="599294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8</a:t>
            </a:r>
          </a:p>
        </p:txBody>
      </p:sp>
      <p:graphicFrame>
        <p:nvGraphicFramePr>
          <p:cNvPr id="27" name="표 26">
            <a:extLst>
              <a:ext uri="{FF2B5EF4-FFF2-40B4-BE49-F238E27FC236}">
                <a16:creationId xmlns:a16="http://schemas.microsoft.com/office/drawing/2014/main" id="{A7475215-2077-CC7D-59B2-2F0E417D90E2}"/>
              </a:ext>
            </a:extLst>
          </p:cNvPr>
          <p:cNvGraphicFramePr>
            <a:graphicFrameLocks noGrp="1"/>
          </p:cNvGraphicFramePr>
          <p:nvPr>
            <p:extLst>
              <p:ext uri="{D42A27DB-BD31-4B8C-83A1-F6EECF244321}">
                <p14:modId xmlns:p14="http://schemas.microsoft.com/office/powerpoint/2010/main" val="3716496287"/>
              </p:ext>
            </p:extLst>
          </p:nvPr>
        </p:nvGraphicFramePr>
        <p:xfrm>
          <a:off x="404813" y="6262187"/>
          <a:ext cx="6047990" cy="372600"/>
        </p:xfrm>
        <a:graphic>
          <a:graphicData uri="http://schemas.openxmlformats.org/drawingml/2006/table">
            <a:tbl>
              <a:tblPr firstRow="1" bandRow="1">
                <a:tableStyleId>{5C22544A-7EE6-4342-B048-85BDC9FD1C3A}</a:tableStyleId>
              </a:tblPr>
              <a:tblGrid>
                <a:gridCol w="312969">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DAISY_SIZE_CH24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DAISY_SIZE_CH23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1974256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a:cxnSpLocks/>
          </p:cNvCxnSpPr>
          <p:nvPr/>
        </p:nvCxnSpPr>
        <p:spPr>
          <a:xfrm>
            <a:off x="404813" y="636695"/>
            <a:ext cx="6048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4813"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a:t>
            </a:r>
          </a:p>
        </p:txBody>
      </p:sp>
      <p:graphicFrame>
        <p:nvGraphicFramePr>
          <p:cNvPr id="5" name="표 4">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3465823778"/>
              </p:ext>
            </p:extLst>
          </p:nvPr>
        </p:nvGraphicFramePr>
        <p:xfrm>
          <a:off x="404813" y="1114591"/>
          <a:ext cx="6047991"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1877D7B1-7FAB-0444-5DCC-0A81E63C8A9B}"/>
              </a:ext>
            </a:extLst>
          </p:cNvPr>
          <p:cNvSpPr txBox="1"/>
          <p:nvPr/>
        </p:nvSpPr>
        <p:spPr>
          <a:xfrm>
            <a:off x="404813" y="17533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2</a:t>
            </a:r>
          </a:p>
        </p:txBody>
      </p:sp>
      <p:graphicFrame>
        <p:nvGraphicFramePr>
          <p:cNvPr id="7" name="표 6">
            <a:extLst>
              <a:ext uri="{FF2B5EF4-FFF2-40B4-BE49-F238E27FC236}">
                <a16:creationId xmlns:a16="http://schemas.microsoft.com/office/drawing/2014/main" id="{39F4AFDB-5ECE-314A-7322-DE0AE981724E}"/>
              </a:ext>
            </a:extLst>
          </p:cNvPr>
          <p:cNvGraphicFramePr>
            <a:graphicFrameLocks noGrp="1"/>
          </p:cNvGraphicFramePr>
          <p:nvPr>
            <p:extLst>
              <p:ext uri="{D42A27DB-BD31-4B8C-83A1-F6EECF244321}">
                <p14:modId xmlns:p14="http://schemas.microsoft.com/office/powerpoint/2010/main" val="2023984957"/>
              </p:ext>
            </p:extLst>
          </p:nvPr>
        </p:nvGraphicFramePr>
        <p:xfrm>
          <a:off x="404813" y="2020140"/>
          <a:ext cx="6048005" cy="372600"/>
        </p:xfrm>
        <a:graphic>
          <a:graphicData uri="http://schemas.openxmlformats.org/drawingml/2006/table">
            <a:tbl>
              <a:tblPr firstRow="1" bandRow="1">
                <a:tableStyleId>{5C22544A-7EE6-4342-B048-85BDC9FD1C3A}</a:tableStyleId>
              </a:tblPr>
              <a:tblGrid>
                <a:gridCol w="312969">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BLOCK_SIZE_CH4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BLOCK_SIZE_CH3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0" name="TextBox 9">
            <a:extLst>
              <a:ext uri="{FF2B5EF4-FFF2-40B4-BE49-F238E27FC236}">
                <a16:creationId xmlns:a16="http://schemas.microsoft.com/office/drawing/2014/main" id="{9FBA0E3B-0B66-E938-BAF0-FD153359623B}"/>
              </a:ext>
            </a:extLst>
          </p:cNvPr>
          <p:cNvSpPr txBox="1"/>
          <p:nvPr/>
        </p:nvSpPr>
        <p:spPr>
          <a:xfrm>
            <a:off x="404813" y="265931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3</a:t>
            </a:r>
          </a:p>
        </p:txBody>
      </p:sp>
      <p:graphicFrame>
        <p:nvGraphicFramePr>
          <p:cNvPr id="28" name="표 27">
            <a:extLst>
              <a:ext uri="{FF2B5EF4-FFF2-40B4-BE49-F238E27FC236}">
                <a16:creationId xmlns:a16="http://schemas.microsoft.com/office/drawing/2014/main" id="{E7093E2D-76E5-DAA2-A2BE-AEC29536A80E}"/>
              </a:ext>
            </a:extLst>
          </p:cNvPr>
          <p:cNvGraphicFramePr>
            <a:graphicFrameLocks noGrp="1"/>
          </p:cNvGraphicFramePr>
          <p:nvPr>
            <p:extLst>
              <p:ext uri="{D42A27DB-BD31-4B8C-83A1-F6EECF244321}">
                <p14:modId xmlns:p14="http://schemas.microsoft.com/office/powerpoint/2010/main" val="73887108"/>
              </p:ext>
            </p:extLst>
          </p:nvPr>
        </p:nvGraphicFramePr>
        <p:xfrm>
          <a:off x="404813" y="2925689"/>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BLOCK_SIZE_CH6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BLOCK_SIZE_CH5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9" name="TextBox 28">
            <a:extLst>
              <a:ext uri="{FF2B5EF4-FFF2-40B4-BE49-F238E27FC236}">
                <a16:creationId xmlns:a16="http://schemas.microsoft.com/office/drawing/2014/main" id="{5F87CBB7-D132-45E7-29AD-97C71ACA01A5}"/>
              </a:ext>
            </a:extLst>
          </p:cNvPr>
          <p:cNvSpPr txBox="1"/>
          <p:nvPr/>
        </p:nvSpPr>
        <p:spPr>
          <a:xfrm>
            <a:off x="404813" y="356523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4</a:t>
            </a:r>
          </a:p>
        </p:txBody>
      </p:sp>
      <p:graphicFrame>
        <p:nvGraphicFramePr>
          <p:cNvPr id="30" name="표 29">
            <a:extLst>
              <a:ext uri="{FF2B5EF4-FFF2-40B4-BE49-F238E27FC236}">
                <a16:creationId xmlns:a16="http://schemas.microsoft.com/office/drawing/2014/main" id="{148E404B-6134-C70C-CCA8-67B4ACF42683}"/>
              </a:ext>
            </a:extLst>
          </p:cNvPr>
          <p:cNvGraphicFramePr>
            <a:graphicFrameLocks noGrp="1"/>
          </p:cNvGraphicFramePr>
          <p:nvPr>
            <p:extLst>
              <p:ext uri="{D42A27DB-BD31-4B8C-83A1-F6EECF244321}">
                <p14:modId xmlns:p14="http://schemas.microsoft.com/office/powerpoint/2010/main" val="1851082378"/>
              </p:ext>
            </p:extLst>
          </p:nvPr>
        </p:nvGraphicFramePr>
        <p:xfrm>
          <a:off x="404813" y="3831238"/>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BLOCK_SIZE_CH8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BLOCK_SIZE_CH7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1" name="TextBox 30">
            <a:extLst>
              <a:ext uri="{FF2B5EF4-FFF2-40B4-BE49-F238E27FC236}">
                <a16:creationId xmlns:a16="http://schemas.microsoft.com/office/drawing/2014/main" id="{50D1E30B-1C2A-35A8-214D-1CFBE8758609}"/>
              </a:ext>
            </a:extLst>
          </p:cNvPr>
          <p:cNvSpPr txBox="1"/>
          <p:nvPr/>
        </p:nvSpPr>
        <p:spPr>
          <a:xfrm>
            <a:off x="404813" y="44711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5</a:t>
            </a:r>
          </a:p>
        </p:txBody>
      </p:sp>
      <p:graphicFrame>
        <p:nvGraphicFramePr>
          <p:cNvPr id="32" name="표 31">
            <a:extLst>
              <a:ext uri="{FF2B5EF4-FFF2-40B4-BE49-F238E27FC236}">
                <a16:creationId xmlns:a16="http://schemas.microsoft.com/office/drawing/2014/main" id="{A81BF932-DDCA-87A6-87AB-4A488C150498}"/>
              </a:ext>
            </a:extLst>
          </p:cNvPr>
          <p:cNvGraphicFramePr>
            <a:graphicFrameLocks noGrp="1"/>
          </p:cNvGraphicFramePr>
          <p:nvPr>
            <p:extLst>
              <p:ext uri="{D42A27DB-BD31-4B8C-83A1-F6EECF244321}">
                <p14:modId xmlns:p14="http://schemas.microsoft.com/office/powerpoint/2010/main" val="1979093454"/>
              </p:ext>
            </p:extLst>
          </p:nvPr>
        </p:nvGraphicFramePr>
        <p:xfrm>
          <a:off x="404813" y="4736787"/>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BLOCK_SIZE_CH10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BLOCK_SIZE_CH9[7:0]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3" name="TextBox 32">
            <a:extLst>
              <a:ext uri="{FF2B5EF4-FFF2-40B4-BE49-F238E27FC236}">
                <a16:creationId xmlns:a16="http://schemas.microsoft.com/office/drawing/2014/main" id="{15FA57B3-495D-69FA-2722-4F2D89AA4D10}"/>
              </a:ext>
            </a:extLst>
          </p:cNvPr>
          <p:cNvSpPr txBox="1"/>
          <p:nvPr/>
        </p:nvSpPr>
        <p:spPr>
          <a:xfrm>
            <a:off x="404813" y="537709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6</a:t>
            </a:r>
          </a:p>
        </p:txBody>
      </p:sp>
      <p:graphicFrame>
        <p:nvGraphicFramePr>
          <p:cNvPr id="34" name="표 33">
            <a:extLst>
              <a:ext uri="{FF2B5EF4-FFF2-40B4-BE49-F238E27FC236}">
                <a16:creationId xmlns:a16="http://schemas.microsoft.com/office/drawing/2014/main" id="{BCD59BB8-33FC-9080-FD20-F737CA78FF7B}"/>
              </a:ext>
            </a:extLst>
          </p:cNvPr>
          <p:cNvGraphicFramePr>
            <a:graphicFrameLocks noGrp="1"/>
          </p:cNvGraphicFramePr>
          <p:nvPr>
            <p:extLst>
              <p:ext uri="{D42A27DB-BD31-4B8C-83A1-F6EECF244321}">
                <p14:modId xmlns:p14="http://schemas.microsoft.com/office/powerpoint/2010/main" val="661474604"/>
              </p:ext>
            </p:extLst>
          </p:nvPr>
        </p:nvGraphicFramePr>
        <p:xfrm>
          <a:off x="404813" y="5642336"/>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BLOCK_SIZE_CH12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BLOCK_SIZE_CH11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5" name="TextBox 34">
            <a:extLst>
              <a:ext uri="{FF2B5EF4-FFF2-40B4-BE49-F238E27FC236}">
                <a16:creationId xmlns:a16="http://schemas.microsoft.com/office/drawing/2014/main" id="{7B248943-C693-3A59-5544-9F2DC8BAC1ED}"/>
              </a:ext>
            </a:extLst>
          </p:cNvPr>
          <p:cNvSpPr txBox="1"/>
          <p:nvPr/>
        </p:nvSpPr>
        <p:spPr>
          <a:xfrm>
            <a:off x="404813" y="628301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7</a:t>
            </a:r>
          </a:p>
        </p:txBody>
      </p:sp>
      <p:graphicFrame>
        <p:nvGraphicFramePr>
          <p:cNvPr id="36" name="표 35">
            <a:extLst>
              <a:ext uri="{FF2B5EF4-FFF2-40B4-BE49-F238E27FC236}">
                <a16:creationId xmlns:a16="http://schemas.microsoft.com/office/drawing/2014/main" id="{F4FCF8F1-4C08-A8BA-C0E8-B47487420BC4}"/>
              </a:ext>
            </a:extLst>
          </p:cNvPr>
          <p:cNvGraphicFramePr>
            <a:graphicFrameLocks noGrp="1"/>
          </p:cNvGraphicFramePr>
          <p:nvPr>
            <p:extLst>
              <p:ext uri="{D42A27DB-BD31-4B8C-83A1-F6EECF244321}">
                <p14:modId xmlns:p14="http://schemas.microsoft.com/office/powerpoint/2010/main" val="1106793221"/>
              </p:ext>
            </p:extLst>
          </p:nvPr>
        </p:nvGraphicFramePr>
        <p:xfrm>
          <a:off x="404813" y="6547885"/>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BLOCK_SIZE_CH14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BLOCK_SIZE_CH13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7" name="TextBox 36">
            <a:extLst>
              <a:ext uri="{FF2B5EF4-FFF2-40B4-BE49-F238E27FC236}">
                <a16:creationId xmlns:a16="http://schemas.microsoft.com/office/drawing/2014/main" id="{986D6FA2-69F0-7A68-3A16-4814FB933E95}"/>
              </a:ext>
            </a:extLst>
          </p:cNvPr>
          <p:cNvSpPr txBox="1"/>
          <p:nvPr/>
        </p:nvSpPr>
        <p:spPr>
          <a:xfrm>
            <a:off x="404813" y="718894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8</a:t>
            </a:r>
          </a:p>
        </p:txBody>
      </p:sp>
      <p:graphicFrame>
        <p:nvGraphicFramePr>
          <p:cNvPr id="38" name="표 37">
            <a:extLst>
              <a:ext uri="{FF2B5EF4-FFF2-40B4-BE49-F238E27FC236}">
                <a16:creationId xmlns:a16="http://schemas.microsoft.com/office/drawing/2014/main" id="{C6DDD468-EB63-37BE-AFFF-C55D8C6BBF58}"/>
              </a:ext>
            </a:extLst>
          </p:cNvPr>
          <p:cNvGraphicFramePr>
            <a:graphicFrameLocks noGrp="1"/>
          </p:cNvGraphicFramePr>
          <p:nvPr>
            <p:extLst>
              <p:ext uri="{D42A27DB-BD31-4B8C-83A1-F6EECF244321}">
                <p14:modId xmlns:p14="http://schemas.microsoft.com/office/powerpoint/2010/main" val="2983078404"/>
              </p:ext>
            </p:extLst>
          </p:nvPr>
        </p:nvGraphicFramePr>
        <p:xfrm>
          <a:off x="404813" y="7453434"/>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BLOCK_SIZE_CH16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BLOCK_SIZE_CH15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9" name="TextBox 38">
            <a:extLst>
              <a:ext uri="{FF2B5EF4-FFF2-40B4-BE49-F238E27FC236}">
                <a16:creationId xmlns:a16="http://schemas.microsoft.com/office/drawing/2014/main" id="{968CD3A8-5E29-2C3A-8B85-D3E9056781BF}"/>
              </a:ext>
            </a:extLst>
          </p:cNvPr>
          <p:cNvSpPr txBox="1"/>
          <p:nvPr/>
        </p:nvSpPr>
        <p:spPr>
          <a:xfrm>
            <a:off x="404813" y="809487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9</a:t>
            </a:r>
          </a:p>
        </p:txBody>
      </p:sp>
      <p:graphicFrame>
        <p:nvGraphicFramePr>
          <p:cNvPr id="40" name="표 39">
            <a:extLst>
              <a:ext uri="{FF2B5EF4-FFF2-40B4-BE49-F238E27FC236}">
                <a16:creationId xmlns:a16="http://schemas.microsoft.com/office/drawing/2014/main" id="{BBD14664-5C9C-CE0C-E819-226A3BCE0B33}"/>
              </a:ext>
            </a:extLst>
          </p:cNvPr>
          <p:cNvGraphicFramePr>
            <a:graphicFrameLocks noGrp="1"/>
          </p:cNvGraphicFramePr>
          <p:nvPr>
            <p:extLst>
              <p:ext uri="{D42A27DB-BD31-4B8C-83A1-F6EECF244321}">
                <p14:modId xmlns:p14="http://schemas.microsoft.com/office/powerpoint/2010/main" val="819226044"/>
              </p:ext>
            </p:extLst>
          </p:nvPr>
        </p:nvGraphicFramePr>
        <p:xfrm>
          <a:off x="404813" y="8358980"/>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BLOCK_SIZE_CH18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BLOCK_SIZE_CH17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9117088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25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10</a:t>
            </a:r>
          </a:p>
        </p:txBody>
      </p:sp>
      <p:graphicFrame>
        <p:nvGraphicFramePr>
          <p:cNvPr id="5" name="표 4">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2715804488"/>
              </p:ext>
            </p:extLst>
          </p:nvPr>
        </p:nvGraphicFramePr>
        <p:xfrm>
          <a:off x="399252" y="1115120"/>
          <a:ext cx="6047991"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BLOCK_SIZE_CH20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BLOCK_SIZE_CH19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EAB16208-E93A-57F1-0F6A-4E4243D7B9FC}"/>
              </a:ext>
            </a:extLst>
          </p:cNvPr>
          <p:cNvSpPr txBox="1"/>
          <p:nvPr/>
        </p:nvSpPr>
        <p:spPr>
          <a:xfrm>
            <a:off x="399252" y="175324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11</a:t>
            </a:r>
          </a:p>
        </p:txBody>
      </p:sp>
      <p:graphicFrame>
        <p:nvGraphicFramePr>
          <p:cNvPr id="11" name="표 10">
            <a:extLst>
              <a:ext uri="{FF2B5EF4-FFF2-40B4-BE49-F238E27FC236}">
                <a16:creationId xmlns:a16="http://schemas.microsoft.com/office/drawing/2014/main" id="{E51263A7-588F-9E89-A153-389192759A65}"/>
              </a:ext>
            </a:extLst>
          </p:cNvPr>
          <p:cNvGraphicFramePr>
            <a:graphicFrameLocks noGrp="1"/>
          </p:cNvGraphicFramePr>
          <p:nvPr>
            <p:extLst>
              <p:ext uri="{D42A27DB-BD31-4B8C-83A1-F6EECF244321}">
                <p14:modId xmlns:p14="http://schemas.microsoft.com/office/powerpoint/2010/main" val="1235866388"/>
              </p:ext>
            </p:extLst>
          </p:nvPr>
        </p:nvGraphicFramePr>
        <p:xfrm>
          <a:off x="399252" y="2020105"/>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BLOCK_SIZE_CH22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BLOCK_SIZE_CH21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2" name="TextBox 11">
            <a:extLst>
              <a:ext uri="{FF2B5EF4-FFF2-40B4-BE49-F238E27FC236}">
                <a16:creationId xmlns:a16="http://schemas.microsoft.com/office/drawing/2014/main" id="{8273997B-3A1B-BA1D-A4A4-B99AD8721645}"/>
              </a:ext>
            </a:extLst>
          </p:cNvPr>
          <p:cNvSpPr txBox="1"/>
          <p:nvPr/>
        </p:nvSpPr>
        <p:spPr>
          <a:xfrm>
            <a:off x="399252" y="265901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12</a:t>
            </a:r>
          </a:p>
        </p:txBody>
      </p:sp>
      <p:graphicFrame>
        <p:nvGraphicFramePr>
          <p:cNvPr id="13" name="표 12">
            <a:extLst>
              <a:ext uri="{FF2B5EF4-FFF2-40B4-BE49-F238E27FC236}">
                <a16:creationId xmlns:a16="http://schemas.microsoft.com/office/drawing/2014/main" id="{1BC1959C-4014-9D72-2CA6-7FFF552E99A3}"/>
              </a:ext>
            </a:extLst>
          </p:cNvPr>
          <p:cNvGraphicFramePr>
            <a:graphicFrameLocks noGrp="1"/>
          </p:cNvGraphicFramePr>
          <p:nvPr>
            <p:extLst>
              <p:ext uri="{D42A27DB-BD31-4B8C-83A1-F6EECF244321}">
                <p14:modId xmlns:p14="http://schemas.microsoft.com/office/powerpoint/2010/main" val="2278374623"/>
              </p:ext>
            </p:extLst>
          </p:nvPr>
        </p:nvGraphicFramePr>
        <p:xfrm>
          <a:off x="399252" y="2925091"/>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BLOCK_SIZE_CH24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BLOCK_SIZE_CH23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6" name="표 15">
            <a:extLst>
              <a:ext uri="{FF2B5EF4-FFF2-40B4-BE49-F238E27FC236}">
                <a16:creationId xmlns:a16="http://schemas.microsoft.com/office/drawing/2014/main" id="{0F6F46DA-2509-D98C-5506-D36B38F7A9C2}"/>
              </a:ext>
            </a:extLst>
          </p:cNvPr>
          <p:cNvGraphicFramePr>
            <a:graphicFrameLocks noGrp="1"/>
          </p:cNvGraphicFramePr>
          <p:nvPr>
            <p:extLst>
              <p:ext uri="{D42A27DB-BD31-4B8C-83A1-F6EECF244321}">
                <p14:modId xmlns:p14="http://schemas.microsoft.com/office/powerpoint/2010/main" val="3676492795"/>
              </p:ext>
            </p:extLst>
          </p:nvPr>
        </p:nvGraphicFramePr>
        <p:xfrm>
          <a:off x="399252" y="3347733"/>
          <a:ext cx="6037275" cy="937800"/>
        </p:xfrm>
        <a:graphic>
          <a:graphicData uri="http://schemas.openxmlformats.org/drawingml/2006/table">
            <a:tbl>
              <a:tblPr firstRow="1" bandRow="1">
                <a:tableStyleId>{5C22544A-7EE6-4342-B048-85BDC9FD1C3A}</a:tableStyleId>
              </a:tblPr>
              <a:tblGrid>
                <a:gridCol w="434581">
                  <a:extLst>
                    <a:ext uri="{9D8B030D-6E8A-4147-A177-3AD203B41FA5}">
                      <a16:colId xmlns:a16="http://schemas.microsoft.com/office/drawing/2014/main" val="4170535043"/>
                    </a:ext>
                  </a:extLst>
                </a:gridCol>
                <a:gridCol w="1101672">
                  <a:extLst>
                    <a:ext uri="{9D8B030D-6E8A-4147-A177-3AD203B41FA5}">
                      <a16:colId xmlns:a16="http://schemas.microsoft.com/office/drawing/2014/main" val="2079070694"/>
                    </a:ext>
                  </a:extLst>
                </a:gridCol>
                <a:gridCol w="4501022">
                  <a:extLst>
                    <a:ext uri="{9D8B030D-6E8A-4147-A177-3AD203B41FA5}">
                      <a16:colId xmlns:a16="http://schemas.microsoft.com/office/drawing/2014/main" val="32595803"/>
                    </a:ext>
                  </a:extLst>
                </a:gridCol>
              </a:tblGrid>
              <a:tr h="20652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600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BLOCK_SIZE_CHx</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should be set with a valid number for correct operating. The number means how many block zones are daisied in the corresponding channel. The maximum 255 block zones per channel can be daisied.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should be same as XDR daisy size multiplied by DAISIED_DEV_CH_SIZE.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Tree>
    <p:extLst>
      <p:ext uri="{BB962C8B-B14F-4D97-AF65-F5344CB8AC3E}">
        <p14:creationId xmlns:p14="http://schemas.microsoft.com/office/powerpoint/2010/main" val="39677360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640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CHANNEL ENABLE 1</a:t>
            </a:r>
          </a:p>
        </p:txBody>
      </p:sp>
      <p:graphicFrame>
        <p:nvGraphicFramePr>
          <p:cNvPr id="16" name="표 15">
            <a:extLst>
              <a:ext uri="{FF2B5EF4-FFF2-40B4-BE49-F238E27FC236}">
                <a16:creationId xmlns:a16="http://schemas.microsoft.com/office/drawing/2014/main" id="{0F6F46DA-2509-D98C-5506-D36B38F7A9C2}"/>
              </a:ext>
            </a:extLst>
          </p:cNvPr>
          <p:cNvGraphicFramePr>
            <a:graphicFrameLocks noGrp="1"/>
          </p:cNvGraphicFramePr>
          <p:nvPr>
            <p:extLst>
              <p:ext uri="{D42A27DB-BD31-4B8C-83A1-F6EECF244321}">
                <p14:modId xmlns:p14="http://schemas.microsoft.com/office/powerpoint/2010/main" val="887817344"/>
              </p:ext>
            </p:extLst>
          </p:nvPr>
        </p:nvGraphicFramePr>
        <p:xfrm>
          <a:off x="397938" y="1940950"/>
          <a:ext cx="6048000" cy="201482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69766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CHx_EN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bits should be set if the corresponding channels are to be used, but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can</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not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be</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set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if</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any</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is</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not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used.  The number of enabled channels in these registers does not need to match the LD_SIZE value. It is careful that the number of enabled channels should be the same as the LD_SIZE and CH_SIZE value, but the number can be smaller than the LD_SIZE value like the special mapping below.</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3" name="표 22">
            <a:extLst>
              <a:ext uri="{FF2B5EF4-FFF2-40B4-BE49-F238E27FC236}">
                <a16:creationId xmlns:a16="http://schemas.microsoft.com/office/drawing/2014/main" id="{CFCC0CA4-FE21-64E8-01A0-798FD0763784}"/>
              </a:ext>
            </a:extLst>
          </p:cNvPr>
          <p:cNvGraphicFramePr>
            <a:graphicFrameLocks noGrp="1"/>
          </p:cNvGraphicFramePr>
          <p:nvPr>
            <p:extLst>
              <p:ext uri="{D42A27DB-BD31-4B8C-83A1-F6EECF244321}">
                <p14:modId xmlns:p14="http://schemas.microsoft.com/office/powerpoint/2010/main" val="2350058403"/>
              </p:ext>
            </p:extLst>
          </p:nvPr>
        </p:nvGraphicFramePr>
        <p:xfrm>
          <a:off x="397938" y="1113571"/>
          <a:ext cx="6047996"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CH16_EN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CH15_EN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CH14_EN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CH13_EN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CH10_EN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CH9_EN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D41D5382-F3B1-B661-03A7-D602C5B5014F}"/>
              </a:ext>
            </a:extLst>
          </p:cNvPr>
          <p:cNvGraphicFramePr>
            <a:graphicFrameLocks noGrp="1"/>
          </p:cNvGraphicFramePr>
          <p:nvPr>
            <p:extLst>
              <p:ext uri="{D42A27DB-BD31-4B8C-83A1-F6EECF244321}">
                <p14:modId xmlns:p14="http://schemas.microsoft.com/office/powerpoint/2010/main" val="3344974450"/>
              </p:ext>
            </p:extLst>
          </p:nvPr>
        </p:nvGraphicFramePr>
        <p:xfrm>
          <a:off x="397938" y="1525780"/>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CH8_EN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CH7_EN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CH6_EN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CH5_EN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CH4_EN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CH3_EN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0" name="TextBox 29">
            <a:extLst>
              <a:ext uri="{FF2B5EF4-FFF2-40B4-BE49-F238E27FC236}">
                <a16:creationId xmlns:a16="http://schemas.microsoft.com/office/drawing/2014/main" id="{D7591E81-9DE3-58EB-03F5-77DB1E92AE24}"/>
              </a:ext>
            </a:extLst>
          </p:cNvPr>
          <p:cNvSpPr txBox="1"/>
          <p:nvPr/>
        </p:nvSpPr>
        <p:spPr>
          <a:xfrm>
            <a:off x="397938" y="446233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CHANNEL ENABLE 2</a:t>
            </a:r>
          </a:p>
        </p:txBody>
      </p:sp>
      <p:graphicFrame>
        <p:nvGraphicFramePr>
          <p:cNvPr id="31" name="표 30">
            <a:extLst>
              <a:ext uri="{FF2B5EF4-FFF2-40B4-BE49-F238E27FC236}">
                <a16:creationId xmlns:a16="http://schemas.microsoft.com/office/drawing/2014/main" id="{C371C1AF-0CB3-63E7-59C0-6F9AD732799E}"/>
              </a:ext>
            </a:extLst>
          </p:cNvPr>
          <p:cNvGraphicFramePr>
            <a:graphicFrameLocks noGrp="1"/>
          </p:cNvGraphicFramePr>
          <p:nvPr>
            <p:extLst>
              <p:ext uri="{D42A27DB-BD31-4B8C-83A1-F6EECF244321}">
                <p14:modId xmlns:p14="http://schemas.microsoft.com/office/powerpoint/2010/main" val="553337772"/>
              </p:ext>
            </p:extLst>
          </p:nvPr>
        </p:nvGraphicFramePr>
        <p:xfrm>
          <a:off x="397938" y="5617094"/>
          <a:ext cx="6048000" cy="2417177"/>
        </p:xfrm>
        <a:graphic>
          <a:graphicData uri="http://schemas.openxmlformats.org/drawingml/2006/table">
            <a:tbl>
              <a:tblPr firstRow="1" bandRow="1">
                <a:tableStyleId>{5C22544A-7EE6-4342-B048-85BDC9FD1C3A}</a:tableStyleId>
              </a:tblPr>
              <a:tblGrid>
                <a:gridCol w="435782">
                  <a:extLst>
                    <a:ext uri="{9D8B030D-6E8A-4147-A177-3AD203B41FA5}">
                      <a16:colId xmlns:a16="http://schemas.microsoft.com/office/drawing/2014/main" val="4170535043"/>
                    </a:ext>
                  </a:extLst>
                </a:gridCol>
                <a:gridCol w="979638">
                  <a:extLst>
                    <a:ext uri="{9D8B030D-6E8A-4147-A177-3AD203B41FA5}">
                      <a16:colId xmlns:a16="http://schemas.microsoft.com/office/drawing/2014/main" val="2079070694"/>
                    </a:ext>
                  </a:extLst>
                </a:gridCol>
                <a:gridCol w="4632580">
                  <a:extLst>
                    <a:ext uri="{9D8B030D-6E8A-4147-A177-3AD203B41FA5}">
                      <a16:colId xmlns:a16="http://schemas.microsoft.com/office/drawing/2014/main" val="32595803"/>
                    </a:ext>
                  </a:extLst>
                </a:gridCol>
              </a:tblGrid>
              <a:tr h="32817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0041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LD_WIDTH</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bits represent the number of bits contained in one LD data in one block zone.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2’b00 : 24 bits/block  (even if the 24 bits/block are transferred in SPI interface, the valid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bits are PAM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 bits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and PWM 14 bits)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2’b01 : 24 bits/block, PAM 10 bits + PWM 11 bits.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2’b10 : 24 bits/block, PAM 10 bits + PWM 12 bits.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2’b11 : 16 bits/block</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85022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CH_SIZE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LD data size of one line to be transmitted through the SPI interface. </a:t>
                      </a:r>
                      <a:r>
                        <a:rPr lang="en-US" altLang="ko-KR" sz="900" b="0" dirty="0">
                          <a:solidFill>
                            <a:schemeClr val="tx1"/>
                          </a:solidFill>
                          <a:latin typeface="Arial" panose="020B0604020202020204" pitchFamily="34" charset="0"/>
                          <a:ea typeface="+mn-ea"/>
                          <a:cs typeface="Arial" panose="020B0604020202020204" pitchFamily="34" charset="0"/>
                        </a:rPr>
                        <a:t>This value is not needed to match with the number of enabled channels in the CHANNEL ENABLE register, but it keeps in mind that the LD data to be transmitted will be mapped </a:t>
                      </a:r>
                      <a:r>
                        <a:rPr lang="en-US" altLang="ko-KR" sz="900" b="0" i="1" dirty="0">
                          <a:solidFill>
                            <a:schemeClr val="tx1"/>
                          </a:solidFill>
                          <a:latin typeface="Arial" panose="020B0604020202020204" pitchFamily="34" charset="0"/>
                          <a:ea typeface="+mn-ea"/>
                          <a:cs typeface="Arial" panose="020B0604020202020204" pitchFamily="34" charset="0"/>
                        </a:rPr>
                        <a:t>sequentially from channel 1 to channel n regardless of the corresponded CHx_EN bit activation</a:t>
                      </a:r>
                      <a:r>
                        <a:rPr lang="en-US" altLang="ko-KR" sz="900" b="0" dirty="0">
                          <a:solidFill>
                            <a:schemeClr val="tx1"/>
                          </a:solidFill>
                          <a:latin typeface="Arial" panose="020B0604020202020204" pitchFamily="34" charset="0"/>
                          <a:ea typeface="+mn-ea"/>
                          <a:cs typeface="Arial" panose="020B0604020202020204" pitchFamily="34" charset="0"/>
                        </a:rPr>
                        <a: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98616"/>
                  </a:ext>
                </a:extLst>
              </a:tr>
              <a:tr h="23466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CHx_EN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same as above CHANNEL ENABLE 1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8637668"/>
                  </a:ext>
                </a:extLst>
              </a:tr>
            </a:tbl>
          </a:graphicData>
        </a:graphic>
      </p:graphicFrame>
      <p:graphicFrame>
        <p:nvGraphicFramePr>
          <p:cNvPr id="33" name="표 32">
            <a:extLst>
              <a:ext uri="{FF2B5EF4-FFF2-40B4-BE49-F238E27FC236}">
                <a16:creationId xmlns:a16="http://schemas.microsoft.com/office/drawing/2014/main" id="{2945A74B-B51A-7C17-AD78-B91F9BAD9EF6}"/>
              </a:ext>
            </a:extLst>
          </p:cNvPr>
          <p:cNvGraphicFramePr>
            <a:graphicFrameLocks noGrp="1"/>
          </p:cNvGraphicFramePr>
          <p:nvPr>
            <p:extLst>
              <p:ext uri="{D42A27DB-BD31-4B8C-83A1-F6EECF244321}">
                <p14:modId xmlns:p14="http://schemas.microsoft.com/office/powerpoint/2010/main" val="443569681"/>
              </p:ext>
            </p:extLst>
          </p:nvPr>
        </p:nvGraphicFramePr>
        <p:xfrm>
          <a:off x="397938" y="5199826"/>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CH24_EN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CH23_EN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CH20_EN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CH19_EN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CH18_EN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CH17_EN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34" name="표 33">
            <a:extLst>
              <a:ext uri="{FF2B5EF4-FFF2-40B4-BE49-F238E27FC236}">
                <a16:creationId xmlns:a16="http://schemas.microsoft.com/office/drawing/2014/main" id="{49F342FB-1BD8-6F54-D9EB-499910C89789}"/>
              </a:ext>
            </a:extLst>
          </p:cNvPr>
          <p:cNvGraphicFramePr>
            <a:graphicFrameLocks noGrp="1"/>
          </p:cNvGraphicFramePr>
          <p:nvPr>
            <p:extLst>
              <p:ext uri="{D42A27DB-BD31-4B8C-83A1-F6EECF244321}">
                <p14:modId xmlns:p14="http://schemas.microsoft.com/office/powerpoint/2010/main" val="4267685364"/>
              </p:ext>
            </p:extLst>
          </p:nvPr>
        </p:nvGraphicFramePr>
        <p:xfrm>
          <a:off x="397938" y="4777217"/>
          <a:ext cx="6047998"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LD_WIDTH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CH15_EN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CH_SIZE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CH12_EN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CH11_EN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CH10_EN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CH9_EN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C2BDBD57-B509-2AB0-3C89-DEF9DE988FB2}"/>
              </a:ext>
            </a:extLst>
          </p:cNvPr>
          <p:cNvGraphicFramePr>
            <a:graphicFrameLocks noGrp="1"/>
          </p:cNvGraphicFramePr>
          <p:nvPr>
            <p:extLst>
              <p:ext uri="{D42A27DB-BD31-4B8C-83A1-F6EECF244321}">
                <p14:modId xmlns:p14="http://schemas.microsoft.com/office/powerpoint/2010/main" val="2663666760"/>
              </p:ext>
            </p:extLst>
          </p:nvPr>
        </p:nvGraphicFramePr>
        <p:xfrm>
          <a:off x="1973747" y="3087465"/>
          <a:ext cx="3491366" cy="227760"/>
        </p:xfrm>
        <a:graphic>
          <a:graphicData uri="http://schemas.openxmlformats.org/drawingml/2006/table">
            <a:tbl>
              <a:tblPr firstRow="1" bandRow="1">
                <a:tableStyleId>{5C22544A-7EE6-4342-B048-85BDC9FD1C3A}</a:tableStyleId>
              </a:tblPr>
              <a:tblGrid>
                <a:gridCol w="380263">
                  <a:extLst>
                    <a:ext uri="{9D8B030D-6E8A-4147-A177-3AD203B41FA5}">
                      <a16:colId xmlns:a16="http://schemas.microsoft.com/office/drawing/2014/main" val="4138367841"/>
                    </a:ext>
                  </a:extLst>
                </a:gridCol>
                <a:gridCol w="380263">
                  <a:extLst>
                    <a:ext uri="{9D8B030D-6E8A-4147-A177-3AD203B41FA5}">
                      <a16:colId xmlns:a16="http://schemas.microsoft.com/office/drawing/2014/main" val="3589866634"/>
                    </a:ext>
                  </a:extLst>
                </a:gridCol>
                <a:gridCol w="380263">
                  <a:extLst>
                    <a:ext uri="{9D8B030D-6E8A-4147-A177-3AD203B41FA5}">
                      <a16:colId xmlns:a16="http://schemas.microsoft.com/office/drawing/2014/main" val="203027085"/>
                    </a:ext>
                  </a:extLst>
                </a:gridCol>
                <a:gridCol w="380263">
                  <a:extLst>
                    <a:ext uri="{9D8B030D-6E8A-4147-A177-3AD203B41FA5}">
                      <a16:colId xmlns:a16="http://schemas.microsoft.com/office/drawing/2014/main" val="1213780966"/>
                    </a:ext>
                  </a:extLst>
                </a:gridCol>
                <a:gridCol w="380263">
                  <a:extLst>
                    <a:ext uri="{9D8B030D-6E8A-4147-A177-3AD203B41FA5}">
                      <a16:colId xmlns:a16="http://schemas.microsoft.com/office/drawing/2014/main" val="2173165944"/>
                    </a:ext>
                  </a:extLst>
                </a:gridCol>
                <a:gridCol w="380263">
                  <a:extLst>
                    <a:ext uri="{9D8B030D-6E8A-4147-A177-3AD203B41FA5}">
                      <a16:colId xmlns:a16="http://schemas.microsoft.com/office/drawing/2014/main" val="3651997756"/>
                    </a:ext>
                  </a:extLst>
                </a:gridCol>
                <a:gridCol w="380263">
                  <a:extLst>
                    <a:ext uri="{9D8B030D-6E8A-4147-A177-3AD203B41FA5}">
                      <a16:colId xmlns:a16="http://schemas.microsoft.com/office/drawing/2014/main" val="4226967004"/>
                    </a:ext>
                  </a:extLst>
                </a:gridCol>
                <a:gridCol w="829525">
                  <a:extLst>
                    <a:ext uri="{9D8B030D-6E8A-4147-A177-3AD203B41FA5}">
                      <a16:colId xmlns:a16="http://schemas.microsoft.com/office/drawing/2014/main" val="1995533423"/>
                    </a:ext>
                  </a:extLst>
                </a:gridCol>
              </a:tblGrid>
              <a:tr h="0">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CH1_EN</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CH2_EN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CH3_EN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CH4_EN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CH5_EN</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CH6_EN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CH7_EN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CH8_EN~CH24_EN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40453051"/>
                  </a:ext>
                </a:extLst>
              </a:tr>
              <a:tr h="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all 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90245991"/>
                  </a:ext>
                </a:extLst>
              </a:tr>
            </a:tbl>
          </a:graphicData>
        </a:graphic>
      </p:graphicFrame>
      <p:sp>
        <p:nvSpPr>
          <p:cNvPr id="4" name="TextBox 3">
            <a:extLst>
              <a:ext uri="{FF2B5EF4-FFF2-40B4-BE49-F238E27FC236}">
                <a16:creationId xmlns:a16="http://schemas.microsoft.com/office/drawing/2014/main" id="{4F23A9D3-5EA0-0BA0-83CF-27F3314A88D4}"/>
              </a:ext>
            </a:extLst>
          </p:cNvPr>
          <p:cNvSpPr txBox="1"/>
          <p:nvPr/>
        </p:nvSpPr>
        <p:spPr>
          <a:xfrm>
            <a:off x="5512421" y="3099781"/>
            <a:ext cx="854401" cy="215444"/>
          </a:xfrm>
          <a:prstGeom prst="rect">
            <a:avLst/>
          </a:prstGeom>
          <a:noFill/>
        </p:spPr>
        <p:txBody>
          <a:bodyPr wrap="none" lIns="0" tIns="0" rIns="0" bIns="0" rtlCol="0" anchor="ctr" anchorCtr="0">
            <a:spAutoFit/>
          </a:bodyPr>
          <a:lstStyle/>
          <a:p>
            <a:r>
              <a:rPr lang="en-US" altLang="ko-KR" sz="700" i="1" dirty="0">
                <a:latin typeface="Arial" panose="020B0604020202020204" pitchFamily="34" charset="0"/>
                <a:cs typeface="Arial" panose="020B0604020202020204" pitchFamily="34" charset="0"/>
              </a:rPr>
              <a:t>the number of</a:t>
            </a:r>
          </a:p>
          <a:p>
            <a:r>
              <a:rPr lang="en-US" altLang="ko-KR" sz="700" i="1" dirty="0">
                <a:latin typeface="Arial" panose="020B0604020202020204" pitchFamily="34" charset="0"/>
                <a:cs typeface="Arial" panose="020B0604020202020204" pitchFamily="34" charset="0"/>
              </a:rPr>
              <a:t>enabled channels = 5</a:t>
            </a:r>
            <a:endParaRPr lang="ko-KR" altLang="en-US" sz="700" i="1" dirty="0">
              <a:latin typeface="Arial" panose="020B0604020202020204" pitchFamily="34" charset="0"/>
              <a:cs typeface="Arial" panose="020B0604020202020204" pitchFamily="34" charset="0"/>
            </a:endParaRPr>
          </a:p>
        </p:txBody>
      </p:sp>
      <p:cxnSp>
        <p:nvCxnSpPr>
          <p:cNvPr id="7" name="직선 화살표 연결선 6">
            <a:extLst>
              <a:ext uri="{FF2B5EF4-FFF2-40B4-BE49-F238E27FC236}">
                <a16:creationId xmlns:a16="http://schemas.microsoft.com/office/drawing/2014/main" id="{D4C9A4BC-5363-D761-4F7A-9C1633FC0251}"/>
              </a:ext>
            </a:extLst>
          </p:cNvPr>
          <p:cNvCxnSpPr>
            <a:cxnSpLocks/>
          </p:cNvCxnSpPr>
          <p:nvPr/>
        </p:nvCxnSpPr>
        <p:spPr>
          <a:xfrm>
            <a:off x="1966104" y="3560874"/>
            <a:ext cx="2664000" cy="0"/>
          </a:xfrm>
          <a:prstGeom prst="straightConnector1">
            <a:avLst/>
          </a:prstGeom>
          <a:ln w="3175">
            <a:solidFill>
              <a:schemeClr val="bg1">
                <a:lumMod val="50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C1F5BA6-A7BC-9318-67E4-F356D7F42498}"/>
              </a:ext>
            </a:extLst>
          </p:cNvPr>
          <p:cNvSpPr txBox="1"/>
          <p:nvPr/>
        </p:nvSpPr>
        <p:spPr>
          <a:xfrm>
            <a:off x="2298993" y="3407244"/>
            <a:ext cx="2088713" cy="323165"/>
          </a:xfrm>
          <a:prstGeom prst="rect">
            <a:avLst/>
          </a:prstGeom>
          <a:solidFill>
            <a:schemeClr val="bg1"/>
          </a:solidFill>
        </p:spPr>
        <p:txBody>
          <a:bodyPr wrap="none" lIns="0" tIns="0" rIns="0" bIns="0" rtlCol="0" anchor="ctr" anchorCtr="0">
            <a:spAutoFit/>
          </a:bodyPr>
          <a:lstStyle/>
          <a:p>
            <a:pPr algn="ctr"/>
            <a:r>
              <a:rPr lang="en-US" altLang="ko-KR" sz="700" i="1" dirty="0">
                <a:latin typeface="Arial" panose="020B0604020202020204" pitchFamily="34" charset="0"/>
                <a:cs typeface="Arial" panose="020B0604020202020204" pitchFamily="34" charset="0"/>
              </a:rPr>
              <a:t>the amount of LD data to be transmitted through SPI</a:t>
            </a:r>
          </a:p>
          <a:p>
            <a:pPr algn="ctr"/>
            <a:r>
              <a:rPr lang="en-US" altLang="ko-KR" sz="700" i="1" dirty="0">
                <a:latin typeface="Arial" panose="020B0604020202020204" pitchFamily="34" charset="0"/>
                <a:cs typeface="Arial" panose="020B0604020202020204" pitchFamily="34" charset="0"/>
              </a:rPr>
              <a:t>LD_SIZE = 7</a:t>
            </a:r>
          </a:p>
          <a:p>
            <a:pPr algn="ctr"/>
            <a:r>
              <a:rPr lang="en-US" altLang="ko-KR" sz="700" i="1" dirty="0">
                <a:latin typeface="Arial" panose="020B0604020202020204" pitchFamily="34" charset="0"/>
                <a:cs typeface="Arial" panose="020B0604020202020204" pitchFamily="34" charset="0"/>
              </a:rPr>
              <a:t>CH_SIZE = 7</a:t>
            </a:r>
            <a:endParaRPr lang="ko-KR" altLang="en-US" sz="700" i="1" dirty="0">
              <a:latin typeface="Arial" panose="020B0604020202020204" pitchFamily="34" charset="0"/>
              <a:cs typeface="Arial" panose="020B0604020202020204" pitchFamily="34" charset="0"/>
            </a:endParaRPr>
          </a:p>
        </p:txBody>
      </p:sp>
      <p:cxnSp>
        <p:nvCxnSpPr>
          <p:cNvPr id="11" name="직선 연결선 10">
            <a:extLst>
              <a:ext uri="{FF2B5EF4-FFF2-40B4-BE49-F238E27FC236}">
                <a16:creationId xmlns:a16="http://schemas.microsoft.com/office/drawing/2014/main" id="{A0187D3C-9CE4-A204-FB6F-D554EC82D747}"/>
              </a:ext>
            </a:extLst>
          </p:cNvPr>
          <p:cNvCxnSpPr/>
          <p:nvPr/>
        </p:nvCxnSpPr>
        <p:spPr>
          <a:xfrm>
            <a:off x="1973747" y="3378776"/>
            <a:ext cx="0" cy="252000"/>
          </a:xfrm>
          <a:prstGeom prst="line">
            <a:avLst/>
          </a:prstGeom>
          <a:ln w="317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2" name="직선 연결선 11">
            <a:extLst>
              <a:ext uri="{FF2B5EF4-FFF2-40B4-BE49-F238E27FC236}">
                <a16:creationId xmlns:a16="http://schemas.microsoft.com/office/drawing/2014/main" id="{60C35E85-D2A5-FB2B-D86F-B8A04DCE46D9}"/>
              </a:ext>
            </a:extLst>
          </p:cNvPr>
          <p:cNvCxnSpPr/>
          <p:nvPr/>
        </p:nvCxnSpPr>
        <p:spPr>
          <a:xfrm>
            <a:off x="4630104" y="3374802"/>
            <a:ext cx="0" cy="252000"/>
          </a:xfrm>
          <a:prstGeom prst="line">
            <a:avLst/>
          </a:prstGeom>
          <a:ln w="317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7AE4129-F234-3A7E-04B0-90084CFE277D}"/>
              </a:ext>
            </a:extLst>
          </p:cNvPr>
          <p:cNvSpPr txBox="1"/>
          <p:nvPr/>
        </p:nvSpPr>
        <p:spPr>
          <a:xfrm>
            <a:off x="2298993" y="3789230"/>
            <a:ext cx="3157916" cy="107722"/>
          </a:xfrm>
          <a:prstGeom prst="rect">
            <a:avLst/>
          </a:prstGeom>
          <a:solidFill>
            <a:schemeClr val="bg1"/>
          </a:solidFill>
        </p:spPr>
        <p:txBody>
          <a:bodyPr wrap="none" lIns="0" tIns="0" rIns="0" bIns="0" rtlCol="0" anchor="ctr" anchorCtr="0">
            <a:spAutoFit/>
          </a:bodyPr>
          <a:lstStyle/>
          <a:p>
            <a:pPr algn="ctr"/>
            <a:r>
              <a:rPr lang="en-US" altLang="ko-KR" sz="700" i="1" dirty="0">
                <a:latin typeface="Arial" panose="020B0604020202020204" pitchFamily="34" charset="0"/>
                <a:cs typeface="Arial" panose="020B0604020202020204" pitchFamily="34" charset="0"/>
              </a:rPr>
              <a:t>wherein, the LD data of the disabled channels, CH2 and CH5, can be any value</a:t>
            </a:r>
            <a:endParaRPr lang="ko-KR" altLang="en-US" sz="7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229598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B3CA2B-9D64-6EE1-4D63-84659AC24D64}"/>
              </a:ext>
            </a:extLst>
          </p:cNvPr>
          <p:cNvSpPr txBox="1"/>
          <p:nvPr/>
        </p:nvSpPr>
        <p:spPr>
          <a:xfrm>
            <a:off x="399646" y="8542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FLLCNT1-1</a:t>
            </a:r>
          </a:p>
        </p:txBody>
      </p:sp>
      <p:graphicFrame>
        <p:nvGraphicFramePr>
          <p:cNvPr id="6" name="표 5">
            <a:extLst>
              <a:ext uri="{FF2B5EF4-FFF2-40B4-BE49-F238E27FC236}">
                <a16:creationId xmlns:a16="http://schemas.microsoft.com/office/drawing/2014/main" id="{3159081D-1AE7-D2B7-46A5-BAE197082C05}"/>
              </a:ext>
            </a:extLst>
          </p:cNvPr>
          <p:cNvGraphicFramePr>
            <a:graphicFrameLocks noGrp="1"/>
          </p:cNvGraphicFramePr>
          <p:nvPr/>
        </p:nvGraphicFramePr>
        <p:xfrm>
          <a:off x="399646" y="112107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FLL1_CNT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7" name="직선 연결선 6">
            <a:extLst>
              <a:ext uri="{FF2B5EF4-FFF2-40B4-BE49-F238E27FC236}">
                <a16:creationId xmlns:a16="http://schemas.microsoft.com/office/drawing/2014/main" id="{C8834ADF-F5D6-3BB1-B2CF-78CD1A5262F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8FC8697-A669-DFA9-9ADD-A9F895462FF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0593444-51E4-5E9D-AC02-1C6BA175D12E}"/>
              </a:ext>
            </a:extLst>
          </p:cNvPr>
          <p:cNvSpPr txBox="1"/>
          <p:nvPr/>
        </p:nvSpPr>
        <p:spPr>
          <a:xfrm>
            <a:off x="397938" y="331607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FLLCNT1-2</a:t>
            </a:r>
          </a:p>
        </p:txBody>
      </p:sp>
      <p:graphicFrame>
        <p:nvGraphicFramePr>
          <p:cNvPr id="10" name="표 9">
            <a:extLst>
              <a:ext uri="{FF2B5EF4-FFF2-40B4-BE49-F238E27FC236}">
                <a16:creationId xmlns:a16="http://schemas.microsoft.com/office/drawing/2014/main" id="{EBA1C726-B2FA-A2DD-3016-EA9B7C584596}"/>
              </a:ext>
            </a:extLst>
          </p:cNvPr>
          <p:cNvGraphicFramePr>
            <a:graphicFrameLocks noGrp="1"/>
          </p:cNvGraphicFramePr>
          <p:nvPr/>
        </p:nvGraphicFramePr>
        <p:xfrm>
          <a:off x="397938" y="4053571"/>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FLL1_CNT [20:16]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01317187-ED4F-7C07-0A7B-176B15A9ECF0}"/>
              </a:ext>
            </a:extLst>
          </p:cNvPr>
          <p:cNvGraphicFramePr>
            <a:graphicFrameLocks noGrp="1"/>
          </p:cNvGraphicFramePr>
          <p:nvPr/>
        </p:nvGraphicFramePr>
        <p:xfrm>
          <a:off x="397938" y="3630962"/>
          <a:ext cx="6047999"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8">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FLL1_SYNC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FLL1_ERR_RANGE[1:0]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2" name="표 11">
            <a:extLst>
              <a:ext uri="{FF2B5EF4-FFF2-40B4-BE49-F238E27FC236}">
                <a16:creationId xmlns:a16="http://schemas.microsoft.com/office/drawing/2014/main" id="{FC8877E4-9CFE-E7F0-54EE-A228C1D2310F}"/>
              </a:ext>
            </a:extLst>
          </p:cNvPr>
          <p:cNvGraphicFramePr>
            <a:graphicFrameLocks noGrp="1"/>
          </p:cNvGraphicFramePr>
          <p:nvPr>
            <p:extLst>
              <p:ext uri="{D42A27DB-BD31-4B8C-83A1-F6EECF244321}">
                <p14:modId xmlns:p14="http://schemas.microsoft.com/office/powerpoint/2010/main" val="1027147052"/>
              </p:ext>
            </p:extLst>
          </p:nvPr>
        </p:nvGraphicFramePr>
        <p:xfrm>
          <a:off x="399646" y="4568345"/>
          <a:ext cx="6048000" cy="29869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FLL1_EN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the FLL1 function.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FLL1 continues to calibrate the MCLK frequency to exactly match the PWM frequency with the time of one frame.</a:t>
                      </a:r>
                      <a:endParaRPr lang="en-US" altLang="ko-KR"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1  Enable FLL1 function (= The MCLK is unlocking, so calibrated to the target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0  Disable FLL function (= The MCLK is locking at the current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1" dirty="0">
                          <a:solidFill>
                            <a:schemeClr val="tx1"/>
                          </a:solidFill>
                          <a:latin typeface="Arial" panose="020B0604020202020204" pitchFamily="34" charset="0"/>
                          <a:ea typeface="+mn-ea"/>
                          <a:cs typeface="Arial" panose="020B0604020202020204" pitchFamily="34" charset="0"/>
                        </a:rPr>
                        <a:t>It is needed that this bit should be set to 0 just before the first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starts to be entered to the XC24R  and set to 1 just before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is not asserted if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will be not supplied any more to the XC24R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FLL1_SYNC</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Locking sync pad input selection</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FLLSYNC (Async)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VSYNCI (recommended)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89159"/>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FLL1_ERR_RANGE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Error clamping range between measured counting and FLL1_CNT within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sync duration.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1104990"/>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FLL1_CNT [20:16]</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FLL1 target frequency value.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534197"/>
                  </a:ext>
                </a:extLst>
              </a:tr>
            </a:tbl>
          </a:graphicData>
        </a:graphic>
      </p:graphicFrame>
      <p:graphicFrame>
        <p:nvGraphicFramePr>
          <p:cNvPr id="14" name="표 13">
            <a:extLst>
              <a:ext uri="{FF2B5EF4-FFF2-40B4-BE49-F238E27FC236}">
                <a16:creationId xmlns:a16="http://schemas.microsoft.com/office/drawing/2014/main" id="{C8E84C9F-E8BF-A8E2-1987-DA9E63D4FD43}"/>
              </a:ext>
            </a:extLst>
          </p:cNvPr>
          <p:cNvGraphicFramePr>
            <a:graphicFrameLocks noGrp="1"/>
          </p:cNvGraphicFramePr>
          <p:nvPr>
            <p:extLst>
              <p:ext uri="{D42A27DB-BD31-4B8C-83A1-F6EECF244321}">
                <p14:modId xmlns:p14="http://schemas.microsoft.com/office/powerpoint/2010/main" val="545369575"/>
              </p:ext>
            </p:extLst>
          </p:nvPr>
        </p:nvGraphicFramePr>
        <p:xfrm>
          <a:off x="399646" y="1545958"/>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59041">
                  <a:extLst>
                    <a:ext uri="{9D8B030D-6E8A-4147-A177-3AD203B41FA5}">
                      <a16:colId xmlns:a16="http://schemas.microsoft.com/office/drawing/2014/main" val="2079070694"/>
                    </a:ext>
                  </a:extLst>
                </a:gridCol>
                <a:gridCol w="4353176">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FLL1_CNT [15:0]</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FLL1 target frequency value.</a:t>
                      </a:r>
                      <a:r>
                        <a:rPr lang="en-US" altLang="ko-KR" sz="900" b="1" dirty="0">
                          <a:solidFill>
                            <a:srgbClr val="FF0000"/>
                          </a:solidFill>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1" dirty="0">
                          <a:solidFill>
                            <a:srgbClr val="FF0000"/>
                          </a:solidFill>
                          <a:latin typeface="Arial" panose="020B0604020202020204" pitchFamily="34" charset="0"/>
                          <a:ea typeface="+mn-ea"/>
                          <a:cs typeface="Arial" panose="020B0604020202020204" pitchFamily="34" charset="0"/>
                        </a:rPr>
                        <a:t>OSC1 target frequency[Hz] = </a:t>
                      </a:r>
                      <a:r>
                        <a:rPr lang="en-US" altLang="ko-KR" sz="900" b="1" dirty="0" err="1">
                          <a:solidFill>
                            <a:srgbClr val="FF0000"/>
                          </a:solidFill>
                          <a:latin typeface="Arial" panose="020B0604020202020204" pitchFamily="34" charset="0"/>
                          <a:ea typeface="+mn-ea"/>
                          <a:cs typeface="Arial" panose="020B0604020202020204" pitchFamily="34" charset="0"/>
                        </a:rPr>
                        <a:t>Vsync</a:t>
                      </a:r>
                      <a:r>
                        <a:rPr lang="en-US" altLang="ko-KR" sz="900" b="1" dirty="0">
                          <a:solidFill>
                            <a:srgbClr val="FF0000"/>
                          </a:solidFill>
                          <a:latin typeface="Arial" panose="020B0604020202020204" pitchFamily="34" charset="0"/>
                          <a:ea typeface="+mn-ea"/>
                          <a:cs typeface="Arial" panose="020B0604020202020204" pitchFamily="34" charset="0"/>
                        </a:rPr>
                        <a:t>[Hz] * FLLCNT[20:0]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OSC1</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is</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for the serialize</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output.</a:t>
                      </a:r>
                      <a:endParaRPr lang="en-US" altLang="ko-KR" sz="900" b="1" dirty="0">
                        <a:solidFill>
                          <a:srgbClr val="FF0000"/>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1" dirty="0">
                        <a:solidFill>
                          <a:srgbClr val="FF0000"/>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Tree>
    <p:extLst>
      <p:ext uri="{BB962C8B-B14F-4D97-AF65-F5344CB8AC3E}">
        <p14:creationId xmlns:p14="http://schemas.microsoft.com/office/powerpoint/2010/main" val="4121546642"/>
      </p:ext>
    </p:extLst>
  </p:cSld>
  <p:clrMapOvr>
    <a:masterClrMapping/>
  </p:clrMapOvr>
  <p:extLst>
    <p:ext uri="{6950BFC3-D8DA-4A85-94F7-54DA5524770B}">
      <p188:commentRel xmlns:p188="http://schemas.microsoft.com/office/powerpoint/2018/8/main" r:id="rId2"/>
    </p:ext>
  </p:extLs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D9DBBF1-4AFB-A117-7D5C-D3494430D6D1}"/>
              </a:ext>
            </a:extLst>
          </p:cNvPr>
          <p:cNvSpPr txBox="1"/>
          <p:nvPr/>
        </p:nvSpPr>
        <p:spPr>
          <a:xfrm>
            <a:off x="399646" y="8542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FLLCNT2-1</a:t>
            </a:r>
          </a:p>
        </p:txBody>
      </p:sp>
      <p:graphicFrame>
        <p:nvGraphicFramePr>
          <p:cNvPr id="5" name="표 4">
            <a:extLst>
              <a:ext uri="{FF2B5EF4-FFF2-40B4-BE49-F238E27FC236}">
                <a16:creationId xmlns:a16="http://schemas.microsoft.com/office/drawing/2014/main" id="{208A5417-91EB-B940-BAC7-74723DB645F3}"/>
              </a:ext>
            </a:extLst>
          </p:cNvPr>
          <p:cNvGraphicFramePr>
            <a:graphicFrameLocks noGrp="1"/>
          </p:cNvGraphicFramePr>
          <p:nvPr>
            <p:extLst>
              <p:ext uri="{D42A27DB-BD31-4B8C-83A1-F6EECF244321}">
                <p14:modId xmlns:p14="http://schemas.microsoft.com/office/powerpoint/2010/main" val="2215124725"/>
              </p:ext>
            </p:extLst>
          </p:nvPr>
        </p:nvGraphicFramePr>
        <p:xfrm>
          <a:off x="399646" y="1545958"/>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59041">
                  <a:extLst>
                    <a:ext uri="{9D8B030D-6E8A-4147-A177-3AD203B41FA5}">
                      <a16:colId xmlns:a16="http://schemas.microsoft.com/office/drawing/2014/main" val="2079070694"/>
                    </a:ext>
                  </a:extLst>
                </a:gridCol>
                <a:gridCol w="4353176">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FLL2_CNT [15:0]</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OSC2 target frequency value.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OSC2</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is</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for the main operating clk.</a:t>
                      </a:r>
                      <a:endParaRPr lang="en-US" altLang="ko-KR" sz="900" b="1" dirty="0">
                        <a:solidFill>
                          <a:srgbClr val="FF0000"/>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6" name="표 5">
            <a:extLst>
              <a:ext uri="{FF2B5EF4-FFF2-40B4-BE49-F238E27FC236}">
                <a16:creationId xmlns:a16="http://schemas.microsoft.com/office/drawing/2014/main" id="{BC4334F3-2071-0EB4-6FB1-EC42E9D3F751}"/>
              </a:ext>
            </a:extLst>
          </p:cNvPr>
          <p:cNvGraphicFramePr>
            <a:graphicFrameLocks noGrp="1"/>
          </p:cNvGraphicFramePr>
          <p:nvPr/>
        </p:nvGraphicFramePr>
        <p:xfrm>
          <a:off x="399646" y="112107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FLL2_CNT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7" name="직선 연결선 6">
            <a:extLst>
              <a:ext uri="{FF2B5EF4-FFF2-40B4-BE49-F238E27FC236}">
                <a16:creationId xmlns:a16="http://schemas.microsoft.com/office/drawing/2014/main" id="{B0A7EB04-68B2-C7F5-2769-281FD77B497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1CB5DA6-FC87-A28D-D63A-F2A3D9C0CF3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DD5CCFBE-98C4-16B8-E1BD-513306E3A64E}"/>
              </a:ext>
            </a:extLst>
          </p:cNvPr>
          <p:cNvSpPr txBox="1"/>
          <p:nvPr/>
        </p:nvSpPr>
        <p:spPr>
          <a:xfrm>
            <a:off x="397938" y="331607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FLLCNT2-2</a:t>
            </a:r>
          </a:p>
        </p:txBody>
      </p:sp>
      <p:graphicFrame>
        <p:nvGraphicFramePr>
          <p:cNvPr id="3" name="표 2">
            <a:extLst>
              <a:ext uri="{FF2B5EF4-FFF2-40B4-BE49-F238E27FC236}">
                <a16:creationId xmlns:a16="http://schemas.microsoft.com/office/drawing/2014/main" id="{61799E41-97B4-5BA8-3456-F3901E90A935}"/>
              </a:ext>
            </a:extLst>
          </p:cNvPr>
          <p:cNvGraphicFramePr>
            <a:graphicFrameLocks noGrp="1"/>
          </p:cNvGraphicFramePr>
          <p:nvPr/>
        </p:nvGraphicFramePr>
        <p:xfrm>
          <a:off x="397938" y="4053571"/>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FLL2_CNT [20:16]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C266526B-DCD6-5D91-5DFD-75F9391BAD7F}"/>
              </a:ext>
            </a:extLst>
          </p:cNvPr>
          <p:cNvGraphicFramePr>
            <a:graphicFrameLocks noGrp="1"/>
          </p:cNvGraphicFramePr>
          <p:nvPr/>
        </p:nvGraphicFramePr>
        <p:xfrm>
          <a:off x="397938" y="3630962"/>
          <a:ext cx="6047999"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8">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FLL2_SYNC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FLL2_ERR_RANGE[1:0]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0143DFE8-C269-4CEA-54DE-1ED844E4F723}"/>
              </a:ext>
            </a:extLst>
          </p:cNvPr>
          <p:cNvGraphicFramePr>
            <a:graphicFrameLocks noGrp="1"/>
          </p:cNvGraphicFramePr>
          <p:nvPr>
            <p:extLst>
              <p:ext uri="{D42A27DB-BD31-4B8C-83A1-F6EECF244321}">
                <p14:modId xmlns:p14="http://schemas.microsoft.com/office/powerpoint/2010/main" val="3900817208"/>
              </p:ext>
            </p:extLst>
          </p:nvPr>
        </p:nvGraphicFramePr>
        <p:xfrm>
          <a:off x="399646" y="4568345"/>
          <a:ext cx="6048000" cy="29869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FLL2_EN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the FLL2 function.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FLL2 continues to calibrate the MCLK frequency to exactly match the PWM frequency with the time of one frame.</a:t>
                      </a:r>
                      <a:endParaRPr lang="en-US" altLang="ko-KR"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1  Enable FLL2 function (= The MCLK is unlocking, so calibrated to the target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0  Disable FLL function (= The MCLK is locking at the current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1" dirty="0">
                          <a:solidFill>
                            <a:schemeClr val="tx1"/>
                          </a:solidFill>
                          <a:latin typeface="Arial" panose="020B0604020202020204" pitchFamily="34" charset="0"/>
                          <a:ea typeface="+mn-ea"/>
                          <a:cs typeface="Arial" panose="020B0604020202020204" pitchFamily="34" charset="0"/>
                        </a:rPr>
                        <a:t>It is needed that this bit should be set to 0 just before the first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starts to be entered to the XC24R  and set to 1 just before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is not asserted if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will be not supplied any more to the XC24R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FLL2_SYNC</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Locking sync pad input selection</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‘0’ FLLSYNC (Async)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VSYNCI (recommended)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89159"/>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FLL2_ERR_RANGE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Error clamping range between measured counting and FLL1_CNT within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fll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sync duration.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1104990"/>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FLL2_CNT [20:16]</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FLL2 target frequency value.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534197"/>
                  </a:ext>
                </a:extLst>
              </a:tr>
            </a:tbl>
          </a:graphicData>
        </a:graphic>
      </p:graphicFrame>
    </p:spTree>
    <p:extLst>
      <p:ext uri="{BB962C8B-B14F-4D97-AF65-F5344CB8AC3E}">
        <p14:creationId xmlns:p14="http://schemas.microsoft.com/office/powerpoint/2010/main" val="750674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DBB7FEF-0111-426F-6B14-C5D8FE6BD50B}"/>
              </a:ext>
            </a:extLst>
          </p:cNvPr>
          <p:cNvSpPr txBox="1"/>
          <p:nvPr/>
        </p:nvSpPr>
        <p:spPr>
          <a:xfrm>
            <a:off x="399646" y="8542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VO DELAY</a:t>
            </a:r>
          </a:p>
        </p:txBody>
      </p:sp>
      <p:graphicFrame>
        <p:nvGraphicFramePr>
          <p:cNvPr id="5" name="표 4">
            <a:extLst>
              <a:ext uri="{FF2B5EF4-FFF2-40B4-BE49-F238E27FC236}">
                <a16:creationId xmlns:a16="http://schemas.microsoft.com/office/drawing/2014/main" id="{570B52FF-9155-7866-A93B-F7109BBCE6C5}"/>
              </a:ext>
            </a:extLst>
          </p:cNvPr>
          <p:cNvGraphicFramePr>
            <a:graphicFrameLocks noGrp="1"/>
          </p:cNvGraphicFramePr>
          <p:nvPr>
            <p:extLst>
              <p:ext uri="{D42A27DB-BD31-4B8C-83A1-F6EECF244321}">
                <p14:modId xmlns:p14="http://schemas.microsoft.com/office/powerpoint/2010/main" val="2717508962"/>
              </p:ext>
            </p:extLst>
          </p:nvPr>
        </p:nvGraphicFramePr>
        <p:xfrm>
          <a:off x="399646" y="1997843"/>
          <a:ext cx="6048000" cy="165859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59041">
                  <a:extLst>
                    <a:ext uri="{9D8B030D-6E8A-4147-A177-3AD203B41FA5}">
                      <a16:colId xmlns:a16="http://schemas.microsoft.com/office/drawing/2014/main" val="2079070694"/>
                    </a:ext>
                  </a:extLst>
                </a:gridCol>
                <a:gridCol w="4353176">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14</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GATE3_POL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positive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polarity ‘0’ negative polarity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GATE2_POL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positive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polarity ‘0’ negative polarity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7461089"/>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GATE1_POL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positive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polarity ‘0’ negative polarity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348581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9926292"/>
                  </a:ext>
                </a:extLst>
              </a:tr>
            </a:tbl>
          </a:graphicData>
        </a:graphic>
      </p:graphicFrame>
      <p:cxnSp>
        <p:nvCxnSpPr>
          <p:cNvPr id="7" name="직선 연결선 6">
            <a:extLst>
              <a:ext uri="{FF2B5EF4-FFF2-40B4-BE49-F238E27FC236}">
                <a16:creationId xmlns:a16="http://schemas.microsoft.com/office/drawing/2014/main" id="{96E9E01E-C17D-C184-4993-8C650949F56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4EA934B-B65F-FBF8-DF43-D2A3292D8CF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D2E18CDC-E31B-2361-D541-C43882F7C907}"/>
              </a:ext>
            </a:extLst>
          </p:cNvPr>
          <p:cNvSpPr txBox="1"/>
          <p:nvPr/>
        </p:nvSpPr>
        <p:spPr>
          <a:xfrm>
            <a:off x="397938" y="419716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VO OFF/ON</a:t>
            </a:r>
          </a:p>
        </p:txBody>
      </p:sp>
      <p:graphicFrame>
        <p:nvGraphicFramePr>
          <p:cNvPr id="12" name="표 11">
            <a:extLst>
              <a:ext uri="{FF2B5EF4-FFF2-40B4-BE49-F238E27FC236}">
                <a16:creationId xmlns:a16="http://schemas.microsoft.com/office/drawing/2014/main" id="{3232EB0B-BB19-268C-5529-7FF2D4AAEFBE}"/>
              </a:ext>
            </a:extLst>
          </p:cNvPr>
          <p:cNvGraphicFramePr>
            <a:graphicFrameLocks noGrp="1"/>
          </p:cNvGraphicFramePr>
          <p:nvPr>
            <p:extLst>
              <p:ext uri="{D42A27DB-BD31-4B8C-83A1-F6EECF244321}">
                <p14:modId xmlns:p14="http://schemas.microsoft.com/office/powerpoint/2010/main" val="4094631814"/>
              </p:ext>
            </p:extLst>
          </p:nvPr>
        </p:nvGraphicFramePr>
        <p:xfrm>
          <a:off x="399646" y="5276439"/>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VO_OFF</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pulse off time in front of 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output from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VO_ON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pulse on time in front of 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output from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13" name="표 12">
            <a:extLst>
              <a:ext uri="{FF2B5EF4-FFF2-40B4-BE49-F238E27FC236}">
                <a16:creationId xmlns:a16="http://schemas.microsoft.com/office/drawing/2014/main" id="{553E6BC2-8A3E-E460-01E8-E9BA1FAB674D}"/>
              </a:ext>
            </a:extLst>
          </p:cNvPr>
          <p:cNvGraphicFramePr>
            <a:graphicFrameLocks noGrp="1"/>
          </p:cNvGraphicFramePr>
          <p:nvPr>
            <p:extLst>
              <p:ext uri="{D42A27DB-BD31-4B8C-83A1-F6EECF244321}">
                <p14:modId xmlns:p14="http://schemas.microsoft.com/office/powerpoint/2010/main" val="2686496637"/>
              </p:ext>
            </p:extLst>
          </p:nvPr>
        </p:nvGraphicFramePr>
        <p:xfrm>
          <a:off x="397936" y="1550377"/>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RESERVED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DC0F1E0C-F711-8DC2-DE3C-5CF57B824EAF}"/>
              </a:ext>
            </a:extLst>
          </p:cNvPr>
          <p:cNvGraphicFramePr>
            <a:graphicFrameLocks noGrp="1"/>
          </p:cNvGraphicFramePr>
          <p:nvPr>
            <p:extLst>
              <p:ext uri="{D42A27DB-BD31-4B8C-83A1-F6EECF244321}">
                <p14:modId xmlns:p14="http://schemas.microsoft.com/office/powerpoint/2010/main" val="686639598"/>
              </p:ext>
            </p:extLst>
          </p:nvPr>
        </p:nvGraphicFramePr>
        <p:xfrm>
          <a:off x="397936" y="1127768"/>
          <a:ext cx="6047999"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8">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GATE3_POL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GATE2_POL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GATE1_POL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D29CEED7-D8C3-8C92-72F8-F4CA5897EEDA}"/>
              </a:ext>
            </a:extLst>
          </p:cNvPr>
          <p:cNvGraphicFramePr>
            <a:graphicFrameLocks noGrp="1"/>
          </p:cNvGraphicFramePr>
          <p:nvPr>
            <p:extLst>
              <p:ext uri="{D42A27DB-BD31-4B8C-83A1-F6EECF244321}">
                <p14:modId xmlns:p14="http://schemas.microsoft.com/office/powerpoint/2010/main" val="2476586126"/>
              </p:ext>
            </p:extLst>
          </p:nvPr>
        </p:nvGraphicFramePr>
        <p:xfrm>
          <a:off x="263722" y="449638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VO_OFF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VO_ON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78099558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CACA2-0E21-E86C-7F51-E1C18B19591F}"/>
            </a:ext>
          </a:extLst>
        </p:cNvPr>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94EC5693-0E8C-3956-46C8-7B5D114C1F8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9803918-B4D3-5789-4A37-849FE9A93D1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F801E239-B24C-9EF3-1A44-A365A02FEE9B}"/>
              </a:ext>
            </a:extLst>
          </p:cNvPr>
          <p:cNvSpPr txBox="1"/>
          <p:nvPr/>
        </p:nvSpPr>
        <p:spPr>
          <a:xfrm>
            <a:off x="397938" y="116440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 CONTROL</a:t>
            </a:r>
          </a:p>
        </p:txBody>
      </p:sp>
      <p:graphicFrame>
        <p:nvGraphicFramePr>
          <p:cNvPr id="12" name="표 11">
            <a:extLst>
              <a:ext uri="{FF2B5EF4-FFF2-40B4-BE49-F238E27FC236}">
                <a16:creationId xmlns:a16="http://schemas.microsoft.com/office/drawing/2014/main" id="{27D8102C-37D2-4686-98C8-F68465799DFB}"/>
              </a:ext>
            </a:extLst>
          </p:cNvPr>
          <p:cNvGraphicFramePr>
            <a:graphicFrameLocks noGrp="1"/>
          </p:cNvGraphicFramePr>
          <p:nvPr>
            <p:extLst>
              <p:ext uri="{D42A27DB-BD31-4B8C-83A1-F6EECF244321}">
                <p14:modId xmlns:p14="http://schemas.microsoft.com/office/powerpoint/2010/main" val="2318541862"/>
              </p:ext>
            </p:extLst>
          </p:nvPr>
        </p:nvGraphicFramePr>
        <p:xfrm>
          <a:off x="399646" y="2243679"/>
          <a:ext cx="6048000" cy="26694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GATE3H_EN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activate GATE3H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signals</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are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for</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controlling</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VLED</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power</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on/off</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switch,</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After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comes into XC24R, then GATE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signal</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stats to generate as many as SVO_NO(‘h41)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GATE2H_EN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GATE2H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GATE1H_EN</a:t>
                      </a: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GATE1H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957072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GATE3L_EN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GATE3H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9995425"/>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GATE2H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386518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GATE1H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698905"/>
                  </a:ext>
                </a:extLst>
              </a:tr>
            </a:tbl>
          </a:graphicData>
        </a:graphic>
      </p:graphicFrame>
      <p:graphicFrame>
        <p:nvGraphicFramePr>
          <p:cNvPr id="15" name="표 14">
            <a:extLst>
              <a:ext uri="{FF2B5EF4-FFF2-40B4-BE49-F238E27FC236}">
                <a16:creationId xmlns:a16="http://schemas.microsoft.com/office/drawing/2014/main" id="{1412C651-EC08-C1D8-BDA4-D5C8A3A06279}"/>
              </a:ext>
            </a:extLst>
          </p:cNvPr>
          <p:cNvGraphicFramePr>
            <a:graphicFrameLocks noGrp="1"/>
          </p:cNvGraphicFramePr>
          <p:nvPr>
            <p:extLst>
              <p:ext uri="{D42A27DB-BD31-4B8C-83A1-F6EECF244321}">
                <p14:modId xmlns:p14="http://schemas.microsoft.com/office/powerpoint/2010/main" val="2994093445"/>
              </p:ext>
            </p:extLst>
          </p:nvPr>
        </p:nvGraphicFramePr>
        <p:xfrm>
          <a:off x="384372" y="1472514"/>
          <a:ext cx="6048002" cy="47928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82702">
                  <a:extLst>
                    <a:ext uri="{9D8B030D-6E8A-4147-A177-3AD203B41FA5}">
                      <a16:colId xmlns:a16="http://schemas.microsoft.com/office/drawing/2014/main" val="4293411712"/>
                    </a:ext>
                  </a:extLst>
                </a:gridCol>
                <a:gridCol w="282702">
                  <a:extLst>
                    <a:ext uri="{9D8B030D-6E8A-4147-A177-3AD203B41FA5}">
                      <a16:colId xmlns:a16="http://schemas.microsoft.com/office/drawing/2014/main" val="657570846"/>
                    </a:ext>
                  </a:extLst>
                </a:gridCol>
                <a:gridCol w="282702">
                  <a:extLst>
                    <a:ext uri="{9D8B030D-6E8A-4147-A177-3AD203B41FA5}">
                      <a16:colId xmlns:a16="http://schemas.microsoft.com/office/drawing/2014/main" val="3259894497"/>
                    </a:ext>
                  </a:extLst>
                </a:gridCol>
                <a:gridCol w="282702">
                  <a:extLst>
                    <a:ext uri="{9D8B030D-6E8A-4147-A177-3AD203B41FA5}">
                      <a16:colId xmlns:a16="http://schemas.microsoft.com/office/drawing/2014/main" val="4170535043"/>
                    </a:ext>
                  </a:extLst>
                </a:gridCol>
                <a:gridCol w="282702">
                  <a:extLst>
                    <a:ext uri="{9D8B030D-6E8A-4147-A177-3AD203B41FA5}">
                      <a16:colId xmlns:a16="http://schemas.microsoft.com/office/drawing/2014/main" val="2079070694"/>
                    </a:ext>
                  </a:extLst>
                </a:gridCol>
                <a:gridCol w="282702">
                  <a:extLst>
                    <a:ext uri="{9D8B030D-6E8A-4147-A177-3AD203B41FA5}">
                      <a16:colId xmlns:a16="http://schemas.microsoft.com/office/drawing/2014/main" val="4213315911"/>
                    </a:ext>
                  </a:extLst>
                </a:gridCol>
                <a:gridCol w="282702">
                  <a:extLst>
                    <a:ext uri="{9D8B030D-6E8A-4147-A177-3AD203B41FA5}">
                      <a16:colId xmlns:a16="http://schemas.microsoft.com/office/drawing/2014/main" val="2769999950"/>
                    </a:ext>
                  </a:extLst>
                </a:gridCol>
                <a:gridCol w="282702">
                  <a:extLst>
                    <a:ext uri="{9D8B030D-6E8A-4147-A177-3AD203B41FA5}">
                      <a16:colId xmlns:a16="http://schemas.microsoft.com/office/drawing/2014/main" val="135637185"/>
                    </a:ext>
                  </a:extLst>
                </a:gridCol>
                <a:gridCol w="282702">
                  <a:extLst>
                    <a:ext uri="{9D8B030D-6E8A-4147-A177-3AD203B41FA5}">
                      <a16:colId xmlns:a16="http://schemas.microsoft.com/office/drawing/2014/main" val="3038050475"/>
                    </a:ext>
                  </a:extLst>
                </a:gridCol>
                <a:gridCol w="436880">
                  <a:extLst>
                    <a:ext uri="{9D8B030D-6E8A-4147-A177-3AD203B41FA5}">
                      <a16:colId xmlns:a16="http://schemas.microsoft.com/office/drawing/2014/main" val="1979433044"/>
                    </a:ext>
                  </a:extLst>
                </a:gridCol>
                <a:gridCol w="436880">
                  <a:extLst>
                    <a:ext uri="{9D8B030D-6E8A-4147-A177-3AD203B41FA5}">
                      <a16:colId xmlns:a16="http://schemas.microsoft.com/office/drawing/2014/main" val="1937369831"/>
                    </a:ext>
                  </a:extLst>
                </a:gridCol>
                <a:gridCol w="436880">
                  <a:extLst>
                    <a:ext uri="{9D8B030D-6E8A-4147-A177-3AD203B41FA5}">
                      <a16:colId xmlns:a16="http://schemas.microsoft.com/office/drawing/2014/main" val="747813118"/>
                    </a:ext>
                  </a:extLst>
                </a:gridCol>
                <a:gridCol w="243840">
                  <a:extLst>
                    <a:ext uri="{9D8B030D-6E8A-4147-A177-3AD203B41FA5}">
                      <a16:colId xmlns:a16="http://schemas.microsoft.com/office/drawing/2014/main" val="416731006"/>
                    </a:ext>
                  </a:extLst>
                </a:gridCol>
                <a:gridCol w="402107">
                  <a:extLst>
                    <a:ext uri="{9D8B030D-6E8A-4147-A177-3AD203B41FA5}">
                      <a16:colId xmlns:a16="http://schemas.microsoft.com/office/drawing/2014/main" val="4062622099"/>
                    </a:ext>
                  </a:extLst>
                </a:gridCol>
                <a:gridCol w="402107">
                  <a:extLst>
                    <a:ext uri="{9D8B030D-6E8A-4147-A177-3AD203B41FA5}">
                      <a16:colId xmlns:a16="http://schemas.microsoft.com/office/drawing/2014/main" val="3794202418"/>
                    </a:ext>
                  </a:extLst>
                </a:gridCol>
                <a:gridCol w="4021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GATE3H_EN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GATE2H_EN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GATE1H_EN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GATE3L_EN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GATE2L_EN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GATE1L_EN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52548430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A81FB-29BD-7A7A-7CA6-572A983B3A82}"/>
            </a:ext>
          </a:extLst>
        </p:cNvPr>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0101798D-C9D0-A645-8DE5-C435A4D1B91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954F82-EF35-399A-E751-E48E5269FE13}"/>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B87F01BE-CA04-C035-BBBC-BA4D78D9109A}"/>
              </a:ext>
            </a:extLst>
          </p:cNvPr>
          <p:cNvSpPr txBox="1"/>
          <p:nvPr/>
        </p:nvSpPr>
        <p:spPr>
          <a:xfrm>
            <a:off x="397938" y="109582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GATE1 OFFSET</a:t>
            </a:r>
          </a:p>
        </p:txBody>
      </p:sp>
      <p:graphicFrame>
        <p:nvGraphicFramePr>
          <p:cNvPr id="12" name="표 11">
            <a:extLst>
              <a:ext uri="{FF2B5EF4-FFF2-40B4-BE49-F238E27FC236}">
                <a16:creationId xmlns:a16="http://schemas.microsoft.com/office/drawing/2014/main" id="{BF42E1F0-97AF-67A9-4184-D690844B87D5}"/>
              </a:ext>
            </a:extLst>
          </p:cNvPr>
          <p:cNvGraphicFramePr>
            <a:graphicFrameLocks noGrp="1"/>
          </p:cNvGraphicFramePr>
          <p:nvPr>
            <p:extLst>
              <p:ext uri="{D42A27DB-BD31-4B8C-83A1-F6EECF244321}">
                <p14:modId xmlns:p14="http://schemas.microsoft.com/office/powerpoint/2010/main" val="482171307"/>
              </p:ext>
            </p:extLst>
          </p:nvPr>
        </p:nvGraphicFramePr>
        <p:xfrm>
          <a:off x="396230" y="1982109"/>
          <a:ext cx="6048000" cy="1684639"/>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GATE1_OFFSET2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Offset time from GATE1H to GATE1L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GATE1_OFFSET1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Offset time from GATE1L to GATE1H, , GATE1H is corresponding to H_G1 pad and GATE1L is corresponding to L_G1. Other gate related signals are the same naming rule.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GATExL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signal is for discharge of LED power source, this offset value is for preventing from short path between VLED sourcing path and discharging path.</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GATE1_OFFSET1 is interval time between GATE1 falling to GATE1_L rising.</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15" name="표 14">
            <a:extLst>
              <a:ext uri="{FF2B5EF4-FFF2-40B4-BE49-F238E27FC236}">
                <a16:creationId xmlns:a16="http://schemas.microsoft.com/office/drawing/2014/main" id="{4F8C885E-8980-D1DD-420A-17ABD55C48A6}"/>
              </a:ext>
            </a:extLst>
          </p:cNvPr>
          <p:cNvGraphicFramePr>
            <a:graphicFrameLocks noGrp="1"/>
          </p:cNvGraphicFramePr>
          <p:nvPr>
            <p:extLst>
              <p:ext uri="{D42A27DB-BD31-4B8C-83A1-F6EECF244321}">
                <p14:modId xmlns:p14="http://schemas.microsoft.com/office/powerpoint/2010/main" val="1113621603"/>
              </p:ext>
            </p:extLst>
          </p:nvPr>
        </p:nvGraphicFramePr>
        <p:xfrm>
          <a:off x="263722" y="139504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GATE1_OFFSET2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GATE1_OFFSET1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38469517-BD51-DCF3-EB4A-5855A3DED31B}"/>
              </a:ext>
            </a:extLst>
          </p:cNvPr>
          <p:cNvSpPr txBox="1"/>
          <p:nvPr/>
        </p:nvSpPr>
        <p:spPr>
          <a:xfrm>
            <a:off x="397938" y="37812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GATE2 OFFSET</a:t>
            </a:r>
          </a:p>
        </p:txBody>
      </p:sp>
      <p:graphicFrame>
        <p:nvGraphicFramePr>
          <p:cNvPr id="3" name="표 2">
            <a:extLst>
              <a:ext uri="{FF2B5EF4-FFF2-40B4-BE49-F238E27FC236}">
                <a16:creationId xmlns:a16="http://schemas.microsoft.com/office/drawing/2014/main" id="{E74CE510-F910-127F-7D51-E5BDA37CF6EF}"/>
              </a:ext>
            </a:extLst>
          </p:cNvPr>
          <p:cNvGraphicFramePr>
            <a:graphicFrameLocks noGrp="1"/>
          </p:cNvGraphicFramePr>
          <p:nvPr>
            <p:extLst>
              <p:ext uri="{D42A27DB-BD31-4B8C-83A1-F6EECF244321}">
                <p14:modId xmlns:p14="http://schemas.microsoft.com/office/powerpoint/2010/main" val="3698079791"/>
              </p:ext>
            </p:extLst>
          </p:nvPr>
        </p:nvGraphicFramePr>
        <p:xfrm>
          <a:off x="399646" y="4720140"/>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GATE2_OFFSET2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Offset time from GATE2H to GATE2L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GATE2_OFFSET1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Offset time from GATE2L to GATE2H</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6" name="표 5">
            <a:extLst>
              <a:ext uri="{FF2B5EF4-FFF2-40B4-BE49-F238E27FC236}">
                <a16:creationId xmlns:a16="http://schemas.microsoft.com/office/drawing/2014/main" id="{A2EDE358-8310-5EE5-C6C5-FD84C78A363A}"/>
              </a:ext>
            </a:extLst>
          </p:cNvPr>
          <p:cNvGraphicFramePr>
            <a:graphicFrameLocks noGrp="1"/>
          </p:cNvGraphicFramePr>
          <p:nvPr>
            <p:extLst>
              <p:ext uri="{D42A27DB-BD31-4B8C-83A1-F6EECF244321}">
                <p14:modId xmlns:p14="http://schemas.microsoft.com/office/powerpoint/2010/main" val="2190687621"/>
              </p:ext>
            </p:extLst>
          </p:nvPr>
        </p:nvGraphicFramePr>
        <p:xfrm>
          <a:off x="263722" y="408048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GATE2_OFFSET2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GATE2_OFFSET1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0" name="TextBox 9">
            <a:extLst>
              <a:ext uri="{FF2B5EF4-FFF2-40B4-BE49-F238E27FC236}">
                <a16:creationId xmlns:a16="http://schemas.microsoft.com/office/drawing/2014/main" id="{E380EC8E-3487-B725-411F-33BD2BB076B5}"/>
              </a:ext>
            </a:extLst>
          </p:cNvPr>
          <p:cNvSpPr txBox="1"/>
          <p:nvPr/>
        </p:nvSpPr>
        <p:spPr>
          <a:xfrm>
            <a:off x="413545" y="649839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GATE3 OFFSET</a:t>
            </a:r>
          </a:p>
        </p:txBody>
      </p:sp>
      <p:graphicFrame>
        <p:nvGraphicFramePr>
          <p:cNvPr id="11" name="표 10">
            <a:extLst>
              <a:ext uri="{FF2B5EF4-FFF2-40B4-BE49-F238E27FC236}">
                <a16:creationId xmlns:a16="http://schemas.microsoft.com/office/drawing/2014/main" id="{97E4B244-2B0D-059F-41C5-791786EA536E}"/>
              </a:ext>
            </a:extLst>
          </p:cNvPr>
          <p:cNvGraphicFramePr>
            <a:graphicFrameLocks noGrp="1"/>
          </p:cNvGraphicFramePr>
          <p:nvPr>
            <p:extLst>
              <p:ext uri="{D42A27DB-BD31-4B8C-83A1-F6EECF244321}">
                <p14:modId xmlns:p14="http://schemas.microsoft.com/office/powerpoint/2010/main" val="1990535102"/>
              </p:ext>
            </p:extLst>
          </p:nvPr>
        </p:nvGraphicFramePr>
        <p:xfrm>
          <a:off x="397938" y="7429952"/>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GATE3_OFFSET2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Offset time from GATE2H to GATE2L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GATE3_OFFSET1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Offset time from GATE2L to GATE2H</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16" name="표 15">
            <a:extLst>
              <a:ext uri="{FF2B5EF4-FFF2-40B4-BE49-F238E27FC236}">
                <a16:creationId xmlns:a16="http://schemas.microsoft.com/office/drawing/2014/main" id="{420E23B9-3699-C870-43AB-1D1DD8395CA2}"/>
              </a:ext>
            </a:extLst>
          </p:cNvPr>
          <p:cNvGraphicFramePr>
            <a:graphicFrameLocks noGrp="1"/>
          </p:cNvGraphicFramePr>
          <p:nvPr>
            <p:extLst>
              <p:ext uri="{D42A27DB-BD31-4B8C-83A1-F6EECF244321}">
                <p14:modId xmlns:p14="http://schemas.microsoft.com/office/powerpoint/2010/main" val="3463062933"/>
              </p:ext>
            </p:extLst>
          </p:nvPr>
        </p:nvGraphicFramePr>
        <p:xfrm>
          <a:off x="262014" y="676000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GATE3_OFFSET2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GATE3_OFFSET1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0936931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CAA1-ED65-9B78-9B21-ABF722C8BA8A}"/>
            </a:ext>
          </a:extLst>
        </p:cNvPr>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D2DAD908-BF1B-34F3-01FD-747C2C91681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8E9C531-04F4-6A2A-238B-358C12617F0B}"/>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7642D0A3-6F2C-7146-46FA-0CEA635D1D05}"/>
              </a:ext>
            </a:extLst>
          </p:cNvPr>
          <p:cNvSpPr txBox="1"/>
          <p:nvPr/>
        </p:nvSpPr>
        <p:spPr>
          <a:xfrm>
            <a:off x="397938" y="109582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 VAR CONTROL1</a:t>
            </a:r>
          </a:p>
        </p:txBody>
      </p:sp>
      <p:graphicFrame>
        <p:nvGraphicFramePr>
          <p:cNvPr id="12" name="표 11">
            <a:extLst>
              <a:ext uri="{FF2B5EF4-FFF2-40B4-BE49-F238E27FC236}">
                <a16:creationId xmlns:a16="http://schemas.microsoft.com/office/drawing/2014/main" id="{05561849-617E-3FBB-44B2-195D64BE91A7}"/>
              </a:ext>
            </a:extLst>
          </p:cNvPr>
          <p:cNvGraphicFramePr>
            <a:graphicFrameLocks noGrp="1"/>
          </p:cNvGraphicFramePr>
          <p:nvPr>
            <p:extLst>
              <p:ext uri="{D42A27DB-BD31-4B8C-83A1-F6EECF244321}">
                <p14:modId xmlns:p14="http://schemas.microsoft.com/office/powerpoint/2010/main" val="470283937"/>
              </p:ext>
            </p:extLst>
          </p:nvPr>
        </p:nvGraphicFramePr>
        <p:xfrm>
          <a:off x="399646" y="2175099"/>
          <a:ext cx="6048000" cy="652519"/>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SV_VAR_SIZE1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Random variation size masking bit of GATE1 and related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5" name="표 14">
            <a:extLst>
              <a:ext uri="{FF2B5EF4-FFF2-40B4-BE49-F238E27FC236}">
                <a16:creationId xmlns:a16="http://schemas.microsoft.com/office/drawing/2014/main" id="{EB746FFD-ECF6-D1FF-EF17-EC008D246C2F}"/>
              </a:ext>
            </a:extLst>
          </p:cNvPr>
          <p:cNvGraphicFramePr>
            <a:graphicFrameLocks noGrp="1"/>
          </p:cNvGraphicFramePr>
          <p:nvPr>
            <p:extLst>
              <p:ext uri="{D42A27DB-BD31-4B8C-83A1-F6EECF244321}">
                <p14:modId xmlns:p14="http://schemas.microsoft.com/office/powerpoint/2010/main" val="1631102725"/>
              </p:ext>
            </p:extLst>
          </p:nvPr>
        </p:nvGraphicFramePr>
        <p:xfrm>
          <a:off x="263722" y="139504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SV_VAR_SIZE1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AC453140-FAA3-CD43-1B89-89123F7F7FEB}"/>
              </a:ext>
            </a:extLst>
          </p:cNvPr>
          <p:cNvSpPr txBox="1"/>
          <p:nvPr/>
        </p:nvSpPr>
        <p:spPr>
          <a:xfrm>
            <a:off x="397938" y="37812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 VAR CONTROL2</a:t>
            </a:r>
          </a:p>
        </p:txBody>
      </p:sp>
      <p:graphicFrame>
        <p:nvGraphicFramePr>
          <p:cNvPr id="3" name="표 2">
            <a:extLst>
              <a:ext uri="{FF2B5EF4-FFF2-40B4-BE49-F238E27FC236}">
                <a16:creationId xmlns:a16="http://schemas.microsoft.com/office/drawing/2014/main" id="{13C92108-2600-1CB3-A5FE-BE4736F0035D}"/>
              </a:ext>
            </a:extLst>
          </p:cNvPr>
          <p:cNvGraphicFramePr>
            <a:graphicFrameLocks noGrp="1"/>
          </p:cNvGraphicFramePr>
          <p:nvPr>
            <p:extLst>
              <p:ext uri="{D42A27DB-BD31-4B8C-83A1-F6EECF244321}">
                <p14:modId xmlns:p14="http://schemas.microsoft.com/office/powerpoint/2010/main" val="1702800946"/>
              </p:ext>
            </p:extLst>
          </p:nvPr>
        </p:nvGraphicFramePr>
        <p:xfrm>
          <a:off x="399646" y="4860540"/>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SV_VAR_SIZE3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Random variation size masking bit of GATE3 and related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SV_VAR_SIZE2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Random variation size masking bit of GATE2 and related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6" name="표 5">
            <a:extLst>
              <a:ext uri="{FF2B5EF4-FFF2-40B4-BE49-F238E27FC236}">
                <a16:creationId xmlns:a16="http://schemas.microsoft.com/office/drawing/2014/main" id="{F5087D53-144D-BD53-FB66-C541FBA6FA40}"/>
              </a:ext>
            </a:extLst>
          </p:cNvPr>
          <p:cNvGraphicFramePr>
            <a:graphicFrameLocks noGrp="1"/>
          </p:cNvGraphicFramePr>
          <p:nvPr>
            <p:extLst>
              <p:ext uri="{D42A27DB-BD31-4B8C-83A1-F6EECF244321}">
                <p14:modId xmlns:p14="http://schemas.microsoft.com/office/powerpoint/2010/main" val="2723777243"/>
              </p:ext>
            </p:extLst>
          </p:nvPr>
        </p:nvGraphicFramePr>
        <p:xfrm>
          <a:off x="263722" y="408048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SV_VAR_SIZE3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SV_VAR_SIZE2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2454488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435EABA-6480-EE94-7C4E-8864130BFAC8}"/>
              </a:ext>
            </a:extLst>
          </p:cNvPr>
          <p:cNvSpPr txBox="1"/>
          <p:nvPr/>
        </p:nvSpPr>
        <p:spPr>
          <a:xfrm>
            <a:off x="397938" y="854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 ON</a:t>
            </a:r>
          </a:p>
        </p:txBody>
      </p:sp>
      <p:graphicFrame>
        <p:nvGraphicFramePr>
          <p:cNvPr id="6" name="표 5">
            <a:extLst>
              <a:ext uri="{FF2B5EF4-FFF2-40B4-BE49-F238E27FC236}">
                <a16:creationId xmlns:a16="http://schemas.microsoft.com/office/drawing/2014/main" id="{12F1EBE9-F02F-54ED-C239-70B06C60905E}"/>
              </a:ext>
            </a:extLst>
          </p:cNvPr>
          <p:cNvGraphicFramePr>
            <a:graphicFrameLocks noGrp="1"/>
          </p:cNvGraphicFramePr>
          <p:nvPr>
            <p:extLst>
              <p:ext uri="{D42A27DB-BD31-4B8C-83A1-F6EECF244321}">
                <p14:modId xmlns:p14="http://schemas.microsoft.com/office/powerpoint/2010/main" val="311047208"/>
              </p:ext>
            </p:extLst>
          </p:nvPr>
        </p:nvGraphicFramePr>
        <p:xfrm>
          <a:off x="397935" y="113535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SVO_ON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7" name="직선 연결선 6">
            <a:extLst>
              <a:ext uri="{FF2B5EF4-FFF2-40B4-BE49-F238E27FC236}">
                <a16:creationId xmlns:a16="http://schemas.microsoft.com/office/drawing/2014/main" id="{638BB309-950B-58F5-7A53-768D21CE344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3ED0AB7-79BC-5FC3-8DA1-6733B4D735A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184171C3-004D-8624-B167-AB188376FC89}"/>
              </a:ext>
            </a:extLst>
          </p:cNvPr>
          <p:cNvGraphicFramePr>
            <a:graphicFrameLocks noGrp="1"/>
          </p:cNvGraphicFramePr>
          <p:nvPr>
            <p:extLst>
              <p:ext uri="{D42A27DB-BD31-4B8C-83A1-F6EECF244321}">
                <p14:modId xmlns:p14="http://schemas.microsoft.com/office/powerpoint/2010/main" val="4231677399"/>
              </p:ext>
            </p:extLst>
          </p:nvPr>
        </p:nvGraphicFramePr>
        <p:xfrm>
          <a:off x="399229" y="1588450"/>
          <a:ext cx="6048000" cy="5343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SVO_ON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high pulse width duration. The unit of register value is 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10" name="TextBox 9">
            <a:extLst>
              <a:ext uri="{FF2B5EF4-FFF2-40B4-BE49-F238E27FC236}">
                <a16:creationId xmlns:a16="http://schemas.microsoft.com/office/drawing/2014/main" id="{EFFE7D91-4BA0-81A1-5742-C6B684217FB7}"/>
              </a:ext>
            </a:extLst>
          </p:cNvPr>
          <p:cNvSpPr txBox="1"/>
          <p:nvPr/>
        </p:nvSpPr>
        <p:spPr>
          <a:xfrm>
            <a:off x="414842" y="230322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SVO1 OFF</a:t>
            </a:r>
          </a:p>
        </p:txBody>
      </p:sp>
      <p:graphicFrame>
        <p:nvGraphicFramePr>
          <p:cNvPr id="11" name="표 10">
            <a:extLst>
              <a:ext uri="{FF2B5EF4-FFF2-40B4-BE49-F238E27FC236}">
                <a16:creationId xmlns:a16="http://schemas.microsoft.com/office/drawing/2014/main" id="{D6B17044-15A1-5F57-FF13-79ECF63668D3}"/>
              </a:ext>
            </a:extLst>
          </p:cNvPr>
          <p:cNvGraphicFramePr>
            <a:graphicFrameLocks noGrp="1"/>
          </p:cNvGraphicFramePr>
          <p:nvPr>
            <p:extLst>
              <p:ext uri="{D42A27DB-BD31-4B8C-83A1-F6EECF244321}">
                <p14:modId xmlns:p14="http://schemas.microsoft.com/office/powerpoint/2010/main" val="1855186598"/>
              </p:ext>
            </p:extLst>
          </p:nvPr>
        </p:nvGraphicFramePr>
        <p:xfrm>
          <a:off x="414839" y="258391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SVO1_OFF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2" name="표 11">
            <a:extLst>
              <a:ext uri="{FF2B5EF4-FFF2-40B4-BE49-F238E27FC236}">
                <a16:creationId xmlns:a16="http://schemas.microsoft.com/office/drawing/2014/main" id="{F5A2A5E0-8FF1-4B65-21EA-8EC8F0C42015}"/>
              </a:ext>
            </a:extLst>
          </p:cNvPr>
          <p:cNvGraphicFramePr>
            <a:graphicFrameLocks noGrp="1"/>
          </p:cNvGraphicFramePr>
          <p:nvPr>
            <p:extLst>
              <p:ext uri="{D42A27DB-BD31-4B8C-83A1-F6EECF244321}">
                <p14:modId xmlns:p14="http://schemas.microsoft.com/office/powerpoint/2010/main" val="3637306592"/>
              </p:ext>
            </p:extLst>
          </p:nvPr>
        </p:nvGraphicFramePr>
        <p:xfrm>
          <a:off x="416133" y="3037009"/>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SVO1_OFF</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low pulse width duration</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related GATE1 signal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The unit of register value is 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13" name="TextBox 12">
            <a:extLst>
              <a:ext uri="{FF2B5EF4-FFF2-40B4-BE49-F238E27FC236}">
                <a16:creationId xmlns:a16="http://schemas.microsoft.com/office/drawing/2014/main" id="{58BF13B3-4697-9790-D259-CBBF6432C892}"/>
              </a:ext>
            </a:extLst>
          </p:cNvPr>
          <p:cNvSpPr txBox="1"/>
          <p:nvPr/>
        </p:nvSpPr>
        <p:spPr>
          <a:xfrm>
            <a:off x="413548" y="391565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SVO2 OFF</a:t>
            </a:r>
          </a:p>
        </p:txBody>
      </p:sp>
      <p:graphicFrame>
        <p:nvGraphicFramePr>
          <p:cNvPr id="14" name="표 13">
            <a:extLst>
              <a:ext uri="{FF2B5EF4-FFF2-40B4-BE49-F238E27FC236}">
                <a16:creationId xmlns:a16="http://schemas.microsoft.com/office/drawing/2014/main" id="{B7E4F86E-ADCF-2B97-43E8-0DEF92B045AB}"/>
              </a:ext>
            </a:extLst>
          </p:cNvPr>
          <p:cNvGraphicFramePr>
            <a:graphicFrameLocks noGrp="1"/>
          </p:cNvGraphicFramePr>
          <p:nvPr>
            <p:extLst>
              <p:ext uri="{D42A27DB-BD31-4B8C-83A1-F6EECF244321}">
                <p14:modId xmlns:p14="http://schemas.microsoft.com/office/powerpoint/2010/main" val="775591487"/>
              </p:ext>
            </p:extLst>
          </p:nvPr>
        </p:nvGraphicFramePr>
        <p:xfrm>
          <a:off x="413545" y="419634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SVO2_OFF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DBDF2A56-7971-90AF-AD72-A8F36A53B228}"/>
              </a:ext>
            </a:extLst>
          </p:cNvPr>
          <p:cNvGraphicFramePr>
            <a:graphicFrameLocks noGrp="1"/>
          </p:cNvGraphicFramePr>
          <p:nvPr>
            <p:extLst>
              <p:ext uri="{D42A27DB-BD31-4B8C-83A1-F6EECF244321}">
                <p14:modId xmlns:p14="http://schemas.microsoft.com/office/powerpoint/2010/main" val="3888195950"/>
              </p:ext>
            </p:extLst>
          </p:nvPr>
        </p:nvGraphicFramePr>
        <p:xfrm>
          <a:off x="414839" y="4649440"/>
          <a:ext cx="6048000" cy="5343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SVO2_OFF</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off duration related GATE2 signal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16" name="TextBox 15">
            <a:extLst>
              <a:ext uri="{FF2B5EF4-FFF2-40B4-BE49-F238E27FC236}">
                <a16:creationId xmlns:a16="http://schemas.microsoft.com/office/drawing/2014/main" id="{DA3DF768-AB98-7D79-E835-A3C9D01CAF95}"/>
              </a:ext>
            </a:extLst>
          </p:cNvPr>
          <p:cNvSpPr txBox="1"/>
          <p:nvPr/>
        </p:nvSpPr>
        <p:spPr>
          <a:xfrm>
            <a:off x="413548" y="550608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SVO3 OFF</a:t>
            </a:r>
          </a:p>
        </p:txBody>
      </p:sp>
      <p:graphicFrame>
        <p:nvGraphicFramePr>
          <p:cNvPr id="17" name="표 16">
            <a:extLst>
              <a:ext uri="{FF2B5EF4-FFF2-40B4-BE49-F238E27FC236}">
                <a16:creationId xmlns:a16="http://schemas.microsoft.com/office/drawing/2014/main" id="{3D9A9BBD-BDAD-6309-F15D-038B16A800E1}"/>
              </a:ext>
            </a:extLst>
          </p:cNvPr>
          <p:cNvGraphicFramePr>
            <a:graphicFrameLocks noGrp="1"/>
          </p:cNvGraphicFramePr>
          <p:nvPr>
            <p:extLst>
              <p:ext uri="{D42A27DB-BD31-4B8C-83A1-F6EECF244321}">
                <p14:modId xmlns:p14="http://schemas.microsoft.com/office/powerpoint/2010/main" val="3092761400"/>
              </p:ext>
            </p:extLst>
          </p:nvPr>
        </p:nvGraphicFramePr>
        <p:xfrm>
          <a:off x="413545" y="5786778"/>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SVO3_OFF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8" name="표 17">
            <a:extLst>
              <a:ext uri="{FF2B5EF4-FFF2-40B4-BE49-F238E27FC236}">
                <a16:creationId xmlns:a16="http://schemas.microsoft.com/office/drawing/2014/main" id="{A984BE71-9904-2B1A-87CC-D131602E6330}"/>
              </a:ext>
            </a:extLst>
          </p:cNvPr>
          <p:cNvGraphicFramePr>
            <a:graphicFrameLocks noGrp="1"/>
          </p:cNvGraphicFramePr>
          <p:nvPr>
            <p:extLst>
              <p:ext uri="{D42A27DB-BD31-4B8C-83A1-F6EECF244321}">
                <p14:modId xmlns:p14="http://schemas.microsoft.com/office/powerpoint/2010/main" val="1249324756"/>
              </p:ext>
            </p:extLst>
          </p:nvPr>
        </p:nvGraphicFramePr>
        <p:xfrm>
          <a:off x="414839" y="6239873"/>
          <a:ext cx="6048000" cy="5343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SVO3_OFF</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off duration related GATE3 signal, please refer to following timing chart.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pic>
        <p:nvPicPr>
          <p:cNvPr id="3" name="그림 2">
            <a:extLst>
              <a:ext uri="{FF2B5EF4-FFF2-40B4-BE49-F238E27FC236}">
                <a16:creationId xmlns:a16="http://schemas.microsoft.com/office/drawing/2014/main" id="{40A04ED4-A4A8-BEF4-C97C-45F186F98162}"/>
              </a:ext>
            </a:extLst>
          </p:cNvPr>
          <p:cNvPicPr>
            <a:picLocks noChangeAspect="1"/>
          </p:cNvPicPr>
          <p:nvPr/>
        </p:nvPicPr>
        <p:blipFill>
          <a:blip r:embed="rId2"/>
          <a:srcRect b="35216"/>
          <a:stretch>
            <a:fillRect/>
          </a:stretch>
        </p:blipFill>
        <p:spPr>
          <a:xfrm>
            <a:off x="41004" y="6967154"/>
            <a:ext cx="6403640" cy="1747763"/>
          </a:xfrm>
          <a:prstGeom prst="rect">
            <a:avLst/>
          </a:prstGeom>
        </p:spPr>
      </p:pic>
    </p:spTree>
    <p:extLst>
      <p:ext uri="{BB962C8B-B14F-4D97-AF65-F5344CB8AC3E}">
        <p14:creationId xmlns:p14="http://schemas.microsoft.com/office/powerpoint/2010/main" val="36222219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7E87DB91-D964-2FBF-3056-92DBFE704B0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DAD3EB7-7F12-D7FD-158F-3E66E39EE3B7}"/>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9D9EC94-5CB2-645F-FC4F-6861433F6FF8}"/>
              </a:ext>
            </a:extLst>
          </p:cNvPr>
          <p:cNvSpPr txBox="1"/>
          <p:nvPr/>
        </p:nvSpPr>
        <p:spPr>
          <a:xfrm>
            <a:off x="397938" y="854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 NUMBER</a:t>
            </a:r>
          </a:p>
        </p:txBody>
      </p:sp>
      <p:graphicFrame>
        <p:nvGraphicFramePr>
          <p:cNvPr id="7" name="표 6">
            <a:extLst>
              <a:ext uri="{FF2B5EF4-FFF2-40B4-BE49-F238E27FC236}">
                <a16:creationId xmlns:a16="http://schemas.microsoft.com/office/drawing/2014/main" id="{6A89E2B7-146A-65AA-FA08-1187D35618EF}"/>
              </a:ext>
            </a:extLst>
          </p:cNvPr>
          <p:cNvGraphicFramePr>
            <a:graphicFrameLocks noGrp="1"/>
          </p:cNvGraphicFramePr>
          <p:nvPr>
            <p:extLst>
              <p:ext uri="{D42A27DB-BD31-4B8C-83A1-F6EECF244321}">
                <p14:modId xmlns:p14="http://schemas.microsoft.com/office/powerpoint/2010/main" val="1594502869"/>
              </p:ext>
            </p:extLst>
          </p:nvPr>
        </p:nvGraphicFramePr>
        <p:xfrm>
          <a:off x="397935" y="1135355"/>
          <a:ext cx="6123292"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294637">
                  <a:extLst>
                    <a:ext uri="{9D8B030D-6E8A-4147-A177-3AD203B41FA5}">
                      <a16:colId xmlns:a16="http://schemas.microsoft.com/office/drawing/2014/main" val="2079070694"/>
                    </a:ext>
                  </a:extLst>
                </a:gridCol>
                <a:gridCol w="451743">
                  <a:extLst>
                    <a:ext uri="{9D8B030D-6E8A-4147-A177-3AD203B41FA5}">
                      <a16:colId xmlns:a16="http://schemas.microsoft.com/office/drawing/2014/main" val="4213315911"/>
                    </a:ext>
                  </a:extLst>
                </a:gridCol>
                <a:gridCol w="451743">
                  <a:extLst>
                    <a:ext uri="{9D8B030D-6E8A-4147-A177-3AD203B41FA5}">
                      <a16:colId xmlns:a16="http://schemas.microsoft.com/office/drawing/2014/main" val="2769999950"/>
                    </a:ext>
                  </a:extLst>
                </a:gridCol>
                <a:gridCol w="288862">
                  <a:extLst>
                    <a:ext uri="{9D8B030D-6E8A-4147-A177-3AD203B41FA5}">
                      <a16:colId xmlns:a16="http://schemas.microsoft.com/office/drawing/2014/main" val="135637185"/>
                    </a:ext>
                  </a:extLst>
                </a:gridCol>
                <a:gridCol w="288862">
                  <a:extLst>
                    <a:ext uri="{9D8B030D-6E8A-4147-A177-3AD203B41FA5}">
                      <a16:colId xmlns:a16="http://schemas.microsoft.com/office/drawing/2014/main" val="3038050475"/>
                    </a:ext>
                  </a:extLst>
                </a:gridCol>
                <a:gridCol w="288862">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12882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SV_NO_TYPE [1:0]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SV_NO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13D356C4-9049-0A35-DF99-A0DC5A40E10C}"/>
              </a:ext>
            </a:extLst>
          </p:cNvPr>
          <p:cNvGraphicFramePr>
            <a:graphicFrameLocks noGrp="1"/>
          </p:cNvGraphicFramePr>
          <p:nvPr>
            <p:extLst>
              <p:ext uri="{D42A27DB-BD31-4B8C-83A1-F6EECF244321}">
                <p14:modId xmlns:p14="http://schemas.microsoft.com/office/powerpoint/2010/main" val="2022219544"/>
              </p:ext>
            </p:extLst>
          </p:nvPr>
        </p:nvGraphicFramePr>
        <p:xfrm>
          <a:off x="399229" y="177895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SV_NO_TYPE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‘d2 :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svo_off</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2/3</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active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‘d3 :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svo_off</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1/2/3 active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SV_NO</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repeat number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Total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svo</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number is SV_NO multiplied by SV_NO_TYPE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6057252"/>
                  </a:ext>
                </a:extLst>
              </a:tr>
            </a:tbl>
          </a:graphicData>
        </a:graphic>
      </p:graphicFrame>
      <p:sp>
        <p:nvSpPr>
          <p:cNvPr id="9" name="TextBox 8">
            <a:extLst>
              <a:ext uri="{FF2B5EF4-FFF2-40B4-BE49-F238E27FC236}">
                <a16:creationId xmlns:a16="http://schemas.microsoft.com/office/drawing/2014/main" id="{B3BCD47E-EDA2-EC09-4802-BD26260E8F57}"/>
              </a:ext>
            </a:extLst>
          </p:cNvPr>
          <p:cNvSpPr txBox="1"/>
          <p:nvPr/>
        </p:nvSpPr>
        <p:spPr>
          <a:xfrm>
            <a:off x="330146" y="636512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NF CONTROL</a:t>
            </a:r>
          </a:p>
        </p:txBody>
      </p:sp>
      <p:graphicFrame>
        <p:nvGraphicFramePr>
          <p:cNvPr id="10" name="표 9">
            <a:extLst>
              <a:ext uri="{FF2B5EF4-FFF2-40B4-BE49-F238E27FC236}">
                <a16:creationId xmlns:a16="http://schemas.microsoft.com/office/drawing/2014/main" id="{224D2421-8960-580B-523E-F551C70DAB20}"/>
              </a:ext>
            </a:extLst>
          </p:cNvPr>
          <p:cNvGraphicFramePr>
            <a:graphicFrameLocks noGrp="1"/>
          </p:cNvGraphicFramePr>
          <p:nvPr>
            <p:extLst>
              <p:ext uri="{D42A27DB-BD31-4B8C-83A1-F6EECF244321}">
                <p14:modId xmlns:p14="http://schemas.microsoft.com/office/powerpoint/2010/main" val="1362930227"/>
              </p:ext>
            </p:extLst>
          </p:nvPr>
        </p:nvGraphicFramePr>
        <p:xfrm>
          <a:off x="330143" y="6645810"/>
          <a:ext cx="61794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19180">
                  <a:extLst>
                    <a:ext uri="{9D8B030D-6E8A-4147-A177-3AD203B41FA5}">
                      <a16:colId xmlns:a16="http://schemas.microsoft.com/office/drawing/2014/main" val="2079070694"/>
                    </a:ext>
                  </a:extLst>
                </a:gridCol>
                <a:gridCol w="278028">
                  <a:extLst>
                    <a:ext uri="{9D8B030D-6E8A-4147-A177-3AD203B41FA5}">
                      <a16:colId xmlns:a16="http://schemas.microsoft.com/office/drawing/2014/main" val="4213315911"/>
                    </a:ext>
                  </a:extLst>
                </a:gridCol>
                <a:gridCol w="253313">
                  <a:extLst>
                    <a:ext uri="{9D8B030D-6E8A-4147-A177-3AD203B41FA5}">
                      <a16:colId xmlns:a16="http://schemas.microsoft.com/office/drawing/2014/main" val="2769999950"/>
                    </a:ext>
                  </a:extLst>
                </a:gridCol>
                <a:gridCol w="290384">
                  <a:extLst>
                    <a:ext uri="{9D8B030D-6E8A-4147-A177-3AD203B41FA5}">
                      <a16:colId xmlns:a16="http://schemas.microsoft.com/office/drawing/2014/main" val="135637185"/>
                    </a:ext>
                  </a:extLst>
                </a:gridCol>
                <a:gridCol w="271848">
                  <a:extLst>
                    <a:ext uri="{9D8B030D-6E8A-4147-A177-3AD203B41FA5}">
                      <a16:colId xmlns:a16="http://schemas.microsoft.com/office/drawing/2014/main" val="3038050475"/>
                    </a:ext>
                  </a:extLst>
                </a:gridCol>
                <a:gridCol w="327455">
                  <a:extLst>
                    <a:ext uri="{9D8B030D-6E8A-4147-A177-3AD203B41FA5}">
                      <a16:colId xmlns:a16="http://schemas.microsoft.com/office/drawing/2014/main" val="1979433044"/>
                    </a:ext>
                  </a:extLst>
                </a:gridCol>
                <a:gridCol w="284205">
                  <a:extLst>
                    <a:ext uri="{9D8B030D-6E8A-4147-A177-3AD203B41FA5}">
                      <a16:colId xmlns:a16="http://schemas.microsoft.com/office/drawing/2014/main" val="1937369831"/>
                    </a:ext>
                  </a:extLst>
                </a:gridCol>
                <a:gridCol w="284205">
                  <a:extLst>
                    <a:ext uri="{9D8B030D-6E8A-4147-A177-3AD203B41FA5}">
                      <a16:colId xmlns:a16="http://schemas.microsoft.com/office/drawing/2014/main" val="747813118"/>
                    </a:ext>
                  </a:extLst>
                </a:gridCol>
                <a:gridCol w="370703">
                  <a:extLst>
                    <a:ext uri="{9D8B030D-6E8A-4147-A177-3AD203B41FA5}">
                      <a16:colId xmlns:a16="http://schemas.microsoft.com/office/drawing/2014/main" val="416731006"/>
                    </a:ext>
                  </a:extLst>
                </a:gridCol>
                <a:gridCol w="370703">
                  <a:extLst>
                    <a:ext uri="{9D8B030D-6E8A-4147-A177-3AD203B41FA5}">
                      <a16:colId xmlns:a16="http://schemas.microsoft.com/office/drawing/2014/main" val="4062622099"/>
                    </a:ext>
                  </a:extLst>
                </a:gridCol>
                <a:gridCol w="358346">
                  <a:extLst>
                    <a:ext uri="{9D8B030D-6E8A-4147-A177-3AD203B41FA5}">
                      <a16:colId xmlns:a16="http://schemas.microsoft.com/office/drawing/2014/main" val="3794202418"/>
                    </a:ext>
                  </a:extLst>
                </a:gridCol>
                <a:gridCol w="701870">
                  <a:extLst>
                    <a:ext uri="{9D8B030D-6E8A-4147-A177-3AD203B41FA5}">
                      <a16:colId xmlns:a16="http://schemas.microsoft.com/office/drawing/2014/main" val="1731474681"/>
                    </a:ext>
                  </a:extLst>
                </a:gridCol>
              </a:tblGrid>
              <a:tr h="12882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DAC_LVL[1:0]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DGRJT_EN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14BCD55D-1216-39FF-A15C-EDA14A61CC92}"/>
              </a:ext>
            </a:extLst>
          </p:cNvPr>
          <p:cNvGraphicFramePr>
            <a:graphicFrameLocks noGrp="1"/>
          </p:cNvGraphicFramePr>
          <p:nvPr>
            <p:extLst>
              <p:ext uri="{D42A27DB-BD31-4B8C-83A1-F6EECF244321}">
                <p14:modId xmlns:p14="http://schemas.microsoft.com/office/powerpoint/2010/main" val="4222935331"/>
              </p:ext>
            </p:extLst>
          </p:nvPr>
        </p:nvGraphicFramePr>
        <p:xfrm>
          <a:off x="331437" y="7289405"/>
          <a:ext cx="6048000" cy="8806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DAC_LVL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 level for FB control output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DGRJT_EN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‘0’ data glitch rejection disable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data glitch rejection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6057252"/>
                  </a:ext>
                </a:extLst>
              </a:tr>
            </a:tbl>
          </a:graphicData>
        </a:graphic>
      </p:graphicFrame>
      <p:pic>
        <p:nvPicPr>
          <p:cNvPr id="3" name="그림 2">
            <a:extLst>
              <a:ext uri="{FF2B5EF4-FFF2-40B4-BE49-F238E27FC236}">
                <a16:creationId xmlns:a16="http://schemas.microsoft.com/office/drawing/2014/main" id="{D7E72304-4391-2F82-2D39-79241B3F894F}"/>
              </a:ext>
            </a:extLst>
          </p:cNvPr>
          <p:cNvPicPr>
            <a:picLocks noChangeAspect="1"/>
          </p:cNvPicPr>
          <p:nvPr/>
        </p:nvPicPr>
        <p:blipFill>
          <a:blip r:embed="rId2"/>
          <a:stretch>
            <a:fillRect/>
          </a:stretch>
        </p:blipFill>
        <p:spPr>
          <a:xfrm>
            <a:off x="136298" y="2905482"/>
            <a:ext cx="6309640" cy="2529101"/>
          </a:xfrm>
          <a:prstGeom prst="rect">
            <a:avLst/>
          </a:prstGeom>
        </p:spPr>
      </p:pic>
    </p:spTree>
    <p:extLst>
      <p:ext uri="{BB962C8B-B14F-4D97-AF65-F5344CB8AC3E}">
        <p14:creationId xmlns:p14="http://schemas.microsoft.com/office/powerpoint/2010/main" val="270064055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6970-2BD4-E2B7-1BDB-5003EA9F8F2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544BFED-0D25-9921-95C4-BEE0C1BFE08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1EBBFE2-3E07-E983-0873-695ED68E5737}"/>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29A6E37-6718-AB83-4EB5-2A58DA802202}"/>
              </a:ext>
            </a:extLst>
          </p:cNvPr>
          <p:cNvSpPr txBox="1"/>
          <p:nvPr/>
        </p:nvSpPr>
        <p:spPr>
          <a:xfrm>
            <a:off x="40255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CONTROL</a:t>
            </a:r>
          </a:p>
        </p:txBody>
      </p:sp>
      <p:graphicFrame>
        <p:nvGraphicFramePr>
          <p:cNvPr id="16" name="표 15">
            <a:extLst>
              <a:ext uri="{FF2B5EF4-FFF2-40B4-BE49-F238E27FC236}">
                <a16:creationId xmlns:a16="http://schemas.microsoft.com/office/drawing/2014/main" id="{AC11BDEF-5C3F-17C3-79AF-D7F88465D6A2}"/>
              </a:ext>
            </a:extLst>
          </p:cNvPr>
          <p:cNvGraphicFramePr>
            <a:graphicFrameLocks noGrp="1"/>
          </p:cNvGraphicFramePr>
          <p:nvPr>
            <p:extLst>
              <p:ext uri="{D42A27DB-BD31-4B8C-83A1-F6EECF244321}">
                <p14:modId xmlns:p14="http://schemas.microsoft.com/office/powerpoint/2010/main" val="2487499666"/>
              </p:ext>
            </p:extLst>
          </p:nvPr>
        </p:nvGraphicFramePr>
        <p:xfrm>
          <a:off x="407096" y="2722405"/>
          <a:ext cx="6043458" cy="5223960"/>
        </p:xfrm>
        <a:graphic>
          <a:graphicData uri="http://schemas.openxmlformats.org/drawingml/2006/table">
            <a:tbl>
              <a:tblPr firstRow="1" bandRow="1">
                <a:tableStyleId>{5C22544A-7EE6-4342-B048-85BDC9FD1C3A}</a:tableStyleId>
              </a:tblPr>
              <a:tblGrid>
                <a:gridCol w="430462">
                  <a:extLst>
                    <a:ext uri="{9D8B030D-6E8A-4147-A177-3AD203B41FA5}">
                      <a16:colId xmlns:a16="http://schemas.microsoft.com/office/drawing/2014/main" val="4170535043"/>
                    </a:ext>
                  </a:extLst>
                </a:gridCol>
                <a:gridCol w="1282298">
                  <a:extLst>
                    <a:ext uri="{9D8B030D-6E8A-4147-A177-3AD203B41FA5}">
                      <a16:colId xmlns:a16="http://schemas.microsoft.com/office/drawing/2014/main" val="2079070694"/>
                    </a:ext>
                  </a:extLst>
                </a:gridCol>
                <a:gridCol w="204812">
                  <a:extLst>
                    <a:ext uri="{9D8B030D-6E8A-4147-A177-3AD203B41FA5}">
                      <a16:colId xmlns:a16="http://schemas.microsoft.com/office/drawing/2014/main" val="32595803"/>
                    </a:ext>
                  </a:extLst>
                </a:gridCol>
                <a:gridCol w="4125886">
                  <a:extLst>
                    <a:ext uri="{9D8B030D-6E8A-4147-A177-3AD203B41FA5}">
                      <a16:colId xmlns:a16="http://schemas.microsoft.com/office/drawing/2014/main" val="1937192614"/>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tcPr>
                </a:tc>
                <a:extLst>
                  <a:ext uri="{0D108BD9-81ED-4DB2-BD59-A6C34878D82A}">
                    <a16:rowId xmlns:a16="http://schemas.microsoft.com/office/drawing/2014/main" val="4120404736"/>
                  </a:ext>
                </a:extLst>
              </a:tr>
              <a:tr h="21234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DAC_FAULT_OFF</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enables the DAC OUT to the initial value if the thermal event from XDRs is occurred.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tcPr>
                </a:tc>
                <a:extLst>
                  <a:ext uri="{0D108BD9-81ED-4DB2-BD59-A6C34878D82A}">
                    <a16:rowId xmlns:a16="http://schemas.microsoft.com/office/drawing/2014/main" val="2675659198"/>
                  </a:ext>
                </a:extLst>
              </a:tr>
              <a:tr h="33035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DAC3_HOLD_EN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enables to fix the DAC OUT to the current value. This can be activated in case that (CURR_TGT_DAC - current DAC OUT) value successively stays below DAC_INC_HOLD_THRESHOLD for DAC_INC_HOLD_LIMIT number which is counted per frame. This function makes the DAC OUT stay at current DAC value even though the dimming data is all zero.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tcPr>
                </a:tc>
                <a:extLst>
                  <a:ext uri="{0D108BD9-81ED-4DB2-BD59-A6C34878D82A}">
                    <a16:rowId xmlns:a16="http://schemas.microsoft.com/office/drawing/2014/main" val="2146919105"/>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DAC2_HOLD_EN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DAC_DEC1 whenever the FB is asserted.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arithmetic exponential value of DAC_DEC1      whenever the FB from the XDRs is asserted.</a:t>
                      </a:r>
                      <a:endParaRPr lang="ko-KR" altLang="en-US" dirty="0"/>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6705266"/>
                  </a:ext>
                </a:extLst>
              </a:tr>
              <a:tr h="21234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DAC1_HOLD_EN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9255682"/>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DAC3_DEC1_MODE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DAC OUT is synchronized when the SYNC commands are completed to send out to the XDRs.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synchronized at the VSYNCI input of the XC.</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56437983"/>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DAC2_DEC1_MODE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DAC_DEC1 whenever the FB is asserted.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arithmetic exponential value of DAC_DEC1      whenever the FB from the XDRs is asserted.</a:t>
                      </a:r>
                      <a:endParaRPr lang="ko-KR" altLang="en-US" sz="900" dirty="0"/>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2705257"/>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DAC1_DEC1_MODE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DAC_DEC1 whenever the FB is asserted.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arithmetic exponential value of DAC_DEC1      whenever the FB from the XDRs is asserted.</a:t>
                      </a:r>
                      <a:endParaRPr lang="ko-KR" altLang="en-US" sz="900" dirty="0"/>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6234931"/>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93992007"/>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9692257"/>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933818"/>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DAC_SYNC_MODE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DAC OUT is synchronized when the SYNC commands are completed to send out to the XDRs.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synchronized at the VSYNCI input of the XC.</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02502916"/>
                  </a:ext>
                </a:extLst>
              </a:tr>
            </a:tbl>
          </a:graphicData>
        </a:graphic>
      </p:graphicFrame>
      <p:graphicFrame>
        <p:nvGraphicFramePr>
          <p:cNvPr id="2" name="표 1">
            <a:extLst>
              <a:ext uri="{FF2B5EF4-FFF2-40B4-BE49-F238E27FC236}">
                <a16:creationId xmlns:a16="http://schemas.microsoft.com/office/drawing/2014/main" id="{406E55D0-7543-DCFF-3511-E177CAC3C7F7}"/>
              </a:ext>
            </a:extLst>
          </p:cNvPr>
          <p:cNvGraphicFramePr>
            <a:graphicFrameLocks noGrp="1"/>
          </p:cNvGraphicFramePr>
          <p:nvPr>
            <p:extLst>
              <p:ext uri="{D42A27DB-BD31-4B8C-83A1-F6EECF244321}">
                <p14:modId xmlns:p14="http://schemas.microsoft.com/office/powerpoint/2010/main" val="2269894407"/>
              </p:ext>
            </p:extLst>
          </p:nvPr>
        </p:nvGraphicFramePr>
        <p:xfrm>
          <a:off x="402555" y="1114895"/>
          <a:ext cx="6047999" cy="396700"/>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36442">
                  <a:extLst>
                    <a:ext uri="{9D8B030D-6E8A-4147-A177-3AD203B41FA5}">
                      <a16:colId xmlns:a16="http://schemas.microsoft.com/office/drawing/2014/main" val="4293411712"/>
                    </a:ext>
                  </a:extLst>
                </a:gridCol>
                <a:gridCol w="982362">
                  <a:extLst>
                    <a:ext uri="{9D8B030D-6E8A-4147-A177-3AD203B41FA5}">
                      <a16:colId xmlns:a16="http://schemas.microsoft.com/office/drawing/2014/main" val="657570846"/>
                    </a:ext>
                  </a:extLst>
                </a:gridCol>
                <a:gridCol w="790832">
                  <a:extLst>
                    <a:ext uri="{9D8B030D-6E8A-4147-A177-3AD203B41FA5}">
                      <a16:colId xmlns:a16="http://schemas.microsoft.com/office/drawing/2014/main" val="3259894497"/>
                    </a:ext>
                  </a:extLst>
                </a:gridCol>
                <a:gridCol w="809368">
                  <a:extLst>
                    <a:ext uri="{9D8B030D-6E8A-4147-A177-3AD203B41FA5}">
                      <a16:colId xmlns:a16="http://schemas.microsoft.com/office/drawing/2014/main" val="4213315911"/>
                    </a:ext>
                  </a:extLst>
                </a:gridCol>
                <a:gridCol w="420129">
                  <a:extLst>
                    <a:ext uri="{9D8B030D-6E8A-4147-A177-3AD203B41FA5}">
                      <a16:colId xmlns:a16="http://schemas.microsoft.com/office/drawing/2014/main" val="3038050475"/>
                    </a:ext>
                  </a:extLst>
                </a:gridCol>
                <a:gridCol w="1365749">
                  <a:extLst>
                    <a:ext uri="{9D8B030D-6E8A-4147-A177-3AD203B41FA5}">
                      <a16:colId xmlns:a16="http://schemas.microsoft.com/office/drawing/2014/main" val="1979433044"/>
                    </a:ext>
                  </a:extLst>
                </a:gridCol>
              </a:tblGrid>
              <a:tr h="17162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B10</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027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DAC_FAULT_OFF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3C03E9E2-8963-8FA4-BE8A-127DB07BE4D9}"/>
              </a:ext>
            </a:extLst>
          </p:cNvPr>
          <p:cNvGraphicFramePr>
            <a:graphicFrameLocks noGrp="1"/>
          </p:cNvGraphicFramePr>
          <p:nvPr>
            <p:extLst>
              <p:ext uri="{D42A27DB-BD31-4B8C-83A1-F6EECF244321}">
                <p14:modId xmlns:p14="http://schemas.microsoft.com/office/powerpoint/2010/main" val="405665594"/>
              </p:ext>
            </p:extLst>
          </p:nvPr>
        </p:nvGraphicFramePr>
        <p:xfrm>
          <a:off x="402556" y="2225307"/>
          <a:ext cx="6047999" cy="372600"/>
        </p:xfrm>
        <a:graphic>
          <a:graphicData uri="http://schemas.openxmlformats.org/drawingml/2006/table">
            <a:tbl>
              <a:tblPr firstRow="1" bandRow="1">
                <a:tableStyleId>{5C22544A-7EE6-4342-B048-85BDC9FD1C3A}</a:tableStyleId>
              </a:tblPr>
              <a:tblGrid>
                <a:gridCol w="320013">
                  <a:extLst>
                    <a:ext uri="{9D8B030D-6E8A-4147-A177-3AD203B41FA5}">
                      <a16:colId xmlns:a16="http://schemas.microsoft.com/office/drawing/2014/main" val="3358603807"/>
                    </a:ext>
                  </a:extLst>
                </a:gridCol>
                <a:gridCol w="429170">
                  <a:extLst>
                    <a:ext uri="{9D8B030D-6E8A-4147-A177-3AD203B41FA5}">
                      <a16:colId xmlns:a16="http://schemas.microsoft.com/office/drawing/2014/main" val="2844922634"/>
                    </a:ext>
                  </a:extLst>
                </a:gridCol>
                <a:gridCol w="1324704">
                  <a:extLst>
                    <a:ext uri="{9D8B030D-6E8A-4147-A177-3AD203B41FA5}">
                      <a16:colId xmlns:a16="http://schemas.microsoft.com/office/drawing/2014/main" val="4293411712"/>
                    </a:ext>
                  </a:extLst>
                </a:gridCol>
                <a:gridCol w="1324704">
                  <a:extLst>
                    <a:ext uri="{9D8B030D-6E8A-4147-A177-3AD203B41FA5}">
                      <a16:colId xmlns:a16="http://schemas.microsoft.com/office/drawing/2014/main" val="657570846"/>
                    </a:ext>
                  </a:extLst>
                </a:gridCol>
                <a:gridCol w="1324704">
                  <a:extLst>
                    <a:ext uri="{9D8B030D-6E8A-4147-A177-3AD203B41FA5}">
                      <a16:colId xmlns:a16="http://schemas.microsoft.com/office/drawing/2014/main" val="3259894497"/>
                    </a:ext>
                  </a:extLst>
                </a:gridCol>
                <a:gridCol w="1324704">
                  <a:extLst>
                    <a:ext uri="{9D8B030D-6E8A-4147-A177-3AD203B41FA5}">
                      <a16:colId xmlns:a16="http://schemas.microsoft.com/office/drawing/2014/main" val="140103165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DAC_AUTO_TYPE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F33FC2A9-E640-4644-6931-D0632D4B6514}"/>
              </a:ext>
            </a:extLst>
          </p:cNvPr>
          <p:cNvGraphicFramePr>
            <a:graphicFrameLocks noGrp="1"/>
          </p:cNvGraphicFramePr>
          <p:nvPr>
            <p:extLst>
              <p:ext uri="{D42A27DB-BD31-4B8C-83A1-F6EECF244321}">
                <p14:modId xmlns:p14="http://schemas.microsoft.com/office/powerpoint/2010/main" val="1269236295"/>
              </p:ext>
            </p:extLst>
          </p:nvPr>
        </p:nvGraphicFramePr>
        <p:xfrm>
          <a:off x="402555" y="1676057"/>
          <a:ext cx="6047999" cy="409553"/>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56178">
                  <a:extLst>
                    <a:ext uri="{9D8B030D-6E8A-4147-A177-3AD203B41FA5}">
                      <a16:colId xmlns:a16="http://schemas.microsoft.com/office/drawing/2014/main" val="4293411712"/>
                    </a:ext>
                  </a:extLst>
                </a:gridCol>
                <a:gridCol w="914400">
                  <a:extLst>
                    <a:ext uri="{9D8B030D-6E8A-4147-A177-3AD203B41FA5}">
                      <a16:colId xmlns:a16="http://schemas.microsoft.com/office/drawing/2014/main" val="657570846"/>
                    </a:ext>
                  </a:extLst>
                </a:gridCol>
                <a:gridCol w="857250">
                  <a:extLst>
                    <a:ext uri="{9D8B030D-6E8A-4147-A177-3AD203B41FA5}">
                      <a16:colId xmlns:a16="http://schemas.microsoft.com/office/drawing/2014/main" val="3259894497"/>
                    </a:ext>
                  </a:extLst>
                </a:gridCol>
                <a:gridCol w="808760">
                  <a:extLst>
                    <a:ext uri="{9D8B030D-6E8A-4147-A177-3AD203B41FA5}">
                      <a16:colId xmlns:a16="http://schemas.microsoft.com/office/drawing/2014/main" val="4213315911"/>
                    </a:ext>
                  </a:extLst>
                </a:gridCol>
                <a:gridCol w="884147">
                  <a:extLst>
                    <a:ext uri="{9D8B030D-6E8A-4147-A177-3AD203B41FA5}">
                      <a16:colId xmlns:a16="http://schemas.microsoft.com/office/drawing/2014/main" val="3038050475"/>
                    </a:ext>
                  </a:extLst>
                </a:gridCol>
                <a:gridCol w="884147">
                  <a:extLst>
                    <a:ext uri="{9D8B030D-6E8A-4147-A177-3AD203B41FA5}">
                      <a16:colId xmlns:a16="http://schemas.microsoft.com/office/drawing/2014/main" val="1979433044"/>
                    </a:ext>
                  </a:extLst>
                </a:gridCol>
              </a:tblGrid>
              <a:tr h="158767">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B7</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B6</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1563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DAC1_DEC1_MODE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DAC_SYNC_MODE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716408658"/>
      </p:ext>
    </p:extLst>
  </p:cSld>
  <p:clrMapOvr>
    <a:masterClrMapping/>
  </p:clrMapOvr>
  <p:extLst>
    <p:ext uri="{6950BFC3-D8DA-4A85-94F7-54DA5524770B}">
      <p188:commentRel xmlns:p188="http://schemas.microsoft.com/office/powerpoint/2018/8/main" r:id="rId3"/>
    </p:ext>
  </p:extLs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표 6">
            <a:extLst>
              <a:ext uri="{FF2B5EF4-FFF2-40B4-BE49-F238E27FC236}">
                <a16:creationId xmlns:a16="http://schemas.microsoft.com/office/drawing/2014/main" id="{37F15119-7DE7-E121-E205-A8EB17AAC705}"/>
              </a:ext>
            </a:extLst>
          </p:cNvPr>
          <p:cNvGraphicFramePr>
            <a:graphicFrameLocks noGrp="1"/>
          </p:cNvGraphicFramePr>
          <p:nvPr>
            <p:extLst>
              <p:ext uri="{D42A27DB-BD31-4B8C-83A1-F6EECF244321}">
                <p14:modId xmlns:p14="http://schemas.microsoft.com/office/powerpoint/2010/main" val="3117354080"/>
              </p:ext>
            </p:extLst>
          </p:nvPr>
        </p:nvGraphicFramePr>
        <p:xfrm>
          <a:off x="407271" y="2711308"/>
          <a:ext cx="6043457" cy="3122376"/>
        </p:xfrm>
        <a:graphic>
          <a:graphicData uri="http://schemas.openxmlformats.org/drawingml/2006/table">
            <a:tbl>
              <a:tblPr firstRow="1" bandRow="1">
                <a:tableStyleId>{5C22544A-7EE6-4342-B048-85BDC9FD1C3A}</a:tableStyleId>
              </a:tblPr>
              <a:tblGrid>
                <a:gridCol w="430461">
                  <a:extLst>
                    <a:ext uri="{9D8B030D-6E8A-4147-A177-3AD203B41FA5}">
                      <a16:colId xmlns:a16="http://schemas.microsoft.com/office/drawing/2014/main" val="3244652314"/>
                    </a:ext>
                  </a:extLst>
                </a:gridCol>
                <a:gridCol w="1091276">
                  <a:extLst>
                    <a:ext uri="{9D8B030D-6E8A-4147-A177-3AD203B41FA5}">
                      <a16:colId xmlns:a16="http://schemas.microsoft.com/office/drawing/2014/main" val="4281826512"/>
                    </a:ext>
                  </a:extLst>
                </a:gridCol>
                <a:gridCol w="263047">
                  <a:extLst>
                    <a:ext uri="{9D8B030D-6E8A-4147-A177-3AD203B41FA5}">
                      <a16:colId xmlns:a16="http://schemas.microsoft.com/office/drawing/2014/main" val="2271713510"/>
                    </a:ext>
                  </a:extLst>
                </a:gridCol>
                <a:gridCol w="4258673">
                  <a:extLst>
                    <a:ext uri="{9D8B030D-6E8A-4147-A177-3AD203B41FA5}">
                      <a16:colId xmlns:a16="http://schemas.microsoft.com/office/drawing/2014/main" val="2368760162"/>
                    </a:ext>
                  </a:extLst>
                </a:gridCol>
              </a:tblGrid>
              <a:tr h="33587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2200739223"/>
                  </a:ext>
                </a:extLst>
              </a:tr>
              <a:tr h="37891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DAC_AUTO_TYPE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287251851"/>
                  </a:ext>
                </a:extLst>
              </a:tr>
              <a:tr h="8025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DAC3_AUTO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0" kern="1200" dirty="0">
                          <a:solidFill>
                            <a:schemeClr val="dk1"/>
                          </a:solidFill>
                          <a:effectLst/>
                          <a:latin typeface="Arial" panose="020B0604020202020204" pitchFamily="34" charset="0"/>
                          <a:ea typeface="+mn-ea"/>
                          <a:cs typeface="Arial" panose="020B0604020202020204" pitchFamily="34" charset="0"/>
                        </a:rPr>
                        <a:t>The DAC OUT outputs the same value as the CURR_TGT_DAC at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dk1"/>
                          </a:solidFill>
                          <a:effectLst/>
                          <a:uLnTx/>
                          <a:uFillTx/>
                          <a:latin typeface="Arial" panose="020B0604020202020204" pitchFamily="34" charset="0"/>
                          <a:ea typeface="+mn-ea"/>
                          <a:cs typeface="Arial" panose="020B0604020202020204" pitchFamily="34" charset="0"/>
                        </a:rPr>
                        <a:t>The DAC OUT outputs the automatically optimized value according to the FB status. The DAC OUT will be calculated every frame along with the relevant registers’ set value.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77852909"/>
                  </a:ext>
                </a:extLst>
              </a:tr>
              <a:tr h="8025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DAC2_AUTO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0" kern="1200" dirty="0">
                          <a:solidFill>
                            <a:schemeClr val="dk1"/>
                          </a:solidFill>
                          <a:effectLst/>
                          <a:latin typeface="Arial" panose="020B0604020202020204" pitchFamily="34" charset="0"/>
                          <a:ea typeface="+mn-ea"/>
                          <a:cs typeface="Arial" panose="020B0604020202020204" pitchFamily="34" charset="0"/>
                        </a:rPr>
                        <a:t>The DAC OUT outputs the same value as the CURR_TGT_DAC at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dk1"/>
                          </a:solidFill>
                          <a:effectLst/>
                          <a:uLnTx/>
                          <a:uFillTx/>
                          <a:latin typeface="Arial" panose="020B0604020202020204" pitchFamily="34" charset="0"/>
                          <a:ea typeface="+mn-ea"/>
                          <a:cs typeface="Arial" panose="020B0604020202020204" pitchFamily="34" charset="0"/>
                        </a:rPr>
                        <a:t>The DAC OUT outputs the automatically optimized value according to the FB status. The DAC OUT will be calculated every frame along with the relevant registers’ set value.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2410493"/>
                  </a:ext>
                </a:extLst>
              </a:tr>
              <a:tr h="8025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DAC1_AUTO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0" kern="1200" dirty="0">
                          <a:solidFill>
                            <a:schemeClr val="dk1"/>
                          </a:solidFill>
                          <a:effectLst/>
                          <a:latin typeface="Arial" panose="020B0604020202020204" pitchFamily="34" charset="0"/>
                          <a:ea typeface="+mn-ea"/>
                          <a:cs typeface="Arial" panose="020B0604020202020204" pitchFamily="34" charset="0"/>
                        </a:rPr>
                        <a:t>The DAC OUT outputs the same value as the CURR_TGT_DAC at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dk1"/>
                          </a:solidFill>
                          <a:effectLst/>
                          <a:uLnTx/>
                          <a:uFillTx/>
                          <a:latin typeface="Arial" panose="020B0604020202020204" pitchFamily="34" charset="0"/>
                          <a:ea typeface="+mn-ea"/>
                          <a:cs typeface="Arial" panose="020B0604020202020204" pitchFamily="34" charset="0"/>
                        </a:rPr>
                        <a:t>The DAC OUT outputs the automatically optimized value according to the FB status. The DAC OUT will be calculated every frame along with the relevant registers’ set value.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1894977"/>
                  </a:ext>
                </a:extLst>
              </a:tr>
            </a:tbl>
          </a:graphicData>
        </a:graphic>
      </p:graphicFrame>
      <p:sp>
        <p:nvSpPr>
          <p:cNvPr id="8" name="TextBox 7">
            <a:extLst>
              <a:ext uri="{FF2B5EF4-FFF2-40B4-BE49-F238E27FC236}">
                <a16:creationId xmlns:a16="http://schemas.microsoft.com/office/drawing/2014/main" id="{DB4BBA99-66E7-134A-6C72-C487A8474A78}"/>
              </a:ext>
            </a:extLst>
          </p:cNvPr>
          <p:cNvSpPr txBox="1"/>
          <p:nvPr/>
        </p:nvSpPr>
        <p:spPr>
          <a:xfrm>
            <a:off x="40255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CONTROL</a:t>
            </a:r>
          </a:p>
        </p:txBody>
      </p:sp>
      <p:graphicFrame>
        <p:nvGraphicFramePr>
          <p:cNvPr id="9" name="표 8">
            <a:extLst>
              <a:ext uri="{FF2B5EF4-FFF2-40B4-BE49-F238E27FC236}">
                <a16:creationId xmlns:a16="http://schemas.microsoft.com/office/drawing/2014/main" id="{F0154749-638B-4397-F55D-1FE58384A231}"/>
              </a:ext>
            </a:extLst>
          </p:cNvPr>
          <p:cNvGraphicFramePr>
            <a:graphicFrameLocks noGrp="1"/>
          </p:cNvGraphicFramePr>
          <p:nvPr>
            <p:extLst>
              <p:ext uri="{D42A27DB-BD31-4B8C-83A1-F6EECF244321}">
                <p14:modId xmlns:p14="http://schemas.microsoft.com/office/powerpoint/2010/main" val="1150980738"/>
              </p:ext>
            </p:extLst>
          </p:nvPr>
        </p:nvGraphicFramePr>
        <p:xfrm>
          <a:off x="402555" y="1114895"/>
          <a:ext cx="6047999" cy="396700"/>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36442">
                  <a:extLst>
                    <a:ext uri="{9D8B030D-6E8A-4147-A177-3AD203B41FA5}">
                      <a16:colId xmlns:a16="http://schemas.microsoft.com/office/drawing/2014/main" val="4293411712"/>
                    </a:ext>
                  </a:extLst>
                </a:gridCol>
                <a:gridCol w="982362">
                  <a:extLst>
                    <a:ext uri="{9D8B030D-6E8A-4147-A177-3AD203B41FA5}">
                      <a16:colId xmlns:a16="http://schemas.microsoft.com/office/drawing/2014/main" val="657570846"/>
                    </a:ext>
                  </a:extLst>
                </a:gridCol>
                <a:gridCol w="790832">
                  <a:extLst>
                    <a:ext uri="{9D8B030D-6E8A-4147-A177-3AD203B41FA5}">
                      <a16:colId xmlns:a16="http://schemas.microsoft.com/office/drawing/2014/main" val="3259894497"/>
                    </a:ext>
                  </a:extLst>
                </a:gridCol>
                <a:gridCol w="809368">
                  <a:extLst>
                    <a:ext uri="{9D8B030D-6E8A-4147-A177-3AD203B41FA5}">
                      <a16:colId xmlns:a16="http://schemas.microsoft.com/office/drawing/2014/main" val="4213315911"/>
                    </a:ext>
                  </a:extLst>
                </a:gridCol>
                <a:gridCol w="420129">
                  <a:extLst>
                    <a:ext uri="{9D8B030D-6E8A-4147-A177-3AD203B41FA5}">
                      <a16:colId xmlns:a16="http://schemas.microsoft.com/office/drawing/2014/main" val="3038050475"/>
                    </a:ext>
                  </a:extLst>
                </a:gridCol>
                <a:gridCol w="1365749">
                  <a:extLst>
                    <a:ext uri="{9D8B030D-6E8A-4147-A177-3AD203B41FA5}">
                      <a16:colId xmlns:a16="http://schemas.microsoft.com/office/drawing/2014/main" val="1979433044"/>
                    </a:ext>
                  </a:extLst>
                </a:gridCol>
              </a:tblGrid>
              <a:tr h="17162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B10</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027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DAC_FAULT_OFF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0" name="표 9">
            <a:extLst>
              <a:ext uri="{FF2B5EF4-FFF2-40B4-BE49-F238E27FC236}">
                <a16:creationId xmlns:a16="http://schemas.microsoft.com/office/drawing/2014/main" id="{61FFA62A-BA92-60E9-FFEC-F9D049BB919A}"/>
              </a:ext>
            </a:extLst>
          </p:cNvPr>
          <p:cNvGraphicFramePr>
            <a:graphicFrameLocks noGrp="1"/>
          </p:cNvGraphicFramePr>
          <p:nvPr>
            <p:extLst>
              <p:ext uri="{D42A27DB-BD31-4B8C-83A1-F6EECF244321}">
                <p14:modId xmlns:p14="http://schemas.microsoft.com/office/powerpoint/2010/main" val="441912983"/>
              </p:ext>
            </p:extLst>
          </p:nvPr>
        </p:nvGraphicFramePr>
        <p:xfrm>
          <a:off x="402556" y="2225307"/>
          <a:ext cx="6047999" cy="372600"/>
        </p:xfrm>
        <a:graphic>
          <a:graphicData uri="http://schemas.openxmlformats.org/drawingml/2006/table">
            <a:tbl>
              <a:tblPr firstRow="1" bandRow="1">
                <a:tableStyleId>{5C22544A-7EE6-4342-B048-85BDC9FD1C3A}</a:tableStyleId>
              </a:tblPr>
              <a:tblGrid>
                <a:gridCol w="320013">
                  <a:extLst>
                    <a:ext uri="{9D8B030D-6E8A-4147-A177-3AD203B41FA5}">
                      <a16:colId xmlns:a16="http://schemas.microsoft.com/office/drawing/2014/main" val="3358603807"/>
                    </a:ext>
                  </a:extLst>
                </a:gridCol>
                <a:gridCol w="429170">
                  <a:extLst>
                    <a:ext uri="{9D8B030D-6E8A-4147-A177-3AD203B41FA5}">
                      <a16:colId xmlns:a16="http://schemas.microsoft.com/office/drawing/2014/main" val="2844922634"/>
                    </a:ext>
                  </a:extLst>
                </a:gridCol>
                <a:gridCol w="1324704">
                  <a:extLst>
                    <a:ext uri="{9D8B030D-6E8A-4147-A177-3AD203B41FA5}">
                      <a16:colId xmlns:a16="http://schemas.microsoft.com/office/drawing/2014/main" val="4293411712"/>
                    </a:ext>
                  </a:extLst>
                </a:gridCol>
                <a:gridCol w="1324704">
                  <a:extLst>
                    <a:ext uri="{9D8B030D-6E8A-4147-A177-3AD203B41FA5}">
                      <a16:colId xmlns:a16="http://schemas.microsoft.com/office/drawing/2014/main" val="657570846"/>
                    </a:ext>
                  </a:extLst>
                </a:gridCol>
                <a:gridCol w="1324704">
                  <a:extLst>
                    <a:ext uri="{9D8B030D-6E8A-4147-A177-3AD203B41FA5}">
                      <a16:colId xmlns:a16="http://schemas.microsoft.com/office/drawing/2014/main" val="3259894497"/>
                    </a:ext>
                  </a:extLst>
                </a:gridCol>
                <a:gridCol w="1324704">
                  <a:extLst>
                    <a:ext uri="{9D8B030D-6E8A-4147-A177-3AD203B41FA5}">
                      <a16:colId xmlns:a16="http://schemas.microsoft.com/office/drawing/2014/main" val="140103165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DAC_AUTO_TYPE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E36BF672-042F-01F8-8F42-7CC5B509DBAD}"/>
              </a:ext>
            </a:extLst>
          </p:cNvPr>
          <p:cNvGraphicFramePr>
            <a:graphicFrameLocks noGrp="1"/>
          </p:cNvGraphicFramePr>
          <p:nvPr>
            <p:extLst>
              <p:ext uri="{D42A27DB-BD31-4B8C-83A1-F6EECF244321}">
                <p14:modId xmlns:p14="http://schemas.microsoft.com/office/powerpoint/2010/main" val="3607846793"/>
              </p:ext>
            </p:extLst>
          </p:nvPr>
        </p:nvGraphicFramePr>
        <p:xfrm>
          <a:off x="402555" y="1676057"/>
          <a:ext cx="6047999" cy="409553"/>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56178">
                  <a:extLst>
                    <a:ext uri="{9D8B030D-6E8A-4147-A177-3AD203B41FA5}">
                      <a16:colId xmlns:a16="http://schemas.microsoft.com/office/drawing/2014/main" val="4293411712"/>
                    </a:ext>
                  </a:extLst>
                </a:gridCol>
                <a:gridCol w="914400">
                  <a:extLst>
                    <a:ext uri="{9D8B030D-6E8A-4147-A177-3AD203B41FA5}">
                      <a16:colId xmlns:a16="http://schemas.microsoft.com/office/drawing/2014/main" val="657570846"/>
                    </a:ext>
                  </a:extLst>
                </a:gridCol>
                <a:gridCol w="857250">
                  <a:extLst>
                    <a:ext uri="{9D8B030D-6E8A-4147-A177-3AD203B41FA5}">
                      <a16:colId xmlns:a16="http://schemas.microsoft.com/office/drawing/2014/main" val="3259894497"/>
                    </a:ext>
                  </a:extLst>
                </a:gridCol>
                <a:gridCol w="808760">
                  <a:extLst>
                    <a:ext uri="{9D8B030D-6E8A-4147-A177-3AD203B41FA5}">
                      <a16:colId xmlns:a16="http://schemas.microsoft.com/office/drawing/2014/main" val="4213315911"/>
                    </a:ext>
                  </a:extLst>
                </a:gridCol>
                <a:gridCol w="884147">
                  <a:extLst>
                    <a:ext uri="{9D8B030D-6E8A-4147-A177-3AD203B41FA5}">
                      <a16:colId xmlns:a16="http://schemas.microsoft.com/office/drawing/2014/main" val="3038050475"/>
                    </a:ext>
                  </a:extLst>
                </a:gridCol>
                <a:gridCol w="884147">
                  <a:extLst>
                    <a:ext uri="{9D8B030D-6E8A-4147-A177-3AD203B41FA5}">
                      <a16:colId xmlns:a16="http://schemas.microsoft.com/office/drawing/2014/main" val="1979433044"/>
                    </a:ext>
                  </a:extLst>
                </a:gridCol>
              </a:tblGrid>
              <a:tr h="158767">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B7</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B6</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1563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DAC1_DEC1_MODE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DAC_SYNC_MODE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12" name="직선 연결선 11">
            <a:extLst>
              <a:ext uri="{FF2B5EF4-FFF2-40B4-BE49-F238E27FC236}">
                <a16:creationId xmlns:a16="http://schemas.microsoft.com/office/drawing/2014/main" id="{28E7F157-7B3F-BFC7-886B-1020EA427B0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4148B4A-BFD0-9622-2292-2309AC9F4AD6}"/>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212282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550BB-EAA9-F005-5B0C-A37821D1652C}"/>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0683C30-4F7A-9557-E5FE-48A441653BC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C6B22DF-82E1-388A-4ADD-73F5E4CF1D29}"/>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036055E-13C3-8BA0-AA85-3E6005EE8799}"/>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CURRENT TARGET DAC1</a:t>
            </a:r>
          </a:p>
        </p:txBody>
      </p:sp>
      <p:graphicFrame>
        <p:nvGraphicFramePr>
          <p:cNvPr id="5" name="표 4">
            <a:extLst>
              <a:ext uri="{FF2B5EF4-FFF2-40B4-BE49-F238E27FC236}">
                <a16:creationId xmlns:a16="http://schemas.microsoft.com/office/drawing/2014/main" id="{1B7B9222-CA2F-5676-B56D-91760EFFFB9D}"/>
              </a:ext>
            </a:extLst>
          </p:cNvPr>
          <p:cNvGraphicFramePr>
            <a:graphicFrameLocks noGrp="1"/>
          </p:cNvGraphicFramePr>
          <p:nvPr>
            <p:extLst>
              <p:ext uri="{D42A27DB-BD31-4B8C-83A1-F6EECF244321}">
                <p14:modId xmlns:p14="http://schemas.microsoft.com/office/powerpoint/2010/main" val="3936382013"/>
              </p:ext>
            </p:extLst>
          </p:nvPr>
        </p:nvGraphicFramePr>
        <p:xfrm>
          <a:off x="402556" y="1692102"/>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CURR_TGT_DAC1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the target DAC value of the corresponding frame. This value is effective from a next frame sync, so this value should be set before a next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written value can be visible after a next frame sync is occurred. The target value can be calculated from (LED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F</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 min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HD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of the XDR). The initial value at the soft reset, RST1 bit=1, is the same as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A481A34A-C309-BF97-F33C-8B4078FF3CAD}"/>
              </a:ext>
            </a:extLst>
          </p:cNvPr>
          <p:cNvGraphicFramePr>
            <a:graphicFrameLocks noGrp="1"/>
          </p:cNvGraphicFramePr>
          <p:nvPr>
            <p:extLst>
              <p:ext uri="{D42A27DB-BD31-4B8C-83A1-F6EECF244321}">
                <p14:modId xmlns:p14="http://schemas.microsoft.com/office/powerpoint/2010/main" val="1059381856"/>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CURR_TGT_DAC1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6D524FFE-15DC-1513-2574-D7BF2DC590F0}"/>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CURRENT TARGET DAC2</a:t>
            </a:r>
          </a:p>
        </p:txBody>
      </p:sp>
      <p:graphicFrame>
        <p:nvGraphicFramePr>
          <p:cNvPr id="18" name="표 17">
            <a:extLst>
              <a:ext uri="{FF2B5EF4-FFF2-40B4-BE49-F238E27FC236}">
                <a16:creationId xmlns:a16="http://schemas.microsoft.com/office/drawing/2014/main" id="{126A0AF7-C06F-7A2B-79ED-976CA76C42AC}"/>
              </a:ext>
            </a:extLst>
          </p:cNvPr>
          <p:cNvGraphicFramePr>
            <a:graphicFrameLocks noGrp="1"/>
          </p:cNvGraphicFramePr>
          <p:nvPr>
            <p:extLst>
              <p:ext uri="{D42A27DB-BD31-4B8C-83A1-F6EECF244321}">
                <p14:modId xmlns:p14="http://schemas.microsoft.com/office/powerpoint/2010/main" val="2015397741"/>
              </p:ext>
            </p:extLst>
          </p:nvPr>
        </p:nvGraphicFramePr>
        <p:xfrm>
          <a:off x="402556" y="4138122"/>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CURR_TGT_DAC2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the target DAC value of the corresponding frame. This value is effective from a next frame sync, so this value should be set before a next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written value can be visible after a next frame sync is occurred. The target value can be calculated from (LED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F</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 min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HD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of the XDR). The initial value at the soft reset, RST1 bit=1, is the same as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9" name="표 18">
            <a:extLst>
              <a:ext uri="{FF2B5EF4-FFF2-40B4-BE49-F238E27FC236}">
                <a16:creationId xmlns:a16="http://schemas.microsoft.com/office/drawing/2014/main" id="{256064B3-7C00-BAAB-CB3F-21692574C81E}"/>
              </a:ext>
            </a:extLst>
          </p:cNvPr>
          <p:cNvGraphicFramePr>
            <a:graphicFrameLocks noGrp="1"/>
          </p:cNvGraphicFramePr>
          <p:nvPr>
            <p:extLst>
              <p:ext uri="{D42A27DB-BD31-4B8C-83A1-F6EECF244321}">
                <p14:modId xmlns:p14="http://schemas.microsoft.com/office/powerpoint/2010/main" val="2352513270"/>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CURR_TGT_DAC2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1BAF54C2-E1A4-2B27-9320-8BA6FA0C92E7}"/>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CURRENT TARGET DAC3</a:t>
            </a:r>
          </a:p>
        </p:txBody>
      </p:sp>
      <p:graphicFrame>
        <p:nvGraphicFramePr>
          <p:cNvPr id="21" name="표 20">
            <a:extLst>
              <a:ext uri="{FF2B5EF4-FFF2-40B4-BE49-F238E27FC236}">
                <a16:creationId xmlns:a16="http://schemas.microsoft.com/office/drawing/2014/main" id="{9676902D-D9E5-8666-D854-3215568874C5}"/>
              </a:ext>
            </a:extLst>
          </p:cNvPr>
          <p:cNvGraphicFramePr>
            <a:graphicFrameLocks noGrp="1"/>
          </p:cNvGraphicFramePr>
          <p:nvPr>
            <p:extLst>
              <p:ext uri="{D42A27DB-BD31-4B8C-83A1-F6EECF244321}">
                <p14:modId xmlns:p14="http://schemas.microsoft.com/office/powerpoint/2010/main" val="2044915878"/>
              </p:ext>
            </p:extLst>
          </p:nvPr>
        </p:nvGraphicFramePr>
        <p:xfrm>
          <a:off x="402554" y="6837584"/>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CURR_TGT_DAC3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the target DAC value of the corresponding frame. This value is effective from a next frame sync, so this value should be set before a next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written value can be visible after a next frame sync is occurred. The target value can be calculated from (LED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F</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 min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HD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of the XDR). The initial value at the soft reset, RST1 bit=1, is the same as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2" name="표 21">
            <a:extLst>
              <a:ext uri="{FF2B5EF4-FFF2-40B4-BE49-F238E27FC236}">
                <a16:creationId xmlns:a16="http://schemas.microsoft.com/office/drawing/2014/main" id="{6FA95714-2E69-92D6-38AC-BB1E04734950}"/>
              </a:ext>
            </a:extLst>
          </p:cNvPr>
          <p:cNvGraphicFramePr>
            <a:graphicFrameLocks noGrp="1"/>
          </p:cNvGraphicFramePr>
          <p:nvPr>
            <p:extLst>
              <p:ext uri="{D42A27DB-BD31-4B8C-83A1-F6EECF244321}">
                <p14:modId xmlns:p14="http://schemas.microsoft.com/office/powerpoint/2010/main" val="1894224512"/>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CURR_TGT_DAC3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748521035"/>
      </p:ext>
    </p:extLst>
  </p:cSld>
  <p:clrMapOvr>
    <a:masterClrMapping/>
  </p:clrMapOvr>
  <p:extLst>
    <p:ext uri="{6950BFC3-D8DA-4A85-94F7-54DA5524770B}">
      <p188:commentRel xmlns:p188="http://schemas.microsoft.com/office/powerpoint/2018/8/main" r:id="rId3"/>
    </p:ext>
  </p:extLs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C6B0D-83B8-C7BF-2A48-919C3523B57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38966FC-1079-C4D8-B123-1443D1B1C152}"/>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AAFDDC43-8BD6-3453-90E8-7869147D4196}"/>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96A6D82C-3BD7-74B8-4D96-2F6C3472841D}"/>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PREVIOUS TARGET DAC1</a:t>
            </a:r>
          </a:p>
        </p:txBody>
      </p:sp>
      <p:graphicFrame>
        <p:nvGraphicFramePr>
          <p:cNvPr id="5" name="표 4">
            <a:extLst>
              <a:ext uri="{FF2B5EF4-FFF2-40B4-BE49-F238E27FC236}">
                <a16:creationId xmlns:a16="http://schemas.microsoft.com/office/drawing/2014/main" id="{62B8558C-6851-0F70-578F-7DE391AB6BCA}"/>
              </a:ext>
            </a:extLst>
          </p:cNvPr>
          <p:cNvGraphicFramePr>
            <a:graphicFrameLocks noGrp="1"/>
          </p:cNvGraphicFramePr>
          <p:nvPr>
            <p:extLst>
              <p:ext uri="{D42A27DB-BD31-4B8C-83A1-F6EECF244321}">
                <p14:modId xmlns:p14="http://schemas.microsoft.com/office/powerpoint/2010/main" val="3767464212"/>
              </p:ext>
            </p:extLst>
          </p:nvPr>
        </p:nvGraphicFramePr>
        <p:xfrm>
          <a:off x="402556" y="1692102"/>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PREV_TGT_DAC1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shows the target DAC value of the previous frame. This value is also valid just after a next frame sync is asserted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initial value at the soft reset, RST1 bit=1, is the DAC_MAX_LIMIT.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7DA1A79A-B874-D2AC-8EB5-C194E597DACF}"/>
              </a:ext>
            </a:extLst>
          </p:cNvPr>
          <p:cNvGraphicFramePr>
            <a:graphicFrameLocks noGrp="1"/>
          </p:cNvGraphicFramePr>
          <p:nvPr>
            <p:extLst>
              <p:ext uri="{D42A27DB-BD31-4B8C-83A1-F6EECF244321}">
                <p14:modId xmlns:p14="http://schemas.microsoft.com/office/powerpoint/2010/main" val="2649109454"/>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PREV_TGT_DAC1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FC888064-921B-FE31-2C9C-E9793E37A096}"/>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PREVIOUS TARGET DAC2</a:t>
            </a:r>
          </a:p>
        </p:txBody>
      </p:sp>
      <p:graphicFrame>
        <p:nvGraphicFramePr>
          <p:cNvPr id="18" name="표 17">
            <a:extLst>
              <a:ext uri="{FF2B5EF4-FFF2-40B4-BE49-F238E27FC236}">
                <a16:creationId xmlns:a16="http://schemas.microsoft.com/office/drawing/2014/main" id="{BDF0F49F-5E24-2002-3492-F40D2D2E60AF}"/>
              </a:ext>
            </a:extLst>
          </p:cNvPr>
          <p:cNvGraphicFramePr>
            <a:graphicFrameLocks noGrp="1"/>
          </p:cNvGraphicFramePr>
          <p:nvPr>
            <p:extLst>
              <p:ext uri="{D42A27DB-BD31-4B8C-83A1-F6EECF244321}">
                <p14:modId xmlns:p14="http://schemas.microsoft.com/office/powerpoint/2010/main" val="883106561"/>
              </p:ext>
            </p:extLst>
          </p:nvPr>
        </p:nvGraphicFramePr>
        <p:xfrm>
          <a:off x="402556" y="4138122"/>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PREV_TGT_DAC2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shows the target DAC value of the previous frame. This value is also valid just after a next frame sync is asserted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initial value at the soft reset, RST1 bit=1, is the DAC_MAX_LIMIT.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9" name="표 18">
            <a:extLst>
              <a:ext uri="{FF2B5EF4-FFF2-40B4-BE49-F238E27FC236}">
                <a16:creationId xmlns:a16="http://schemas.microsoft.com/office/drawing/2014/main" id="{5E1650EF-7615-E1B1-A042-09F6097D18C9}"/>
              </a:ext>
            </a:extLst>
          </p:cNvPr>
          <p:cNvGraphicFramePr>
            <a:graphicFrameLocks noGrp="1"/>
          </p:cNvGraphicFramePr>
          <p:nvPr>
            <p:extLst>
              <p:ext uri="{D42A27DB-BD31-4B8C-83A1-F6EECF244321}">
                <p14:modId xmlns:p14="http://schemas.microsoft.com/office/powerpoint/2010/main" val="4147027964"/>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PREV_TGT_DAC2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64BF2627-5F39-C342-93A1-C13E99961A1A}"/>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PREVIOUS TARGET DAC3</a:t>
            </a:r>
          </a:p>
        </p:txBody>
      </p:sp>
      <p:graphicFrame>
        <p:nvGraphicFramePr>
          <p:cNvPr id="21" name="표 20">
            <a:extLst>
              <a:ext uri="{FF2B5EF4-FFF2-40B4-BE49-F238E27FC236}">
                <a16:creationId xmlns:a16="http://schemas.microsoft.com/office/drawing/2014/main" id="{A09D9340-4976-C82F-A6BF-2D58A77B234C}"/>
              </a:ext>
            </a:extLst>
          </p:cNvPr>
          <p:cNvGraphicFramePr>
            <a:graphicFrameLocks noGrp="1"/>
          </p:cNvGraphicFramePr>
          <p:nvPr>
            <p:extLst>
              <p:ext uri="{D42A27DB-BD31-4B8C-83A1-F6EECF244321}">
                <p14:modId xmlns:p14="http://schemas.microsoft.com/office/powerpoint/2010/main" val="2004840963"/>
              </p:ext>
            </p:extLst>
          </p:nvPr>
        </p:nvGraphicFramePr>
        <p:xfrm>
          <a:off x="402554" y="6837584"/>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PREV_TGT_DAC3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shows the target DAC value of the previous frame. This value is also valid just after a next frame sync is asserted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initial value at the soft reset, RST1 bit=1, is the DAC_MAX_LIMIT.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2" name="표 21">
            <a:extLst>
              <a:ext uri="{FF2B5EF4-FFF2-40B4-BE49-F238E27FC236}">
                <a16:creationId xmlns:a16="http://schemas.microsoft.com/office/drawing/2014/main" id="{0E2FE05A-E778-79F1-5A47-D8B91B63842E}"/>
              </a:ext>
            </a:extLst>
          </p:cNvPr>
          <p:cNvGraphicFramePr>
            <a:graphicFrameLocks noGrp="1"/>
          </p:cNvGraphicFramePr>
          <p:nvPr>
            <p:extLst>
              <p:ext uri="{D42A27DB-BD31-4B8C-83A1-F6EECF244321}">
                <p14:modId xmlns:p14="http://schemas.microsoft.com/office/powerpoint/2010/main" val="3540483048"/>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PREV_TGT_DAC3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90080398"/>
      </p:ext>
    </p:extLst>
  </p:cSld>
  <p:clrMapOvr>
    <a:masterClrMapping/>
  </p:clrMapOvr>
  <p:extLst>
    <p:ext uri="{6950BFC3-D8DA-4A85-94F7-54DA5524770B}">
      <p188:commentRel xmlns:p188="http://schemas.microsoft.com/office/powerpoint/2018/8/main" r:id="rId3"/>
    </p:ext>
  </p:extLs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A5F2C-E4A2-8563-0A0B-6AE082A5EA51}"/>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16B052C-875E-161D-C919-29E6E25E01B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95B211F5-7371-D9BA-2F20-9B99B5ACA09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55370437-BD54-9126-1736-11966201480D}"/>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OUT</a:t>
            </a:r>
          </a:p>
        </p:txBody>
      </p:sp>
      <p:graphicFrame>
        <p:nvGraphicFramePr>
          <p:cNvPr id="5" name="표 4">
            <a:extLst>
              <a:ext uri="{FF2B5EF4-FFF2-40B4-BE49-F238E27FC236}">
                <a16:creationId xmlns:a16="http://schemas.microsoft.com/office/drawing/2014/main" id="{A6771215-D4B5-34D3-8AEA-85D794CB2FD5}"/>
              </a:ext>
            </a:extLst>
          </p:cNvPr>
          <p:cNvGraphicFramePr>
            <a:graphicFrameLocks noGrp="1"/>
          </p:cNvGraphicFramePr>
          <p:nvPr>
            <p:extLst>
              <p:ext uri="{D42A27DB-BD31-4B8C-83A1-F6EECF244321}">
                <p14:modId xmlns:p14="http://schemas.microsoft.com/office/powerpoint/2010/main" val="908368031"/>
              </p:ext>
            </p:extLst>
          </p:nvPr>
        </p:nvGraphicFramePr>
        <p:xfrm>
          <a:off x="402556" y="1692102"/>
          <a:ext cx="6048000" cy="73460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shows the current DAC out value. The initial value after POR is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416D57DA-833F-7DC1-5146-AD49292CB24D}"/>
              </a:ext>
            </a:extLst>
          </p:cNvPr>
          <p:cNvGraphicFramePr>
            <a:graphicFrameLocks noGrp="1"/>
          </p:cNvGraphicFramePr>
          <p:nvPr>
            <p:extLst>
              <p:ext uri="{D42A27DB-BD31-4B8C-83A1-F6EECF244321}">
                <p14:modId xmlns:p14="http://schemas.microsoft.com/office/powerpoint/2010/main" val="2540531280"/>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DAC1_OUT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E900A076-44CE-40DA-7808-15F8BCED6D31}"/>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OUT</a:t>
            </a:r>
          </a:p>
        </p:txBody>
      </p:sp>
      <p:graphicFrame>
        <p:nvGraphicFramePr>
          <p:cNvPr id="18" name="표 17">
            <a:extLst>
              <a:ext uri="{FF2B5EF4-FFF2-40B4-BE49-F238E27FC236}">
                <a16:creationId xmlns:a16="http://schemas.microsoft.com/office/drawing/2014/main" id="{37F9EB4F-989C-79DE-5693-81196F2BFCEA}"/>
              </a:ext>
            </a:extLst>
          </p:cNvPr>
          <p:cNvGraphicFramePr>
            <a:graphicFrameLocks noGrp="1"/>
          </p:cNvGraphicFramePr>
          <p:nvPr>
            <p:extLst>
              <p:ext uri="{D42A27DB-BD31-4B8C-83A1-F6EECF244321}">
                <p14:modId xmlns:p14="http://schemas.microsoft.com/office/powerpoint/2010/main" val="4222724756"/>
              </p:ext>
            </p:extLst>
          </p:nvPr>
        </p:nvGraphicFramePr>
        <p:xfrm>
          <a:off x="402556" y="413812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shows the current DAC out value. The initial value after POR is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9" name="표 18">
            <a:extLst>
              <a:ext uri="{FF2B5EF4-FFF2-40B4-BE49-F238E27FC236}">
                <a16:creationId xmlns:a16="http://schemas.microsoft.com/office/drawing/2014/main" id="{CB85F8F7-529F-BCEF-66D0-223D2DD624A2}"/>
              </a:ext>
            </a:extLst>
          </p:cNvPr>
          <p:cNvGraphicFramePr>
            <a:graphicFrameLocks noGrp="1"/>
          </p:cNvGraphicFramePr>
          <p:nvPr>
            <p:extLst>
              <p:ext uri="{D42A27DB-BD31-4B8C-83A1-F6EECF244321}">
                <p14:modId xmlns:p14="http://schemas.microsoft.com/office/powerpoint/2010/main" val="1113098062"/>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DAC2_OUT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58D3DE79-ADB9-962C-3C1C-663AA0FB1C91}"/>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OUT</a:t>
            </a:r>
          </a:p>
        </p:txBody>
      </p:sp>
      <p:graphicFrame>
        <p:nvGraphicFramePr>
          <p:cNvPr id="21" name="표 20">
            <a:extLst>
              <a:ext uri="{FF2B5EF4-FFF2-40B4-BE49-F238E27FC236}">
                <a16:creationId xmlns:a16="http://schemas.microsoft.com/office/drawing/2014/main" id="{44B301C6-5204-B17D-4885-D78B77BDE33E}"/>
              </a:ext>
            </a:extLst>
          </p:cNvPr>
          <p:cNvGraphicFramePr>
            <a:graphicFrameLocks noGrp="1"/>
          </p:cNvGraphicFramePr>
          <p:nvPr>
            <p:extLst>
              <p:ext uri="{D42A27DB-BD31-4B8C-83A1-F6EECF244321}">
                <p14:modId xmlns:p14="http://schemas.microsoft.com/office/powerpoint/2010/main" val="1643385013"/>
              </p:ext>
            </p:extLst>
          </p:nvPr>
        </p:nvGraphicFramePr>
        <p:xfrm>
          <a:off x="402554" y="6837584"/>
          <a:ext cx="6048000" cy="73460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shows the current DAC out value. The initial value after POR is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2" name="표 21">
            <a:extLst>
              <a:ext uri="{FF2B5EF4-FFF2-40B4-BE49-F238E27FC236}">
                <a16:creationId xmlns:a16="http://schemas.microsoft.com/office/drawing/2014/main" id="{097C36E3-3371-A8EF-64D6-B94B9B0DB7D9}"/>
              </a:ext>
            </a:extLst>
          </p:cNvPr>
          <p:cNvGraphicFramePr>
            <a:graphicFrameLocks noGrp="1"/>
          </p:cNvGraphicFramePr>
          <p:nvPr>
            <p:extLst>
              <p:ext uri="{D42A27DB-BD31-4B8C-83A1-F6EECF244321}">
                <p14:modId xmlns:p14="http://schemas.microsoft.com/office/powerpoint/2010/main" val="3269206738"/>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DAC3_OUT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086986988"/>
      </p:ext>
    </p:extLst>
  </p:cSld>
  <p:clrMapOvr>
    <a:masterClrMapping/>
  </p:clrMapOvr>
  <p:extLst>
    <p:ext uri="{6950BFC3-D8DA-4A85-94F7-54DA5524770B}">
      <p188:commentRel xmlns:p188="http://schemas.microsoft.com/office/powerpoint/2018/8/main" r:id="rId3"/>
    </p:ext>
  </p:extLs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82871-165A-43A0-B5F3-1F01ECE52B0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2B1EA9CB-6790-75E3-2A6F-AC6B9B223C1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ACA1C60-C76A-C4E4-2BB8-B8CFCBA5010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12E19BDB-994C-9433-62AD-1CCA9E1AA96B}"/>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STATE</a:t>
            </a:r>
          </a:p>
        </p:txBody>
      </p:sp>
      <p:graphicFrame>
        <p:nvGraphicFramePr>
          <p:cNvPr id="7" name="표 6">
            <a:extLst>
              <a:ext uri="{FF2B5EF4-FFF2-40B4-BE49-F238E27FC236}">
                <a16:creationId xmlns:a16="http://schemas.microsoft.com/office/drawing/2014/main" id="{BACC8B28-1233-EBEB-0D03-617DFA8410DD}"/>
              </a:ext>
            </a:extLst>
          </p:cNvPr>
          <p:cNvGraphicFramePr>
            <a:graphicFrameLocks noGrp="1"/>
          </p:cNvGraphicFramePr>
          <p:nvPr>
            <p:extLst>
              <p:ext uri="{D42A27DB-BD31-4B8C-83A1-F6EECF244321}">
                <p14:modId xmlns:p14="http://schemas.microsoft.com/office/powerpoint/2010/main" val="331618745"/>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DAC1_STATE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DAC1_ST_EN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A45E5309-C05A-9A03-FBE3-0A08B417FDB7}"/>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STATE</a:t>
            </a:r>
          </a:p>
        </p:txBody>
      </p:sp>
      <p:graphicFrame>
        <p:nvGraphicFramePr>
          <p:cNvPr id="19" name="표 18">
            <a:extLst>
              <a:ext uri="{FF2B5EF4-FFF2-40B4-BE49-F238E27FC236}">
                <a16:creationId xmlns:a16="http://schemas.microsoft.com/office/drawing/2014/main" id="{214BA465-F08B-0087-0A40-E800EA3B7F3E}"/>
              </a:ext>
            </a:extLst>
          </p:cNvPr>
          <p:cNvGraphicFramePr>
            <a:graphicFrameLocks noGrp="1"/>
          </p:cNvGraphicFramePr>
          <p:nvPr>
            <p:extLst>
              <p:ext uri="{D42A27DB-BD31-4B8C-83A1-F6EECF244321}">
                <p14:modId xmlns:p14="http://schemas.microsoft.com/office/powerpoint/2010/main" val="746652563"/>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DAC2_STATE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DAC2_ST_EN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54734C8F-5DDF-D45D-585C-3122BD299E5F}"/>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STATE</a:t>
            </a:r>
          </a:p>
        </p:txBody>
      </p:sp>
      <p:graphicFrame>
        <p:nvGraphicFramePr>
          <p:cNvPr id="22" name="표 21">
            <a:extLst>
              <a:ext uri="{FF2B5EF4-FFF2-40B4-BE49-F238E27FC236}">
                <a16:creationId xmlns:a16="http://schemas.microsoft.com/office/drawing/2014/main" id="{115B2AFF-4215-11BA-BCC8-6576948C013A}"/>
              </a:ext>
            </a:extLst>
          </p:cNvPr>
          <p:cNvGraphicFramePr>
            <a:graphicFrameLocks noGrp="1"/>
          </p:cNvGraphicFramePr>
          <p:nvPr>
            <p:extLst>
              <p:ext uri="{D42A27DB-BD31-4B8C-83A1-F6EECF244321}">
                <p14:modId xmlns:p14="http://schemas.microsoft.com/office/powerpoint/2010/main" val="2251366890"/>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DAC3_STATE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DAC3_ST_EN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9F71BC5F-EED1-EE94-8E5A-3A0E2AED27DB}"/>
              </a:ext>
            </a:extLst>
          </p:cNvPr>
          <p:cNvGraphicFramePr>
            <a:graphicFrameLocks noGrp="1"/>
          </p:cNvGraphicFramePr>
          <p:nvPr>
            <p:extLst>
              <p:ext uri="{D42A27DB-BD31-4B8C-83A1-F6EECF244321}">
                <p14:modId xmlns:p14="http://schemas.microsoft.com/office/powerpoint/2010/main" val="533550614"/>
              </p:ext>
            </p:extLst>
          </p:nvPr>
        </p:nvGraphicFramePr>
        <p:xfrm>
          <a:off x="399646" y="1692102"/>
          <a:ext cx="6048000" cy="802083"/>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5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DAC1_STATE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is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35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DAC1_ST_EN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209453"/>
                  </a:ext>
                </a:extLst>
              </a:tr>
            </a:tbl>
          </a:graphicData>
        </a:graphic>
      </p:graphicFrame>
      <p:graphicFrame>
        <p:nvGraphicFramePr>
          <p:cNvPr id="6" name="표 5">
            <a:extLst>
              <a:ext uri="{FF2B5EF4-FFF2-40B4-BE49-F238E27FC236}">
                <a16:creationId xmlns:a16="http://schemas.microsoft.com/office/drawing/2014/main" id="{0B0255FD-8FE6-B4BD-FEC3-39121C22AF5F}"/>
              </a:ext>
            </a:extLst>
          </p:cNvPr>
          <p:cNvGraphicFramePr>
            <a:graphicFrameLocks noGrp="1"/>
          </p:cNvGraphicFramePr>
          <p:nvPr>
            <p:extLst>
              <p:ext uri="{D42A27DB-BD31-4B8C-83A1-F6EECF244321}">
                <p14:modId xmlns:p14="http://schemas.microsoft.com/office/powerpoint/2010/main" val="1863717035"/>
              </p:ext>
            </p:extLst>
          </p:nvPr>
        </p:nvGraphicFramePr>
        <p:xfrm>
          <a:off x="399646" y="4187735"/>
          <a:ext cx="6048000" cy="802083"/>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5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DAC2_STATE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is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35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DAC2_ST_EN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209453"/>
                  </a:ext>
                </a:extLst>
              </a:tr>
            </a:tbl>
          </a:graphicData>
        </a:graphic>
      </p:graphicFrame>
      <p:graphicFrame>
        <p:nvGraphicFramePr>
          <p:cNvPr id="8" name="표 7">
            <a:extLst>
              <a:ext uri="{FF2B5EF4-FFF2-40B4-BE49-F238E27FC236}">
                <a16:creationId xmlns:a16="http://schemas.microsoft.com/office/drawing/2014/main" id="{A864063D-0EFB-EE79-8B42-197394EB0A39}"/>
              </a:ext>
            </a:extLst>
          </p:cNvPr>
          <p:cNvGraphicFramePr>
            <a:graphicFrameLocks noGrp="1"/>
          </p:cNvGraphicFramePr>
          <p:nvPr>
            <p:extLst>
              <p:ext uri="{D42A27DB-BD31-4B8C-83A1-F6EECF244321}">
                <p14:modId xmlns:p14="http://schemas.microsoft.com/office/powerpoint/2010/main" val="690746373"/>
              </p:ext>
            </p:extLst>
          </p:nvPr>
        </p:nvGraphicFramePr>
        <p:xfrm>
          <a:off x="399646" y="7005691"/>
          <a:ext cx="6048000" cy="802083"/>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5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DAC3_STATE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is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35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DAC3_ST_EN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209453"/>
                  </a:ext>
                </a:extLst>
              </a:tr>
            </a:tbl>
          </a:graphicData>
        </a:graphic>
      </p:graphicFrame>
    </p:spTree>
    <p:extLst>
      <p:ext uri="{BB962C8B-B14F-4D97-AF65-F5344CB8AC3E}">
        <p14:creationId xmlns:p14="http://schemas.microsoft.com/office/powerpoint/2010/main" val="1964283639"/>
      </p:ext>
    </p:extLst>
  </p:cSld>
  <p:clrMapOvr>
    <a:masterClrMapping/>
  </p:clrMapOvr>
  <p:extLst>
    <p:ext uri="{6950BFC3-D8DA-4A85-94F7-54DA5524770B}">
      <p188:commentRel xmlns:p188="http://schemas.microsoft.com/office/powerpoint/2018/8/main" r:id="rId3"/>
    </p:ext>
  </p:extLs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BDCFF-F49F-2349-DE8C-DF1A48FC2659}"/>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02565A2-2E5B-9E18-50F9-36C60440F86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62358EB-7651-02EB-7A39-C572F6AF1FE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0C551BDF-D196-0E71-D3E6-822FDF1E1427}"/>
              </a:ext>
            </a:extLst>
          </p:cNvPr>
          <p:cNvSpPr txBox="1"/>
          <p:nvPr/>
        </p:nvSpPr>
        <p:spPr>
          <a:xfrm>
            <a:off x="399229" y="100602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INCREMENT 1</a:t>
            </a:r>
          </a:p>
        </p:txBody>
      </p:sp>
      <p:graphicFrame>
        <p:nvGraphicFramePr>
          <p:cNvPr id="15" name="표 14">
            <a:extLst>
              <a:ext uri="{FF2B5EF4-FFF2-40B4-BE49-F238E27FC236}">
                <a16:creationId xmlns:a16="http://schemas.microsoft.com/office/drawing/2014/main" id="{A8F94437-309B-1F3F-4EDF-F8F706E9AD83}"/>
              </a:ext>
            </a:extLst>
          </p:cNvPr>
          <p:cNvGraphicFramePr>
            <a:graphicFrameLocks noGrp="1"/>
          </p:cNvGraphicFramePr>
          <p:nvPr>
            <p:extLst>
              <p:ext uri="{D42A27DB-BD31-4B8C-83A1-F6EECF244321}">
                <p14:modId xmlns:p14="http://schemas.microsoft.com/office/powerpoint/2010/main" val="3991059448"/>
              </p:ext>
            </p:extLst>
          </p:nvPr>
        </p:nvGraphicFramePr>
        <p:xfrm>
          <a:off x="399229" y="1685099"/>
          <a:ext cx="6048000" cy="235171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3422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the DAC OUT increasement in case that the current DAC OUT stays within the range, (CURR_TGT_DAC – SOA_P3)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the current DAC OUT &lt; (CURR_TGT_DAC – SOA_P2)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(CURR_TGT_DAC – SOA_P2)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the current DAC OUT &lt; (CURR_TGT_DAC – SOA_P1)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9153404"/>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SOA_P1)</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0520623"/>
                  </a:ext>
                </a:extLst>
              </a:tr>
            </a:tbl>
          </a:graphicData>
        </a:graphic>
      </p:graphicFrame>
      <p:graphicFrame>
        <p:nvGraphicFramePr>
          <p:cNvPr id="17" name="표 16">
            <a:extLst>
              <a:ext uri="{FF2B5EF4-FFF2-40B4-BE49-F238E27FC236}">
                <a16:creationId xmlns:a16="http://schemas.microsoft.com/office/drawing/2014/main" id="{FFAA9B7C-8DB5-E045-6A60-802A759C1DFF}"/>
              </a:ext>
            </a:extLst>
          </p:cNvPr>
          <p:cNvGraphicFramePr>
            <a:graphicFrameLocks noGrp="1"/>
          </p:cNvGraphicFramePr>
          <p:nvPr>
            <p:extLst>
              <p:ext uri="{D42A27DB-BD31-4B8C-83A1-F6EECF244321}">
                <p14:modId xmlns:p14="http://schemas.microsoft.com/office/powerpoint/2010/main" val="3421435730"/>
              </p:ext>
            </p:extLst>
          </p:nvPr>
        </p:nvGraphicFramePr>
        <p:xfrm>
          <a:off x="399229" y="1267635"/>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0x40C2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DAC1_INC3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DAC1_INC2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DAC1_INC1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126368946"/>
      </p:ext>
    </p:extLst>
  </p:cSld>
  <p:clrMapOvr>
    <a:masterClrMapping/>
  </p:clrMapOvr>
  <p:extLst>
    <p:ext uri="{6950BFC3-D8DA-4A85-94F7-54DA5524770B}">
      <p188:commentRel xmlns:p188="http://schemas.microsoft.com/office/powerpoint/2018/8/main" r:id="rId2"/>
    </p:ext>
  </p:extLs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24C14-44E2-6E5B-0EE9-826AEF4BE74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FA7AE1AD-8751-05D0-7252-F1FBEEC525E5}"/>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785645C-3258-195F-234F-0922C425F58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3FC11DAA-0DAA-4511-B1E8-9D3AAC8850E0}"/>
              </a:ext>
            </a:extLst>
          </p:cNvPr>
          <p:cNvGraphicFramePr>
            <a:graphicFrameLocks noGrp="1"/>
          </p:cNvGraphicFramePr>
          <p:nvPr>
            <p:extLst>
              <p:ext uri="{D42A27DB-BD31-4B8C-83A1-F6EECF244321}">
                <p14:modId xmlns:p14="http://schemas.microsoft.com/office/powerpoint/2010/main" val="3543917485"/>
              </p:ext>
            </p:extLst>
          </p:nvPr>
        </p:nvGraphicFramePr>
        <p:xfrm>
          <a:off x="398462" y="1524730"/>
          <a:ext cx="6048000" cy="174357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80577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without the FB assertion in which the current DAC stays within the range, (CURR_TGR_DAC – the current DAC) &lt; DAC_INC _HOLD_THRESHOLD. If the counted value is same as this value, then the DAC OUT will be held at the current DAC value so that the DAC OUT will be not increased any more. This function is useful in case that the PWM data are kept to 0 for a lot of frames.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DAC1_INT4</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&lt;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SOA_P3)</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9129191"/>
                  </a:ext>
                </a:extLst>
              </a:tr>
            </a:tbl>
          </a:graphicData>
        </a:graphic>
      </p:graphicFrame>
      <p:graphicFrame>
        <p:nvGraphicFramePr>
          <p:cNvPr id="10" name="표 9">
            <a:extLst>
              <a:ext uri="{FF2B5EF4-FFF2-40B4-BE49-F238E27FC236}">
                <a16:creationId xmlns:a16="http://schemas.microsoft.com/office/drawing/2014/main" id="{FD2611C8-E38B-4FDC-D763-37909ABAB198}"/>
              </a:ext>
            </a:extLst>
          </p:cNvPr>
          <p:cNvGraphicFramePr>
            <a:graphicFrameLocks noGrp="1"/>
          </p:cNvGraphicFramePr>
          <p:nvPr>
            <p:extLst>
              <p:ext uri="{D42A27DB-BD31-4B8C-83A1-F6EECF244321}">
                <p14:modId xmlns:p14="http://schemas.microsoft.com/office/powerpoint/2010/main" val="2707494441"/>
              </p:ext>
            </p:extLst>
          </p:nvPr>
        </p:nvGraphicFramePr>
        <p:xfrm>
          <a:off x="398462" y="1115099"/>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0x0820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DAC1_INC_HOLD_LIMIT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DAC1_INT4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E96BC291-92FD-AC26-DF74-14B9FA350E3A}"/>
              </a:ext>
            </a:extLst>
          </p:cNvPr>
          <p:cNvSpPr txBox="1"/>
          <p:nvPr/>
        </p:nvSpPr>
        <p:spPr>
          <a:xfrm>
            <a:off x="398462" y="36865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DECREMENT &amp; INC WAIT</a:t>
            </a:r>
          </a:p>
        </p:txBody>
      </p:sp>
      <p:graphicFrame>
        <p:nvGraphicFramePr>
          <p:cNvPr id="12" name="표 11">
            <a:extLst>
              <a:ext uri="{FF2B5EF4-FFF2-40B4-BE49-F238E27FC236}">
                <a16:creationId xmlns:a16="http://schemas.microsoft.com/office/drawing/2014/main" id="{A16D9B4B-0AA4-879C-324F-9C862DD57F60}"/>
              </a:ext>
            </a:extLst>
          </p:cNvPr>
          <p:cNvGraphicFramePr>
            <a:graphicFrameLocks noGrp="1"/>
          </p:cNvGraphicFramePr>
          <p:nvPr>
            <p:extLst>
              <p:ext uri="{D42A27DB-BD31-4B8C-83A1-F6EECF244321}">
                <p14:modId xmlns:p14="http://schemas.microsoft.com/office/powerpoint/2010/main" val="905172770"/>
              </p:ext>
            </p:extLst>
          </p:nvPr>
        </p:nvGraphicFramePr>
        <p:xfrm>
          <a:off x="398462" y="4335940"/>
          <a:ext cx="6048000" cy="16956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DAC1_DEC1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decrement whenever the FB is asserted. The DAC_DEC1_MODE bit allows two modes choice, one is to decrease by the amount of DAC_DEC1, and the other is to decrease by the amount of arithmetic exponential of DAC_DEC1.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8718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DAC1_INC1_WAIT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that the DAC OUT increment execution will wait with the FB deassertion. In case the value is set to 2, then the DAC OUT will be increased by the DAC_INC1 at the third frame if three successive frames are kept without the FB assertion. If the value is set to 0, then the DAC OUT will be increased immediately whenever the frame is without a FB assertion.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59782226"/>
                  </a:ext>
                </a:extLst>
              </a:tr>
            </a:tbl>
          </a:graphicData>
        </a:graphic>
      </p:graphicFrame>
      <p:graphicFrame>
        <p:nvGraphicFramePr>
          <p:cNvPr id="13" name="표 12">
            <a:extLst>
              <a:ext uri="{FF2B5EF4-FFF2-40B4-BE49-F238E27FC236}">
                <a16:creationId xmlns:a16="http://schemas.microsoft.com/office/drawing/2014/main" id="{49C8B107-0768-45DF-B9FC-FA6CDC19FBA1}"/>
              </a:ext>
            </a:extLst>
          </p:cNvPr>
          <p:cNvGraphicFramePr>
            <a:graphicFrameLocks noGrp="1"/>
          </p:cNvGraphicFramePr>
          <p:nvPr>
            <p:extLst>
              <p:ext uri="{D42A27DB-BD31-4B8C-83A1-F6EECF244321}">
                <p14:modId xmlns:p14="http://schemas.microsoft.com/office/powerpoint/2010/main" val="711714368"/>
              </p:ext>
            </p:extLst>
          </p:nvPr>
        </p:nvGraphicFramePr>
        <p:xfrm>
          <a:off x="398462" y="396604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‘h52</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0x0400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DAC1_DEC1 [6:0]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DAC1_INC1_WAIT [6:0]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4F0B1AA4-C62A-EAD8-5356-A18AD69EFBFC}"/>
              </a:ext>
            </a:extLst>
          </p:cNvPr>
          <p:cNvSpPr txBox="1"/>
          <p:nvPr/>
        </p:nvSpPr>
        <p:spPr>
          <a:xfrm>
            <a:off x="398462" y="645463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INCREMENT HOLD THRESHOLD</a:t>
            </a:r>
          </a:p>
        </p:txBody>
      </p:sp>
      <p:graphicFrame>
        <p:nvGraphicFramePr>
          <p:cNvPr id="15" name="표 14">
            <a:extLst>
              <a:ext uri="{FF2B5EF4-FFF2-40B4-BE49-F238E27FC236}">
                <a16:creationId xmlns:a16="http://schemas.microsoft.com/office/drawing/2014/main" id="{816FE573-6546-A8F0-0417-5C3C4089A50F}"/>
              </a:ext>
            </a:extLst>
          </p:cNvPr>
          <p:cNvGraphicFramePr>
            <a:graphicFrameLocks noGrp="1"/>
          </p:cNvGraphicFramePr>
          <p:nvPr>
            <p:extLst>
              <p:ext uri="{D42A27DB-BD31-4B8C-83A1-F6EECF244321}">
                <p14:modId xmlns:p14="http://schemas.microsoft.com/office/powerpoint/2010/main" val="4103117236"/>
              </p:ext>
            </p:extLst>
          </p:nvPr>
        </p:nvGraphicFramePr>
        <p:xfrm>
          <a:off x="398462" y="710996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816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signed bit of the DAC_INC_HOLD_THRESHOLD. The negative value can be set to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THRESHOLD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range that the DAC_INC_HOLD_LIMIT counter will work. Refer to the DAC_INC_HOLD_LIMIT and the DAC_HOLD_EN bit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2501997"/>
                  </a:ext>
                </a:extLst>
              </a:tr>
            </a:tbl>
          </a:graphicData>
        </a:graphic>
      </p:graphicFrame>
      <p:graphicFrame>
        <p:nvGraphicFramePr>
          <p:cNvPr id="17" name="표 16">
            <a:extLst>
              <a:ext uri="{FF2B5EF4-FFF2-40B4-BE49-F238E27FC236}">
                <a16:creationId xmlns:a16="http://schemas.microsoft.com/office/drawing/2014/main" id="{8A1F760A-4171-32C8-BF56-A8C4A945BC67}"/>
              </a:ext>
            </a:extLst>
          </p:cNvPr>
          <p:cNvGraphicFramePr>
            <a:graphicFrameLocks noGrp="1"/>
          </p:cNvGraphicFramePr>
          <p:nvPr>
            <p:extLst>
              <p:ext uri="{D42A27DB-BD31-4B8C-83A1-F6EECF244321}">
                <p14:modId xmlns:p14="http://schemas.microsoft.com/office/powerpoint/2010/main" val="3823245408"/>
              </p:ext>
            </p:extLst>
          </p:nvPr>
        </p:nvGraphicFramePr>
        <p:xfrm>
          <a:off x="398462" y="673490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‘h53</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0x020A</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SIGNED</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DAC1_INC_HOLD_THRESHOLD [8:0]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DFA24F68-AA27-4C80-5D89-6FF9745ADDA1}"/>
              </a:ext>
            </a:extLst>
          </p:cNvPr>
          <p:cNvSpPr txBox="1"/>
          <p:nvPr/>
        </p:nvSpPr>
        <p:spPr>
          <a:xfrm>
            <a:off x="398462"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INCREMENT 2 &amp; HOLD_LIMIT</a:t>
            </a:r>
          </a:p>
        </p:txBody>
      </p:sp>
    </p:spTree>
    <p:extLst>
      <p:ext uri="{BB962C8B-B14F-4D97-AF65-F5344CB8AC3E}">
        <p14:creationId xmlns:p14="http://schemas.microsoft.com/office/powerpoint/2010/main" val="27592347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4CC36-E8DD-5802-69A2-54C64C22330C}"/>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1D49A25-DCF4-8A75-E8D4-EA59F5E0F975}"/>
              </a:ext>
            </a:extLst>
          </p:cNvPr>
          <p:cNvCxnSpPr>
            <a:cxnSpLocks/>
          </p:cNvCxnSpPr>
          <p:nvPr/>
        </p:nvCxnSpPr>
        <p:spPr>
          <a:xfrm>
            <a:off x="404410"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5FFC1ED-1179-2DDF-D2C0-E4D9690421C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1C7A1E6F-FE85-62A7-EEC3-5D43C92DB6C0}"/>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FB VALID TIMER</a:t>
            </a:r>
          </a:p>
        </p:txBody>
      </p:sp>
      <p:graphicFrame>
        <p:nvGraphicFramePr>
          <p:cNvPr id="16" name="표 15">
            <a:extLst>
              <a:ext uri="{FF2B5EF4-FFF2-40B4-BE49-F238E27FC236}">
                <a16:creationId xmlns:a16="http://schemas.microsoft.com/office/drawing/2014/main" id="{4239E42A-3188-E5EA-C643-7CE21FFA9501}"/>
              </a:ext>
            </a:extLst>
          </p:cNvPr>
          <p:cNvGraphicFramePr>
            <a:graphicFrameLocks noGrp="1"/>
          </p:cNvGraphicFramePr>
          <p:nvPr>
            <p:extLst>
              <p:ext uri="{D42A27DB-BD31-4B8C-83A1-F6EECF244321}">
                <p14:modId xmlns:p14="http://schemas.microsoft.com/office/powerpoint/2010/main" val="131204384"/>
              </p:ext>
            </p:extLst>
          </p:nvPr>
        </p:nvGraphicFramePr>
        <p:xfrm>
          <a:off x="399646" y="1483579"/>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DAC1_FB_VAILD_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TIMER</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when the FB status is valid. This is the interval time from the frame sync to the FB valid.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setting value in this register is counted as much as (the value x MCLK x 4).</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E871F7EA-92F0-24D7-04F3-E7C988DD7DD5}"/>
              </a:ext>
            </a:extLst>
          </p:cNvPr>
          <p:cNvGraphicFramePr>
            <a:graphicFrameLocks noGrp="1"/>
          </p:cNvGraphicFramePr>
          <p:nvPr>
            <p:extLst>
              <p:ext uri="{D42A27DB-BD31-4B8C-83A1-F6EECF244321}">
                <p14:modId xmlns:p14="http://schemas.microsoft.com/office/powerpoint/2010/main" val="4177382843"/>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DAC1_FB_VAILD_TIMER [17:2]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689266BD-6507-ACBF-821F-25770B13542A}"/>
              </a:ext>
            </a:extLst>
          </p:cNvPr>
          <p:cNvSpPr txBox="1"/>
          <p:nvPr/>
        </p:nvSpPr>
        <p:spPr>
          <a:xfrm>
            <a:off x="399646" y="26569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MIN LIMIT</a:t>
            </a:r>
          </a:p>
        </p:txBody>
      </p:sp>
      <p:graphicFrame>
        <p:nvGraphicFramePr>
          <p:cNvPr id="5" name="표 4">
            <a:extLst>
              <a:ext uri="{FF2B5EF4-FFF2-40B4-BE49-F238E27FC236}">
                <a16:creationId xmlns:a16="http://schemas.microsoft.com/office/drawing/2014/main" id="{8B81ED2B-4141-6DAC-09B6-85E95F7D601A}"/>
              </a:ext>
            </a:extLst>
          </p:cNvPr>
          <p:cNvGraphicFramePr>
            <a:graphicFrameLocks noGrp="1"/>
          </p:cNvGraphicFramePr>
          <p:nvPr>
            <p:extLst>
              <p:ext uri="{D42A27DB-BD31-4B8C-83A1-F6EECF244321}">
                <p14:modId xmlns:p14="http://schemas.microsoft.com/office/powerpoint/2010/main" val="550958913"/>
              </p:ext>
            </p:extLst>
          </p:nvPr>
        </p:nvGraphicFramePr>
        <p:xfrm>
          <a:off x="399646" y="335296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369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DAC1_MIN_LIMIT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minimum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value can not be set to less than decimal 100.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B915305D-C512-D422-9021-8789DCA14563}"/>
              </a:ext>
            </a:extLst>
          </p:cNvPr>
          <p:cNvGraphicFramePr>
            <a:graphicFrameLocks noGrp="1"/>
          </p:cNvGraphicFramePr>
          <p:nvPr>
            <p:extLst>
              <p:ext uri="{D42A27DB-BD31-4B8C-83A1-F6EECF244321}">
                <p14:modId xmlns:p14="http://schemas.microsoft.com/office/powerpoint/2010/main" val="983365555"/>
              </p:ext>
            </p:extLst>
          </p:nvPr>
        </p:nvGraphicFramePr>
        <p:xfrm>
          <a:off x="399646" y="292962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DAC1_MIN_LIMIT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25F8EC72-6009-7CC9-902C-D288F936D8E1}"/>
              </a:ext>
            </a:extLst>
          </p:cNvPr>
          <p:cNvSpPr txBox="1"/>
          <p:nvPr/>
        </p:nvSpPr>
        <p:spPr>
          <a:xfrm>
            <a:off x="399646" y="444487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MAX LIMIT</a:t>
            </a:r>
          </a:p>
        </p:txBody>
      </p:sp>
      <p:graphicFrame>
        <p:nvGraphicFramePr>
          <p:cNvPr id="12" name="표 11">
            <a:extLst>
              <a:ext uri="{FF2B5EF4-FFF2-40B4-BE49-F238E27FC236}">
                <a16:creationId xmlns:a16="http://schemas.microsoft.com/office/drawing/2014/main" id="{9AD92FBA-85D7-4CFE-AC1D-1E7E11E5AC77}"/>
              </a:ext>
            </a:extLst>
          </p:cNvPr>
          <p:cNvGraphicFramePr>
            <a:graphicFrameLocks noGrp="1"/>
          </p:cNvGraphicFramePr>
          <p:nvPr>
            <p:extLst>
              <p:ext uri="{D42A27DB-BD31-4B8C-83A1-F6EECF244321}">
                <p14:modId xmlns:p14="http://schemas.microsoft.com/office/powerpoint/2010/main" val="3003093547"/>
              </p:ext>
            </p:extLst>
          </p:nvPr>
        </p:nvGraphicFramePr>
        <p:xfrm>
          <a:off x="399646" y="5127244"/>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297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DAC1_MAX_LIMIT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maximum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can not be set to more than decimal 4,000.</a:t>
                      </a:r>
                      <a:endPar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3" name="표 12">
            <a:extLst>
              <a:ext uri="{FF2B5EF4-FFF2-40B4-BE49-F238E27FC236}">
                <a16:creationId xmlns:a16="http://schemas.microsoft.com/office/drawing/2014/main" id="{F97D5394-68D3-29F6-A14E-E074B7162D32}"/>
              </a:ext>
            </a:extLst>
          </p:cNvPr>
          <p:cNvGraphicFramePr>
            <a:graphicFrameLocks noGrp="1"/>
          </p:cNvGraphicFramePr>
          <p:nvPr>
            <p:extLst>
              <p:ext uri="{D42A27DB-BD31-4B8C-83A1-F6EECF244321}">
                <p14:modId xmlns:p14="http://schemas.microsoft.com/office/powerpoint/2010/main" val="1368208579"/>
              </p:ext>
            </p:extLst>
          </p:nvPr>
        </p:nvGraphicFramePr>
        <p:xfrm>
          <a:off x="399646" y="471703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DAC1_MAX_LIMIT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15617094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DF666-C507-9665-51DF-560E7424A27A}"/>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B166A90F-3342-7EF4-E45A-5676014CDEC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C879C67-194E-F1F8-BA24-F2322067835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5CDB2FC-2EA3-A006-02A9-5834B4217B41}"/>
              </a:ext>
            </a:extLst>
          </p:cNvPr>
          <p:cNvSpPr txBox="1"/>
          <p:nvPr/>
        </p:nvSpPr>
        <p:spPr>
          <a:xfrm>
            <a:off x="399229" y="100602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INCREMENT 1</a:t>
            </a:r>
          </a:p>
        </p:txBody>
      </p:sp>
      <p:graphicFrame>
        <p:nvGraphicFramePr>
          <p:cNvPr id="15" name="표 14">
            <a:extLst>
              <a:ext uri="{FF2B5EF4-FFF2-40B4-BE49-F238E27FC236}">
                <a16:creationId xmlns:a16="http://schemas.microsoft.com/office/drawing/2014/main" id="{9AB8A07A-D1E5-0367-9E30-68C67BFBD1D9}"/>
              </a:ext>
            </a:extLst>
          </p:cNvPr>
          <p:cNvGraphicFramePr>
            <a:graphicFrameLocks noGrp="1"/>
          </p:cNvGraphicFramePr>
          <p:nvPr>
            <p:extLst>
              <p:ext uri="{D42A27DB-BD31-4B8C-83A1-F6EECF244321}">
                <p14:modId xmlns:p14="http://schemas.microsoft.com/office/powerpoint/2010/main" val="3589136043"/>
              </p:ext>
            </p:extLst>
          </p:nvPr>
        </p:nvGraphicFramePr>
        <p:xfrm>
          <a:off x="399229" y="1685099"/>
          <a:ext cx="6048000" cy="235171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3422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the DAC OUT increasement in case that the current DAC OUT stays within the range, (CURR_TGT_DAC – SOA_P3)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the current DAC OUT &lt; (CURR_TGT_DAC – SOA_P2)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(CURR_TGT_DAC – SOA_P2)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the current DAC OUT &lt; (CURR_TGT_DAC – SOA_P1)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9153404"/>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SOA_P1)</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0520623"/>
                  </a:ext>
                </a:extLst>
              </a:tr>
            </a:tbl>
          </a:graphicData>
        </a:graphic>
      </p:graphicFrame>
      <p:graphicFrame>
        <p:nvGraphicFramePr>
          <p:cNvPr id="17" name="표 16">
            <a:extLst>
              <a:ext uri="{FF2B5EF4-FFF2-40B4-BE49-F238E27FC236}">
                <a16:creationId xmlns:a16="http://schemas.microsoft.com/office/drawing/2014/main" id="{0395D99F-5556-3466-1A80-22B83DCDFE23}"/>
              </a:ext>
            </a:extLst>
          </p:cNvPr>
          <p:cNvGraphicFramePr>
            <a:graphicFrameLocks noGrp="1"/>
          </p:cNvGraphicFramePr>
          <p:nvPr>
            <p:extLst>
              <p:ext uri="{D42A27DB-BD31-4B8C-83A1-F6EECF244321}">
                <p14:modId xmlns:p14="http://schemas.microsoft.com/office/powerpoint/2010/main" val="2083146732"/>
              </p:ext>
            </p:extLst>
          </p:nvPr>
        </p:nvGraphicFramePr>
        <p:xfrm>
          <a:off x="399229" y="1267635"/>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0x40C2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DAC2_INC3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598066145"/>
      </p:ext>
    </p:extLst>
  </p:cSld>
  <p:clrMapOvr>
    <a:masterClrMapping/>
  </p:clrMapOvr>
  <p:extLst>
    <p:ext uri="{6950BFC3-D8DA-4A85-94F7-54DA5524770B}">
      <p188:commentRel xmlns:p188="http://schemas.microsoft.com/office/powerpoint/2018/8/main" r:id="rId2"/>
    </p:ext>
  </p:extLs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FBC69-47B4-97E9-6F20-33A39C74C09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9E0996B-7586-3F5D-278E-1A551AC5369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F98FBF1-9AAD-2DEE-BC61-5049AC0AC28F}"/>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EE716C98-23E4-0C5F-A7E7-94797EBCAB93}"/>
              </a:ext>
            </a:extLst>
          </p:cNvPr>
          <p:cNvGraphicFramePr>
            <a:graphicFrameLocks noGrp="1"/>
          </p:cNvGraphicFramePr>
          <p:nvPr>
            <p:extLst>
              <p:ext uri="{D42A27DB-BD31-4B8C-83A1-F6EECF244321}">
                <p14:modId xmlns:p14="http://schemas.microsoft.com/office/powerpoint/2010/main" val="3258505444"/>
              </p:ext>
            </p:extLst>
          </p:nvPr>
        </p:nvGraphicFramePr>
        <p:xfrm>
          <a:off x="398462" y="1524730"/>
          <a:ext cx="6048000" cy="174357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80577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without the FB assertion in which the current DAC stays within the range, (CURR_TGR_DAC – the current DAC) &lt; DAC_INC _HOLD_THRESHOLD. If the counted value is same as this value, then the DAC OUT will be held at the current DAC value so that the DAC OUT will be not increased any more. This function is useful in case that the PWM data are kept to 0 for a lot of frames.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DAC2_INT4</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&lt;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SOA_P3)</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9129191"/>
                  </a:ext>
                </a:extLst>
              </a:tr>
            </a:tbl>
          </a:graphicData>
        </a:graphic>
      </p:graphicFrame>
      <p:graphicFrame>
        <p:nvGraphicFramePr>
          <p:cNvPr id="10" name="표 9">
            <a:extLst>
              <a:ext uri="{FF2B5EF4-FFF2-40B4-BE49-F238E27FC236}">
                <a16:creationId xmlns:a16="http://schemas.microsoft.com/office/drawing/2014/main" id="{B5EE2B01-07B9-691C-EB8D-193CA64D2F11}"/>
              </a:ext>
            </a:extLst>
          </p:cNvPr>
          <p:cNvGraphicFramePr>
            <a:graphicFrameLocks noGrp="1"/>
          </p:cNvGraphicFramePr>
          <p:nvPr>
            <p:extLst>
              <p:ext uri="{D42A27DB-BD31-4B8C-83A1-F6EECF244321}">
                <p14:modId xmlns:p14="http://schemas.microsoft.com/office/powerpoint/2010/main" val="3684140835"/>
              </p:ext>
            </p:extLst>
          </p:nvPr>
        </p:nvGraphicFramePr>
        <p:xfrm>
          <a:off x="398462" y="1115099"/>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0x0820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DAC2_INC_HOLD_LIMIT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DAC2_INT4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1F8C87E5-2AC9-A362-D08F-1F34CAF886B8}"/>
              </a:ext>
            </a:extLst>
          </p:cNvPr>
          <p:cNvSpPr txBox="1"/>
          <p:nvPr/>
        </p:nvSpPr>
        <p:spPr>
          <a:xfrm>
            <a:off x="398462" y="36865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DECREMENT &amp; INC WAIT</a:t>
            </a:r>
          </a:p>
        </p:txBody>
      </p:sp>
      <p:graphicFrame>
        <p:nvGraphicFramePr>
          <p:cNvPr id="12" name="표 11">
            <a:extLst>
              <a:ext uri="{FF2B5EF4-FFF2-40B4-BE49-F238E27FC236}">
                <a16:creationId xmlns:a16="http://schemas.microsoft.com/office/drawing/2014/main" id="{3107ADB0-BE07-EE5B-47DA-81156BFA3589}"/>
              </a:ext>
            </a:extLst>
          </p:cNvPr>
          <p:cNvGraphicFramePr>
            <a:graphicFrameLocks noGrp="1"/>
          </p:cNvGraphicFramePr>
          <p:nvPr>
            <p:extLst>
              <p:ext uri="{D42A27DB-BD31-4B8C-83A1-F6EECF244321}">
                <p14:modId xmlns:p14="http://schemas.microsoft.com/office/powerpoint/2010/main" val="1776612992"/>
              </p:ext>
            </p:extLst>
          </p:nvPr>
        </p:nvGraphicFramePr>
        <p:xfrm>
          <a:off x="398462" y="4335940"/>
          <a:ext cx="6048000" cy="16956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decrement whenever the FB is asserted. The DAC_DEC1_MODE bit allows two modes choice, one is to decrease by the amount of DAC_DEC1, and the other is to decrease by the amount of arithmetic exponential of DAC_DEC1.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8718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DAC2_INC1_WAIT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that the DAC OUT increment execution will wait with the FB deassertion. In case the value is set to 2, then the DAC OUT will be increased by the DAC_INC1 at the third frame if three successive frames are kept without the FB assertion. If the value is set to 0, then the DAC OUT will be increased immediately whenever the frame is without a FB assertion.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59782226"/>
                  </a:ext>
                </a:extLst>
              </a:tr>
            </a:tbl>
          </a:graphicData>
        </a:graphic>
      </p:graphicFrame>
      <p:graphicFrame>
        <p:nvGraphicFramePr>
          <p:cNvPr id="13" name="표 12">
            <a:extLst>
              <a:ext uri="{FF2B5EF4-FFF2-40B4-BE49-F238E27FC236}">
                <a16:creationId xmlns:a16="http://schemas.microsoft.com/office/drawing/2014/main" id="{242CB3C3-D2C7-E0D1-8090-29C35C61A535}"/>
              </a:ext>
            </a:extLst>
          </p:cNvPr>
          <p:cNvGraphicFramePr>
            <a:graphicFrameLocks noGrp="1"/>
          </p:cNvGraphicFramePr>
          <p:nvPr>
            <p:extLst>
              <p:ext uri="{D42A27DB-BD31-4B8C-83A1-F6EECF244321}">
                <p14:modId xmlns:p14="http://schemas.microsoft.com/office/powerpoint/2010/main" val="3933365431"/>
              </p:ext>
            </p:extLst>
          </p:nvPr>
        </p:nvGraphicFramePr>
        <p:xfrm>
          <a:off x="398462" y="396604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0x0400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DAC2_DEC1 [6:0]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DAC2_INC1_WAIT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06636C0D-A3D3-F63E-1710-841A41C3274D}"/>
              </a:ext>
            </a:extLst>
          </p:cNvPr>
          <p:cNvSpPr txBox="1"/>
          <p:nvPr/>
        </p:nvSpPr>
        <p:spPr>
          <a:xfrm>
            <a:off x="398462" y="645463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INCREMENT HOLD THRESHOLD</a:t>
            </a:r>
          </a:p>
        </p:txBody>
      </p:sp>
      <p:graphicFrame>
        <p:nvGraphicFramePr>
          <p:cNvPr id="15" name="표 14">
            <a:extLst>
              <a:ext uri="{FF2B5EF4-FFF2-40B4-BE49-F238E27FC236}">
                <a16:creationId xmlns:a16="http://schemas.microsoft.com/office/drawing/2014/main" id="{20435910-E5B8-FFF3-DEA0-4A2E1766B037}"/>
              </a:ext>
            </a:extLst>
          </p:cNvPr>
          <p:cNvGraphicFramePr>
            <a:graphicFrameLocks noGrp="1"/>
          </p:cNvGraphicFramePr>
          <p:nvPr>
            <p:extLst>
              <p:ext uri="{D42A27DB-BD31-4B8C-83A1-F6EECF244321}">
                <p14:modId xmlns:p14="http://schemas.microsoft.com/office/powerpoint/2010/main" val="2807000640"/>
              </p:ext>
            </p:extLst>
          </p:nvPr>
        </p:nvGraphicFramePr>
        <p:xfrm>
          <a:off x="398462" y="710996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816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signed bit of the DAC_INC_HOLD_THRESHOLD. The negative value can be set to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THRESHOLD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range that the DAC_INC_HOLD_LIMIT counter will work. Refer to the DAC_INC_HOLD_LIMIT and the DAC_HOLD_EN bit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2501997"/>
                  </a:ext>
                </a:extLst>
              </a:tr>
            </a:tbl>
          </a:graphicData>
        </a:graphic>
      </p:graphicFrame>
      <p:graphicFrame>
        <p:nvGraphicFramePr>
          <p:cNvPr id="17" name="표 16">
            <a:extLst>
              <a:ext uri="{FF2B5EF4-FFF2-40B4-BE49-F238E27FC236}">
                <a16:creationId xmlns:a16="http://schemas.microsoft.com/office/drawing/2014/main" id="{925D73F5-F2DE-22CC-0C1D-57B6A6AC1A37}"/>
              </a:ext>
            </a:extLst>
          </p:cNvPr>
          <p:cNvGraphicFramePr>
            <a:graphicFrameLocks noGrp="1"/>
          </p:cNvGraphicFramePr>
          <p:nvPr>
            <p:extLst>
              <p:ext uri="{D42A27DB-BD31-4B8C-83A1-F6EECF244321}">
                <p14:modId xmlns:p14="http://schemas.microsoft.com/office/powerpoint/2010/main" val="2464938260"/>
              </p:ext>
            </p:extLst>
          </p:nvPr>
        </p:nvGraphicFramePr>
        <p:xfrm>
          <a:off x="398462" y="673490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0x020A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DAC2_INC_HOLD_THRESHOLD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E436803D-31CC-B74D-2A70-46058629A019}"/>
              </a:ext>
            </a:extLst>
          </p:cNvPr>
          <p:cNvSpPr txBox="1"/>
          <p:nvPr/>
        </p:nvSpPr>
        <p:spPr>
          <a:xfrm>
            <a:off x="398462"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INCREMENT 2 &amp; HOLD_LIMIT</a:t>
            </a:r>
          </a:p>
        </p:txBody>
      </p:sp>
    </p:spTree>
    <p:extLst>
      <p:ext uri="{BB962C8B-B14F-4D97-AF65-F5344CB8AC3E}">
        <p14:creationId xmlns:p14="http://schemas.microsoft.com/office/powerpoint/2010/main" val="123707591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561F5-41D8-6FDA-44B0-11942BCFE1CE}"/>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5E23931-4AB0-A4A4-663E-85A149CDAFBA}"/>
              </a:ext>
            </a:extLst>
          </p:cNvPr>
          <p:cNvCxnSpPr>
            <a:cxnSpLocks/>
          </p:cNvCxnSpPr>
          <p:nvPr/>
        </p:nvCxnSpPr>
        <p:spPr>
          <a:xfrm>
            <a:off x="404410"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160B21F-0923-8C05-6D6E-86B9F554AF8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F87D95D5-3C63-C707-63A9-7B64CC616667}"/>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FB VALID TIMER</a:t>
            </a:r>
          </a:p>
        </p:txBody>
      </p:sp>
      <p:graphicFrame>
        <p:nvGraphicFramePr>
          <p:cNvPr id="16" name="표 15">
            <a:extLst>
              <a:ext uri="{FF2B5EF4-FFF2-40B4-BE49-F238E27FC236}">
                <a16:creationId xmlns:a16="http://schemas.microsoft.com/office/drawing/2014/main" id="{C616A3E7-A120-5803-D0B3-F4247F3C7CDE}"/>
              </a:ext>
            </a:extLst>
          </p:cNvPr>
          <p:cNvGraphicFramePr>
            <a:graphicFrameLocks noGrp="1"/>
          </p:cNvGraphicFramePr>
          <p:nvPr>
            <p:extLst>
              <p:ext uri="{D42A27DB-BD31-4B8C-83A1-F6EECF244321}">
                <p14:modId xmlns:p14="http://schemas.microsoft.com/office/powerpoint/2010/main" val="345541501"/>
              </p:ext>
            </p:extLst>
          </p:nvPr>
        </p:nvGraphicFramePr>
        <p:xfrm>
          <a:off x="399646" y="1483579"/>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DAC2_FB_VAILD_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TIMER</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when the FB status is valid. This is the interval time from the frame sync to the FB valid.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setting value in this register is counted as much as (the value x MCLK x 4).</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C00ED7E8-1519-C2B6-4B0F-837FCF42E60E}"/>
              </a:ext>
            </a:extLst>
          </p:cNvPr>
          <p:cNvGraphicFramePr>
            <a:graphicFrameLocks noGrp="1"/>
          </p:cNvGraphicFramePr>
          <p:nvPr>
            <p:extLst>
              <p:ext uri="{D42A27DB-BD31-4B8C-83A1-F6EECF244321}">
                <p14:modId xmlns:p14="http://schemas.microsoft.com/office/powerpoint/2010/main" val="864096692"/>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DAC2_FB_VAILD_TIMER [17:2]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42532119-63AA-A210-D08F-903536720D15}"/>
              </a:ext>
            </a:extLst>
          </p:cNvPr>
          <p:cNvSpPr txBox="1"/>
          <p:nvPr/>
        </p:nvSpPr>
        <p:spPr>
          <a:xfrm>
            <a:off x="399646" y="26569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MIN LIMIT</a:t>
            </a:r>
          </a:p>
        </p:txBody>
      </p:sp>
      <p:graphicFrame>
        <p:nvGraphicFramePr>
          <p:cNvPr id="5" name="표 4">
            <a:extLst>
              <a:ext uri="{FF2B5EF4-FFF2-40B4-BE49-F238E27FC236}">
                <a16:creationId xmlns:a16="http://schemas.microsoft.com/office/drawing/2014/main" id="{C15DAC54-1B10-9F1A-1D10-3D8034897EDD}"/>
              </a:ext>
            </a:extLst>
          </p:cNvPr>
          <p:cNvGraphicFramePr>
            <a:graphicFrameLocks noGrp="1"/>
          </p:cNvGraphicFramePr>
          <p:nvPr>
            <p:extLst>
              <p:ext uri="{D42A27DB-BD31-4B8C-83A1-F6EECF244321}">
                <p14:modId xmlns:p14="http://schemas.microsoft.com/office/powerpoint/2010/main" val="4156525184"/>
              </p:ext>
            </p:extLst>
          </p:nvPr>
        </p:nvGraphicFramePr>
        <p:xfrm>
          <a:off x="399646" y="335296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369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DAC2_MIN_LIMIT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minimum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value can not be set to less than decimal 100.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E66A0E1A-2B4C-5EC5-66FE-2815B35BF906}"/>
              </a:ext>
            </a:extLst>
          </p:cNvPr>
          <p:cNvGraphicFramePr>
            <a:graphicFrameLocks noGrp="1"/>
          </p:cNvGraphicFramePr>
          <p:nvPr>
            <p:extLst>
              <p:ext uri="{D42A27DB-BD31-4B8C-83A1-F6EECF244321}">
                <p14:modId xmlns:p14="http://schemas.microsoft.com/office/powerpoint/2010/main" val="1271819952"/>
              </p:ext>
            </p:extLst>
          </p:nvPr>
        </p:nvGraphicFramePr>
        <p:xfrm>
          <a:off x="399646" y="292962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err="1">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DAC2_MIN_LIMIT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5C55A325-3C2F-0843-E5A6-543EA3053B28}"/>
              </a:ext>
            </a:extLst>
          </p:cNvPr>
          <p:cNvSpPr txBox="1"/>
          <p:nvPr/>
        </p:nvSpPr>
        <p:spPr>
          <a:xfrm>
            <a:off x="399646" y="444487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MAX LIMIT</a:t>
            </a:r>
          </a:p>
        </p:txBody>
      </p:sp>
      <p:graphicFrame>
        <p:nvGraphicFramePr>
          <p:cNvPr id="12" name="표 11">
            <a:extLst>
              <a:ext uri="{FF2B5EF4-FFF2-40B4-BE49-F238E27FC236}">
                <a16:creationId xmlns:a16="http://schemas.microsoft.com/office/drawing/2014/main" id="{9DFDDF96-03CB-D1EE-1BC6-F24EF3693C3D}"/>
              </a:ext>
            </a:extLst>
          </p:cNvPr>
          <p:cNvGraphicFramePr>
            <a:graphicFrameLocks noGrp="1"/>
          </p:cNvGraphicFramePr>
          <p:nvPr>
            <p:extLst>
              <p:ext uri="{D42A27DB-BD31-4B8C-83A1-F6EECF244321}">
                <p14:modId xmlns:p14="http://schemas.microsoft.com/office/powerpoint/2010/main" val="2660223868"/>
              </p:ext>
            </p:extLst>
          </p:nvPr>
        </p:nvGraphicFramePr>
        <p:xfrm>
          <a:off x="399646" y="5127244"/>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297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DAC2_MAX_LIMIT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maximum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can not be set to more than decimal 4,000.</a:t>
                      </a:r>
                      <a:endPar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3" name="표 12">
            <a:extLst>
              <a:ext uri="{FF2B5EF4-FFF2-40B4-BE49-F238E27FC236}">
                <a16:creationId xmlns:a16="http://schemas.microsoft.com/office/drawing/2014/main" id="{A08A6468-4D52-0260-8572-1EA1CC8AD45E}"/>
              </a:ext>
            </a:extLst>
          </p:cNvPr>
          <p:cNvGraphicFramePr>
            <a:graphicFrameLocks noGrp="1"/>
          </p:cNvGraphicFramePr>
          <p:nvPr>
            <p:extLst>
              <p:ext uri="{D42A27DB-BD31-4B8C-83A1-F6EECF244321}">
                <p14:modId xmlns:p14="http://schemas.microsoft.com/office/powerpoint/2010/main" val="632078959"/>
              </p:ext>
            </p:extLst>
          </p:nvPr>
        </p:nvGraphicFramePr>
        <p:xfrm>
          <a:off x="399646" y="471703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DAC2_MAX_LIMIT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8623734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D060-CA04-3E63-62E9-1CB35BF43D5B}"/>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F78A5417-96D9-61C5-20C8-E803D301678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C369EBE-33E4-86DD-D570-177174C26199}"/>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5D104AD-B13A-DE51-CF65-5703DC9DED8C}"/>
              </a:ext>
            </a:extLst>
          </p:cNvPr>
          <p:cNvSpPr txBox="1"/>
          <p:nvPr/>
        </p:nvSpPr>
        <p:spPr>
          <a:xfrm>
            <a:off x="399229" y="99863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INCREMENT 1</a:t>
            </a:r>
          </a:p>
        </p:txBody>
      </p:sp>
      <p:graphicFrame>
        <p:nvGraphicFramePr>
          <p:cNvPr id="15" name="표 14">
            <a:extLst>
              <a:ext uri="{FF2B5EF4-FFF2-40B4-BE49-F238E27FC236}">
                <a16:creationId xmlns:a16="http://schemas.microsoft.com/office/drawing/2014/main" id="{52D67DDD-8072-33E2-6BBA-6D0D4D9D3D0D}"/>
              </a:ext>
            </a:extLst>
          </p:cNvPr>
          <p:cNvGraphicFramePr>
            <a:graphicFrameLocks noGrp="1"/>
          </p:cNvGraphicFramePr>
          <p:nvPr>
            <p:extLst>
              <p:ext uri="{D42A27DB-BD31-4B8C-83A1-F6EECF244321}">
                <p14:modId xmlns:p14="http://schemas.microsoft.com/office/powerpoint/2010/main" val="2550816946"/>
              </p:ext>
            </p:extLst>
          </p:nvPr>
        </p:nvGraphicFramePr>
        <p:xfrm>
          <a:off x="399229" y="1677710"/>
          <a:ext cx="6048000" cy="235171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3422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the DAC OUT increasement in case that the current DAC OUT stays within the range, (CURR_TGT_DAC – SOA_P3)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the current DAC OUT &lt; (CURR_TGT_DAC – SOA_P2)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(CURR_TGT_DAC – SOA_P2)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the current DAC OUT &lt; (CURR_TGT_DAC – SOA_P1)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9153404"/>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SOA_P1)</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0520623"/>
                  </a:ext>
                </a:extLst>
              </a:tr>
            </a:tbl>
          </a:graphicData>
        </a:graphic>
      </p:graphicFrame>
      <p:graphicFrame>
        <p:nvGraphicFramePr>
          <p:cNvPr id="17" name="표 16">
            <a:extLst>
              <a:ext uri="{FF2B5EF4-FFF2-40B4-BE49-F238E27FC236}">
                <a16:creationId xmlns:a16="http://schemas.microsoft.com/office/drawing/2014/main" id="{8FD56D34-E6D8-CF9B-43AB-96FCC5588750}"/>
              </a:ext>
            </a:extLst>
          </p:cNvPr>
          <p:cNvGraphicFramePr>
            <a:graphicFrameLocks noGrp="1"/>
          </p:cNvGraphicFramePr>
          <p:nvPr>
            <p:extLst>
              <p:ext uri="{D42A27DB-BD31-4B8C-83A1-F6EECF244321}">
                <p14:modId xmlns:p14="http://schemas.microsoft.com/office/powerpoint/2010/main" val="100702236"/>
              </p:ext>
            </p:extLst>
          </p:nvPr>
        </p:nvGraphicFramePr>
        <p:xfrm>
          <a:off x="399229" y="1260246"/>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0x40C2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DAC3_INC3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906925779"/>
      </p:ext>
    </p:extLst>
  </p:cSld>
  <p:clrMapOvr>
    <a:masterClrMapping/>
  </p:clrMapOvr>
  <p:extLst>
    <p:ext uri="{6950BFC3-D8DA-4A85-94F7-54DA5524770B}">
      <p188:commentRel xmlns:p188="http://schemas.microsoft.com/office/powerpoint/2018/8/main" r:id="rId2"/>
    </p:ext>
  </p:extLs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000DB-1712-9323-CBEC-4C6AC239216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039965D9-B4AA-3A98-2F07-580E31978567}"/>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FB6B1B6-311C-B2D0-08C4-D9AA97772BD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B826E559-69CC-D11D-C82A-CA9677B29E6D}"/>
              </a:ext>
            </a:extLst>
          </p:cNvPr>
          <p:cNvGraphicFramePr>
            <a:graphicFrameLocks noGrp="1"/>
          </p:cNvGraphicFramePr>
          <p:nvPr>
            <p:extLst>
              <p:ext uri="{D42A27DB-BD31-4B8C-83A1-F6EECF244321}">
                <p14:modId xmlns:p14="http://schemas.microsoft.com/office/powerpoint/2010/main" val="962235742"/>
              </p:ext>
            </p:extLst>
          </p:nvPr>
        </p:nvGraphicFramePr>
        <p:xfrm>
          <a:off x="398462" y="1524730"/>
          <a:ext cx="6048000" cy="174357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80577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without the FB assertion in which the current DAC stays within the range, (CURR_TGR_DAC – the current DAC) &lt; DAC_INC _HOLD_THRESHOLD. If the counted value is same as this value, then the DAC OUT will be held at the current DAC value so that the DAC OUT will be not increased any more. This function is useful in case that the PWM data are kept to 0 for a lot of frames.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DAC3_INT4</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&lt;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SOA_P3)</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9129191"/>
                  </a:ext>
                </a:extLst>
              </a:tr>
            </a:tbl>
          </a:graphicData>
        </a:graphic>
      </p:graphicFrame>
      <p:graphicFrame>
        <p:nvGraphicFramePr>
          <p:cNvPr id="10" name="표 9">
            <a:extLst>
              <a:ext uri="{FF2B5EF4-FFF2-40B4-BE49-F238E27FC236}">
                <a16:creationId xmlns:a16="http://schemas.microsoft.com/office/drawing/2014/main" id="{163B8BBC-A9E8-1FAD-C8B9-9280FB564465}"/>
              </a:ext>
            </a:extLst>
          </p:cNvPr>
          <p:cNvGraphicFramePr>
            <a:graphicFrameLocks noGrp="1"/>
          </p:cNvGraphicFramePr>
          <p:nvPr>
            <p:extLst>
              <p:ext uri="{D42A27DB-BD31-4B8C-83A1-F6EECF244321}">
                <p14:modId xmlns:p14="http://schemas.microsoft.com/office/powerpoint/2010/main" val="317120575"/>
              </p:ext>
            </p:extLst>
          </p:nvPr>
        </p:nvGraphicFramePr>
        <p:xfrm>
          <a:off x="398462" y="1115099"/>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0x0820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DAC3_INC_HOLD_LIMIT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DAC3_INT4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F542EFE-24A1-6C84-F836-2D6241620964}"/>
              </a:ext>
            </a:extLst>
          </p:cNvPr>
          <p:cNvSpPr txBox="1"/>
          <p:nvPr/>
        </p:nvSpPr>
        <p:spPr>
          <a:xfrm>
            <a:off x="398462" y="36865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DECREMENT &amp; INC WAIT</a:t>
            </a:r>
          </a:p>
        </p:txBody>
      </p:sp>
      <p:graphicFrame>
        <p:nvGraphicFramePr>
          <p:cNvPr id="12" name="표 11">
            <a:extLst>
              <a:ext uri="{FF2B5EF4-FFF2-40B4-BE49-F238E27FC236}">
                <a16:creationId xmlns:a16="http://schemas.microsoft.com/office/drawing/2014/main" id="{69BD266F-B299-A29E-A2FF-3A22EEB00FF3}"/>
              </a:ext>
            </a:extLst>
          </p:cNvPr>
          <p:cNvGraphicFramePr>
            <a:graphicFrameLocks noGrp="1"/>
          </p:cNvGraphicFramePr>
          <p:nvPr>
            <p:extLst>
              <p:ext uri="{D42A27DB-BD31-4B8C-83A1-F6EECF244321}">
                <p14:modId xmlns:p14="http://schemas.microsoft.com/office/powerpoint/2010/main" val="1325376344"/>
              </p:ext>
            </p:extLst>
          </p:nvPr>
        </p:nvGraphicFramePr>
        <p:xfrm>
          <a:off x="398462" y="4335940"/>
          <a:ext cx="6048000" cy="16956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DAC3_DEC1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decrement whenever the FB is asserted. The DAC_DEC1_MODE bit allows two modes choice, one is to decrease by the amount of DAC_DEC1, and the other is to decrease by the amount of arithmetic exponential of DAC_DEC1.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8718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DAC3_INC1_WAIT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that the DAC OUT increment execution will wait with the FB deassertion. In case the value is set to 2, then the DAC OUT will be increased by the DAC_INC1 at the third frame if three successive frames are kept without the FB assertion. If the value is set to 0, then the DAC OUT will be increased immediately whenever the frame is without a FB assertion.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59782226"/>
                  </a:ext>
                </a:extLst>
              </a:tr>
            </a:tbl>
          </a:graphicData>
        </a:graphic>
      </p:graphicFrame>
      <p:graphicFrame>
        <p:nvGraphicFramePr>
          <p:cNvPr id="13" name="표 12">
            <a:extLst>
              <a:ext uri="{FF2B5EF4-FFF2-40B4-BE49-F238E27FC236}">
                <a16:creationId xmlns:a16="http://schemas.microsoft.com/office/drawing/2014/main" id="{9BFCECE0-4B53-111C-E6DE-81E4F9B66774}"/>
              </a:ext>
            </a:extLst>
          </p:cNvPr>
          <p:cNvGraphicFramePr>
            <a:graphicFrameLocks noGrp="1"/>
          </p:cNvGraphicFramePr>
          <p:nvPr>
            <p:extLst>
              <p:ext uri="{D42A27DB-BD31-4B8C-83A1-F6EECF244321}">
                <p14:modId xmlns:p14="http://schemas.microsoft.com/office/powerpoint/2010/main" val="2834512554"/>
              </p:ext>
            </p:extLst>
          </p:nvPr>
        </p:nvGraphicFramePr>
        <p:xfrm>
          <a:off x="398462" y="396604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0x0400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DAC3_DEC1 [6:0]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DAC3_INC1_WAIT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FF0D95E8-1FBD-79A7-968B-9B485E9929A3}"/>
              </a:ext>
            </a:extLst>
          </p:cNvPr>
          <p:cNvSpPr txBox="1"/>
          <p:nvPr/>
        </p:nvSpPr>
        <p:spPr>
          <a:xfrm>
            <a:off x="398462" y="645463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INCREMENT HOLD THRESHOLD</a:t>
            </a:r>
          </a:p>
        </p:txBody>
      </p:sp>
      <p:graphicFrame>
        <p:nvGraphicFramePr>
          <p:cNvPr id="15" name="표 14">
            <a:extLst>
              <a:ext uri="{FF2B5EF4-FFF2-40B4-BE49-F238E27FC236}">
                <a16:creationId xmlns:a16="http://schemas.microsoft.com/office/drawing/2014/main" id="{46D59815-7BC2-52A8-5E9E-9FAC917333A1}"/>
              </a:ext>
            </a:extLst>
          </p:cNvPr>
          <p:cNvGraphicFramePr>
            <a:graphicFrameLocks noGrp="1"/>
          </p:cNvGraphicFramePr>
          <p:nvPr>
            <p:extLst>
              <p:ext uri="{D42A27DB-BD31-4B8C-83A1-F6EECF244321}">
                <p14:modId xmlns:p14="http://schemas.microsoft.com/office/powerpoint/2010/main" val="1742102557"/>
              </p:ext>
            </p:extLst>
          </p:nvPr>
        </p:nvGraphicFramePr>
        <p:xfrm>
          <a:off x="398462" y="710996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816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signed bit of the DAC_INC_HOLD_THRESHOLD. The negative value can be set to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THRESHOLD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range that the DAC_INC_HOLD_LIMIT counter will work. Refer to the DAC_INC_HOLD_LIMIT and the DAC_HOLD_EN bit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2501997"/>
                  </a:ext>
                </a:extLst>
              </a:tr>
            </a:tbl>
          </a:graphicData>
        </a:graphic>
      </p:graphicFrame>
      <p:graphicFrame>
        <p:nvGraphicFramePr>
          <p:cNvPr id="17" name="표 16">
            <a:extLst>
              <a:ext uri="{FF2B5EF4-FFF2-40B4-BE49-F238E27FC236}">
                <a16:creationId xmlns:a16="http://schemas.microsoft.com/office/drawing/2014/main" id="{E6DE8E38-7CC4-9023-3E63-BAAEEB1714AE}"/>
              </a:ext>
            </a:extLst>
          </p:cNvPr>
          <p:cNvGraphicFramePr>
            <a:graphicFrameLocks noGrp="1"/>
          </p:cNvGraphicFramePr>
          <p:nvPr>
            <p:extLst>
              <p:ext uri="{D42A27DB-BD31-4B8C-83A1-F6EECF244321}">
                <p14:modId xmlns:p14="http://schemas.microsoft.com/office/powerpoint/2010/main" val="1699650846"/>
              </p:ext>
            </p:extLst>
          </p:nvPr>
        </p:nvGraphicFramePr>
        <p:xfrm>
          <a:off x="398462" y="673490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0x020A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DAC3_INC_HOLD_THRESHOLD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B54C552C-3FFB-9DE9-00C0-794B328F1C05}"/>
              </a:ext>
            </a:extLst>
          </p:cNvPr>
          <p:cNvSpPr txBox="1"/>
          <p:nvPr/>
        </p:nvSpPr>
        <p:spPr>
          <a:xfrm>
            <a:off x="398462"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INCREMENT 2 &amp; HOLD_LIMIT</a:t>
            </a:r>
          </a:p>
        </p:txBody>
      </p:sp>
    </p:spTree>
    <p:extLst>
      <p:ext uri="{BB962C8B-B14F-4D97-AF65-F5344CB8AC3E}">
        <p14:creationId xmlns:p14="http://schemas.microsoft.com/office/powerpoint/2010/main" val="6059942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3578E-48EE-8519-280F-3907646DA82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195DA648-ACE9-594A-3742-80429E817156}"/>
              </a:ext>
            </a:extLst>
          </p:cNvPr>
          <p:cNvCxnSpPr>
            <a:cxnSpLocks/>
          </p:cNvCxnSpPr>
          <p:nvPr/>
        </p:nvCxnSpPr>
        <p:spPr>
          <a:xfrm>
            <a:off x="404410"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BCB9ECF-A15B-3AFF-4BD6-9C443F26837F}"/>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9D32A339-0984-6A77-545A-3DE33B26F655}"/>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FB VALID TIMER</a:t>
            </a:r>
          </a:p>
        </p:txBody>
      </p:sp>
      <p:graphicFrame>
        <p:nvGraphicFramePr>
          <p:cNvPr id="16" name="표 15">
            <a:extLst>
              <a:ext uri="{FF2B5EF4-FFF2-40B4-BE49-F238E27FC236}">
                <a16:creationId xmlns:a16="http://schemas.microsoft.com/office/drawing/2014/main" id="{A4D41F2E-A164-B6EC-9812-D12AE5A340FA}"/>
              </a:ext>
            </a:extLst>
          </p:cNvPr>
          <p:cNvGraphicFramePr>
            <a:graphicFrameLocks noGrp="1"/>
          </p:cNvGraphicFramePr>
          <p:nvPr>
            <p:extLst>
              <p:ext uri="{D42A27DB-BD31-4B8C-83A1-F6EECF244321}">
                <p14:modId xmlns:p14="http://schemas.microsoft.com/office/powerpoint/2010/main" val="3360909850"/>
              </p:ext>
            </p:extLst>
          </p:nvPr>
        </p:nvGraphicFramePr>
        <p:xfrm>
          <a:off x="399646" y="1483579"/>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DAC3_FB_VAILD_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TIMER</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when the FB status is valid. This is the interval time from the frame sync to the FB valid.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setting value in this register is counted as much as (the value x MCLK x 4).</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CE9923DF-8C9F-A639-D5E0-01628234C088}"/>
              </a:ext>
            </a:extLst>
          </p:cNvPr>
          <p:cNvGraphicFramePr>
            <a:graphicFrameLocks noGrp="1"/>
          </p:cNvGraphicFramePr>
          <p:nvPr>
            <p:extLst>
              <p:ext uri="{D42A27DB-BD31-4B8C-83A1-F6EECF244321}">
                <p14:modId xmlns:p14="http://schemas.microsoft.com/office/powerpoint/2010/main" val="2295349463"/>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DAC3_FB_VAILD_TIMER [17:2]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6C7AE602-A5C1-E1F3-96A3-06F465DE6794}"/>
              </a:ext>
            </a:extLst>
          </p:cNvPr>
          <p:cNvSpPr txBox="1"/>
          <p:nvPr/>
        </p:nvSpPr>
        <p:spPr>
          <a:xfrm>
            <a:off x="399646" y="26569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MIN LIMIT</a:t>
            </a:r>
          </a:p>
        </p:txBody>
      </p:sp>
      <p:graphicFrame>
        <p:nvGraphicFramePr>
          <p:cNvPr id="5" name="표 4">
            <a:extLst>
              <a:ext uri="{FF2B5EF4-FFF2-40B4-BE49-F238E27FC236}">
                <a16:creationId xmlns:a16="http://schemas.microsoft.com/office/drawing/2014/main" id="{02196784-3E4F-B807-F7A9-5556542023A4}"/>
              </a:ext>
            </a:extLst>
          </p:cNvPr>
          <p:cNvGraphicFramePr>
            <a:graphicFrameLocks noGrp="1"/>
          </p:cNvGraphicFramePr>
          <p:nvPr>
            <p:extLst>
              <p:ext uri="{D42A27DB-BD31-4B8C-83A1-F6EECF244321}">
                <p14:modId xmlns:p14="http://schemas.microsoft.com/office/powerpoint/2010/main" val="1132543403"/>
              </p:ext>
            </p:extLst>
          </p:nvPr>
        </p:nvGraphicFramePr>
        <p:xfrm>
          <a:off x="399646" y="335296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369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DAC3_MIN_LIMIT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minimum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value can not be set to less than decimal 100.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C7F5CC3A-3578-BF47-1F8D-282E3878851F}"/>
              </a:ext>
            </a:extLst>
          </p:cNvPr>
          <p:cNvGraphicFramePr>
            <a:graphicFrameLocks noGrp="1"/>
          </p:cNvGraphicFramePr>
          <p:nvPr>
            <p:extLst>
              <p:ext uri="{D42A27DB-BD31-4B8C-83A1-F6EECF244321}">
                <p14:modId xmlns:p14="http://schemas.microsoft.com/office/powerpoint/2010/main" val="2936997365"/>
              </p:ext>
            </p:extLst>
          </p:nvPr>
        </p:nvGraphicFramePr>
        <p:xfrm>
          <a:off x="399646" y="292962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err="1">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DAC3_MIN_LIMIT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168C8714-44A3-ABDF-D1CD-94AC08E2DE56}"/>
              </a:ext>
            </a:extLst>
          </p:cNvPr>
          <p:cNvSpPr txBox="1"/>
          <p:nvPr/>
        </p:nvSpPr>
        <p:spPr>
          <a:xfrm>
            <a:off x="399646" y="444487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MAX LIMIT</a:t>
            </a:r>
          </a:p>
        </p:txBody>
      </p:sp>
      <p:graphicFrame>
        <p:nvGraphicFramePr>
          <p:cNvPr id="12" name="표 11">
            <a:extLst>
              <a:ext uri="{FF2B5EF4-FFF2-40B4-BE49-F238E27FC236}">
                <a16:creationId xmlns:a16="http://schemas.microsoft.com/office/drawing/2014/main" id="{2B81676C-DDA2-6D99-2E80-A161E6FF6FB5}"/>
              </a:ext>
            </a:extLst>
          </p:cNvPr>
          <p:cNvGraphicFramePr>
            <a:graphicFrameLocks noGrp="1"/>
          </p:cNvGraphicFramePr>
          <p:nvPr>
            <p:extLst>
              <p:ext uri="{D42A27DB-BD31-4B8C-83A1-F6EECF244321}">
                <p14:modId xmlns:p14="http://schemas.microsoft.com/office/powerpoint/2010/main" val="3744207287"/>
              </p:ext>
            </p:extLst>
          </p:nvPr>
        </p:nvGraphicFramePr>
        <p:xfrm>
          <a:off x="399646" y="5127244"/>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297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DAC3_MAX_LIMIT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maximum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can not be set to more than decimal 4,000.</a:t>
                      </a:r>
                      <a:endPar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3" name="표 12">
            <a:extLst>
              <a:ext uri="{FF2B5EF4-FFF2-40B4-BE49-F238E27FC236}">
                <a16:creationId xmlns:a16="http://schemas.microsoft.com/office/drawing/2014/main" id="{A3F45CA0-ACD9-A92F-196D-A0D851742745}"/>
              </a:ext>
            </a:extLst>
          </p:cNvPr>
          <p:cNvGraphicFramePr>
            <a:graphicFrameLocks noGrp="1"/>
          </p:cNvGraphicFramePr>
          <p:nvPr>
            <p:extLst>
              <p:ext uri="{D42A27DB-BD31-4B8C-83A1-F6EECF244321}">
                <p14:modId xmlns:p14="http://schemas.microsoft.com/office/powerpoint/2010/main" val="606576696"/>
              </p:ext>
            </p:extLst>
          </p:nvPr>
        </p:nvGraphicFramePr>
        <p:xfrm>
          <a:off x="399646" y="471703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DAC3_MAX_LIMIT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4054388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C83E8-2F1F-B3C2-B6B3-75AE99D8CB2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1E9DDD5-AD77-05D9-7DE9-A8944A7E2A4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28EFB43-6FFC-4534-4ADB-7BB52722647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DEAC69BB-B76E-D1E4-8E43-7F92BFBD1263}"/>
              </a:ext>
            </a:extLst>
          </p:cNvPr>
          <p:cNvSpPr txBox="1"/>
          <p:nvPr/>
        </p:nvSpPr>
        <p:spPr>
          <a:xfrm>
            <a:off x="40640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MAN_A1</a:t>
            </a:r>
          </a:p>
        </p:txBody>
      </p:sp>
      <p:graphicFrame>
        <p:nvGraphicFramePr>
          <p:cNvPr id="23" name="표 22">
            <a:extLst>
              <a:ext uri="{FF2B5EF4-FFF2-40B4-BE49-F238E27FC236}">
                <a16:creationId xmlns:a16="http://schemas.microsoft.com/office/drawing/2014/main" id="{C3F40812-6F3A-B83E-3455-5C15F94C10B1}"/>
              </a:ext>
            </a:extLst>
          </p:cNvPr>
          <p:cNvGraphicFramePr>
            <a:graphicFrameLocks noGrp="1"/>
          </p:cNvGraphicFramePr>
          <p:nvPr>
            <p:extLst>
              <p:ext uri="{D42A27DB-BD31-4B8C-83A1-F6EECF244321}">
                <p14:modId xmlns:p14="http://schemas.microsoft.com/office/powerpoint/2010/main" val="261467515"/>
              </p:ext>
            </p:extLst>
          </p:nvPr>
        </p:nvGraphicFramePr>
        <p:xfrm>
          <a:off x="397938" y="1113571"/>
          <a:ext cx="6047996"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859822">
                  <a:extLst>
                    <a:ext uri="{9D8B030D-6E8A-4147-A177-3AD203B41FA5}">
                      <a16:colId xmlns:a16="http://schemas.microsoft.com/office/drawing/2014/main" val="4293411712"/>
                    </a:ext>
                  </a:extLst>
                </a:gridCol>
                <a:gridCol w="469412">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OSC_MAN_EN_A</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DAC_RNG_A</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181FC02E-8607-0DD1-3411-5F07B03A2A47}"/>
              </a:ext>
            </a:extLst>
          </p:cNvPr>
          <p:cNvGraphicFramePr>
            <a:graphicFrameLocks noGrp="1"/>
          </p:cNvGraphicFramePr>
          <p:nvPr>
            <p:extLst>
              <p:ext uri="{D42A27DB-BD31-4B8C-83A1-F6EECF244321}">
                <p14:modId xmlns:p14="http://schemas.microsoft.com/office/powerpoint/2010/main" val="4043956039"/>
              </p:ext>
            </p:extLst>
          </p:nvPr>
        </p:nvGraphicFramePr>
        <p:xfrm>
          <a:off x="397938" y="1525780"/>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FLT_CTL_A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FLT_GAIN_A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E1060935-5C3F-4F5B-28BA-61573B323A09}"/>
              </a:ext>
            </a:extLst>
          </p:cNvPr>
          <p:cNvSpPr txBox="1"/>
          <p:nvPr/>
        </p:nvSpPr>
        <p:spPr>
          <a:xfrm>
            <a:off x="397929" y="495300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MAN_A2</a:t>
            </a:r>
          </a:p>
        </p:txBody>
      </p:sp>
      <p:graphicFrame>
        <p:nvGraphicFramePr>
          <p:cNvPr id="4" name="표 3">
            <a:extLst>
              <a:ext uri="{FF2B5EF4-FFF2-40B4-BE49-F238E27FC236}">
                <a16:creationId xmlns:a16="http://schemas.microsoft.com/office/drawing/2014/main" id="{47359A4F-F35F-FCE4-8D9F-F0FC11203515}"/>
              </a:ext>
            </a:extLst>
          </p:cNvPr>
          <p:cNvGraphicFramePr>
            <a:graphicFrameLocks noGrp="1"/>
          </p:cNvGraphicFramePr>
          <p:nvPr>
            <p:extLst>
              <p:ext uri="{D42A27DB-BD31-4B8C-83A1-F6EECF244321}">
                <p14:modId xmlns:p14="http://schemas.microsoft.com/office/powerpoint/2010/main" val="2109742642"/>
              </p:ext>
            </p:extLst>
          </p:nvPr>
        </p:nvGraphicFramePr>
        <p:xfrm>
          <a:off x="397934" y="2326469"/>
          <a:ext cx="6048000" cy="1707151"/>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510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OSC_MAN_EN_A</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FLL_A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DAC_RNG_A</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9990091"/>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FLT_CTL_A</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set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184737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FLT_GAIN_A</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8430619"/>
                  </a:ext>
                </a:extLst>
              </a:tr>
            </a:tbl>
          </a:graphicData>
        </a:graphic>
      </p:graphicFrame>
      <p:graphicFrame>
        <p:nvGraphicFramePr>
          <p:cNvPr id="5" name="표 4">
            <a:extLst>
              <a:ext uri="{FF2B5EF4-FFF2-40B4-BE49-F238E27FC236}">
                <a16:creationId xmlns:a16="http://schemas.microsoft.com/office/drawing/2014/main" id="{FBB08904-5BC2-BAC0-25F5-8470824A90EB}"/>
              </a:ext>
            </a:extLst>
          </p:cNvPr>
          <p:cNvGraphicFramePr>
            <a:graphicFrameLocks noGrp="1"/>
          </p:cNvGraphicFramePr>
          <p:nvPr>
            <p:extLst>
              <p:ext uri="{D42A27DB-BD31-4B8C-83A1-F6EECF244321}">
                <p14:modId xmlns:p14="http://schemas.microsoft.com/office/powerpoint/2010/main" val="624819991"/>
              </p:ext>
            </p:extLst>
          </p:nvPr>
        </p:nvGraphicFramePr>
        <p:xfrm>
          <a:off x="413545" y="6012644"/>
          <a:ext cx="6048000" cy="9762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295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OSC_FLL_MAN_A</a:t>
                      </a: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FLL_A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295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0923611"/>
                  </a:ext>
                </a:extLst>
              </a:tr>
            </a:tbl>
          </a:graphicData>
        </a:graphic>
      </p:graphicFrame>
      <p:graphicFrame>
        <p:nvGraphicFramePr>
          <p:cNvPr id="7" name="표 6">
            <a:extLst>
              <a:ext uri="{FF2B5EF4-FFF2-40B4-BE49-F238E27FC236}">
                <a16:creationId xmlns:a16="http://schemas.microsoft.com/office/drawing/2014/main" id="{EAFD615A-AE04-E83E-8A28-B27D6356925B}"/>
              </a:ext>
            </a:extLst>
          </p:cNvPr>
          <p:cNvGraphicFramePr>
            <a:graphicFrameLocks noGrp="1"/>
          </p:cNvGraphicFramePr>
          <p:nvPr>
            <p:extLst>
              <p:ext uri="{D42A27DB-BD31-4B8C-83A1-F6EECF244321}">
                <p14:modId xmlns:p14="http://schemas.microsoft.com/office/powerpoint/2010/main" val="2208556938"/>
              </p:ext>
            </p:extLst>
          </p:nvPr>
        </p:nvGraphicFramePr>
        <p:xfrm>
          <a:off x="397929" y="523327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FF0000"/>
                          </a:solidFill>
                          <a:latin typeface="Arial" panose="020B0604020202020204" pitchFamily="34" charset="0"/>
                          <a:ea typeface="+mn-ea"/>
                          <a:cs typeface="Arial" panose="020B0604020202020204" pitchFamily="34" charset="0"/>
                        </a:rPr>
                        <a:t>0x8000</a:t>
                      </a:r>
                      <a:endParaRPr lang="ko-KR" altLang="en-US" sz="700" b="0" dirty="0">
                        <a:solidFill>
                          <a:srgbClr val="FF0000"/>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OSC_FLL_MAN_A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899399622"/>
      </p:ext>
    </p:extLst>
  </p:cSld>
  <p:clrMapOvr>
    <a:masterClrMapping/>
  </p:clrMapOvr>
  <p:extLst>
    <p:ext uri="{6950BFC3-D8DA-4A85-94F7-54DA5524770B}">
      <p188:commentRel xmlns:p188="http://schemas.microsoft.com/office/powerpoint/2018/8/main" r:id="rId2"/>
    </p:ext>
  </p:extLs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8128F-7D2E-5299-40E8-C19C020FD64B}"/>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197E0684-B908-5182-2E35-AA38C8F6F17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E850BE0-5485-43F8-9663-AF17C189F27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72D4C7F9-A3F4-F791-ED8E-EECBFDF42FEF}"/>
              </a:ext>
            </a:extLst>
          </p:cNvPr>
          <p:cNvSpPr txBox="1"/>
          <p:nvPr/>
        </p:nvSpPr>
        <p:spPr>
          <a:xfrm>
            <a:off x="40640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MAN_B1</a:t>
            </a:r>
          </a:p>
        </p:txBody>
      </p:sp>
      <p:graphicFrame>
        <p:nvGraphicFramePr>
          <p:cNvPr id="23" name="표 22">
            <a:extLst>
              <a:ext uri="{FF2B5EF4-FFF2-40B4-BE49-F238E27FC236}">
                <a16:creationId xmlns:a16="http://schemas.microsoft.com/office/drawing/2014/main" id="{13FC20B5-A2A3-1F25-2286-9D556F6A41EA}"/>
              </a:ext>
            </a:extLst>
          </p:cNvPr>
          <p:cNvGraphicFramePr>
            <a:graphicFrameLocks noGrp="1"/>
          </p:cNvGraphicFramePr>
          <p:nvPr/>
        </p:nvGraphicFramePr>
        <p:xfrm>
          <a:off x="397938" y="1113571"/>
          <a:ext cx="6047996"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859822">
                  <a:extLst>
                    <a:ext uri="{9D8B030D-6E8A-4147-A177-3AD203B41FA5}">
                      <a16:colId xmlns:a16="http://schemas.microsoft.com/office/drawing/2014/main" val="4293411712"/>
                    </a:ext>
                  </a:extLst>
                </a:gridCol>
                <a:gridCol w="469412">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OSC_MAN_EN_B</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DAC_RNG_B</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F156BCB3-F496-EEB6-1C8C-E5F9458D4C52}"/>
              </a:ext>
            </a:extLst>
          </p:cNvPr>
          <p:cNvGraphicFramePr>
            <a:graphicFrameLocks noGrp="1"/>
          </p:cNvGraphicFramePr>
          <p:nvPr/>
        </p:nvGraphicFramePr>
        <p:xfrm>
          <a:off x="397938" y="1525780"/>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FLT_CTL_B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FLT_GAIN_B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3E3C53C8-AECB-0F64-29BF-138DFE05830D}"/>
              </a:ext>
            </a:extLst>
          </p:cNvPr>
          <p:cNvSpPr txBox="1"/>
          <p:nvPr/>
        </p:nvSpPr>
        <p:spPr>
          <a:xfrm>
            <a:off x="397929" y="495300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MAN_B2</a:t>
            </a:r>
          </a:p>
        </p:txBody>
      </p:sp>
      <p:graphicFrame>
        <p:nvGraphicFramePr>
          <p:cNvPr id="5" name="표 4">
            <a:extLst>
              <a:ext uri="{FF2B5EF4-FFF2-40B4-BE49-F238E27FC236}">
                <a16:creationId xmlns:a16="http://schemas.microsoft.com/office/drawing/2014/main" id="{D15CEA00-CD19-D4B4-AAD1-E3EBDDF5992F}"/>
              </a:ext>
            </a:extLst>
          </p:cNvPr>
          <p:cNvGraphicFramePr>
            <a:graphicFrameLocks noGrp="1"/>
          </p:cNvGraphicFramePr>
          <p:nvPr/>
        </p:nvGraphicFramePr>
        <p:xfrm>
          <a:off x="413545" y="6012644"/>
          <a:ext cx="6048000" cy="953551"/>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9007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OSC_FLL_MAN_B</a:t>
                      </a: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FLL_B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9007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01519997"/>
                  </a:ext>
                </a:extLst>
              </a:tr>
            </a:tbl>
          </a:graphicData>
        </a:graphic>
      </p:graphicFrame>
      <p:graphicFrame>
        <p:nvGraphicFramePr>
          <p:cNvPr id="2" name="표 1">
            <a:extLst>
              <a:ext uri="{FF2B5EF4-FFF2-40B4-BE49-F238E27FC236}">
                <a16:creationId xmlns:a16="http://schemas.microsoft.com/office/drawing/2014/main" id="{B9616278-3EC6-19AB-4218-6D74EE0722F1}"/>
              </a:ext>
            </a:extLst>
          </p:cNvPr>
          <p:cNvGraphicFramePr>
            <a:graphicFrameLocks noGrp="1"/>
          </p:cNvGraphicFramePr>
          <p:nvPr/>
        </p:nvGraphicFramePr>
        <p:xfrm>
          <a:off x="397934" y="2326469"/>
          <a:ext cx="6048000" cy="1707151"/>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510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OSC_MAN_EN_B</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FLL_B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DAC_RNG_B</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9990091"/>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FLT_CTL_B</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set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184737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FLT_GAIN_B</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8430619"/>
                  </a:ext>
                </a:extLst>
              </a:tr>
            </a:tbl>
          </a:graphicData>
        </a:graphic>
      </p:graphicFrame>
      <p:graphicFrame>
        <p:nvGraphicFramePr>
          <p:cNvPr id="7" name="표 6">
            <a:extLst>
              <a:ext uri="{FF2B5EF4-FFF2-40B4-BE49-F238E27FC236}">
                <a16:creationId xmlns:a16="http://schemas.microsoft.com/office/drawing/2014/main" id="{1D849581-900C-1409-D3EB-8E4573924E72}"/>
              </a:ext>
            </a:extLst>
          </p:cNvPr>
          <p:cNvGraphicFramePr>
            <a:graphicFrameLocks noGrp="1"/>
          </p:cNvGraphicFramePr>
          <p:nvPr>
            <p:extLst>
              <p:ext uri="{D42A27DB-BD31-4B8C-83A1-F6EECF244321}">
                <p14:modId xmlns:p14="http://schemas.microsoft.com/office/powerpoint/2010/main" val="3855284052"/>
              </p:ext>
            </p:extLst>
          </p:nvPr>
        </p:nvGraphicFramePr>
        <p:xfrm>
          <a:off x="397929" y="523327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FF0000"/>
                          </a:solidFill>
                          <a:latin typeface="Arial" panose="020B0604020202020204" pitchFamily="34" charset="0"/>
                          <a:ea typeface="+mn-ea"/>
                          <a:cs typeface="Arial" panose="020B0604020202020204" pitchFamily="34" charset="0"/>
                        </a:rPr>
                        <a:t>0x8000</a:t>
                      </a:r>
                      <a:endParaRPr lang="ko-KR" altLang="en-US" sz="700" b="0" dirty="0">
                        <a:solidFill>
                          <a:srgbClr val="FF0000"/>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OSC_FLL_MAN_B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127855234"/>
      </p:ext>
    </p:extLst>
  </p:cSld>
  <p:clrMapOvr>
    <a:masterClrMapping/>
  </p:clrMapOvr>
  <p:extLst>
    <p:ext uri="{6950BFC3-D8DA-4A85-94F7-54DA5524770B}">
      <p188:commentRel xmlns:p188="http://schemas.microsoft.com/office/powerpoint/2018/8/main" r:id="rId2"/>
    </p:ext>
  </p:extLs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713" y="225124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1</a:t>
            </a:r>
          </a:p>
        </p:txBody>
      </p:sp>
      <p:graphicFrame>
        <p:nvGraphicFramePr>
          <p:cNvPr id="16" name="표 15">
            <a:extLst>
              <a:ext uri="{FF2B5EF4-FFF2-40B4-BE49-F238E27FC236}">
                <a16:creationId xmlns:a16="http://schemas.microsoft.com/office/drawing/2014/main" id="{0F6F46DA-2509-D98C-5506-D36B38F7A9C2}"/>
              </a:ext>
            </a:extLst>
          </p:cNvPr>
          <p:cNvGraphicFramePr>
            <a:graphicFrameLocks noGrp="1"/>
          </p:cNvGraphicFramePr>
          <p:nvPr>
            <p:extLst>
              <p:ext uri="{D42A27DB-BD31-4B8C-83A1-F6EECF244321}">
                <p14:modId xmlns:p14="http://schemas.microsoft.com/office/powerpoint/2010/main" val="4669399"/>
              </p:ext>
            </p:extLst>
          </p:nvPr>
        </p:nvGraphicFramePr>
        <p:xfrm>
          <a:off x="399713" y="7161234"/>
          <a:ext cx="6048000" cy="17607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026110">
                  <a:extLst>
                    <a:ext uri="{9D8B030D-6E8A-4147-A177-3AD203B41FA5}">
                      <a16:colId xmlns:a16="http://schemas.microsoft.com/office/drawing/2014/main" val="2079070694"/>
                    </a:ext>
                  </a:extLst>
                </a:gridCol>
                <a:gridCol w="4586107">
                  <a:extLst>
                    <a:ext uri="{9D8B030D-6E8A-4147-A177-3AD203B41FA5}">
                      <a16:colId xmlns:a16="http://schemas.microsoft.com/office/drawing/2014/main" val="32595803"/>
                    </a:ext>
                  </a:extLst>
                </a:gridCol>
              </a:tblGrid>
              <a:tr h="30372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9213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11:8</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FAULT_CHx</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bits represent the fault status from all XD12R drivers daisied in each channel.</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FAULT_CHx [3] : The THERMAL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FAULT_CHx [2] : The SHORT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FAULT_CHx [1] : The OPEN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FAULT_CHx [0] : The FB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will be kept the current state until the value is newly updated from a next FAULT-(AUTO)-READ execution. The OR-ed signal of the FAULT_CHx [0] is driven directly to the FB pin and the pattern depends on the FB_PWM_EN bit.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D7A25EF3-BBCE-BF6A-E553-A58ADF1417E5}"/>
              </a:ext>
            </a:extLst>
          </p:cNvPr>
          <p:cNvGraphicFramePr>
            <a:graphicFrameLocks noGrp="1"/>
          </p:cNvGraphicFramePr>
          <p:nvPr>
            <p:extLst>
              <p:ext uri="{D42A27DB-BD31-4B8C-83A1-F6EECF244321}">
                <p14:modId xmlns:p14="http://schemas.microsoft.com/office/powerpoint/2010/main" val="1220376696"/>
              </p:ext>
            </p:extLst>
          </p:nvPr>
        </p:nvGraphicFramePr>
        <p:xfrm>
          <a:off x="399716" y="2519673"/>
          <a:ext cx="6047991"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FAULT_CH4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FAULT_CH3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8092E673-C8C9-AFFE-A48F-D2ACEBE87505}"/>
              </a:ext>
            </a:extLst>
          </p:cNvPr>
          <p:cNvSpPr txBox="1"/>
          <p:nvPr/>
        </p:nvSpPr>
        <p:spPr>
          <a:xfrm>
            <a:off x="399713" y="310215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2</a:t>
            </a:r>
          </a:p>
        </p:txBody>
      </p:sp>
      <p:graphicFrame>
        <p:nvGraphicFramePr>
          <p:cNvPr id="7" name="표 6">
            <a:extLst>
              <a:ext uri="{FF2B5EF4-FFF2-40B4-BE49-F238E27FC236}">
                <a16:creationId xmlns:a16="http://schemas.microsoft.com/office/drawing/2014/main" id="{318C9154-A381-0311-2F97-2E6656A8E11E}"/>
              </a:ext>
            </a:extLst>
          </p:cNvPr>
          <p:cNvGraphicFramePr>
            <a:graphicFrameLocks noGrp="1"/>
          </p:cNvGraphicFramePr>
          <p:nvPr>
            <p:extLst>
              <p:ext uri="{D42A27DB-BD31-4B8C-83A1-F6EECF244321}">
                <p14:modId xmlns:p14="http://schemas.microsoft.com/office/powerpoint/2010/main" val="3601924298"/>
              </p:ext>
            </p:extLst>
          </p:nvPr>
        </p:nvGraphicFramePr>
        <p:xfrm>
          <a:off x="399547" y="3372238"/>
          <a:ext cx="6048170" cy="372600"/>
        </p:xfrm>
        <a:graphic>
          <a:graphicData uri="http://schemas.openxmlformats.org/drawingml/2006/table">
            <a:tbl>
              <a:tblPr firstRow="1" bandRow="1">
                <a:tableStyleId>{5C22544A-7EE6-4342-B048-85BDC9FD1C3A}</a:tableStyleId>
              </a:tblPr>
              <a:tblGrid>
                <a:gridCol w="312978">
                  <a:extLst>
                    <a:ext uri="{9D8B030D-6E8A-4147-A177-3AD203B41FA5}">
                      <a16:colId xmlns:a16="http://schemas.microsoft.com/office/drawing/2014/main" val="3358603807"/>
                    </a:ext>
                  </a:extLst>
                </a:gridCol>
                <a:gridCol w="419736">
                  <a:extLst>
                    <a:ext uri="{9D8B030D-6E8A-4147-A177-3AD203B41FA5}">
                      <a16:colId xmlns:a16="http://schemas.microsoft.com/office/drawing/2014/main" val="2844922634"/>
                    </a:ext>
                  </a:extLst>
                </a:gridCol>
                <a:gridCol w="332216">
                  <a:extLst>
                    <a:ext uri="{9D8B030D-6E8A-4147-A177-3AD203B41FA5}">
                      <a16:colId xmlns:a16="http://schemas.microsoft.com/office/drawing/2014/main" val="4293411712"/>
                    </a:ext>
                  </a:extLst>
                </a:gridCol>
                <a:gridCol w="332216">
                  <a:extLst>
                    <a:ext uri="{9D8B030D-6E8A-4147-A177-3AD203B41FA5}">
                      <a16:colId xmlns:a16="http://schemas.microsoft.com/office/drawing/2014/main" val="657570846"/>
                    </a:ext>
                  </a:extLst>
                </a:gridCol>
                <a:gridCol w="332216">
                  <a:extLst>
                    <a:ext uri="{9D8B030D-6E8A-4147-A177-3AD203B41FA5}">
                      <a16:colId xmlns:a16="http://schemas.microsoft.com/office/drawing/2014/main" val="3259894497"/>
                    </a:ext>
                  </a:extLst>
                </a:gridCol>
                <a:gridCol w="332216">
                  <a:extLst>
                    <a:ext uri="{9D8B030D-6E8A-4147-A177-3AD203B41FA5}">
                      <a16:colId xmlns:a16="http://schemas.microsoft.com/office/drawing/2014/main" val="4170535043"/>
                    </a:ext>
                  </a:extLst>
                </a:gridCol>
                <a:gridCol w="332216">
                  <a:extLst>
                    <a:ext uri="{9D8B030D-6E8A-4147-A177-3AD203B41FA5}">
                      <a16:colId xmlns:a16="http://schemas.microsoft.com/office/drawing/2014/main" val="2079070694"/>
                    </a:ext>
                  </a:extLst>
                </a:gridCol>
                <a:gridCol w="332216">
                  <a:extLst>
                    <a:ext uri="{9D8B030D-6E8A-4147-A177-3AD203B41FA5}">
                      <a16:colId xmlns:a16="http://schemas.microsoft.com/office/drawing/2014/main" val="4213315911"/>
                    </a:ext>
                  </a:extLst>
                </a:gridCol>
                <a:gridCol w="332216">
                  <a:extLst>
                    <a:ext uri="{9D8B030D-6E8A-4147-A177-3AD203B41FA5}">
                      <a16:colId xmlns:a16="http://schemas.microsoft.com/office/drawing/2014/main" val="2769999950"/>
                    </a:ext>
                  </a:extLst>
                </a:gridCol>
                <a:gridCol w="332216">
                  <a:extLst>
                    <a:ext uri="{9D8B030D-6E8A-4147-A177-3AD203B41FA5}">
                      <a16:colId xmlns:a16="http://schemas.microsoft.com/office/drawing/2014/main" val="135637185"/>
                    </a:ext>
                  </a:extLst>
                </a:gridCol>
                <a:gridCol w="332216">
                  <a:extLst>
                    <a:ext uri="{9D8B030D-6E8A-4147-A177-3AD203B41FA5}">
                      <a16:colId xmlns:a16="http://schemas.microsoft.com/office/drawing/2014/main" val="3038050475"/>
                    </a:ext>
                  </a:extLst>
                </a:gridCol>
                <a:gridCol w="332216">
                  <a:extLst>
                    <a:ext uri="{9D8B030D-6E8A-4147-A177-3AD203B41FA5}">
                      <a16:colId xmlns:a16="http://schemas.microsoft.com/office/drawing/2014/main" val="1979433044"/>
                    </a:ext>
                  </a:extLst>
                </a:gridCol>
                <a:gridCol w="332216">
                  <a:extLst>
                    <a:ext uri="{9D8B030D-6E8A-4147-A177-3AD203B41FA5}">
                      <a16:colId xmlns:a16="http://schemas.microsoft.com/office/drawing/2014/main" val="1937369831"/>
                    </a:ext>
                  </a:extLst>
                </a:gridCol>
                <a:gridCol w="332216">
                  <a:extLst>
                    <a:ext uri="{9D8B030D-6E8A-4147-A177-3AD203B41FA5}">
                      <a16:colId xmlns:a16="http://schemas.microsoft.com/office/drawing/2014/main" val="747813118"/>
                    </a:ext>
                  </a:extLst>
                </a:gridCol>
                <a:gridCol w="332216">
                  <a:extLst>
                    <a:ext uri="{9D8B030D-6E8A-4147-A177-3AD203B41FA5}">
                      <a16:colId xmlns:a16="http://schemas.microsoft.com/office/drawing/2014/main" val="416731006"/>
                    </a:ext>
                  </a:extLst>
                </a:gridCol>
                <a:gridCol w="332216">
                  <a:extLst>
                    <a:ext uri="{9D8B030D-6E8A-4147-A177-3AD203B41FA5}">
                      <a16:colId xmlns:a16="http://schemas.microsoft.com/office/drawing/2014/main" val="4062622099"/>
                    </a:ext>
                  </a:extLst>
                </a:gridCol>
                <a:gridCol w="332216">
                  <a:extLst>
                    <a:ext uri="{9D8B030D-6E8A-4147-A177-3AD203B41FA5}">
                      <a16:colId xmlns:a16="http://schemas.microsoft.com/office/drawing/2014/main" val="3794202418"/>
                    </a:ext>
                  </a:extLst>
                </a:gridCol>
                <a:gridCol w="33221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FAULT_CH8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FAULT_CH7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FAULT_CH6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FAULT_CH5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B512219F-27E3-DD1E-C879-50DC812DD32A}"/>
              </a:ext>
            </a:extLst>
          </p:cNvPr>
          <p:cNvSpPr txBox="1"/>
          <p:nvPr/>
        </p:nvSpPr>
        <p:spPr>
          <a:xfrm>
            <a:off x="399713" y="39530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3</a:t>
            </a:r>
          </a:p>
        </p:txBody>
      </p:sp>
      <p:graphicFrame>
        <p:nvGraphicFramePr>
          <p:cNvPr id="10" name="표 9">
            <a:extLst>
              <a:ext uri="{FF2B5EF4-FFF2-40B4-BE49-F238E27FC236}">
                <a16:creationId xmlns:a16="http://schemas.microsoft.com/office/drawing/2014/main" id="{E000B799-C335-FDE2-081D-B83B28D5B5AD}"/>
              </a:ext>
            </a:extLst>
          </p:cNvPr>
          <p:cNvGraphicFramePr>
            <a:graphicFrameLocks noGrp="1"/>
          </p:cNvGraphicFramePr>
          <p:nvPr>
            <p:extLst>
              <p:ext uri="{D42A27DB-BD31-4B8C-83A1-F6EECF244321}">
                <p14:modId xmlns:p14="http://schemas.microsoft.com/office/powerpoint/2010/main" val="3390783007"/>
              </p:ext>
            </p:extLst>
          </p:nvPr>
        </p:nvGraphicFramePr>
        <p:xfrm>
          <a:off x="399711" y="4224803"/>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FAULT_CH12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FAULT_CH11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FAULT_CH10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FAULT_CH9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9055251-E96A-83F4-3B30-73A58ABEE14A}"/>
              </a:ext>
            </a:extLst>
          </p:cNvPr>
          <p:cNvSpPr txBox="1"/>
          <p:nvPr/>
        </p:nvSpPr>
        <p:spPr>
          <a:xfrm>
            <a:off x="399713" y="480398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4</a:t>
            </a:r>
          </a:p>
        </p:txBody>
      </p:sp>
      <p:graphicFrame>
        <p:nvGraphicFramePr>
          <p:cNvPr id="12" name="표 11">
            <a:extLst>
              <a:ext uri="{FF2B5EF4-FFF2-40B4-BE49-F238E27FC236}">
                <a16:creationId xmlns:a16="http://schemas.microsoft.com/office/drawing/2014/main" id="{77F18A74-5EA0-0823-8BE7-77218EEFCDE9}"/>
              </a:ext>
            </a:extLst>
          </p:cNvPr>
          <p:cNvGraphicFramePr>
            <a:graphicFrameLocks noGrp="1"/>
          </p:cNvGraphicFramePr>
          <p:nvPr>
            <p:extLst>
              <p:ext uri="{D42A27DB-BD31-4B8C-83A1-F6EECF244321}">
                <p14:modId xmlns:p14="http://schemas.microsoft.com/office/powerpoint/2010/main" val="3383467910"/>
              </p:ext>
            </p:extLst>
          </p:nvPr>
        </p:nvGraphicFramePr>
        <p:xfrm>
          <a:off x="399711" y="5077368"/>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FAULT_CH16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FAULT_CH15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FAULT_CH14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FAULT_CH13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97024E6C-EC17-A699-5A18-F30E45D6A056}"/>
              </a:ext>
            </a:extLst>
          </p:cNvPr>
          <p:cNvSpPr txBox="1"/>
          <p:nvPr/>
        </p:nvSpPr>
        <p:spPr>
          <a:xfrm>
            <a:off x="399713" y="565489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5</a:t>
            </a:r>
          </a:p>
        </p:txBody>
      </p:sp>
      <p:graphicFrame>
        <p:nvGraphicFramePr>
          <p:cNvPr id="14" name="표 13">
            <a:extLst>
              <a:ext uri="{FF2B5EF4-FFF2-40B4-BE49-F238E27FC236}">
                <a16:creationId xmlns:a16="http://schemas.microsoft.com/office/drawing/2014/main" id="{8983F0ED-49B7-118C-D169-6D8E1E0449B5}"/>
              </a:ext>
            </a:extLst>
          </p:cNvPr>
          <p:cNvGraphicFramePr>
            <a:graphicFrameLocks noGrp="1"/>
          </p:cNvGraphicFramePr>
          <p:nvPr>
            <p:extLst>
              <p:ext uri="{D42A27DB-BD31-4B8C-83A1-F6EECF244321}">
                <p14:modId xmlns:p14="http://schemas.microsoft.com/office/powerpoint/2010/main" val="3401658222"/>
              </p:ext>
            </p:extLst>
          </p:nvPr>
        </p:nvGraphicFramePr>
        <p:xfrm>
          <a:off x="399712" y="5929933"/>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FAULT_CH20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FAULT_CH19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FAULT_CH18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FAULT_CH17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6204C7E1-C663-B628-C920-14563073F91D}"/>
              </a:ext>
            </a:extLst>
          </p:cNvPr>
          <p:cNvSpPr txBox="1"/>
          <p:nvPr/>
        </p:nvSpPr>
        <p:spPr>
          <a:xfrm>
            <a:off x="399713" y="65058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6</a:t>
            </a:r>
          </a:p>
        </p:txBody>
      </p:sp>
      <p:graphicFrame>
        <p:nvGraphicFramePr>
          <p:cNvPr id="18" name="표 17">
            <a:extLst>
              <a:ext uri="{FF2B5EF4-FFF2-40B4-BE49-F238E27FC236}">
                <a16:creationId xmlns:a16="http://schemas.microsoft.com/office/drawing/2014/main" id="{620CF1DC-1CD2-4BAD-0CBF-6ADB7938B962}"/>
              </a:ext>
            </a:extLst>
          </p:cNvPr>
          <p:cNvGraphicFramePr>
            <a:graphicFrameLocks noGrp="1"/>
          </p:cNvGraphicFramePr>
          <p:nvPr>
            <p:extLst>
              <p:ext uri="{D42A27DB-BD31-4B8C-83A1-F6EECF244321}">
                <p14:modId xmlns:p14="http://schemas.microsoft.com/office/powerpoint/2010/main" val="2358447975"/>
              </p:ext>
            </p:extLst>
          </p:nvPr>
        </p:nvGraphicFramePr>
        <p:xfrm>
          <a:off x="399711" y="6782496"/>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FAULT_CH24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FAULT_CH23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FAULT_CH22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FAULT_CH21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4" name="표 3">
            <a:extLst>
              <a:ext uri="{FF2B5EF4-FFF2-40B4-BE49-F238E27FC236}">
                <a16:creationId xmlns:a16="http://schemas.microsoft.com/office/drawing/2014/main" id="{0D375FAF-98D4-9677-3026-73F946CE7E80}"/>
              </a:ext>
            </a:extLst>
          </p:cNvPr>
          <p:cNvGraphicFramePr>
            <a:graphicFrameLocks noGrp="1"/>
          </p:cNvGraphicFramePr>
          <p:nvPr>
            <p:extLst>
              <p:ext uri="{D42A27DB-BD31-4B8C-83A1-F6EECF244321}">
                <p14:modId xmlns:p14="http://schemas.microsoft.com/office/powerpoint/2010/main" val="2382947128"/>
              </p:ext>
            </p:extLst>
          </p:nvPr>
        </p:nvGraphicFramePr>
        <p:xfrm>
          <a:off x="399782" y="1477647"/>
          <a:ext cx="6048000" cy="663480"/>
        </p:xfrm>
        <a:graphic>
          <a:graphicData uri="http://schemas.openxmlformats.org/drawingml/2006/table">
            <a:tbl>
              <a:tblPr firstRow="1" bandRow="1">
                <a:tableStyleId>{5C22544A-7EE6-4342-B048-85BDC9FD1C3A}</a:tableStyleId>
              </a:tblPr>
              <a:tblGrid>
                <a:gridCol w="435782">
                  <a:extLst>
                    <a:ext uri="{9D8B030D-6E8A-4147-A177-3AD203B41FA5}">
                      <a16:colId xmlns:a16="http://schemas.microsoft.com/office/drawing/2014/main" val="4170535043"/>
                    </a:ext>
                  </a:extLst>
                </a:gridCol>
                <a:gridCol w="1104719">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695">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4890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GLOBAL_WR_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represents the data to be written to the XD12 drivers daisied. This register should be written with desired value before the global-writing command is executed.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9" name="표 8">
            <a:extLst>
              <a:ext uri="{FF2B5EF4-FFF2-40B4-BE49-F238E27FC236}">
                <a16:creationId xmlns:a16="http://schemas.microsoft.com/office/drawing/2014/main" id="{C8D0E902-65A0-E6A8-1B1E-1F4E6EAB57B1}"/>
              </a:ext>
            </a:extLst>
          </p:cNvPr>
          <p:cNvGraphicFramePr>
            <a:graphicFrameLocks noGrp="1"/>
          </p:cNvGraphicFramePr>
          <p:nvPr>
            <p:extLst>
              <p:ext uri="{D42A27DB-BD31-4B8C-83A1-F6EECF244321}">
                <p14:modId xmlns:p14="http://schemas.microsoft.com/office/powerpoint/2010/main" val="3917279010"/>
              </p:ext>
            </p:extLst>
          </p:nvPr>
        </p:nvGraphicFramePr>
        <p:xfrm>
          <a:off x="399782" y="1111829"/>
          <a:ext cx="6048003" cy="372600"/>
        </p:xfrm>
        <a:graphic>
          <a:graphicData uri="http://schemas.openxmlformats.org/drawingml/2006/table">
            <a:tbl>
              <a:tblPr firstRow="1" bandRow="1">
                <a:tableStyleId>{5C22544A-7EE6-4342-B048-85BDC9FD1C3A}</a:tableStyleId>
              </a:tblPr>
              <a:tblGrid>
                <a:gridCol w="312271">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332309">
                  <a:extLst>
                    <a:ext uri="{9D8B030D-6E8A-4147-A177-3AD203B41FA5}">
                      <a16:colId xmlns:a16="http://schemas.microsoft.com/office/drawing/2014/main" val="4293411712"/>
                    </a:ext>
                  </a:extLst>
                </a:gridCol>
                <a:gridCol w="332309">
                  <a:extLst>
                    <a:ext uri="{9D8B030D-6E8A-4147-A177-3AD203B41FA5}">
                      <a16:colId xmlns:a16="http://schemas.microsoft.com/office/drawing/2014/main" val="2836782931"/>
                    </a:ext>
                  </a:extLst>
                </a:gridCol>
                <a:gridCol w="332309">
                  <a:extLst>
                    <a:ext uri="{9D8B030D-6E8A-4147-A177-3AD203B41FA5}">
                      <a16:colId xmlns:a16="http://schemas.microsoft.com/office/drawing/2014/main" val="657570846"/>
                    </a:ext>
                  </a:extLst>
                </a:gridCol>
                <a:gridCol w="332309">
                  <a:extLst>
                    <a:ext uri="{9D8B030D-6E8A-4147-A177-3AD203B41FA5}">
                      <a16:colId xmlns:a16="http://schemas.microsoft.com/office/drawing/2014/main" val="2321858971"/>
                    </a:ext>
                  </a:extLst>
                </a:gridCol>
                <a:gridCol w="332309">
                  <a:extLst>
                    <a:ext uri="{9D8B030D-6E8A-4147-A177-3AD203B41FA5}">
                      <a16:colId xmlns:a16="http://schemas.microsoft.com/office/drawing/2014/main" val="3259894497"/>
                    </a:ext>
                  </a:extLst>
                </a:gridCol>
                <a:gridCol w="332309">
                  <a:extLst>
                    <a:ext uri="{9D8B030D-6E8A-4147-A177-3AD203B41FA5}">
                      <a16:colId xmlns:a16="http://schemas.microsoft.com/office/drawing/2014/main" val="1304684406"/>
                    </a:ext>
                  </a:extLst>
                </a:gridCol>
                <a:gridCol w="332309">
                  <a:extLst>
                    <a:ext uri="{9D8B030D-6E8A-4147-A177-3AD203B41FA5}">
                      <a16:colId xmlns:a16="http://schemas.microsoft.com/office/drawing/2014/main" val="4170535043"/>
                    </a:ext>
                  </a:extLst>
                </a:gridCol>
                <a:gridCol w="332309">
                  <a:extLst>
                    <a:ext uri="{9D8B030D-6E8A-4147-A177-3AD203B41FA5}">
                      <a16:colId xmlns:a16="http://schemas.microsoft.com/office/drawing/2014/main" val="1136078265"/>
                    </a:ext>
                  </a:extLst>
                </a:gridCol>
                <a:gridCol w="332309">
                  <a:extLst>
                    <a:ext uri="{9D8B030D-6E8A-4147-A177-3AD203B41FA5}">
                      <a16:colId xmlns:a16="http://schemas.microsoft.com/office/drawing/2014/main" val="2079070694"/>
                    </a:ext>
                  </a:extLst>
                </a:gridCol>
                <a:gridCol w="332309">
                  <a:extLst>
                    <a:ext uri="{9D8B030D-6E8A-4147-A177-3AD203B41FA5}">
                      <a16:colId xmlns:a16="http://schemas.microsoft.com/office/drawing/2014/main" val="2033937797"/>
                    </a:ext>
                  </a:extLst>
                </a:gridCol>
                <a:gridCol w="332309">
                  <a:extLst>
                    <a:ext uri="{9D8B030D-6E8A-4147-A177-3AD203B41FA5}">
                      <a16:colId xmlns:a16="http://schemas.microsoft.com/office/drawing/2014/main" val="4213315911"/>
                    </a:ext>
                  </a:extLst>
                </a:gridCol>
                <a:gridCol w="332309">
                  <a:extLst>
                    <a:ext uri="{9D8B030D-6E8A-4147-A177-3AD203B41FA5}">
                      <a16:colId xmlns:a16="http://schemas.microsoft.com/office/drawing/2014/main" val="3028126248"/>
                    </a:ext>
                  </a:extLst>
                </a:gridCol>
                <a:gridCol w="332309">
                  <a:extLst>
                    <a:ext uri="{9D8B030D-6E8A-4147-A177-3AD203B41FA5}">
                      <a16:colId xmlns:a16="http://schemas.microsoft.com/office/drawing/2014/main" val="2769999950"/>
                    </a:ext>
                  </a:extLst>
                </a:gridCol>
                <a:gridCol w="332309">
                  <a:extLst>
                    <a:ext uri="{9D8B030D-6E8A-4147-A177-3AD203B41FA5}">
                      <a16:colId xmlns:a16="http://schemas.microsoft.com/office/drawing/2014/main" val="56067941"/>
                    </a:ext>
                  </a:extLst>
                </a:gridCol>
                <a:gridCol w="332309">
                  <a:extLst>
                    <a:ext uri="{9D8B030D-6E8A-4147-A177-3AD203B41FA5}">
                      <a16:colId xmlns:a16="http://schemas.microsoft.com/office/drawing/2014/main" val="535927816"/>
                    </a:ext>
                  </a:extLst>
                </a:gridCol>
                <a:gridCol w="332309">
                  <a:extLst>
                    <a:ext uri="{9D8B030D-6E8A-4147-A177-3AD203B41FA5}">
                      <a16:colId xmlns:a16="http://schemas.microsoft.com/office/drawing/2014/main" val="1259624473"/>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DATA [11:0]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5" name="TextBox 14">
            <a:extLst>
              <a:ext uri="{FF2B5EF4-FFF2-40B4-BE49-F238E27FC236}">
                <a16:creationId xmlns:a16="http://schemas.microsoft.com/office/drawing/2014/main" id="{C4D532A7-E584-AE90-5191-2A32FB03A1AC}"/>
              </a:ext>
            </a:extLst>
          </p:cNvPr>
          <p:cNvSpPr txBox="1"/>
          <p:nvPr/>
        </p:nvSpPr>
        <p:spPr>
          <a:xfrm>
            <a:off x="399782" y="83757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WRITE DATA</a:t>
            </a:r>
          </a:p>
        </p:txBody>
      </p:sp>
    </p:spTree>
    <p:extLst>
      <p:ext uri="{BB962C8B-B14F-4D97-AF65-F5344CB8AC3E}">
        <p14:creationId xmlns:p14="http://schemas.microsoft.com/office/powerpoint/2010/main" val="142397262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1853"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 ~ PORT8 LOCAL RW DATA 1</a:t>
            </a:r>
          </a:p>
        </p:txBody>
      </p:sp>
      <p:graphicFrame>
        <p:nvGraphicFramePr>
          <p:cNvPr id="2" name="표 1">
            <a:extLst>
              <a:ext uri="{FF2B5EF4-FFF2-40B4-BE49-F238E27FC236}">
                <a16:creationId xmlns:a16="http://schemas.microsoft.com/office/drawing/2014/main" id="{D7A25EF3-BBCE-BF6A-E553-A58ADF1417E5}"/>
              </a:ext>
            </a:extLst>
          </p:cNvPr>
          <p:cNvGraphicFramePr>
            <a:graphicFrameLocks noGrp="1"/>
          </p:cNvGraphicFramePr>
          <p:nvPr>
            <p:extLst>
              <p:ext uri="{D42A27DB-BD31-4B8C-83A1-F6EECF244321}">
                <p14:modId xmlns:p14="http://schemas.microsoft.com/office/powerpoint/2010/main" val="889740541"/>
              </p:ext>
            </p:extLst>
          </p:nvPr>
        </p:nvGraphicFramePr>
        <p:xfrm>
          <a:off x="399770" y="1116282"/>
          <a:ext cx="6055192" cy="372600"/>
        </p:xfrm>
        <a:graphic>
          <a:graphicData uri="http://schemas.openxmlformats.org/drawingml/2006/table">
            <a:tbl>
              <a:tblPr firstRow="1" bandRow="1">
                <a:tableStyleId>{5C22544A-7EE6-4342-B048-85BDC9FD1C3A}</a:tableStyleId>
              </a:tblPr>
              <a:tblGrid>
                <a:gridCol w="508280">
                  <a:extLst>
                    <a:ext uri="{9D8B030D-6E8A-4147-A177-3AD203B41FA5}">
                      <a16:colId xmlns:a16="http://schemas.microsoft.com/office/drawing/2014/main" val="3358603807"/>
                    </a:ext>
                  </a:extLst>
                </a:gridCol>
                <a:gridCol w="406400">
                  <a:extLst>
                    <a:ext uri="{9D8B030D-6E8A-4147-A177-3AD203B41FA5}">
                      <a16:colId xmlns:a16="http://schemas.microsoft.com/office/drawing/2014/main" val="2844922634"/>
                    </a:ext>
                  </a:extLst>
                </a:gridCol>
                <a:gridCol w="321282">
                  <a:extLst>
                    <a:ext uri="{9D8B030D-6E8A-4147-A177-3AD203B41FA5}">
                      <a16:colId xmlns:a16="http://schemas.microsoft.com/office/drawing/2014/main" val="4293411712"/>
                    </a:ext>
                  </a:extLst>
                </a:gridCol>
                <a:gridCol w="321282">
                  <a:extLst>
                    <a:ext uri="{9D8B030D-6E8A-4147-A177-3AD203B41FA5}">
                      <a16:colId xmlns:a16="http://schemas.microsoft.com/office/drawing/2014/main" val="657570846"/>
                    </a:ext>
                  </a:extLst>
                </a:gridCol>
                <a:gridCol w="321282">
                  <a:extLst>
                    <a:ext uri="{9D8B030D-6E8A-4147-A177-3AD203B41FA5}">
                      <a16:colId xmlns:a16="http://schemas.microsoft.com/office/drawing/2014/main" val="3259894497"/>
                    </a:ext>
                  </a:extLst>
                </a:gridCol>
                <a:gridCol w="321282">
                  <a:extLst>
                    <a:ext uri="{9D8B030D-6E8A-4147-A177-3AD203B41FA5}">
                      <a16:colId xmlns:a16="http://schemas.microsoft.com/office/drawing/2014/main" val="4170535043"/>
                    </a:ext>
                  </a:extLst>
                </a:gridCol>
                <a:gridCol w="321282">
                  <a:extLst>
                    <a:ext uri="{9D8B030D-6E8A-4147-A177-3AD203B41FA5}">
                      <a16:colId xmlns:a16="http://schemas.microsoft.com/office/drawing/2014/main" val="2079070694"/>
                    </a:ext>
                  </a:extLst>
                </a:gridCol>
                <a:gridCol w="321282">
                  <a:extLst>
                    <a:ext uri="{9D8B030D-6E8A-4147-A177-3AD203B41FA5}">
                      <a16:colId xmlns:a16="http://schemas.microsoft.com/office/drawing/2014/main" val="4213315911"/>
                    </a:ext>
                  </a:extLst>
                </a:gridCol>
                <a:gridCol w="321282">
                  <a:extLst>
                    <a:ext uri="{9D8B030D-6E8A-4147-A177-3AD203B41FA5}">
                      <a16:colId xmlns:a16="http://schemas.microsoft.com/office/drawing/2014/main" val="2769999950"/>
                    </a:ext>
                  </a:extLst>
                </a:gridCol>
                <a:gridCol w="321282">
                  <a:extLst>
                    <a:ext uri="{9D8B030D-6E8A-4147-A177-3AD203B41FA5}">
                      <a16:colId xmlns:a16="http://schemas.microsoft.com/office/drawing/2014/main" val="135637185"/>
                    </a:ext>
                  </a:extLst>
                </a:gridCol>
                <a:gridCol w="321282">
                  <a:extLst>
                    <a:ext uri="{9D8B030D-6E8A-4147-A177-3AD203B41FA5}">
                      <a16:colId xmlns:a16="http://schemas.microsoft.com/office/drawing/2014/main" val="3038050475"/>
                    </a:ext>
                  </a:extLst>
                </a:gridCol>
                <a:gridCol w="321282">
                  <a:extLst>
                    <a:ext uri="{9D8B030D-6E8A-4147-A177-3AD203B41FA5}">
                      <a16:colId xmlns:a16="http://schemas.microsoft.com/office/drawing/2014/main" val="1979433044"/>
                    </a:ext>
                  </a:extLst>
                </a:gridCol>
                <a:gridCol w="321282">
                  <a:extLst>
                    <a:ext uri="{9D8B030D-6E8A-4147-A177-3AD203B41FA5}">
                      <a16:colId xmlns:a16="http://schemas.microsoft.com/office/drawing/2014/main" val="1937369831"/>
                    </a:ext>
                  </a:extLst>
                </a:gridCol>
                <a:gridCol w="321282">
                  <a:extLst>
                    <a:ext uri="{9D8B030D-6E8A-4147-A177-3AD203B41FA5}">
                      <a16:colId xmlns:a16="http://schemas.microsoft.com/office/drawing/2014/main" val="747813118"/>
                    </a:ext>
                  </a:extLst>
                </a:gridCol>
                <a:gridCol w="321282">
                  <a:extLst>
                    <a:ext uri="{9D8B030D-6E8A-4147-A177-3AD203B41FA5}">
                      <a16:colId xmlns:a16="http://schemas.microsoft.com/office/drawing/2014/main" val="416731006"/>
                    </a:ext>
                  </a:extLst>
                </a:gridCol>
                <a:gridCol w="321282">
                  <a:extLst>
                    <a:ext uri="{9D8B030D-6E8A-4147-A177-3AD203B41FA5}">
                      <a16:colId xmlns:a16="http://schemas.microsoft.com/office/drawing/2014/main" val="4062622099"/>
                    </a:ext>
                  </a:extLst>
                </a:gridCol>
                <a:gridCol w="321282">
                  <a:extLst>
                    <a:ext uri="{9D8B030D-6E8A-4147-A177-3AD203B41FA5}">
                      <a16:colId xmlns:a16="http://schemas.microsoft.com/office/drawing/2014/main" val="3794202418"/>
                    </a:ext>
                  </a:extLst>
                </a:gridCol>
                <a:gridCol w="321282">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‘h70~’h77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 [11:0] ~ PORT8_LOCAL_RW_DATA 1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8092E673-C8C9-AFFE-A48F-D2ACEBE87505}"/>
              </a:ext>
            </a:extLst>
          </p:cNvPr>
          <p:cNvSpPr txBox="1"/>
          <p:nvPr/>
        </p:nvSpPr>
        <p:spPr>
          <a:xfrm>
            <a:off x="401853" y="165440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2 ~ PORT8 LOCAL RW DATA 2</a:t>
            </a:r>
          </a:p>
        </p:txBody>
      </p:sp>
      <p:graphicFrame>
        <p:nvGraphicFramePr>
          <p:cNvPr id="7" name="표 6">
            <a:extLst>
              <a:ext uri="{FF2B5EF4-FFF2-40B4-BE49-F238E27FC236}">
                <a16:creationId xmlns:a16="http://schemas.microsoft.com/office/drawing/2014/main" id="{318C9154-A381-0311-2F97-2E6656A8E11E}"/>
              </a:ext>
            </a:extLst>
          </p:cNvPr>
          <p:cNvGraphicFramePr>
            <a:graphicFrameLocks noGrp="1"/>
          </p:cNvGraphicFramePr>
          <p:nvPr>
            <p:extLst>
              <p:ext uri="{D42A27DB-BD31-4B8C-83A1-F6EECF244321}">
                <p14:modId xmlns:p14="http://schemas.microsoft.com/office/powerpoint/2010/main" val="3022556402"/>
              </p:ext>
            </p:extLst>
          </p:nvPr>
        </p:nvGraphicFramePr>
        <p:xfrm>
          <a:off x="399770" y="1923563"/>
          <a:ext cx="6055208"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‘h78~’h7F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2 [11:0] ~ PORT8_LOCAL_RW_DATA 2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4" name="TextBox 23">
            <a:extLst>
              <a:ext uri="{FF2B5EF4-FFF2-40B4-BE49-F238E27FC236}">
                <a16:creationId xmlns:a16="http://schemas.microsoft.com/office/drawing/2014/main" id="{BD8FA760-5504-48F0-1D6D-4FF2A772209E}"/>
              </a:ext>
            </a:extLst>
          </p:cNvPr>
          <p:cNvSpPr txBox="1"/>
          <p:nvPr/>
        </p:nvSpPr>
        <p:spPr>
          <a:xfrm>
            <a:off x="401853" y="24607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3 ~ PORT8 LOCAL RW DATA 3</a:t>
            </a:r>
          </a:p>
        </p:txBody>
      </p:sp>
      <p:graphicFrame>
        <p:nvGraphicFramePr>
          <p:cNvPr id="26" name="표 25">
            <a:extLst>
              <a:ext uri="{FF2B5EF4-FFF2-40B4-BE49-F238E27FC236}">
                <a16:creationId xmlns:a16="http://schemas.microsoft.com/office/drawing/2014/main" id="{6BE820EA-B195-4E29-A379-68185D2E95CC}"/>
              </a:ext>
            </a:extLst>
          </p:cNvPr>
          <p:cNvGraphicFramePr>
            <a:graphicFrameLocks noGrp="1"/>
          </p:cNvGraphicFramePr>
          <p:nvPr>
            <p:extLst>
              <p:ext uri="{D42A27DB-BD31-4B8C-83A1-F6EECF244321}">
                <p14:modId xmlns:p14="http://schemas.microsoft.com/office/powerpoint/2010/main" val="3746048312"/>
              </p:ext>
            </p:extLst>
          </p:nvPr>
        </p:nvGraphicFramePr>
        <p:xfrm>
          <a:off x="399770" y="2730844"/>
          <a:ext cx="6055208"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‘h80~’h87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3 [11:0] ~ PORT8_LOCAL_RW_DATA 3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7" name="TextBox 26">
            <a:extLst>
              <a:ext uri="{FF2B5EF4-FFF2-40B4-BE49-F238E27FC236}">
                <a16:creationId xmlns:a16="http://schemas.microsoft.com/office/drawing/2014/main" id="{CA3C4F5B-20C9-C19C-0987-2D6B820292A3}"/>
              </a:ext>
            </a:extLst>
          </p:cNvPr>
          <p:cNvSpPr txBox="1"/>
          <p:nvPr/>
        </p:nvSpPr>
        <p:spPr>
          <a:xfrm>
            <a:off x="401853" y="326708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4 ~ PORT8 LOCAL RW DATA 4</a:t>
            </a:r>
          </a:p>
        </p:txBody>
      </p:sp>
      <p:graphicFrame>
        <p:nvGraphicFramePr>
          <p:cNvPr id="28" name="표 27">
            <a:extLst>
              <a:ext uri="{FF2B5EF4-FFF2-40B4-BE49-F238E27FC236}">
                <a16:creationId xmlns:a16="http://schemas.microsoft.com/office/drawing/2014/main" id="{DE659E0F-3CEA-0C11-348B-BB7700962684}"/>
              </a:ext>
            </a:extLst>
          </p:cNvPr>
          <p:cNvGraphicFramePr>
            <a:graphicFrameLocks noGrp="1"/>
          </p:cNvGraphicFramePr>
          <p:nvPr>
            <p:extLst>
              <p:ext uri="{D42A27DB-BD31-4B8C-83A1-F6EECF244321}">
                <p14:modId xmlns:p14="http://schemas.microsoft.com/office/powerpoint/2010/main" val="3440163654"/>
              </p:ext>
            </p:extLst>
          </p:nvPr>
        </p:nvGraphicFramePr>
        <p:xfrm>
          <a:off x="399770" y="3538125"/>
          <a:ext cx="6055207"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‘h88~’h8F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4 [11:0] ~ PORT8_LOCAL_RW_DATA 4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9" name="TextBox 28">
            <a:extLst>
              <a:ext uri="{FF2B5EF4-FFF2-40B4-BE49-F238E27FC236}">
                <a16:creationId xmlns:a16="http://schemas.microsoft.com/office/drawing/2014/main" id="{8488BFBE-C57D-42A5-3C9E-D8AC9BD0B3DB}"/>
              </a:ext>
            </a:extLst>
          </p:cNvPr>
          <p:cNvSpPr txBox="1"/>
          <p:nvPr/>
        </p:nvSpPr>
        <p:spPr>
          <a:xfrm>
            <a:off x="401853" y="407342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5 ~ PORT8 LOCAL RW DATA 5</a:t>
            </a:r>
          </a:p>
        </p:txBody>
      </p:sp>
      <p:graphicFrame>
        <p:nvGraphicFramePr>
          <p:cNvPr id="30" name="표 29">
            <a:extLst>
              <a:ext uri="{FF2B5EF4-FFF2-40B4-BE49-F238E27FC236}">
                <a16:creationId xmlns:a16="http://schemas.microsoft.com/office/drawing/2014/main" id="{787AB606-C880-B2E8-EF71-9F729253D63B}"/>
              </a:ext>
            </a:extLst>
          </p:cNvPr>
          <p:cNvGraphicFramePr>
            <a:graphicFrameLocks noGrp="1"/>
          </p:cNvGraphicFramePr>
          <p:nvPr>
            <p:extLst>
              <p:ext uri="{D42A27DB-BD31-4B8C-83A1-F6EECF244321}">
                <p14:modId xmlns:p14="http://schemas.microsoft.com/office/powerpoint/2010/main" val="1874686937"/>
              </p:ext>
            </p:extLst>
          </p:nvPr>
        </p:nvGraphicFramePr>
        <p:xfrm>
          <a:off x="399770" y="4345406"/>
          <a:ext cx="6055206" cy="372600"/>
        </p:xfrm>
        <a:graphic>
          <a:graphicData uri="http://schemas.openxmlformats.org/drawingml/2006/table">
            <a:tbl>
              <a:tblPr firstRow="1" bandRow="1">
                <a:tableStyleId>{5C22544A-7EE6-4342-B048-85BDC9FD1C3A}</a:tableStyleId>
              </a:tblPr>
              <a:tblGrid>
                <a:gridCol w="477099">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‘h90~’h97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5 [11:0] ~ PORT8_LOCAL_RW_DATA 5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1" name="TextBox 30">
            <a:extLst>
              <a:ext uri="{FF2B5EF4-FFF2-40B4-BE49-F238E27FC236}">
                <a16:creationId xmlns:a16="http://schemas.microsoft.com/office/drawing/2014/main" id="{2E100105-D377-EFE3-73DF-90778640032B}"/>
              </a:ext>
            </a:extLst>
          </p:cNvPr>
          <p:cNvSpPr txBox="1"/>
          <p:nvPr/>
        </p:nvSpPr>
        <p:spPr>
          <a:xfrm>
            <a:off x="401853" y="48797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6 ~ PORT8 LOCAL RW DATA 6</a:t>
            </a:r>
          </a:p>
        </p:txBody>
      </p:sp>
      <p:graphicFrame>
        <p:nvGraphicFramePr>
          <p:cNvPr id="32" name="표 31">
            <a:extLst>
              <a:ext uri="{FF2B5EF4-FFF2-40B4-BE49-F238E27FC236}">
                <a16:creationId xmlns:a16="http://schemas.microsoft.com/office/drawing/2014/main" id="{6BF95CAD-63DB-D556-D74F-5DD454690654}"/>
              </a:ext>
            </a:extLst>
          </p:cNvPr>
          <p:cNvGraphicFramePr>
            <a:graphicFrameLocks noGrp="1"/>
          </p:cNvGraphicFramePr>
          <p:nvPr>
            <p:extLst>
              <p:ext uri="{D42A27DB-BD31-4B8C-83A1-F6EECF244321}">
                <p14:modId xmlns:p14="http://schemas.microsoft.com/office/powerpoint/2010/main" val="686029374"/>
              </p:ext>
            </p:extLst>
          </p:nvPr>
        </p:nvGraphicFramePr>
        <p:xfrm>
          <a:off x="399770" y="5152687"/>
          <a:ext cx="6055192"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322437">
                  <a:extLst>
                    <a:ext uri="{9D8B030D-6E8A-4147-A177-3AD203B41FA5}">
                      <a16:colId xmlns:a16="http://schemas.microsoft.com/office/drawing/2014/main" val="4293411712"/>
                    </a:ext>
                  </a:extLst>
                </a:gridCol>
                <a:gridCol w="322437">
                  <a:extLst>
                    <a:ext uri="{9D8B030D-6E8A-4147-A177-3AD203B41FA5}">
                      <a16:colId xmlns:a16="http://schemas.microsoft.com/office/drawing/2014/main" val="657570846"/>
                    </a:ext>
                  </a:extLst>
                </a:gridCol>
                <a:gridCol w="322437">
                  <a:extLst>
                    <a:ext uri="{9D8B030D-6E8A-4147-A177-3AD203B41FA5}">
                      <a16:colId xmlns:a16="http://schemas.microsoft.com/office/drawing/2014/main" val="3259894497"/>
                    </a:ext>
                  </a:extLst>
                </a:gridCol>
                <a:gridCol w="322437">
                  <a:extLst>
                    <a:ext uri="{9D8B030D-6E8A-4147-A177-3AD203B41FA5}">
                      <a16:colId xmlns:a16="http://schemas.microsoft.com/office/drawing/2014/main" val="4170535043"/>
                    </a:ext>
                  </a:extLst>
                </a:gridCol>
                <a:gridCol w="322437">
                  <a:extLst>
                    <a:ext uri="{9D8B030D-6E8A-4147-A177-3AD203B41FA5}">
                      <a16:colId xmlns:a16="http://schemas.microsoft.com/office/drawing/2014/main" val="2079070694"/>
                    </a:ext>
                  </a:extLst>
                </a:gridCol>
                <a:gridCol w="322437">
                  <a:extLst>
                    <a:ext uri="{9D8B030D-6E8A-4147-A177-3AD203B41FA5}">
                      <a16:colId xmlns:a16="http://schemas.microsoft.com/office/drawing/2014/main" val="4213315911"/>
                    </a:ext>
                  </a:extLst>
                </a:gridCol>
                <a:gridCol w="322437">
                  <a:extLst>
                    <a:ext uri="{9D8B030D-6E8A-4147-A177-3AD203B41FA5}">
                      <a16:colId xmlns:a16="http://schemas.microsoft.com/office/drawing/2014/main" val="2769999950"/>
                    </a:ext>
                  </a:extLst>
                </a:gridCol>
                <a:gridCol w="322437">
                  <a:extLst>
                    <a:ext uri="{9D8B030D-6E8A-4147-A177-3AD203B41FA5}">
                      <a16:colId xmlns:a16="http://schemas.microsoft.com/office/drawing/2014/main" val="135637185"/>
                    </a:ext>
                  </a:extLst>
                </a:gridCol>
                <a:gridCol w="322437">
                  <a:extLst>
                    <a:ext uri="{9D8B030D-6E8A-4147-A177-3AD203B41FA5}">
                      <a16:colId xmlns:a16="http://schemas.microsoft.com/office/drawing/2014/main" val="3038050475"/>
                    </a:ext>
                  </a:extLst>
                </a:gridCol>
                <a:gridCol w="322437">
                  <a:extLst>
                    <a:ext uri="{9D8B030D-6E8A-4147-A177-3AD203B41FA5}">
                      <a16:colId xmlns:a16="http://schemas.microsoft.com/office/drawing/2014/main" val="1979433044"/>
                    </a:ext>
                  </a:extLst>
                </a:gridCol>
                <a:gridCol w="322437">
                  <a:extLst>
                    <a:ext uri="{9D8B030D-6E8A-4147-A177-3AD203B41FA5}">
                      <a16:colId xmlns:a16="http://schemas.microsoft.com/office/drawing/2014/main" val="1937369831"/>
                    </a:ext>
                  </a:extLst>
                </a:gridCol>
                <a:gridCol w="322437">
                  <a:extLst>
                    <a:ext uri="{9D8B030D-6E8A-4147-A177-3AD203B41FA5}">
                      <a16:colId xmlns:a16="http://schemas.microsoft.com/office/drawing/2014/main" val="747813118"/>
                    </a:ext>
                  </a:extLst>
                </a:gridCol>
                <a:gridCol w="322437">
                  <a:extLst>
                    <a:ext uri="{9D8B030D-6E8A-4147-A177-3AD203B41FA5}">
                      <a16:colId xmlns:a16="http://schemas.microsoft.com/office/drawing/2014/main" val="416731006"/>
                    </a:ext>
                  </a:extLst>
                </a:gridCol>
                <a:gridCol w="322437">
                  <a:extLst>
                    <a:ext uri="{9D8B030D-6E8A-4147-A177-3AD203B41FA5}">
                      <a16:colId xmlns:a16="http://schemas.microsoft.com/office/drawing/2014/main" val="4062622099"/>
                    </a:ext>
                  </a:extLst>
                </a:gridCol>
                <a:gridCol w="322437">
                  <a:extLst>
                    <a:ext uri="{9D8B030D-6E8A-4147-A177-3AD203B41FA5}">
                      <a16:colId xmlns:a16="http://schemas.microsoft.com/office/drawing/2014/main" val="3794202418"/>
                    </a:ext>
                  </a:extLst>
                </a:gridCol>
                <a:gridCol w="32243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‘h98~’h9F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6 [11:0] ~ PORT8_LOCAL_RW_DATA 6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3" name="TextBox 32">
            <a:extLst>
              <a:ext uri="{FF2B5EF4-FFF2-40B4-BE49-F238E27FC236}">
                <a16:creationId xmlns:a16="http://schemas.microsoft.com/office/drawing/2014/main" id="{208ABBE0-296C-8C47-7708-EE33C1D4F4F0}"/>
              </a:ext>
            </a:extLst>
          </p:cNvPr>
          <p:cNvSpPr txBox="1"/>
          <p:nvPr/>
        </p:nvSpPr>
        <p:spPr>
          <a:xfrm>
            <a:off x="401853" y="568610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7 ~ PORT8 LOCAL RW DATA 7</a:t>
            </a:r>
          </a:p>
        </p:txBody>
      </p:sp>
      <p:graphicFrame>
        <p:nvGraphicFramePr>
          <p:cNvPr id="34" name="표 33">
            <a:extLst>
              <a:ext uri="{FF2B5EF4-FFF2-40B4-BE49-F238E27FC236}">
                <a16:creationId xmlns:a16="http://schemas.microsoft.com/office/drawing/2014/main" id="{8D421324-72F5-FF45-D482-0CAF1D1B017F}"/>
              </a:ext>
            </a:extLst>
          </p:cNvPr>
          <p:cNvGraphicFramePr>
            <a:graphicFrameLocks noGrp="1"/>
          </p:cNvGraphicFramePr>
          <p:nvPr>
            <p:extLst>
              <p:ext uri="{D42A27DB-BD31-4B8C-83A1-F6EECF244321}">
                <p14:modId xmlns:p14="http://schemas.microsoft.com/office/powerpoint/2010/main" val="588257413"/>
              </p:ext>
            </p:extLst>
          </p:nvPr>
        </p:nvGraphicFramePr>
        <p:xfrm>
          <a:off x="399770" y="5959968"/>
          <a:ext cx="6055191"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7">
                  <a:extLst>
                    <a:ext uri="{9D8B030D-6E8A-4147-A177-3AD203B41FA5}">
                      <a16:colId xmlns:a16="http://schemas.microsoft.com/office/drawing/2014/main" val="4293411712"/>
                    </a:ext>
                  </a:extLst>
                </a:gridCol>
                <a:gridCol w="322437">
                  <a:extLst>
                    <a:ext uri="{9D8B030D-6E8A-4147-A177-3AD203B41FA5}">
                      <a16:colId xmlns:a16="http://schemas.microsoft.com/office/drawing/2014/main" val="657570846"/>
                    </a:ext>
                  </a:extLst>
                </a:gridCol>
                <a:gridCol w="322437">
                  <a:extLst>
                    <a:ext uri="{9D8B030D-6E8A-4147-A177-3AD203B41FA5}">
                      <a16:colId xmlns:a16="http://schemas.microsoft.com/office/drawing/2014/main" val="3259894497"/>
                    </a:ext>
                  </a:extLst>
                </a:gridCol>
                <a:gridCol w="322437">
                  <a:extLst>
                    <a:ext uri="{9D8B030D-6E8A-4147-A177-3AD203B41FA5}">
                      <a16:colId xmlns:a16="http://schemas.microsoft.com/office/drawing/2014/main" val="4170535043"/>
                    </a:ext>
                  </a:extLst>
                </a:gridCol>
                <a:gridCol w="322437">
                  <a:extLst>
                    <a:ext uri="{9D8B030D-6E8A-4147-A177-3AD203B41FA5}">
                      <a16:colId xmlns:a16="http://schemas.microsoft.com/office/drawing/2014/main" val="2079070694"/>
                    </a:ext>
                  </a:extLst>
                </a:gridCol>
                <a:gridCol w="322437">
                  <a:extLst>
                    <a:ext uri="{9D8B030D-6E8A-4147-A177-3AD203B41FA5}">
                      <a16:colId xmlns:a16="http://schemas.microsoft.com/office/drawing/2014/main" val="4213315911"/>
                    </a:ext>
                  </a:extLst>
                </a:gridCol>
                <a:gridCol w="322437">
                  <a:extLst>
                    <a:ext uri="{9D8B030D-6E8A-4147-A177-3AD203B41FA5}">
                      <a16:colId xmlns:a16="http://schemas.microsoft.com/office/drawing/2014/main" val="2769999950"/>
                    </a:ext>
                  </a:extLst>
                </a:gridCol>
                <a:gridCol w="322437">
                  <a:extLst>
                    <a:ext uri="{9D8B030D-6E8A-4147-A177-3AD203B41FA5}">
                      <a16:colId xmlns:a16="http://schemas.microsoft.com/office/drawing/2014/main" val="135637185"/>
                    </a:ext>
                  </a:extLst>
                </a:gridCol>
                <a:gridCol w="322437">
                  <a:extLst>
                    <a:ext uri="{9D8B030D-6E8A-4147-A177-3AD203B41FA5}">
                      <a16:colId xmlns:a16="http://schemas.microsoft.com/office/drawing/2014/main" val="3038050475"/>
                    </a:ext>
                  </a:extLst>
                </a:gridCol>
                <a:gridCol w="322437">
                  <a:extLst>
                    <a:ext uri="{9D8B030D-6E8A-4147-A177-3AD203B41FA5}">
                      <a16:colId xmlns:a16="http://schemas.microsoft.com/office/drawing/2014/main" val="1979433044"/>
                    </a:ext>
                  </a:extLst>
                </a:gridCol>
                <a:gridCol w="322437">
                  <a:extLst>
                    <a:ext uri="{9D8B030D-6E8A-4147-A177-3AD203B41FA5}">
                      <a16:colId xmlns:a16="http://schemas.microsoft.com/office/drawing/2014/main" val="1937369831"/>
                    </a:ext>
                  </a:extLst>
                </a:gridCol>
                <a:gridCol w="322437">
                  <a:extLst>
                    <a:ext uri="{9D8B030D-6E8A-4147-A177-3AD203B41FA5}">
                      <a16:colId xmlns:a16="http://schemas.microsoft.com/office/drawing/2014/main" val="747813118"/>
                    </a:ext>
                  </a:extLst>
                </a:gridCol>
                <a:gridCol w="322437">
                  <a:extLst>
                    <a:ext uri="{9D8B030D-6E8A-4147-A177-3AD203B41FA5}">
                      <a16:colId xmlns:a16="http://schemas.microsoft.com/office/drawing/2014/main" val="416731006"/>
                    </a:ext>
                  </a:extLst>
                </a:gridCol>
                <a:gridCol w="322437">
                  <a:extLst>
                    <a:ext uri="{9D8B030D-6E8A-4147-A177-3AD203B41FA5}">
                      <a16:colId xmlns:a16="http://schemas.microsoft.com/office/drawing/2014/main" val="4062622099"/>
                    </a:ext>
                  </a:extLst>
                </a:gridCol>
                <a:gridCol w="322437">
                  <a:extLst>
                    <a:ext uri="{9D8B030D-6E8A-4147-A177-3AD203B41FA5}">
                      <a16:colId xmlns:a16="http://schemas.microsoft.com/office/drawing/2014/main" val="3794202418"/>
                    </a:ext>
                  </a:extLst>
                </a:gridCol>
                <a:gridCol w="32243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‘hA0~’hA7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7 [11:0] ~ PORT8_LOCAL_RW_DATA 7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5" name="TextBox 34">
            <a:extLst>
              <a:ext uri="{FF2B5EF4-FFF2-40B4-BE49-F238E27FC236}">
                <a16:creationId xmlns:a16="http://schemas.microsoft.com/office/drawing/2014/main" id="{52ADB9DD-B677-3A3B-87BD-DD9E3FFE64C3}"/>
              </a:ext>
            </a:extLst>
          </p:cNvPr>
          <p:cNvSpPr txBox="1"/>
          <p:nvPr/>
        </p:nvSpPr>
        <p:spPr>
          <a:xfrm>
            <a:off x="401853" y="64924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8 ~ PORT8 LOCAL RW DATA 8</a:t>
            </a:r>
          </a:p>
        </p:txBody>
      </p:sp>
      <p:graphicFrame>
        <p:nvGraphicFramePr>
          <p:cNvPr id="36" name="표 35">
            <a:extLst>
              <a:ext uri="{FF2B5EF4-FFF2-40B4-BE49-F238E27FC236}">
                <a16:creationId xmlns:a16="http://schemas.microsoft.com/office/drawing/2014/main" id="{F3924073-9439-9B70-AA69-5CE7E357EB65}"/>
              </a:ext>
            </a:extLst>
          </p:cNvPr>
          <p:cNvGraphicFramePr>
            <a:graphicFrameLocks noGrp="1"/>
          </p:cNvGraphicFramePr>
          <p:nvPr>
            <p:extLst>
              <p:ext uri="{D42A27DB-BD31-4B8C-83A1-F6EECF244321}">
                <p14:modId xmlns:p14="http://schemas.microsoft.com/office/powerpoint/2010/main" val="699962174"/>
              </p:ext>
            </p:extLst>
          </p:nvPr>
        </p:nvGraphicFramePr>
        <p:xfrm>
          <a:off x="399770" y="6767249"/>
          <a:ext cx="6055199" cy="372600"/>
        </p:xfrm>
        <a:graphic>
          <a:graphicData uri="http://schemas.openxmlformats.org/drawingml/2006/table">
            <a:tbl>
              <a:tblPr firstRow="1" bandRow="1">
                <a:tableStyleId>{5C22544A-7EE6-4342-B048-85BDC9FD1C3A}</a:tableStyleId>
              </a:tblPr>
              <a:tblGrid>
                <a:gridCol w="503973">
                  <a:extLst>
                    <a:ext uri="{9D8B030D-6E8A-4147-A177-3AD203B41FA5}">
                      <a16:colId xmlns:a16="http://schemas.microsoft.com/office/drawing/2014/main" val="3358603807"/>
                    </a:ext>
                  </a:extLst>
                </a:gridCol>
                <a:gridCol w="417082">
                  <a:extLst>
                    <a:ext uri="{9D8B030D-6E8A-4147-A177-3AD203B41FA5}">
                      <a16:colId xmlns:a16="http://schemas.microsoft.com/office/drawing/2014/main" val="2844922634"/>
                    </a:ext>
                  </a:extLst>
                </a:gridCol>
                <a:gridCol w="320884">
                  <a:extLst>
                    <a:ext uri="{9D8B030D-6E8A-4147-A177-3AD203B41FA5}">
                      <a16:colId xmlns:a16="http://schemas.microsoft.com/office/drawing/2014/main" val="4293411712"/>
                    </a:ext>
                  </a:extLst>
                </a:gridCol>
                <a:gridCol w="320884">
                  <a:extLst>
                    <a:ext uri="{9D8B030D-6E8A-4147-A177-3AD203B41FA5}">
                      <a16:colId xmlns:a16="http://schemas.microsoft.com/office/drawing/2014/main" val="657570846"/>
                    </a:ext>
                  </a:extLst>
                </a:gridCol>
                <a:gridCol w="320884">
                  <a:extLst>
                    <a:ext uri="{9D8B030D-6E8A-4147-A177-3AD203B41FA5}">
                      <a16:colId xmlns:a16="http://schemas.microsoft.com/office/drawing/2014/main" val="3259894497"/>
                    </a:ext>
                  </a:extLst>
                </a:gridCol>
                <a:gridCol w="320884">
                  <a:extLst>
                    <a:ext uri="{9D8B030D-6E8A-4147-A177-3AD203B41FA5}">
                      <a16:colId xmlns:a16="http://schemas.microsoft.com/office/drawing/2014/main" val="4170535043"/>
                    </a:ext>
                  </a:extLst>
                </a:gridCol>
                <a:gridCol w="320884">
                  <a:extLst>
                    <a:ext uri="{9D8B030D-6E8A-4147-A177-3AD203B41FA5}">
                      <a16:colId xmlns:a16="http://schemas.microsoft.com/office/drawing/2014/main" val="2079070694"/>
                    </a:ext>
                  </a:extLst>
                </a:gridCol>
                <a:gridCol w="320884">
                  <a:extLst>
                    <a:ext uri="{9D8B030D-6E8A-4147-A177-3AD203B41FA5}">
                      <a16:colId xmlns:a16="http://schemas.microsoft.com/office/drawing/2014/main" val="4213315911"/>
                    </a:ext>
                  </a:extLst>
                </a:gridCol>
                <a:gridCol w="320884">
                  <a:extLst>
                    <a:ext uri="{9D8B030D-6E8A-4147-A177-3AD203B41FA5}">
                      <a16:colId xmlns:a16="http://schemas.microsoft.com/office/drawing/2014/main" val="2769999950"/>
                    </a:ext>
                  </a:extLst>
                </a:gridCol>
                <a:gridCol w="320884">
                  <a:extLst>
                    <a:ext uri="{9D8B030D-6E8A-4147-A177-3AD203B41FA5}">
                      <a16:colId xmlns:a16="http://schemas.microsoft.com/office/drawing/2014/main" val="135637185"/>
                    </a:ext>
                  </a:extLst>
                </a:gridCol>
                <a:gridCol w="320884">
                  <a:extLst>
                    <a:ext uri="{9D8B030D-6E8A-4147-A177-3AD203B41FA5}">
                      <a16:colId xmlns:a16="http://schemas.microsoft.com/office/drawing/2014/main" val="3038050475"/>
                    </a:ext>
                  </a:extLst>
                </a:gridCol>
                <a:gridCol w="320884">
                  <a:extLst>
                    <a:ext uri="{9D8B030D-6E8A-4147-A177-3AD203B41FA5}">
                      <a16:colId xmlns:a16="http://schemas.microsoft.com/office/drawing/2014/main" val="1979433044"/>
                    </a:ext>
                  </a:extLst>
                </a:gridCol>
                <a:gridCol w="320884">
                  <a:extLst>
                    <a:ext uri="{9D8B030D-6E8A-4147-A177-3AD203B41FA5}">
                      <a16:colId xmlns:a16="http://schemas.microsoft.com/office/drawing/2014/main" val="1937369831"/>
                    </a:ext>
                  </a:extLst>
                </a:gridCol>
                <a:gridCol w="320884">
                  <a:extLst>
                    <a:ext uri="{9D8B030D-6E8A-4147-A177-3AD203B41FA5}">
                      <a16:colId xmlns:a16="http://schemas.microsoft.com/office/drawing/2014/main" val="747813118"/>
                    </a:ext>
                  </a:extLst>
                </a:gridCol>
                <a:gridCol w="320884">
                  <a:extLst>
                    <a:ext uri="{9D8B030D-6E8A-4147-A177-3AD203B41FA5}">
                      <a16:colId xmlns:a16="http://schemas.microsoft.com/office/drawing/2014/main" val="416731006"/>
                    </a:ext>
                  </a:extLst>
                </a:gridCol>
                <a:gridCol w="320884">
                  <a:extLst>
                    <a:ext uri="{9D8B030D-6E8A-4147-A177-3AD203B41FA5}">
                      <a16:colId xmlns:a16="http://schemas.microsoft.com/office/drawing/2014/main" val="4062622099"/>
                    </a:ext>
                  </a:extLst>
                </a:gridCol>
                <a:gridCol w="320884">
                  <a:extLst>
                    <a:ext uri="{9D8B030D-6E8A-4147-A177-3AD203B41FA5}">
                      <a16:colId xmlns:a16="http://schemas.microsoft.com/office/drawing/2014/main" val="3794202418"/>
                    </a:ext>
                  </a:extLst>
                </a:gridCol>
                <a:gridCol w="320884">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‘hA8~’hAF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8 [11:0] ~ PORT8_LOCAL_RW_DATA 8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7" name="TextBox 36">
            <a:extLst>
              <a:ext uri="{FF2B5EF4-FFF2-40B4-BE49-F238E27FC236}">
                <a16:creationId xmlns:a16="http://schemas.microsoft.com/office/drawing/2014/main" id="{DC3CF930-7B64-45B4-F326-EBB5FEBBF7D9}"/>
              </a:ext>
            </a:extLst>
          </p:cNvPr>
          <p:cNvSpPr txBox="1"/>
          <p:nvPr/>
        </p:nvSpPr>
        <p:spPr>
          <a:xfrm>
            <a:off x="401853" y="729878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9 ~ PORT8 LOCAL RW DATA 9</a:t>
            </a:r>
          </a:p>
        </p:txBody>
      </p:sp>
      <p:graphicFrame>
        <p:nvGraphicFramePr>
          <p:cNvPr id="38" name="표 37">
            <a:extLst>
              <a:ext uri="{FF2B5EF4-FFF2-40B4-BE49-F238E27FC236}">
                <a16:creationId xmlns:a16="http://schemas.microsoft.com/office/drawing/2014/main" id="{8704C94C-1E69-CA54-5D42-25A792BCF144}"/>
              </a:ext>
            </a:extLst>
          </p:cNvPr>
          <p:cNvGraphicFramePr>
            <a:graphicFrameLocks noGrp="1"/>
          </p:cNvGraphicFramePr>
          <p:nvPr>
            <p:extLst>
              <p:ext uri="{D42A27DB-BD31-4B8C-83A1-F6EECF244321}">
                <p14:modId xmlns:p14="http://schemas.microsoft.com/office/powerpoint/2010/main" val="1151974514"/>
              </p:ext>
            </p:extLst>
          </p:nvPr>
        </p:nvGraphicFramePr>
        <p:xfrm>
          <a:off x="399770" y="7574530"/>
          <a:ext cx="6055190" cy="372600"/>
        </p:xfrm>
        <a:graphic>
          <a:graphicData uri="http://schemas.openxmlformats.org/drawingml/2006/table">
            <a:tbl>
              <a:tblPr firstRow="1" bandRow="1">
                <a:tableStyleId>{5C22544A-7EE6-4342-B048-85BDC9FD1C3A}</a:tableStyleId>
              </a:tblPr>
              <a:tblGrid>
                <a:gridCol w="477099">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7">
                  <a:extLst>
                    <a:ext uri="{9D8B030D-6E8A-4147-A177-3AD203B41FA5}">
                      <a16:colId xmlns:a16="http://schemas.microsoft.com/office/drawing/2014/main" val="4293411712"/>
                    </a:ext>
                  </a:extLst>
                </a:gridCol>
                <a:gridCol w="322437">
                  <a:extLst>
                    <a:ext uri="{9D8B030D-6E8A-4147-A177-3AD203B41FA5}">
                      <a16:colId xmlns:a16="http://schemas.microsoft.com/office/drawing/2014/main" val="657570846"/>
                    </a:ext>
                  </a:extLst>
                </a:gridCol>
                <a:gridCol w="322437">
                  <a:extLst>
                    <a:ext uri="{9D8B030D-6E8A-4147-A177-3AD203B41FA5}">
                      <a16:colId xmlns:a16="http://schemas.microsoft.com/office/drawing/2014/main" val="3259894497"/>
                    </a:ext>
                  </a:extLst>
                </a:gridCol>
                <a:gridCol w="322437">
                  <a:extLst>
                    <a:ext uri="{9D8B030D-6E8A-4147-A177-3AD203B41FA5}">
                      <a16:colId xmlns:a16="http://schemas.microsoft.com/office/drawing/2014/main" val="4170535043"/>
                    </a:ext>
                  </a:extLst>
                </a:gridCol>
                <a:gridCol w="322437">
                  <a:extLst>
                    <a:ext uri="{9D8B030D-6E8A-4147-A177-3AD203B41FA5}">
                      <a16:colId xmlns:a16="http://schemas.microsoft.com/office/drawing/2014/main" val="2079070694"/>
                    </a:ext>
                  </a:extLst>
                </a:gridCol>
                <a:gridCol w="322437">
                  <a:extLst>
                    <a:ext uri="{9D8B030D-6E8A-4147-A177-3AD203B41FA5}">
                      <a16:colId xmlns:a16="http://schemas.microsoft.com/office/drawing/2014/main" val="4213315911"/>
                    </a:ext>
                  </a:extLst>
                </a:gridCol>
                <a:gridCol w="322437">
                  <a:extLst>
                    <a:ext uri="{9D8B030D-6E8A-4147-A177-3AD203B41FA5}">
                      <a16:colId xmlns:a16="http://schemas.microsoft.com/office/drawing/2014/main" val="2769999950"/>
                    </a:ext>
                  </a:extLst>
                </a:gridCol>
                <a:gridCol w="322437">
                  <a:extLst>
                    <a:ext uri="{9D8B030D-6E8A-4147-A177-3AD203B41FA5}">
                      <a16:colId xmlns:a16="http://schemas.microsoft.com/office/drawing/2014/main" val="135637185"/>
                    </a:ext>
                  </a:extLst>
                </a:gridCol>
                <a:gridCol w="322437">
                  <a:extLst>
                    <a:ext uri="{9D8B030D-6E8A-4147-A177-3AD203B41FA5}">
                      <a16:colId xmlns:a16="http://schemas.microsoft.com/office/drawing/2014/main" val="3038050475"/>
                    </a:ext>
                  </a:extLst>
                </a:gridCol>
                <a:gridCol w="322437">
                  <a:extLst>
                    <a:ext uri="{9D8B030D-6E8A-4147-A177-3AD203B41FA5}">
                      <a16:colId xmlns:a16="http://schemas.microsoft.com/office/drawing/2014/main" val="1979433044"/>
                    </a:ext>
                  </a:extLst>
                </a:gridCol>
                <a:gridCol w="322437">
                  <a:extLst>
                    <a:ext uri="{9D8B030D-6E8A-4147-A177-3AD203B41FA5}">
                      <a16:colId xmlns:a16="http://schemas.microsoft.com/office/drawing/2014/main" val="1937369831"/>
                    </a:ext>
                  </a:extLst>
                </a:gridCol>
                <a:gridCol w="322437">
                  <a:extLst>
                    <a:ext uri="{9D8B030D-6E8A-4147-A177-3AD203B41FA5}">
                      <a16:colId xmlns:a16="http://schemas.microsoft.com/office/drawing/2014/main" val="747813118"/>
                    </a:ext>
                  </a:extLst>
                </a:gridCol>
                <a:gridCol w="322437">
                  <a:extLst>
                    <a:ext uri="{9D8B030D-6E8A-4147-A177-3AD203B41FA5}">
                      <a16:colId xmlns:a16="http://schemas.microsoft.com/office/drawing/2014/main" val="416731006"/>
                    </a:ext>
                  </a:extLst>
                </a:gridCol>
                <a:gridCol w="322437">
                  <a:extLst>
                    <a:ext uri="{9D8B030D-6E8A-4147-A177-3AD203B41FA5}">
                      <a16:colId xmlns:a16="http://schemas.microsoft.com/office/drawing/2014/main" val="4062622099"/>
                    </a:ext>
                  </a:extLst>
                </a:gridCol>
                <a:gridCol w="322437">
                  <a:extLst>
                    <a:ext uri="{9D8B030D-6E8A-4147-A177-3AD203B41FA5}">
                      <a16:colId xmlns:a16="http://schemas.microsoft.com/office/drawing/2014/main" val="3794202418"/>
                    </a:ext>
                  </a:extLst>
                </a:gridCol>
                <a:gridCol w="32243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‘hB0~’hB7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9 [11:0] ~ PORT8_LOCAL_RW_DATA 9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9" name="TextBox 38">
            <a:extLst>
              <a:ext uri="{FF2B5EF4-FFF2-40B4-BE49-F238E27FC236}">
                <a16:creationId xmlns:a16="http://schemas.microsoft.com/office/drawing/2014/main" id="{A57005E5-485E-2679-83C0-559961E12D3E}"/>
              </a:ext>
            </a:extLst>
          </p:cNvPr>
          <p:cNvSpPr txBox="1"/>
          <p:nvPr/>
        </p:nvSpPr>
        <p:spPr>
          <a:xfrm>
            <a:off x="401853" y="810512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10 ~ PORT8 LOCAL RW DATA 10</a:t>
            </a:r>
          </a:p>
        </p:txBody>
      </p:sp>
      <p:graphicFrame>
        <p:nvGraphicFramePr>
          <p:cNvPr id="40" name="표 39">
            <a:extLst>
              <a:ext uri="{FF2B5EF4-FFF2-40B4-BE49-F238E27FC236}">
                <a16:creationId xmlns:a16="http://schemas.microsoft.com/office/drawing/2014/main" id="{2B89E8C2-AC20-2403-20CE-33C82C864C5C}"/>
              </a:ext>
            </a:extLst>
          </p:cNvPr>
          <p:cNvGraphicFramePr>
            <a:graphicFrameLocks noGrp="1"/>
          </p:cNvGraphicFramePr>
          <p:nvPr>
            <p:extLst>
              <p:ext uri="{D42A27DB-BD31-4B8C-83A1-F6EECF244321}">
                <p14:modId xmlns:p14="http://schemas.microsoft.com/office/powerpoint/2010/main" val="410392573"/>
              </p:ext>
            </p:extLst>
          </p:nvPr>
        </p:nvGraphicFramePr>
        <p:xfrm>
          <a:off x="399770" y="8381812"/>
          <a:ext cx="6055199" cy="372600"/>
        </p:xfrm>
        <a:graphic>
          <a:graphicData uri="http://schemas.openxmlformats.org/drawingml/2006/table">
            <a:tbl>
              <a:tblPr firstRow="1" bandRow="1">
                <a:tableStyleId>{5C22544A-7EE6-4342-B048-85BDC9FD1C3A}</a:tableStyleId>
              </a:tblPr>
              <a:tblGrid>
                <a:gridCol w="503472">
                  <a:extLst>
                    <a:ext uri="{9D8B030D-6E8A-4147-A177-3AD203B41FA5}">
                      <a16:colId xmlns:a16="http://schemas.microsoft.com/office/drawing/2014/main" val="3358603807"/>
                    </a:ext>
                  </a:extLst>
                </a:gridCol>
                <a:gridCol w="417119">
                  <a:extLst>
                    <a:ext uri="{9D8B030D-6E8A-4147-A177-3AD203B41FA5}">
                      <a16:colId xmlns:a16="http://schemas.microsoft.com/office/drawing/2014/main" val="2844922634"/>
                    </a:ext>
                  </a:extLst>
                </a:gridCol>
                <a:gridCol w="320913">
                  <a:extLst>
                    <a:ext uri="{9D8B030D-6E8A-4147-A177-3AD203B41FA5}">
                      <a16:colId xmlns:a16="http://schemas.microsoft.com/office/drawing/2014/main" val="4293411712"/>
                    </a:ext>
                  </a:extLst>
                </a:gridCol>
                <a:gridCol w="320913">
                  <a:extLst>
                    <a:ext uri="{9D8B030D-6E8A-4147-A177-3AD203B41FA5}">
                      <a16:colId xmlns:a16="http://schemas.microsoft.com/office/drawing/2014/main" val="657570846"/>
                    </a:ext>
                  </a:extLst>
                </a:gridCol>
                <a:gridCol w="320913">
                  <a:extLst>
                    <a:ext uri="{9D8B030D-6E8A-4147-A177-3AD203B41FA5}">
                      <a16:colId xmlns:a16="http://schemas.microsoft.com/office/drawing/2014/main" val="3259894497"/>
                    </a:ext>
                  </a:extLst>
                </a:gridCol>
                <a:gridCol w="320913">
                  <a:extLst>
                    <a:ext uri="{9D8B030D-6E8A-4147-A177-3AD203B41FA5}">
                      <a16:colId xmlns:a16="http://schemas.microsoft.com/office/drawing/2014/main" val="4170535043"/>
                    </a:ext>
                  </a:extLst>
                </a:gridCol>
                <a:gridCol w="320913">
                  <a:extLst>
                    <a:ext uri="{9D8B030D-6E8A-4147-A177-3AD203B41FA5}">
                      <a16:colId xmlns:a16="http://schemas.microsoft.com/office/drawing/2014/main" val="2079070694"/>
                    </a:ext>
                  </a:extLst>
                </a:gridCol>
                <a:gridCol w="320913">
                  <a:extLst>
                    <a:ext uri="{9D8B030D-6E8A-4147-A177-3AD203B41FA5}">
                      <a16:colId xmlns:a16="http://schemas.microsoft.com/office/drawing/2014/main" val="4213315911"/>
                    </a:ext>
                  </a:extLst>
                </a:gridCol>
                <a:gridCol w="320913">
                  <a:extLst>
                    <a:ext uri="{9D8B030D-6E8A-4147-A177-3AD203B41FA5}">
                      <a16:colId xmlns:a16="http://schemas.microsoft.com/office/drawing/2014/main" val="2769999950"/>
                    </a:ext>
                  </a:extLst>
                </a:gridCol>
                <a:gridCol w="320913">
                  <a:extLst>
                    <a:ext uri="{9D8B030D-6E8A-4147-A177-3AD203B41FA5}">
                      <a16:colId xmlns:a16="http://schemas.microsoft.com/office/drawing/2014/main" val="135637185"/>
                    </a:ext>
                  </a:extLst>
                </a:gridCol>
                <a:gridCol w="320913">
                  <a:extLst>
                    <a:ext uri="{9D8B030D-6E8A-4147-A177-3AD203B41FA5}">
                      <a16:colId xmlns:a16="http://schemas.microsoft.com/office/drawing/2014/main" val="3038050475"/>
                    </a:ext>
                  </a:extLst>
                </a:gridCol>
                <a:gridCol w="320913">
                  <a:extLst>
                    <a:ext uri="{9D8B030D-6E8A-4147-A177-3AD203B41FA5}">
                      <a16:colId xmlns:a16="http://schemas.microsoft.com/office/drawing/2014/main" val="1979433044"/>
                    </a:ext>
                  </a:extLst>
                </a:gridCol>
                <a:gridCol w="320913">
                  <a:extLst>
                    <a:ext uri="{9D8B030D-6E8A-4147-A177-3AD203B41FA5}">
                      <a16:colId xmlns:a16="http://schemas.microsoft.com/office/drawing/2014/main" val="1937369831"/>
                    </a:ext>
                  </a:extLst>
                </a:gridCol>
                <a:gridCol w="320913">
                  <a:extLst>
                    <a:ext uri="{9D8B030D-6E8A-4147-A177-3AD203B41FA5}">
                      <a16:colId xmlns:a16="http://schemas.microsoft.com/office/drawing/2014/main" val="747813118"/>
                    </a:ext>
                  </a:extLst>
                </a:gridCol>
                <a:gridCol w="320913">
                  <a:extLst>
                    <a:ext uri="{9D8B030D-6E8A-4147-A177-3AD203B41FA5}">
                      <a16:colId xmlns:a16="http://schemas.microsoft.com/office/drawing/2014/main" val="416731006"/>
                    </a:ext>
                  </a:extLst>
                </a:gridCol>
                <a:gridCol w="320913">
                  <a:extLst>
                    <a:ext uri="{9D8B030D-6E8A-4147-A177-3AD203B41FA5}">
                      <a16:colId xmlns:a16="http://schemas.microsoft.com/office/drawing/2014/main" val="4062622099"/>
                    </a:ext>
                  </a:extLst>
                </a:gridCol>
                <a:gridCol w="320913">
                  <a:extLst>
                    <a:ext uri="{9D8B030D-6E8A-4147-A177-3AD203B41FA5}">
                      <a16:colId xmlns:a16="http://schemas.microsoft.com/office/drawing/2014/main" val="3794202418"/>
                    </a:ext>
                  </a:extLst>
                </a:gridCol>
                <a:gridCol w="32091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‘hB8~’hBF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10 [11:0] ~ PORT8_LOCAL_RW_DATA 10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6923504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5553" y="16541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12 ~ PORT8 LOCAL RW DATA 12</a:t>
            </a:r>
          </a:p>
        </p:txBody>
      </p:sp>
      <p:graphicFrame>
        <p:nvGraphicFramePr>
          <p:cNvPr id="2" name="표 1">
            <a:extLst>
              <a:ext uri="{FF2B5EF4-FFF2-40B4-BE49-F238E27FC236}">
                <a16:creationId xmlns:a16="http://schemas.microsoft.com/office/drawing/2014/main" id="{D7A25EF3-BBCE-BF6A-E553-A58ADF1417E5}"/>
              </a:ext>
            </a:extLst>
          </p:cNvPr>
          <p:cNvGraphicFramePr>
            <a:graphicFrameLocks noGrp="1"/>
          </p:cNvGraphicFramePr>
          <p:nvPr>
            <p:extLst>
              <p:ext uri="{D42A27DB-BD31-4B8C-83A1-F6EECF244321}">
                <p14:modId xmlns:p14="http://schemas.microsoft.com/office/powerpoint/2010/main" val="3587413684"/>
              </p:ext>
            </p:extLst>
          </p:nvPr>
        </p:nvGraphicFramePr>
        <p:xfrm>
          <a:off x="399784" y="1923428"/>
          <a:ext cx="6047996" cy="372600"/>
        </p:xfrm>
        <a:graphic>
          <a:graphicData uri="http://schemas.openxmlformats.org/drawingml/2006/table">
            <a:tbl>
              <a:tblPr firstRow="1" bandRow="1">
                <a:tableStyleId>{5C22544A-7EE6-4342-B048-85BDC9FD1C3A}</a:tableStyleId>
              </a:tblPr>
              <a:tblGrid>
                <a:gridCol w="508086">
                  <a:extLst>
                    <a:ext uri="{9D8B030D-6E8A-4147-A177-3AD203B41FA5}">
                      <a16:colId xmlns:a16="http://schemas.microsoft.com/office/drawing/2014/main" val="3358603807"/>
                    </a:ext>
                  </a:extLst>
                </a:gridCol>
                <a:gridCol w="416230">
                  <a:extLst>
                    <a:ext uri="{9D8B030D-6E8A-4147-A177-3AD203B41FA5}">
                      <a16:colId xmlns:a16="http://schemas.microsoft.com/office/drawing/2014/main" val="2844922634"/>
                    </a:ext>
                  </a:extLst>
                </a:gridCol>
                <a:gridCol w="320230">
                  <a:extLst>
                    <a:ext uri="{9D8B030D-6E8A-4147-A177-3AD203B41FA5}">
                      <a16:colId xmlns:a16="http://schemas.microsoft.com/office/drawing/2014/main" val="4293411712"/>
                    </a:ext>
                  </a:extLst>
                </a:gridCol>
                <a:gridCol w="320230">
                  <a:extLst>
                    <a:ext uri="{9D8B030D-6E8A-4147-A177-3AD203B41FA5}">
                      <a16:colId xmlns:a16="http://schemas.microsoft.com/office/drawing/2014/main" val="657570846"/>
                    </a:ext>
                  </a:extLst>
                </a:gridCol>
                <a:gridCol w="320230">
                  <a:extLst>
                    <a:ext uri="{9D8B030D-6E8A-4147-A177-3AD203B41FA5}">
                      <a16:colId xmlns:a16="http://schemas.microsoft.com/office/drawing/2014/main" val="3259894497"/>
                    </a:ext>
                  </a:extLst>
                </a:gridCol>
                <a:gridCol w="320230">
                  <a:extLst>
                    <a:ext uri="{9D8B030D-6E8A-4147-A177-3AD203B41FA5}">
                      <a16:colId xmlns:a16="http://schemas.microsoft.com/office/drawing/2014/main" val="4170535043"/>
                    </a:ext>
                  </a:extLst>
                </a:gridCol>
                <a:gridCol w="320230">
                  <a:extLst>
                    <a:ext uri="{9D8B030D-6E8A-4147-A177-3AD203B41FA5}">
                      <a16:colId xmlns:a16="http://schemas.microsoft.com/office/drawing/2014/main" val="2079070694"/>
                    </a:ext>
                  </a:extLst>
                </a:gridCol>
                <a:gridCol w="320230">
                  <a:extLst>
                    <a:ext uri="{9D8B030D-6E8A-4147-A177-3AD203B41FA5}">
                      <a16:colId xmlns:a16="http://schemas.microsoft.com/office/drawing/2014/main" val="4213315911"/>
                    </a:ext>
                  </a:extLst>
                </a:gridCol>
                <a:gridCol w="320230">
                  <a:extLst>
                    <a:ext uri="{9D8B030D-6E8A-4147-A177-3AD203B41FA5}">
                      <a16:colId xmlns:a16="http://schemas.microsoft.com/office/drawing/2014/main" val="2769999950"/>
                    </a:ext>
                  </a:extLst>
                </a:gridCol>
                <a:gridCol w="320230">
                  <a:extLst>
                    <a:ext uri="{9D8B030D-6E8A-4147-A177-3AD203B41FA5}">
                      <a16:colId xmlns:a16="http://schemas.microsoft.com/office/drawing/2014/main" val="135637185"/>
                    </a:ext>
                  </a:extLst>
                </a:gridCol>
                <a:gridCol w="320230">
                  <a:extLst>
                    <a:ext uri="{9D8B030D-6E8A-4147-A177-3AD203B41FA5}">
                      <a16:colId xmlns:a16="http://schemas.microsoft.com/office/drawing/2014/main" val="3038050475"/>
                    </a:ext>
                  </a:extLst>
                </a:gridCol>
                <a:gridCol w="320230">
                  <a:extLst>
                    <a:ext uri="{9D8B030D-6E8A-4147-A177-3AD203B41FA5}">
                      <a16:colId xmlns:a16="http://schemas.microsoft.com/office/drawing/2014/main" val="1979433044"/>
                    </a:ext>
                  </a:extLst>
                </a:gridCol>
                <a:gridCol w="320230">
                  <a:extLst>
                    <a:ext uri="{9D8B030D-6E8A-4147-A177-3AD203B41FA5}">
                      <a16:colId xmlns:a16="http://schemas.microsoft.com/office/drawing/2014/main" val="1937369831"/>
                    </a:ext>
                  </a:extLst>
                </a:gridCol>
                <a:gridCol w="320230">
                  <a:extLst>
                    <a:ext uri="{9D8B030D-6E8A-4147-A177-3AD203B41FA5}">
                      <a16:colId xmlns:a16="http://schemas.microsoft.com/office/drawing/2014/main" val="747813118"/>
                    </a:ext>
                  </a:extLst>
                </a:gridCol>
                <a:gridCol w="320230">
                  <a:extLst>
                    <a:ext uri="{9D8B030D-6E8A-4147-A177-3AD203B41FA5}">
                      <a16:colId xmlns:a16="http://schemas.microsoft.com/office/drawing/2014/main" val="416731006"/>
                    </a:ext>
                  </a:extLst>
                </a:gridCol>
                <a:gridCol w="320230">
                  <a:extLst>
                    <a:ext uri="{9D8B030D-6E8A-4147-A177-3AD203B41FA5}">
                      <a16:colId xmlns:a16="http://schemas.microsoft.com/office/drawing/2014/main" val="4062622099"/>
                    </a:ext>
                  </a:extLst>
                </a:gridCol>
                <a:gridCol w="320230">
                  <a:extLst>
                    <a:ext uri="{9D8B030D-6E8A-4147-A177-3AD203B41FA5}">
                      <a16:colId xmlns:a16="http://schemas.microsoft.com/office/drawing/2014/main" val="3794202418"/>
                    </a:ext>
                  </a:extLst>
                </a:gridCol>
                <a:gridCol w="32023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‘hC8~’hCF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12 [11:0] ~ PORT8_LOCAL_RW_DATA 12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8092E673-C8C9-AFFE-A48F-D2ACEBE87505}"/>
              </a:ext>
            </a:extLst>
          </p:cNvPr>
          <p:cNvSpPr txBox="1"/>
          <p:nvPr/>
        </p:nvSpPr>
        <p:spPr>
          <a:xfrm>
            <a:off x="395553" y="246023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13 ~ PORT8 LOCAL RW DATA 13</a:t>
            </a:r>
          </a:p>
        </p:txBody>
      </p:sp>
      <p:graphicFrame>
        <p:nvGraphicFramePr>
          <p:cNvPr id="7" name="표 6">
            <a:extLst>
              <a:ext uri="{FF2B5EF4-FFF2-40B4-BE49-F238E27FC236}">
                <a16:creationId xmlns:a16="http://schemas.microsoft.com/office/drawing/2014/main" id="{318C9154-A381-0311-2F97-2E6656A8E11E}"/>
              </a:ext>
            </a:extLst>
          </p:cNvPr>
          <p:cNvGraphicFramePr>
            <a:graphicFrameLocks noGrp="1"/>
          </p:cNvGraphicFramePr>
          <p:nvPr>
            <p:extLst>
              <p:ext uri="{D42A27DB-BD31-4B8C-83A1-F6EECF244321}">
                <p14:modId xmlns:p14="http://schemas.microsoft.com/office/powerpoint/2010/main" val="3208096563"/>
              </p:ext>
            </p:extLst>
          </p:nvPr>
        </p:nvGraphicFramePr>
        <p:xfrm>
          <a:off x="399163" y="2730574"/>
          <a:ext cx="6048612" cy="372600"/>
        </p:xfrm>
        <a:graphic>
          <a:graphicData uri="http://schemas.openxmlformats.org/drawingml/2006/table">
            <a:tbl>
              <a:tblPr firstRow="1" bandRow="1">
                <a:tableStyleId>{5C22544A-7EE6-4342-B048-85BDC9FD1C3A}</a:tableStyleId>
              </a:tblPr>
              <a:tblGrid>
                <a:gridCol w="506711">
                  <a:extLst>
                    <a:ext uri="{9D8B030D-6E8A-4147-A177-3AD203B41FA5}">
                      <a16:colId xmlns:a16="http://schemas.microsoft.com/office/drawing/2014/main" val="3358603807"/>
                    </a:ext>
                  </a:extLst>
                </a:gridCol>
                <a:gridCol w="416381">
                  <a:extLst>
                    <a:ext uri="{9D8B030D-6E8A-4147-A177-3AD203B41FA5}">
                      <a16:colId xmlns:a16="http://schemas.microsoft.com/office/drawing/2014/main" val="2844922634"/>
                    </a:ext>
                  </a:extLst>
                </a:gridCol>
                <a:gridCol w="320345">
                  <a:extLst>
                    <a:ext uri="{9D8B030D-6E8A-4147-A177-3AD203B41FA5}">
                      <a16:colId xmlns:a16="http://schemas.microsoft.com/office/drawing/2014/main" val="4293411712"/>
                    </a:ext>
                  </a:extLst>
                </a:gridCol>
                <a:gridCol w="320345">
                  <a:extLst>
                    <a:ext uri="{9D8B030D-6E8A-4147-A177-3AD203B41FA5}">
                      <a16:colId xmlns:a16="http://schemas.microsoft.com/office/drawing/2014/main" val="657570846"/>
                    </a:ext>
                  </a:extLst>
                </a:gridCol>
                <a:gridCol w="320345">
                  <a:extLst>
                    <a:ext uri="{9D8B030D-6E8A-4147-A177-3AD203B41FA5}">
                      <a16:colId xmlns:a16="http://schemas.microsoft.com/office/drawing/2014/main" val="3259894497"/>
                    </a:ext>
                  </a:extLst>
                </a:gridCol>
                <a:gridCol w="320345">
                  <a:extLst>
                    <a:ext uri="{9D8B030D-6E8A-4147-A177-3AD203B41FA5}">
                      <a16:colId xmlns:a16="http://schemas.microsoft.com/office/drawing/2014/main" val="4170535043"/>
                    </a:ext>
                  </a:extLst>
                </a:gridCol>
                <a:gridCol w="320345">
                  <a:extLst>
                    <a:ext uri="{9D8B030D-6E8A-4147-A177-3AD203B41FA5}">
                      <a16:colId xmlns:a16="http://schemas.microsoft.com/office/drawing/2014/main" val="2079070694"/>
                    </a:ext>
                  </a:extLst>
                </a:gridCol>
                <a:gridCol w="320345">
                  <a:extLst>
                    <a:ext uri="{9D8B030D-6E8A-4147-A177-3AD203B41FA5}">
                      <a16:colId xmlns:a16="http://schemas.microsoft.com/office/drawing/2014/main" val="4213315911"/>
                    </a:ext>
                  </a:extLst>
                </a:gridCol>
                <a:gridCol w="320345">
                  <a:extLst>
                    <a:ext uri="{9D8B030D-6E8A-4147-A177-3AD203B41FA5}">
                      <a16:colId xmlns:a16="http://schemas.microsoft.com/office/drawing/2014/main" val="2769999950"/>
                    </a:ext>
                  </a:extLst>
                </a:gridCol>
                <a:gridCol w="320345">
                  <a:extLst>
                    <a:ext uri="{9D8B030D-6E8A-4147-A177-3AD203B41FA5}">
                      <a16:colId xmlns:a16="http://schemas.microsoft.com/office/drawing/2014/main" val="135637185"/>
                    </a:ext>
                  </a:extLst>
                </a:gridCol>
                <a:gridCol w="320345">
                  <a:extLst>
                    <a:ext uri="{9D8B030D-6E8A-4147-A177-3AD203B41FA5}">
                      <a16:colId xmlns:a16="http://schemas.microsoft.com/office/drawing/2014/main" val="3038050475"/>
                    </a:ext>
                  </a:extLst>
                </a:gridCol>
                <a:gridCol w="320345">
                  <a:extLst>
                    <a:ext uri="{9D8B030D-6E8A-4147-A177-3AD203B41FA5}">
                      <a16:colId xmlns:a16="http://schemas.microsoft.com/office/drawing/2014/main" val="1979433044"/>
                    </a:ext>
                  </a:extLst>
                </a:gridCol>
                <a:gridCol w="320345">
                  <a:extLst>
                    <a:ext uri="{9D8B030D-6E8A-4147-A177-3AD203B41FA5}">
                      <a16:colId xmlns:a16="http://schemas.microsoft.com/office/drawing/2014/main" val="1937369831"/>
                    </a:ext>
                  </a:extLst>
                </a:gridCol>
                <a:gridCol w="320345">
                  <a:extLst>
                    <a:ext uri="{9D8B030D-6E8A-4147-A177-3AD203B41FA5}">
                      <a16:colId xmlns:a16="http://schemas.microsoft.com/office/drawing/2014/main" val="747813118"/>
                    </a:ext>
                  </a:extLst>
                </a:gridCol>
                <a:gridCol w="320345">
                  <a:extLst>
                    <a:ext uri="{9D8B030D-6E8A-4147-A177-3AD203B41FA5}">
                      <a16:colId xmlns:a16="http://schemas.microsoft.com/office/drawing/2014/main" val="416731006"/>
                    </a:ext>
                  </a:extLst>
                </a:gridCol>
                <a:gridCol w="320345">
                  <a:extLst>
                    <a:ext uri="{9D8B030D-6E8A-4147-A177-3AD203B41FA5}">
                      <a16:colId xmlns:a16="http://schemas.microsoft.com/office/drawing/2014/main" val="4062622099"/>
                    </a:ext>
                  </a:extLst>
                </a:gridCol>
                <a:gridCol w="320345">
                  <a:extLst>
                    <a:ext uri="{9D8B030D-6E8A-4147-A177-3AD203B41FA5}">
                      <a16:colId xmlns:a16="http://schemas.microsoft.com/office/drawing/2014/main" val="3794202418"/>
                    </a:ext>
                  </a:extLst>
                </a:gridCol>
                <a:gridCol w="320345">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‘hD0~’hD7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13 [11:0] ~ PORT8_LOCAL_RW_DATA 13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4" name="TextBox 23">
            <a:extLst>
              <a:ext uri="{FF2B5EF4-FFF2-40B4-BE49-F238E27FC236}">
                <a16:creationId xmlns:a16="http://schemas.microsoft.com/office/drawing/2014/main" id="{BD8FA760-5504-48F0-1D6D-4FF2A772209E}"/>
              </a:ext>
            </a:extLst>
          </p:cNvPr>
          <p:cNvSpPr txBox="1"/>
          <p:nvPr/>
        </p:nvSpPr>
        <p:spPr>
          <a:xfrm>
            <a:off x="395553" y="326632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14 ~ PORT8 LOCAL RW DATA 14</a:t>
            </a:r>
          </a:p>
        </p:txBody>
      </p:sp>
      <p:graphicFrame>
        <p:nvGraphicFramePr>
          <p:cNvPr id="26" name="표 25">
            <a:extLst>
              <a:ext uri="{FF2B5EF4-FFF2-40B4-BE49-F238E27FC236}">
                <a16:creationId xmlns:a16="http://schemas.microsoft.com/office/drawing/2014/main" id="{6BE820EA-B195-4E29-A379-68185D2E95CC}"/>
              </a:ext>
            </a:extLst>
          </p:cNvPr>
          <p:cNvGraphicFramePr>
            <a:graphicFrameLocks noGrp="1"/>
          </p:cNvGraphicFramePr>
          <p:nvPr>
            <p:extLst>
              <p:ext uri="{D42A27DB-BD31-4B8C-83A1-F6EECF244321}">
                <p14:modId xmlns:p14="http://schemas.microsoft.com/office/powerpoint/2010/main" val="2680379911"/>
              </p:ext>
            </p:extLst>
          </p:nvPr>
        </p:nvGraphicFramePr>
        <p:xfrm>
          <a:off x="399782" y="3537720"/>
          <a:ext cx="6047997" cy="372600"/>
        </p:xfrm>
        <a:graphic>
          <a:graphicData uri="http://schemas.openxmlformats.org/drawingml/2006/table">
            <a:tbl>
              <a:tblPr firstRow="1" bandRow="1">
                <a:tableStyleId>{5C22544A-7EE6-4342-B048-85BDC9FD1C3A}</a:tableStyleId>
              </a:tblPr>
              <a:tblGrid>
                <a:gridCol w="508086">
                  <a:extLst>
                    <a:ext uri="{9D8B030D-6E8A-4147-A177-3AD203B41FA5}">
                      <a16:colId xmlns:a16="http://schemas.microsoft.com/office/drawing/2014/main" val="3358603807"/>
                    </a:ext>
                  </a:extLst>
                </a:gridCol>
                <a:gridCol w="416231">
                  <a:extLst>
                    <a:ext uri="{9D8B030D-6E8A-4147-A177-3AD203B41FA5}">
                      <a16:colId xmlns:a16="http://schemas.microsoft.com/office/drawing/2014/main" val="2844922634"/>
                    </a:ext>
                  </a:extLst>
                </a:gridCol>
                <a:gridCol w="320230">
                  <a:extLst>
                    <a:ext uri="{9D8B030D-6E8A-4147-A177-3AD203B41FA5}">
                      <a16:colId xmlns:a16="http://schemas.microsoft.com/office/drawing/2014/main" val="4293411712"/>
                    </a:ext>
                  </a:extLst>
                </a:gridCol>
                <a:gridCol w="320230">
                  <a:extLst>
                    <a:ext uri="{9D8B030D-6E8A-4147-A177-3AD203B41FA5}">
                      <a16:colId xmlns:a16="http://schemas.microsoft.com/office/drawing/2014/main" val="657570846"/>
                    </a:ext>
                  </a:extLst>
                </a:gridCol>
                <a:gridCol w="320230">
                  <a:extLst>
                    <a:ext uri="{9D8B030D-6E8A-4147-A177-3AD203B41FA5}">
                      <a16:colId xmlns:a16="http://schemas.microsoft.com/office/drawing/2014/main" val="3259894497"/>
                    </a:ext>
                  </a:extLst>
                </a:gridCol>
                <a:gridCol w="320230">
                  <a:extLst>
                    <a:ext uri="{9D8B030D-6E8A-4147-A177-3AD203B41FA5}">
                      <a16:colId xmlns:a16="http://schemas.microsoft.com/office/drawing/2014/main" val="4170535043"/>
                    </a:ext>
                  </a:extLst>
                </a:gridCol>
                <a:gridCol w="320230">
                  <a:extLst>
                    <a:ext uri="{9D8B030D-6E8A-4147-A177-3AD203B41FA5}">
                      <a16:colId xmlns:a16="http://schemas.microsoft.com/office/drawing/2014/main" val="2079070694"/>
                    </a:ext>
                  </a:extLst>
                </a:gridCol>
                <a:gridCol w="320230">
                  <a:extLst>
                    <a:ext uri="{9D8B030D-6E8A-4147-A177-3AD203B41FA5}">
                      <a16:colId xmlns:a16="http://schemas.microsoft.com/office/drawing/2014/main" val="4213315911"/>
                    </a:ext>
                  </a:extLst>
                </a:gridCol>
                <a:gridCol w="320230">
                  <a:extLst>
                    <a:ext uri="{9D8B030D-6E8A-4147-A177-3AD203B41FA5}">
                      <a16:colId xmlns:a16="http://schemas.microsoft.com/office/drawing/2014/main" val="2769999950"/>
                    </a:ext>
                  </a:extLst>
                </a:gridCol>
                <a:gridCol w="320230">
                  <a:extLst>
                    <a:ext uri="{9D8B030D-6E8A-4147-A177-3AD203B41FA5}">
                      <a16:colId xmlns:a16="http://schemas.microsoft.com/office/drawing/2014/main" val="135637185"/>
                    </a:ext>
                  </a:extLst>
                </a:gridCol>
                <a:gridCol w="320230">
                  <a:extLst>
                    <a:ext uri="{9D8B030D-6E8A-4147-A177-3AD203B41FA5}">
                      <a16:colId xmlns:a16="http://schemas.microsoft.com/office/drawing/2014/main" val="3038050475"/>
                    </a:ext>
                  </a:extLst>
                </a:gridCol>
                <a:gridCol w="320230">
                  <a:extLst>
                    <a:ext uri="{9D8B030D-6E8A-4147-A177-3AD203B41FA5}">
                      <a16:colId xmlns:a16="http://schemas.microsoft.com/office/drawing/2014/main" val="1979433044"/>
                    </a:ext>
                  </a:extLst>
                </a:gridCol>
                <a:gridCol w="320230">
                  <a:extLst>
                    <a:ext uri="{9D8B030D-6E8A-4147-A177-3AD203B41FA5}">
                      <a16:colId xmlns:a16="http://schemas.microsoft.com/office/drawing/2014/main" val="1937369831"/>
                    </a:ext>
                  </a:extLst>
                </a:gridCol>
                <a:gridCol w="320230">
                  <a:extLst>
                    <a:ext uri="{9D8B030D-6E8A-4147-A177-3AD203B41FA5}">
                      <a16:colId xmlns:a16="http://schemas.microsoft.com/office/drawing/2014/main" val="747813118"/>
                    </a:ext>
                  </a:extLst>
                </a:gridCol>
                <a:gridCol w="320230">
                  <a:extLst>
                    <a:ext uri="{9D8B030D-6E8A-4147-A177-3AD203B41FA5}">
                      <a16:colId xmlns:a16="http://schemas.microsoft.com/office/drawing/2014/main" val="416731006"/>
                    </a:ext>
                  </a:extLst>
                </a:gridCol>
                <a:gridCol w="320230">
                  <a:extLst>
                    <a:ext uri="{9D8B030D-6E8A-4147-A177-3AD203B41FA5}">
                      <a16:colId xmlns:a16="http://schemas.microsoft.com/office/drawing/2014/main" val="4062622099"/>
                    </a:ext>
                  </a:extLst>
                </a:gridCol>
                <a:gridCol w="320230">
                  <a:extLst>
                    <a:ext uri="{9D8B030D-6E8A-4147-A177-3AD203B41FA5}">
                      <a16:colId xmlns:a16="http://schemas.microsoft.com/office/drawing/2014/main" val="3794202418"/>
                    </a:ext>
                  </a:extLst>
                </a:gridCol>
                <a:gridCol w="32023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‘hD8~’hDF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14 [11:0] ~ PORT8_LOCAL_RW_DATA 14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7" name="TextBox 26">
            <a:extLst>
              <a:ext uri="{FF2B5EF4-FFF2-40B4-BE49-F238E27FC236}">
                <a16:creationId xmlns:a16="http://schemas.microsoft.com/office/drawing/2014/main" id="{CA3C4F5B-20C9-C19C-0987-2D6B820292A3}"/>
              </a:ext>
            </a:extLst>
          </p:cNvPr>
          <p:cNvSpPr txBox="1"/>
          <p:nvPr/>
        </p:nvSpPr>
        <p:spPr>
          <a:xfrm>
            <a:off x="395553" y="40724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15 ~ PORT8 LOCAL RW DATA 15</a:t>
            </a:r>
          </a:p>
        </p:txBody>
      </p:sp>
      <p:graphicFrame>
        <p:nvGraphicFramePr>
          <p:cNvPr id="28" name="표 27">
            <a:extLst>
              <a:ext uri="{FF2B5EF4-FFF2-40B4-BE49-F238E27FC236}">
                <a16:creationId xmlns:a16="http://schemas.microsoft.com/office/drawing/2014/main" id="{DE659E0F-3CEA-0C11-348B-BB7700962684}"/>
              </a:ext>
            </a:extLst>
          </p:cNvPr>
          <p:cNvGraphicFramePr>
            <a:graphicFrameLocks noGrp="1"/>
          </p:cNvGraphicFramePr>
          <p:nvPr>
            <p:extLst>
              <p:ext uri="{D42A27DB-BD31-4B8C-83A1-F6EECF244321}">
                <p14:modId xmlns:p14="http://schemas.microsoft.com/office/powerpoint/2010/main" val="2480442498"/>
              </p:ext>
            </p:extLst>
          </p:nvPr>
        </p:nvGraphicFramePr>
        <p:xfrm>
          <a:off x="399782" y="4344866"/>
          <a:ext cx="6048006" cy="372600"/>
        </p:xfrm>
        <a:graphic>
          <a:graphicData uri="http://schemas.openxmlformats.org/drawingml/2006/table">
            <a:tbl>
              <a:tblPr firstRow="1" bandRow="1">
                <a:tableStyleId>{5C22544A-7EE6-4342-B048-85BDC9FD1C3A}</a:tableStyleId>
              </a:tblPr>
              <a:tblGrid>
                <a:gridCol w="506659">
                  <a:extLst>
                    <a:ext uri="{9D8B030D-6E8A-4147-A177-3AD203B41FA5}">
                      <a16:colId xmlns:a16="http://schemas.microsoft.com/office/drawing/2014/main" val="3358603807"/>
                    </a:ext>
                  </a:extLst>
                </a:gridCol>
                <a:gridCol w="416339">
                  <a:extLst>
                    <a:ext uri="{9D8B030D-6E8A-4147-A177-3AD203B41FA5}">
                      <a16:colId xmlns:a16="http://schemas.microsoft.com/office/drawing/2014/main" val="2844922634"/>
                    </a:ext>
                  </a:extLst>
                </a:gridCol>
                <a:gridCol w="320313">
                  <a:extLst>
                    <a:ext uri="{9D8B030D-6E8A-4147-A177-3AD203B41FA5}">
                      <a16:colId xmlns:a16="http://schemas.microsoft.com/office/drawing/2014/main" val="4293411712"/>
                    </a:ext>
                  </a:extLst>
                </a:gridCol>
                <a:gridCol w="320313">
                  <a:extLst>
                    <a:ext uri="{9D8B030D-6E8A-4147-A177-3AD203B41FA5}">
                      <a16:colId xmlns:a16="http://schemas.microsoft.com/office/drawing/2014/main" val="657570846"/>
                    </a:ext>
                  </a:extLst>
                </a:gridCol>
                <a:gridCol w="320313">
                  <a:extLst>
                    <a:ext uri="{9D8B030D-6E8A-4147-A177-3AD203B41FA5}">
                      <a16:colId xmlns:a16="http://schemas.microsoft.com/office/drawing/2014/main" val="3259894497"/>
                    </a:ext>
                  </a:extLst>
                </a:gridCol>
                <a:gridCol w="320313">
                  <a:extLst>
                    <a:ext uri="{9D8B030D-6E8A-4147-A177-3AD203B41FA5}">
                      <a16:colId xmlns:a16="http://schemas.microsoft.com/office/drawing/2014/main" val="4170535043"/>
                    </a:ext>
                  </a:extLst>
                </a:gridCol>
                <a:gridCol w="320313">
                  <a:extLst>
                    <a:ext uri="{9D8B030D-6E8A-4147-A177-3AD203B41FA5}">
                      <a16:colId xmlns:a16="http://schemas.microsoft.com/office/drawing/2014/main" val="2079070694"/>
                    </a:ext>
                  </a:extLst>
                </a:gridCol>
                <a:gridCol w="320313">
                  <a:extLst>
                    <a:ext uri="{9D8B030D-6E8A-4147-A177-3AD203B41FA5}">
                      <a16:colId xmlns:a16="http://schemas.microsoft.com/office/drawing/2014/main" val="4213315911"/>
                    </a:ext>
                  </a:extLst>
                </a:gridCol>
                <a:gridCol w="320313">
                  <a:extLst>
                    <a:ext uri="{9D8B030D-6E8A-4147-A177-3AD203B41FA5}">
                      <a16:colId xmlns:a16="http://schemas.microsoft.com/office/drawing/2014/main" val="2769999950"/>
                    </a:ext>
                  </a:extLst>
                </a:gridCol>
                <a:gridCol w="320313">
                  <a:extLst>
                    <a:ext uri="{9D8B030D-6E8A-4147-A177-3AD203B41FA5}">
                      <a16:colId xmlns:a16="http://schemas.microsoft.com/office/drawing/2014/main" val="135637185"/>
                    </a:ext>
                  </a:extLst>
                </a:gridCol>
                <a:gridCol w="320313">
                  <a:extLst>
                    <a:ext uri="{9D8B030D-6E8A-4147-A177-3AD203B41FA5}">
                      <a16:colId xmlns:a16="http://schemas.microsoft.com/office/drawing/2014/main" val="3038050475"/>
                    </a:ext>
                  </a:extLst>
                </a:gridCol>
                <a:gridCol w="320313">
                  <a:extLst>
                    <a:ext uri="{9D8B030D-6E8A-4147-A177-3AD203B41FA5}">
                      <a16:colId xmlns:a16="http://schemas.microsoft.com/office/drawing/2014/main" val="1979433044"/>
                    </a:ext>
                  </a:extLst>
                </a:gridCol>
                <a:gridCol w="320313">
                  <a:extLst>
                    <a:ext uri="{9D8B030D-6E8A-4147-A177-3AD203B41FA5}">
                      <a16:colId xmlns:a16="http://schemas.microsoft.com/office/drawing/2014/main" val="1937369831"/>
                    </a:ext>
                  </a:extLst>
                </a:gridCol>
                <a:gridCol w="320313">
                  <a:extLst>
                    <a:ext uri="{9D8B030D-6E8A-4147-A177-3AD203B41FA5}">
                      <a16:colId xmlns:a16="http://schemas.microsoft.com/office/drawing/2014/main" val="747813118"/>
                    </a:ext>
                  </a:extLst>
                </a:gridCol>
                <a:gridCol w="320313">
                  <a:extLst>
                    <a:ext uri="{9D8B030D-6E8A-4147-A177-3AD203B41FA5}">
                      <a16:colId xmlns:a16="http://schemas.microsoft.com/office/drawing/2014/main" val="416731006"/>
                    </a:ext>
                  </a:extLst>
                </a:gridCol>
                <a:gridCol w="320313">
                  <a:extLst>
                    <a:ext uri="{9D8B030D-6E8A-4147-A177-3AD203B41FA5}">
                      <a16:colId xmlns:a16="http://schemas.microsoft.com/office/drawing/2014/main" val="4062622099"/>
                    </a:ext>
                  </a:extLst>
                </a:gridCol>
                <a:gridCol w="320313">
                  <a:extLst>
                    <a:ext uri="{9D8B030D-6E8A-4147-A177-3AD203B41FA5}">
                      <a16:colId xmlns:a16="http://schemas.microsoft.com/office/drawing/2014/main" val="3794202418"/>
                    </a:ext>
                  </a:extLst>
                </a:gridCol>
                <a:gridCol w="32031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‘hE0~’hE7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15 [11:0] ~ PORT8_LOCAL_RW_DATA 15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9" name="TextBox 28">
            <a:extLst>
              <a:ext uri="{FF2B5EF4-FFF2-40B4-BE49-F238E27FC236}">
                <a16:creationId xmlns:a16="http://schemas.microsoft.com/office/drawing/2014/main" id="{8488BFBE-C57D-42A5-3C9E-D8AC9BD0B3DB}"/>
              </a:ext>
            </a:extLst>
          </p:cNvPr>
          <p:cNvSpPr txBox="1"/>
          <p:nvPr/>
        </p:nvSpPr>
        <p:spPr>
          <a:xfrm>
            <a:off x="395553" y="487849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16 ~ PORT8 LOCAL RW DATA 16</a:t>
            </a:r>
          </a:p>
        </p:txBody>
      </p:sp>
      <p:graphicFrame>
        <p:nvGraphicFramePr>
          <p:cNvPr id="30" name="표 29">
            <a:extLst>
              <a:ext uri="{FF2B5EF4-FFF2-40B4-BE49-F238E27FC236}">
                <a16:creationId xmlns:a16="http://schemas.microsoft.com/office/drawing/2014/main" id="{787AB606-C880-B2E8-EF71-9F729253D63B}"/>
              </a:ext>
            </a:extLst>
          </p:cNvPr>
          <p:cNvGraphicFramePr>
            <a:graphicFrameLocks noGrp="1"/>
          </p:cNvGraphicFramePr>
          <p:nvPr>
            <p:extLst>
              <p:ext uri="{D42A27DB-BD31-4B8C-83A1-F6EECF244321}">
                <p14:modId xmlns:p14="http://schemas.microsoft.com/office/powerpoint/2010/main" val="2711655313"/>
              </p:ext>
            </p:extLst>
          </p:nvPr>
        </p:nvGraphicFramePr>
        <p:xfrm>
          <a:off x="399782" y="5152010"/>
          <a:ext cx="6047998" cy="372600"/>
        </p:xfrm>
        <a:graphic>
          <a:graphicData uri="http://schemas.openxmlformats.org/drawingml/2006/table">
            <a:tbl>
              <a:tblPr firstRow="1" bandRow="1">
                <a:tableStyleId>{5C22544A-7EE6-4342-B048-85BDC9FD1C3A}</a:tableStyleId>
              </a:tblPr>
              <a:tblGrid>
                <a:gridCol w="508087">
                  <a:extLst>
                    <a:ext uri="{9D8B030D-6E8A-4147-A177-3AD203B41FA5}">
                      <a16:colId xmlns:a16="http://schemas.microsoft.com/office/drawing/2014/main" val="3358603807"/>
                    </a:ext>
                  </a:extLst>
                </a:gridCol>
                <a:gridCol w="416231">
                  <a:extLst>
                    <a:ext uri="{9D8B030D-6E8A-4147-A177-3AD203B41FA5}">
                      <a16:colId xmlns:a16="http://schemas.microsoft.com/office/drawing/2014/main" val="2844922634"/>
                    </a:ext>
                  </a:extLst>
                </a:gridCol>
                <a:gridCol w="320230">
                  <a:extLst>
                    <a:ext uri="{9D8B030D-6E8A-4147-A177-3AD203B41FA5}">
                      <a16:colId xmlns:a16="http://schemas.microsoft.com/office/drawing/2014/main" val="4293411712"/>
                    </a:ext>
                  </a:extLst>
                </a:gridCol>
                <a:gridCol w="320230">
                  <a:extLst>
                    <a:ext uri="{9D8B030D-6E8A-4147-A177-3AD203B41FA5}">
                      <a16:colId xmlns:a16="http://schemas.microsoft.com/office/drawing/2014/main" val="657570846"/>
                    </a:ext>
                  </a:extLst>
                </a:gridCol>
                <a:gridCol w="320230">
                  <a:extLst>
                    <a:ext uri="{9D8B030D-6E8A-4147-A177-3AD203B41FA5}">
                      <a16:colId xmlns:a16="http://schemas.microsoft.com/office/drawing/2014/main" val="3259894497"/>
                    </a:ext>
                  </a:extLst>
                </a:gridCol>
                <a:gridCol w="320230">
                  <a:extLst>
                    <a:ext uri="{9D8B030D-6E8A-4147-A177-3AD203B41FA5}">
                      <a16:colId xmlns:a16="http://schemas.microsoft.com/office/drawing/2014/main" val="4170535043"/>
                    </a:ext>
                  </a:extLst>
                </a:gridCol>
                <a:gridCol w="320230">
                  <a:extLst>
                    <a:ext uri="{9D8B030D-6E8A-4147-A177-3AD203B41FA5}">
                      <a16:colId xmlns:a16="http://schemas.microsoft.com/office/drawing/2014/main" val="2079070694"/>
                    </a:ext>
                  </a:extLst>
                </a:gridCol>
                <a:gridCol w="320230">
                  <a:extLst>
                    <a:ext uri="{9D8B030D-6E8A-4147-A177-3AD203B41FA5}">
                      <a16:colId xmlns:a16="http://schemas.microsoft.com/office/drawing/2014/main" val="4213315911"/>
                    </a:ext>
                  </a:extLst>
                </a:gridCol>
                <a:gridCol w="320230">
                  <a:extLst>
                    <a:ext uri="{9D8B030D-6E8A-4147-A177-3AD203B41FA5}">
                      <a16:colId xmlns:a16="http://schemas.microsoft.com/office/drawing/2014/main" val="2769999950"/>
                    </a:ext>
                  </a:extLst>
                </a:gridCol>
                <a:gridCol w="320230">
                  <a:extLst>
                    <a:ext uri="{9D8B030D-6E8A-4147-A177-3AD203B41FA5}">
                      <a16:colId xmlns:a16="http://schemas.microsoft.com/office/drawing/2014/main" val="135637185"/>
                    </a:ext>
                  </a:extLst>
                </a:gridCol>
                <a:gridCol w="320230">
                  <a:extLst>
                    <a:ext uri="{9D8B030D-6E8A-4147-A177-3AD203B41FA5}">
                      <a16:colId xmlns:a16="http://schemas.microsoft.com/office/drawing/2014/main" val="3038050475"/>
                    </a:ext>
                  </a:extLst>
                </a:gridCol>
                <a:gridCol w="320230">
                  <a:extLst>
                    <a:ext uri="{9D8B030D-6E8A-4147-A177-3AD203B41FA5}">
                      <a16:colId xmlns:a16="http://schemas.microsoft.com/office/drawing/2014/main" val="1979433044"/>
                    </a:ext>
                  </a:extLst>
                </a:gridCol>
                <a:gridCol w="320230">
                  <a:extLst>
                    <a:ext uri="{9D8B030D-6E8A-4147-A177-3AD203B41FA5}">
                      <a16:colId xmlns:a16="http://schemas.microsoft.com/office/drawing/2014/main" val="1937369831"/>
                    </a:ext>
                  </a:extLst>
                </a:gridCol>
                <a:gridCol w="320230">
                  <a:extLst>
                    <a:ext uri="{9D8B030D-6E8A-4147-A177-3AD203B41FA5}">
                      <a16:colId xmlns:a16="http://schemas.microsoft.com/office/drawing/2014/main" val="747813118"/>
                    </a:ext>
                  </a:extLst>
                </a:gridCol>
                <a:gridCol w="320230">
                  <a:extLst>
                    <a:ext uri="{9D8B030D-6E8A-4147-A177-3AD203B41FA5}">
                      <a16:colId xmlns:a16="http://schemas.microsoft.com/office/drawing/2014/main" val="416731006"/>
                    </a:ext>
                  </a:extLst>
                </a:gridCol>
                <a:gridCol w="320230">
                  <a:extLst>
                    <a:ext uri="{9D8B030D-6E8A-4147-A177-3AD203B41FA5}">
                      <a16:colId xmlns:a16="http://schemas.microsoft.com/office/drawing/2014/main" val="4062622099"/>
                    </a:ext>
                  </a:extLst>
                </a:gridCol>
                <a:gridCol w="320230">
                  <a:extLst>
                    <a:ext uri="{9D8B030D-6E8A-4147-A177-3AD203B41FA5}">
                      <a16:colId xmlns:a16="http://schemas.microsoft.com/office/drawing/2014/main" val="3794202418"/>
                    </a:ext>
                  </a:extLst>
                </a:gridCol>
                <a:gridCol w="32023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‘hE8~’hEF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16 [11:0] ~ PORT8_LOCAL_RW_DATA 16[11:0]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67BD09F4-990D-CC41-4D2E-C2300383BF9F}"/>
              </a:ext>
            </a:extLst>
          </p:cNvPr>
          <p:cNvSpPr txBox="1"/>
          <p:nvPr/>
        </p:nvSpPr>
        <p:spPr>
          <a:xfrm>
            <a:off x="395553"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11 ~ PORT8 LOCAL RW DATA 11</a:t>
            </a:r>
          </a:p>
        </p:txBody>
      </p:sp>
      <p:graphicFrame>
        <p:nvGraphicFramePr>
          <p:cNvPr id="10" name="표 9">
            <a:extLst>
              <a:ext uri="{FF2B5EF4-FFF2-40B4-BE49-F238E27FC236}">
                <a16:creationId xmlns:a16="http://schemas.microsoft.com/office/drawing/2014/main" id="{D48E398D-0C33-A525-17F4-AE657CBABC74}"/>
              </a:ext>
            </a:extLst>
          </p:cNvPr>
          <p:cNvGraphicFramePr>
            <a:graphicFrameLocks noGrp="1"/>
          </p:cNvGraphicFramePr>
          <p:nvPr>
            <p:extLst>
              <p:ext uri="{D42A27DB-BD31-4B8C-83A1-F6EECF244321}">
                <p14:modId xmlns:p14="http://schemas.microsoft.com/office/powerpoint/2010/main" val="3724341496"/>
              </p:ext>
            </p:extLst>
          </p:nvPr>
        </p:nvGraphicFramePr>
        <p:xfrm>
          <a:off x="399787" y="1116282"/>
          <a:ext cx="6047992" cy="372600"/>
        </p:xfrm>
        <a:graphic>
          <a:graphicData uri="http://schemas.openxmlformats.org/drawingml/2006/table">
            <a:tbl>
              <a:tblPr firstRow="1" bandRow="1">
                <a:tableStyleId>{5C22544A-7EE6-4342-B048-85BDC9FD1C3A}</a:tableStyleId>
              </a:tblPr>
              <a:tblGrid>
                <a:gridCol w="503791">
                  <a:extLst>
                    <a:ext uri="{9D8B030D-6E8A-4147-A177-3AD203B41FA5}">
                      <a16:colId xmlns:a16="http://schemas.microsoft.com/office/drawing/2014/main" val="3358603807"/>
                    </a:ext>
                  </a:extLst>
                </a:gridCol>
                <a:gridCol w="416553">
                  <a:extLst>
                    <a:ext uri="{9D8B030D-6E8A-4147-A177-3AD203B41FA5}">
                      <a16:colId xmlns:a16="http://schemas.microsoft.com/office/drawing/2014/main" val="2844922634"/>
                    </a:ext>
                  </a:extLst>
                </a:gridCol>
                <a:gridCol w="320478">
                  <a:extLst>
                    <a:ext uri="{9D8B030D-6E8A-4147-A177-3AD203B41FA5}">
                      <a16:colId xmlns:a16="http://schemas.microsoft.com/office/drawing/2014/main" val="4293411712"/>
                    </a:ext>
                  </a:extLst>
                </a:gridCol>
                <a:gridCol w="320478">
                  <a:extLst>
                    <a:ext uri="{9D8B030D-6E8A-4147-A177-3AD203B41FA5}">
                      <a16:colId xmlns:a16="http://schemas.microsoft.com/office/drawing/2014/main" val="657570846"/>
                    </a:ext>
                  </a:extLst>
                </a:gridCol>
                <a:gridCol w="320478">
                  <a:extLst>
                    <a:ext uri="{9D8B030D-6E8A-4147-A177-3AD203B41FA5}">
                      <a16:colId xmlns:a16="http://schemas.microsoft.com/office/drawing/2014/main" val="3259894497"/>
                    </a:ext>
                  </a:extLst>
                </a:gridCol>
                <a:gridCol w="320478">
                  <a:extLst>
                    <a:ext uri="{9D8B030D-6E8A-4147-A177-3AD203B41FA5}">
                      <a16:colId xmlns:a16="http://schemas.microsoft.com/office/drawing/2014/main" val="4170535043"/>
                    </a:ext>
                  </a:extLst>
                </a:gridCol>
                <a:gridCol w="320478">
                  <a:extLst>
                    <a:ext uri="{9D8B030D-6E8A-4147-A177-3AD203B41FA5}">
                      <a16:colId xmlns:a16="http://schemas.microsoft.com/office/drawing/2014/main" val="2079070694"/>
                    </a:ext>
                  </a:extLst>
                </a:gridCol>
                <a:gridCol w="320478">
                  <a:extLst>
                    <a:ext uri="{9D8B030D-6E8A-4147-A177-3AD203B41FA5}">
                      <a16:colId xmlns:a16="http://schemas.microsoft.com/office/drawing/2014/main" val="4213315911"/>
                    </a:ext>
                  </a:extLst>
                </a:gridCol>
                <a:gridCol w="320478">
                  <a:extLst>
                    <a:ext uri="{9D8B030D-6E8A-4147-A177-3AD203B41FA5}">
                      <a16:colId xmlns:a16="http://schemas.microsoft.com/office/drawing/2014/main" val="2769999950"/>
                    </a:ext>
                  </a:extLst>
                </a:gridCol>
                <a:gridCol w="320478">
                  <a:extLst>
                    <a:ext uri="{9D8B030D-6E8A-4147-A177-3AD203B41FA5}">
                      <a16:colId xmlns:a16="http://schemas.microsoft.com/office/drawing/2014/main" val="135637185"/>
                    </a:ext>
                  </a:extLst>
                </a:gridCol>
                <a:gridCol w="320478">
                  <a:extLst>
                    <a:ext uri="{9D8B030D-6E8A-4147-A177-3AD203B41FA5}">
                      <a16:colId xmlns:a16="http://schemas.microsoft.com/office/drawing/2014/main" val="3038050475"/>
                    </a:ext>
                  </a:extLst>
                </a:gridCol>
                <a:gridCol w="320478">
                  <a:extLst>
                    <a:ext uri="{9D8B030D-6E8A-4147-A177-3AD203B41FA5}">
                      <a16:colId xmlns:a16="http://schemas.microsoft.com/office/drawing/2014/main" val="1979433044"/>
                    </a:ext>
                  </a:extLst>
                </a:gridCol>
                <a:gridCol w="320478">
                  <a:extLst>
                    <a:ext uri="{9D8B030D-6E8A-4147-A177-3AD203B41FA5}">
                      <a16:colId xmlns:a16="http://schemas.microsoft.com/office/drawing/2014/main" val="1937369831"/>
                    </a:ext>
                  </a:extLst>
                </a:gridCol>
                <a:gridCol w="320478">
                  <a:extLst>
                    <a:ext uri="{9D8B030D-6E8A-4147-A177-3AD203B41FA5}">
                      <a16:colId xmlns:a16="http://schemas.microsoft.com/office/drawing/2014/main" val="747813118"/>
                    </a:ext>
                  </a:extLst>
                </a:gridCol>
                <a:gridCol w="320478">
                  <a:extLst>
                    <a:ext uri="{9D8B030D-6E8A-4147-A177-3AD203B41FA5}">
                      <a16:colId xmlns:a16="http://schemas.microsoft.com/office/drawing/2014/main" val="416731006"/>
                    </a:ext>
                  </a:extLst>
                </a:gridCol>
                <a:gridCol w="320478">
                  <a:extLst>
                    <a:ext uri="{9D8B030D-6E8A-4147-A177-3AD203B41FA5}">
                      <a16:colId xmlns:a16="http://schemas.microsoft.com/office/drawing/2014/main" val="4062622099"/>
                    </a:ext>
                  </a:extLst>
                </a:gridCol>
                <a:gridCol w="320478">
                  <a:extLst>
                    <a:ext uri="{9D8B030D-6E8A-4147-A177-3AD203B41FA5}">
                      <a16:colId xmlns:a16="http://schemas.microsoft.com/office/drawing/2014/main" val="3794202418"/>
                    </a:ext>
                  </a:extLst>
                </a:gridCol>
                <a:gridCol w="32047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‘hC0~’hC7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11 [11:0] ~ PORT8_LOCAL_RW_DATA 11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C965153F-5BB0-3991-A057-E064B1978910}"/>
              </a:ext>
            </a:extLst>
          </p:cNvPr>
          <p:cNvGraphicFramePr>
            <a:graphicFrameLocks noGrp="1"/>
          </p:cNvGraphicFramePr>
          <p:nvPr>
            <p:extLst>
              <p:ext uri="{D42A27DB-BD31-4B8C-83A1-F6EECF244321}">
                <p14:modId xmlns:p14="http://schemas.microsoft.com/office/powerpoint/2010/main" val="3830961225"/>
              </p:ext>
            </p:extLst>
          </p:nvPr>
        </p:nvGraphicFramePr>
        <p:xfrm>
          <a:off x="395553" y="5522862"/>
          <a:ext cx="6048000" cy="3269520"/>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PORT</a:t>
                      </a:r>
                      <a:r>
                        <a:rPr kumimoji="0" lang="en-US" altLang="ko-KR" sz="900" b="0" i="0" u="none" strike="noStrike" kern="1200" cap="none" spc="0" normalizeH="0" baseline="-2500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_LOCAL_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RW_DATA</a:t>
                      </a:r>
                      <a:r>
                        <a:rPr kumimoji="0" lang="en-US" altLang="ko-KR" sz="900" b="0" i="0" u="none" strike="noStrike" kern="1200" cap="none" spc="0" normalizeH="0" baseline="-2500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Y</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registers are used to contain the data to be written/read to/from the XD12R drivers daisied to each channel for accessing the XD12 drivers’ registers.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These registers should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be written before executing the relevant commands, the local-reading or local-writing command.</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needs to be careful to use that these registers are differently mapped according to the CH_SEG [1:0] of the LOCAL WRITE/READ COMMAND registers</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CH_SEG = 2’b00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PORT1 to PORT8 are mapped to the channel 1 to 8 in order.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CH_SEG = 2’b01 : PORT1 to PORT8 are mapped to the channel 9 to 16 in order.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CH_SEG = 2’b10 : PORT1 to PORT8 are mapped to the channel 17 to 24 in order.</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data order to be transferred to the XD12R drivers daisied in a channel</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to the 1</a:t>
                      </a:r>
                      <a:r>
                        <a:rPr kumimoji="0" lang="en-US" altLang="ko-KR" sz="900" b="0" i="0" u="none" strike="noStrike" kern="12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st</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driver,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2</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to the 2</a:t>
                      </a:r>
                      <a:r>
                        <a:rPr kumimoji="0" lang="en-US" altLang="ko-KR" sz="900" b="0" i="0" u="none" strike="noStrike" kern="12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nd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driver, …..</a:t>
                      </a:r>
                      <a:endPar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data order to be received from the XD12R drivers daisied in a channel</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from the last driver,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2</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from the (last -1) driver, …..</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Refer to the Fig 15. for detail.</a:t>
                      </a:r>
                      <a:endPar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Tree>
    <p:extLst>
      <p:ext uri="{BB962C8B-B14F-4D97-AF65-F5344CB8AC3E}">
        <p14:creationId xmlns:p14="http://schemas.microsoft.com/office/powerpoint/2010/main" val="7233546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7D043-F78D-0F9E-E3B9-BCF900574BD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6B224D4-2336-3CB6-F911-C07F0DF5BF2F}"/>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71BBE14-1AE0-D9C3-2F3A-7B2F71BA3F2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F373B41-0CC2-D8DD-734D-0714E22DBA1C}"/>
              </a:ext>
            </a:extLst>
          </p:cNvPr>
          <p:cNvSpPr txBox="1"/>
          <p:nvPr/>
        </p:nvSpPr>
        <p:spPr>
          <a:xfrm>
            <a:off x="404086" y="678355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WRITE</a:t>
            </a:r>
          </a:p>
        </p:txBody>
      </p:sp>
      <p:sp>
        <p:nvSpPr>
          <p:cNvPr id="8" name="TextBox 7">
            <a:extLst>
              <a:ext uri="{FF2B5EF4-FFF2-40B4-BE49-F238E27FC236}">
                <a16:creationId xmlns:a16="http://schemas.microsoft.com/office/drawing/2014/main" id="{26AE417B-D210-4793-E778-24F3D00B7091}"/>
              </a:ext>
            </a:extLst>
          </p:cNvPr>
          <p:cNvSpPr txBox="1"/>
          <p:nvPr/>
        </p:nvSpPr>
        <p:spPr>
          <a:xfrm>
            <a:off x="404086" y="109994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TEST CONTROL</a:t>
            </a:r>
          </a:p>
        </p:txBody>
      </p:sp>
      <p:graphicFrame>
        <p:nvGraphicFramePr>
          <p:cNvPr id="11" name="표 10">
            <a:extLst>
              <a:ext uri="{FF2B5EF4-FFF2-40B4-BE49-F238E27FC236}">
                <a16:creationId xmlns:a16="http://schemas.microsoft.com/office/drawing/2014/main" id="{FB5B8A32-BB64-0721-054E-8D3FEFB869C9}"/>
              </a:ext>
            </a:extLst>
          </p:cNvPr>
          <p:cNvGraphicFramePr>
            <a:graphicFrameLocks noGrp="1"/>
          </p:cNvGraphicFramePr>
          <p:nvPr>
            <p:extLst>
              <p:ext uri="{D42A27DB-BD31-4B8C-83A1-F6EECF244321}">
                <p14:modId xmlns:p14="http://schemas.microsoft.com/office/powerpoint/2010/main" val="1116492455"/>
              </p:ext>
            </p:extLst>
          </p:nvPr>
        </p:nvGraphicFramePr>
        <p:xfrm>
          <a:off x="404085" y="1863320"/>
          <a:ext cx="6178341" cy="3362040"/>
        </p:xfrm>
        <a:graphic>
          <a:graphicData uri="http://schemas.openxmlformats.org/drawingml/2006/table">
            <a:tbl>
              <a:tblPr firstRow="1" bandRow="1">
                <a:tableStyleId>{5C22544A-7EE6-4342-B048-85BDC9FD1C3A}</a:tableStyleId>
              </a:tblPr>
              <a:tblGrid>
                <a:gridCol w="437523">
                  <a:extLst>
                    <a:ext uri="{9D8B030D-6E8A-4147-A177-3AD203B41FA5}">
                      <a16:colId xmlns:a16="http://schemas.microsoft.com/office/drawing/2014/main" val="4170535043"/>
                    </a:ext>
                  </a:extLst>
                </a:gridCol>
                <a:gridCol w="1109132">
                  <a:extLst>
                    <a:ext uri="{9D8B030D-6E8A-4147-A177-3AD203B41FA5}">
                      <a16:colId xmlns:a16="http://schemas.microsoft.com/office/drawing/2014/main" val="2079070694"/>
                    </a:ext>
                  </a:extLst>
                </a:gridCol>
                <a:gridCol w="4631686">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545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TEST_EN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Used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7908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ADDR_EXT</a:t>
                      </a:r>
                      <a:endParaRPr lang="ko-KR" altLang="en-US"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is for use extension register address group2.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4327580"/>
                  </a:ext>
                </a:extLst>
              </a:tr>
              <a:tr h="17130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DACO3_DIRECT</a:t>
                      </a:r>
                      <a:endParaRPr lang="en-US" altLang="ko-KR" sz="900" b="0" i="0" u="none" strike="noStrike" dirty="0">
                        <a:solidFill>
                          <a:srgbClr val="0000FF"/>
                        </a:solidFill>
                        <a:effectLst/>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TEST_EN=1 and DACO3_DIRECT=1, then the written value of the CURR_TGT_DAC3 will be immediately out to an analog DAC3 module without any synchronization.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012209"/>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DACO2_DIRECT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If TEST_EN=1 and DACO2_DIRECT=1, then the written value of the CURR_TGT_DAC2 will be immediately out to an analog DAC3 module without any synchronization.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8119102"/>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DACO1_DIRECT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If TEST_EN=1 and DACO1_DIRECT=1, then the written value of the CURR_TGT_DAC1 will be immediately out to an analog DAC3 module without any synchronization.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0288744"/>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MCLK1_O</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TEST_EN=1 and MCLK1_O=1 and MCLK32_O=0, then the internal OSC clock will be driven on pin SCLK. If SPREAD_EN is set, then the spread clock of internal OSC will be driven.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8057749"/>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MCLK_SEL</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select OSC clock source for SVO9 out for TEST_EN=1.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5295203"/>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MCLK64_O</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TEST_EN=1 and MCLK1_O=0 and MCLK64_O=1, then the clock which divides the internal OSC into 64 will be driven on pin SVO9. This is used to trim the internal OSC, 25MHz, so it is careful that SPREAD_EN should be disabled on trimming so that the internal OSC clock can be trimmed to exact 25MHz without any jitters.</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5442061"/>
                  </a:ext>
                </a:extLst>
              </a:tr>
            </a:tbl>
          </a:graphicData>
        </a:graphic>
      </p:graphicFrame>
      <p:graphicFrame>
        <p:nvGraphicFramePr>
          <p:cNvPr id="4" name="표 3">
            <a:extLst>
              <a:ext uri="{FF2B5EF4-FFF2-40B4-BE49-F238E27FC236}">
                <a16:creationId xmlns:a16="http://schemas.microsoft.com/office/drawing/2014/main" id="{74CEFBFF-D416-0505-8493-9169B947B17A}"/>
              </a:ext>
            </a:extLst>
          </p:cNvPr>
          <p:cNvGraphicFramePr>
            <a:graphicFrameLocks noGrp="1"/>
          </p:cNvGraphicFramePr>
          <p:nvPr/>
        </p:nvGraphicFramePr>
        <p:xfrm>
          <a:off x="395060" y="7636659"/>
          <a:ext cx="6048000" cy="944640"/>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write done flag register, need to be set after OTP program.</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OTP_RD[1:0]</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read margin check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45226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OTP_WSEL</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write current strength control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382221"/>
                  </a:ext>
                </a:extLst>
              </a:tr>
            </a:tbl>
          </a:graphicData>
        </a:graphic>
      </p:graphicFrame>
      <p:graphicFrame>
        <p:nvGraphicFramePr>
          <p:cNvPr id="14" name="표 13">
            <a:extLst>
              <a:ext uri="{FF2B5EF4-FFF2-40B4-BE49-F238E27FC236}">
                <a16:creationId xmlns:a16="http://schemas.microsoft.com/office/drawing/2014/main" id="{2E11DB15-35E8-99C4-B8C9-68F83C117619}"/>
              </a:ext>
            </a:extLst>
          </p:cNvPr>
          <p:cNvGraphicFramePr>
            <a:graphicFrameLocks noGrp="1"/>
          </p:cNvGraphicFramePr>
          <p:nvPr/>
        </p:nvGraphicFramePr>
        <p:xfrm>
          <a:off x="404086" y="1370474"/>
          <a:ext cx="6048000" cy="479280"/>
        </p:xfrm>
        <a:graphic>
          <a:graphicData uri="http://schemas.openxmlformats.org/drawingml/2006/table">
            <a:tbl>
              <a:tblPr firstRow="1" bandRow="1">
                <a:tableStyleId>{5C22544A-7EE6-4342-B048-85BDC9FD1C3A}</a:tableStyleId>
              </a:tblPr>
              <a:tblGrid>
                <a:gridCol w="316013">
                  <a:extLst>
                    <a:ext uri="{9D8B030D-6E8A-4147-A177-3AD203B41FA5}">
                      <a16:colId xmlns:a16="http://schemas.microsoft.com/office/drawing/2014/main" val="3358603807"/>
                    </a:ext>
                  </a:extLst>
                </a:gridCol>
                <a:gridCol w="423806">
                  <a:extLst>
                    <a:ext uri="{9D8B030D-6E8A-4147-A177-3AD203B41FA5}">
                      <a16:colId xmlns:a16="http://schemas.microsoft.com/office/drawing/2014/main" val="2844922634"/>
                    </a:ext>
                  </a:extLst>
                </a:gridCol>
                <a:gridCol w="357235">
                  <a:extLst>
                    <a:ext uri="{9D8B030D-6E8A-4147-A177-3AD203B41FA5}">
                      <a16:colId xmlns:a16="http://schemas.microsoft.com/office/drawing/2014/main" val="4293411712"/>
                    </a:ext>
                  </a:extLst>
                </a:gridCol>
                <a:gridCol w="410210">
                  <a:extLst>
                    <a:ext uri="{9D8B030D-6E8A-4147-A177-3AD203B41FA5}">
                      <a16:colId xmlns:a16="http://schemas.microsoft.com/office/drawing/2014/main" val="657570846"/>
                    </a:ext>
                  </a:extLst>
                </a:gridCol>
                <a:gridCol w="255612">
                  <a:extLst>
                    <a:ext uri="{9D8B030D-6E8A-4147-A177-3AD203B41FA5}">
                      <a16:colId xmlns:a16="http://schemas.microsoft.com/office/drawing/2014/main" val="3259894497"/>
                    </a:ext>
                  </a:extLst>
                </a:gridCol>
                <a:gridCol w="255612">
                  <a:extLst>
                    <a:ext uri="{9D8B030D-6E8A-4147-A177-3AD203B41FA5}">
                      <a16:colId xmlns:a16="http://schemas.microsoft.com/office/drawing/2014/main" val="4170535043"/>
                    </a:ext>
                  </a:extLst>
                </a:gridCol>
                <a:gridCol w="255612">
                  <a:extLst>
                    <a:ext uri="{9D8B030D-6E8A-4147-A177-3AD203B41FA5}">
                      <a16:colId xmlns:a16="http://schemas.microsoft.com/office/drawing/2014/main" val="2079070694"/>
                    </a:ext>
                  </a:extLst>
                </a:gridCol>
                <a:gridCol w="455588">
                  <a:extLst>
                    <a:ext uri="{9D8B030D-6E8A-4147-A177-3AD203B41FA5}">
                      <a16:colId xmlns:a16="http://schemas.microsoft.com/office/drawing/2014/main" val="4213315911"/>
                    </a:ext>
                  </a:extLst>
                </a:gridCol>
                <a:gridCol w="455588">
                  <a:extLst>
                    <a:ext uri="{9D8B030D-6E8A-4147-A177-3AD203B41FA5}">
                      <a16:colId xmlns:a16="http://schemas.microsoft.com/office/drawing/2014/main" val="2769999950"/>
                    </a:ext>
                  </a:extLst>
                </a:gridCol>
                <a:gridCol w="455588">
                  <a:extLst>
                    <a:ext uri="{9D8B030D-6E8A-4147-A177-3AD203B41FA5}">
                      <a16:colId xmlns:a16="http://schemas.microsoft.com/office/drawing/2014/main" val="135637185"/>
                    </a:ext>
                  </a:extLst>
                </a:gridCol>
                <a:gridCol w="204364">
                  <a:extLst>
                    <a:ext uri="{9D8B030D-6E8A-4147-A177-3AD203B41FA5}">
                      <a16:colId xmlns:a16="http://schemas.microsoft.com/office/drawing/2014/main" val="3038050475"/>
                    </a:ext>
                  </a:extLst>
                </a:gridCol>
                <a:gridCol w="229764">
                  <a:extLst>
                    <a:ext uri="{9D8B030D-6E8A-4147-A177-3AD203B41FA5}">
                      <a16:colId xmlns:a16="http://schemas.microsoft.com/office/drawing/2014/main" val="1979433044"/>
                    </a:ext>
                  </a:extLst>
                </a:gridCol>
                <a:gridCol w="229764">
                  <a:extLst>
                    <a:ext uri="{9D8B030D-6E8A-4147-A177-3AD203B41FA5}">
                      <a16:colId xmlns:a16="http://schemas.microsoft.com/office/drawing/2014/main" val="1937369831"/>
                    </a:ext>
                  </a:extLst>
                </a:gridCol>
                <a:gridCol w="510992">
                  <a:extLst>
                    <a:ext uri="{9D8B030D-6E8A-4147-A177-3AD203B41FA5}">
                      <a16:colId xmlns:a16="http://schemas.microsoft.com/office/drawing/2014/main" val="747813118"/>
                    </a:ext>
                  </a:extLst>
                </a:gridCol>
                <a:gridCol w="209483">
                  <a:extLst>
                    <a:ext uri="{9D8B030D-6E8A-4147-A177-3AD203B41FA5}">
                      <a16:colId xmlns:a16="http://schemas.microsoft.com/office/drawing/2014/main" val="416731006"/>
                    </a:ext>
                  </a:extLst>
                </a:gridCol>
                <a:gridCol w="209483">
                  <a:extLst>
                    <a:ext uri="{9D8B030D-6E8A-4147-A177-3AD203B41FA5}">
                      <a16:colId xmlns:a16="http://schemas.microsoft.com/office/drawing/2014/main" val="4062622099"/>
                    </a:ext>
                  </a:extLst>
                </a:gridCol>
                <a:gridCol w="406643">
                  <a:extLst>
                    <a:ext uri="{9D8B030D-6E8A-4147-A177-3AD203B41FA5}">
                      <a16:colId xmlns:a16="http://schemas.microsoft.com/office/drawing/2014/main" val="3794202418"/>
                    </a:ext>
                  </a:extLst>
                </a:gridCol>
                <a:gridCol w="40664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TEST_EN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ADDR_EXT</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DACO3_DIRECT</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DACO2_DIRECT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DACO1_DIRECT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MCLK1_O</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MCLK_SEL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MCLK64_O</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A324F9E7-C0C9-7C41-DA27-876DB62B74E4}"/>
              </a:ext>
            </a:extLst>
          </p:cNvPr>
          <p:cNvGraphicFramePr>
            <a:graphicFrameLocks noGrp="1"/>
          </p:cNvGraphicFramePr>
          <p:nvPr/>
        </p:nvGraphicFramePr>
        <p:xfrm>
          <a:off x="404086" y="7050699"/>
          <a:ext cx="6048002" cy="58596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OTP_PG_DONE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OTP_RD[1:0]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OTP_WSEL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7" name="TextBox 6">
            <a:extLst>
              <a:ext uri="{FF2B5EF4-FFF2-40B4-BE49-F238E27FC236}">
                <a16:creationId xmlns:a16="http://schemas.microsoft.com/office/drawing/2014/main" id="{B30061C2-984B-8988-FF9F-389662D29E10}"/>
              </a:ext>
            </a:extLst>
          </p:cNvPr>
          <p:cNvSpPr txBox="1"/>
          <p:nvPr/>
        </p:nvSpPr>
        <p:spPr>
          <a:xfrm>
            <a:off x="404086" y="534672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PG ACCESS</a:t>
            </a:r>
          </a:p>
        </p:txBody>
      </p:sp>
      <p:graphicFrame>
        <p:nvGraphicFramePr>
          <p:cNvPr id="10" name="표 9">
            <a:extLst>
              <a:ext uri="{FF2B5EF4-FFF2-40B4-BE49-F238E27FC236}">
                <a16:creationId xmlns:a16="http://schemas.microsoft.com/office/drawing/2014/main" id="{EA826F4F-5EA7-10A9-6D57-AFFBE30E2CA1}"/>
              </a:ext>
            </a:extLst>
          </p:cNvPr>
          <p:cNvGraphicFramePr>
            <a:graphicFrameLocks noGrp="1"/>
          </p:cNvGraphicFramePr>
          <p:nvPr/>
        </p:nvGraphicFramePr>
        <p:xfrm>
          <a:off x="404087" y="5994356"/>
          <a:ext cx="6047999" cy="52632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OTP_PG_ACC_CYCLE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2" name="표 11">
            <a:extLst>
              <a:ext uri="{FF2B5EF4-FFF2-40B4-BE49-F238E27FC236}">
                <a16:creationId xmlns:a16="http://schemas.microsoft.com/office/drawing/2014/main" id="{D2F4FEB0-41C3-8B63-D8B7-1324DB72921F}"/>
              </a:ext>
            </a:extLst>
          </p:cNvPr>
          <p:cNvGraphicFramePr>
            <a:graphicFrameLocks noGrp="1"/>
          </p:cNvGraphicFramePr>
          <p:nvPr/>
        </p:nvGraphicFramePr>
        <p:xfrm>
          <a:off x="404086" y="5617256"/>
          <a:ext cx="6048000" cy="372600"/>
        </p:xfrm>
        <a:graphic>
          <a:graphicData uri="http://schemas.openxmlformats.org/drawingml/2006/table">
            <a:tbl>
              <a:tblPr firstRow="1" bandRow="1">
                <a:tableStyleId>{5C22544A-7EE6-4342-B048-85BDC9FD1C3A}</a:tableStyleId>
              </a:tblPr>
              <a:tblGrid>
                <a:gridCol w="317320">
                  <a:extLst>
                    <a:ext uri="{9D8B030D-6E8A-4147-A177-3AD203B41FA5}">
                      <a16:colId xmlns:a16="http://schemas.microsoft.com/office/drawing/2014/main" val="3358603807"/>
                    </a:ext>
                  </a:extLst>
                </a:gridCol>
                <a:gridCol w="425560">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0x03FF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OTP_PG_ACC_CYCLE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11053526-C140-B636-6B6B-837CA63A54C0}"/>
              </a:ext>
            </a:extLst>
          </p:cNvPr>
          <p:cNvSpPr txBox="1"/>
          <p:nvPr/>
        </p:nvSpPr>
        <p:spPr>
          <a:xfrm>
            <a:off x="399058" y="655196"/>
            <a:ext cx="6044002" cy="261610"/>
          </a:xfrm>
          <a:prstGeom prst="rect">
            <a:avLst/>
          </a:prstGeom>
          <a:noFill/>
        </p:spPr>
        <p:txBody>
          <a:bodyPr wrap="square" lIns="0" rtlCol="0">
            <a:spAutoFit/>
          </a:bodyPr>
          <a:lstStyle/>
          <a:p>
            <a:r>
              <a:rPr lang="en-US" altLang="ko-KR" sz="1100" b="1" dirty="0">
                <a:solidFill>
                  <a:srgbClr val="FF0000"/>
                </a:solidFill>
                <a:latin typeface="Arial" panose="020B0604020202020204" pitchFamily="34" charset="0"/>
                <a:cs typeface="Arial" panose="020B0604020202020204" pitchFamily="34" charset="0"/>
              </a:rPr>
              <a:t>These registers can not go outside the Global Technologies.</a:t>
            </a:r>
          </a:p>
        </p:txBody>
      </p:sp>
      <p:sp>
        <p:nvSpPr>
          <p:cNvPr id="2" name="직사각형 1">
            <a:extLst>
              <a:ext uri="{FF2B5EF4-FFF2-40B4-BE49-F238E27FC236}">
                <a16:creationId xmlns:a16="http://schemas.microsoft.com/office/drawing/2014/main" id="{96AF818C-B56A-3CFB-0BD9-CF4B5386A157}"/>
              </a:ext>
            </a:extLst>
          </p:cNvPr>
          <p:cNvSpPr/>
          <p:nvPr/>
        </p:nvSpPr>
        <p:spPr>
          <a:xfrm>
            <a:off x="1889760" y="4759960"/>
            <a:ext cx="558800" cy="193040"/>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a:extLst>
              <a:ext uri="{FF2B5EF4-FFF2-40B4-BE49-F238E27FC236}">
                <a16:creationId xmlns:a16="http://schemas.microsoft.com/office/drawing/2014/main" id="{BCE916FF-382F-626D-B4DF-0B60B49A54C1}"/>
              </a:ext>
            </a:extLst>
          </p:cNvPr>
          <p:cNvSpPr txBox="1"/>
          <p:nvPr/>
        </p:nvSpPr>
        <p:spPr>
          <a:xfrm>
            <a:off x="1035039" y="4726279"/>
            <a:ext cx="854721" cy="253916"/>
          </a:xfrm>
          <a:prstGeom prst="rect">
            <a:avLst/>
          </a:prstGeom>
          <a:noFill/>
          <a:ln>
            <a:solidFill>
              <a:srgbClr val="0000FF"/>
            </a:solidFill>
          </a:ln>
        </p:spPr>
        <p:txBody>
          <a:bodyPr wrap="none" rtlCol="0">
            <a:spAutoFit/>
          </a:bodyPr>
          <a:lstStyle/>
          <a:p>
            <a:r>
              <a:rPr lang="en-US" altLang="ko-KR" sz="1050" dirty="0"/>
              <a:t>Trim 35MHz</a:t>
            </a:r>
            <a:endParaRPr lang="ko-KR" altLang="en-US" sz="1050" dirty="0"/>
          </a:p>
        </p:txBody>
      </p:sp>
      <p:sp>
        <p:nvSpPr>
          <p:cNvPr id="16" name="직사각형 15">
            <a:extLst>
              <a:ext uri="{FF2B5EF4-FFF2-40B4-BE49-F238E27FC236}">
                <a16:creationId xmlns:a16="http://schemas.microsoft.com/office/drawing/2014/main" id="{D8FD3CB4-B73F-25A0-62DE-CFC6AD48A048}"/>
              </a:ext>
            </a:extLst>
          </p:cNvPr>
          <p:cNvSpPr/>
          <p:nvPr/>
        </p:nvSpPr>
        <p:spPr>
          <a:xfrm>
            <a:off x="4089413" y="4880417"/>
            <a:ext cx="558800" cy="193040"/>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a:extLst>
              <a:ext uri="{FF2B5EF4-FFF2-40B4-BE49-F238E27FC236}">
                <a16:creationId xmlns:a16="http://schemas.microsoft.com/office/drawing/2014/main" id="{F8C63324-B29B-86BC-7A0D-2ECD20F9031C}"/>
              </a:ext>
            </a:extLst>
          </p:cNvPr>
          <p:cNvSpPr txBox="1"/>
          <p:nvPr/>
        </p:nvSpPr>
        <p:spPr>
          <a:xfrm>
            <a:off x="3941452" y="5142411"/>
            <a:ext cx="854721" cy="253916"/>
          </a:xfrm>
          <a:prstGeom prst="rect">
            <a:avLst/>
          </a:prstGeom>
          <a:noFill/>
          <a:ln>
            <a:solidFill>
              <a:srgbClr val="0000FF"/>
            </a:solidFill>
          </a:ln>
        </p:spPr>
        <p:txBody>
          <a:bodyPr wrap="none" rtlCol="0">
            <a:spAutoFit/>
          </a:bodyPr>
          <a:lstStyle/>
          <a:p>
            <a:r>
              <a:rPr lang="en-US" altLang="ko-KR" sz="1050" dirty="0"/>
              <a:t>Trim 35MHz</a:t>
            </a:r>
            <a:endParaRPr lang="ko-KR" altLang="en-US" sz="1050" dirty="0"/>
          </a:p>
        </p:txBody>
      </p:sp>
    </p:spTree>
    <p:extLst>
      <p:ext uri="{BB962C8B-B14F-4D97-AF65-F5344CB8AC3E}">
        <p14:creationId xmlns:p14="http://schemas.microsoft.com/office/powerpoint/2010/main" val="2902379113"/>
      </p:ext>
    </p:extLst>
  </p:cSld>
  <p:clrMapOvr>
    <a:masterClrMapping/>
  </p:clrMapOvr>
  <p:extLst>
    <p:ext uri="{6950BFC3-D8DA-4A85-94F7-54DA5524770B}">
      <p188:commentRel xmlns:p188="http://schemas.microsoft.com/office/powerpoint/2018/8/main" r:id="rId2"/>
    </p:ext>
  </p:extLs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8176F-A946-41D2-A7CB-87600E82D65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025AA2D6-7BAC-992B-4E0E-D8A327ABFBF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5D40DC0-20EA-307E-E8E4-119B814EA46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D9326E05-B3C7-1785-4F2C-99A5093735F2}"/>
              </a:ext>
            </a:extLst>
          </p:cNvPr>
          <p:cNvSpPr txBox="1"/>
          <p:nvPr/>
        </p:nvSpPr>
        <p:spPr>
          <a:xfrm>
            <a:off x="404086" y="35039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PROTECT</a:t>
            </a:r>
          </a:p>
        </p:txBody>
      </p:sp>
      <p:graphicFrame>
        <p:nvGraphicFramePr>
          <p:cNvPr id="9" name="표 8">
            <a:extLst>
              <a:ext uri="{FF2B5EF4-FFF2-40B4-BE49-F238E27FC236}">
                <a16:creationId xmlns:a16="http://schemas.microsoft.com/office/drawing/2014/main" id="{10811B49-42CE-624F-A4FE-F3457A0824AB}"/>
              </a:ext>
            </a:extLst>
          </p:cNvPr>
          <p:cNvGraphicFramePr>
            <a:graphicFrameLocks noGrp="1"/>
          </p:cNvGraphicFramePr>
          <p:nvPr>
            <p:extLst>
              <p:ext uri="{D42A27DB-BD31-4B8C-83A1-F6EECF244321}">
                <p14:modId xmlns:p14="http://schemas.microsoft.com/office/powerpoint/2010/main" val="2571830340"/>
              </p:ext>
            </p:extLst>
          </p:nvPr>
        </p:nvGraphicFramePr>
        <p:xfrm>
          <a:off x="404086" y="4142292"/>
          <a:ext cx="6048000" cy="937800"/>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008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PROTECT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the value, 0x05A5, is set, then the OTP access is protected.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the value, 0x0A5A is set, then the OTP access is allowed, and the OTP checksum function is disabled temporarily in this status so that all OTP MIRROR registers’ value can be changed without any limitation.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6" name="표 15">
            <a:extLst>
              <a:ext uri="{FF2B5EF4-FFF2-40B4-BE49-F238E27FC236}">
                <a16:creationId xmlns:a16="http://schemas.microsoft.com/office/drawing/2014/main" id="{894190D0-ED04-33B2-85BE-FFF1CFD046C0}"/>
              </a:ext>
            </a:extLst>
          </p:cNvPr>
          <p:cNvGraphicFramePr>
            <a:graphicFrameLocks noGrp="1"/>
          </p:cNvGraphicFramePr>
          <p:nvPr>
            <p:extLst>
              <p:ext uri="{D42A27DB-BD31-4B8C-83A1-F6EECF244321}">
                <p14:modId xmlns:p14="http://schemas.microsoft.com/office/powerpoint/2010/main" val="3866158221"/>
              </p:ext>
            </p:extLst>
          </p:nvPr>
        </p:nvGraphicFramePr>
        <p:xfrm>
          <a:off x="404086" y="3771480"/>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0x05A5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fr-FR" altLang="ko-KR" sz="700" b="0" dirty="0">
                          <a:solidFill>
                            <a:srgbClr val="0000FF"/>
                          </a:solidFill>
                          <a:latin typeface="Arial" panose="020B0604020202020204" pitchFamily="34" charset="0"/>
                          <a:ea typeface="+mn-ea"/>
                          <a:cs typeface="Arial" panose="020B0604020202020204" pitchFamily="34" charset="0"/>
                        </a:rPr>
                        <a:t>PROTECT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916E36E3-E2CE-DDB1-FB1C-90CD2A689E09}"/>
              </a:ext>
            </a:extLst>
          </p:cNvPr>
          <p:cNvSpPr txBox="1"/>
          <p:nvPr/>
        </p:nvSpPr>
        <p:spPr>
          <a:xfrm>
            <a:off x="399058" y="655196"/>
            <a:ext cx="6044002" cy="261610"/>
          </a:xfrm>
          <a:prstGeom prst="rect">
            <a:avLst/>
          </a:prstGeom>
          <a:noFill/>
        </p:spPr>
        <p:txBody>
          <a:bodyPr wrap="square" lIns="0" rtlCol="0">
            <a:spAutoFit/>
          </a:bodyPr>
          <a:lstStyle/>
          <a:p>
            <a:r>
              <a:rPr lang="en-US" altLang="ko-KR" sz="1100" b="1" dirty="0">
                <a:solidFill>
                  <a:srgbClr val="FF0000"/>
                </a:solidFill>
                <a:latin typeface="Arial" panose="020B0604020202020204" pitchFamily="34" charset="0"/>
                <a:cs typeface="Arial" panose="020B0604020202020204" pitchFamily="34" charset="0"/>
              </a:rPr>
              <a:t>These registers can not go outside the Global Technologies.</a:t>
            </a:r>
          </a:p>
        </p:txBody>
      </p:sp>
      <p:sp>
        <p:nvSpPr>
          <p:cNvPr id="2" name="TextBox 1">
            <a:extLst>
              <a:ext uri="{FF2B5EF4-FFF2-40B4-BE49-F238E27FC236}">
                <a16:creationId xmlns:a16="http://schemas.microsoft.com/office/drawing/2014/main" id="{CDC87149-C674-61BB-8021-58D50EC63F53}"/>
              </a:ext>
            </a:extLst>
          </p:cNvPr>
          <p:cNvSpPr txBox="1"/>
          <p:nvPr/>
        </p:nvSpPr>
        <p:spPr>
          <a:xfrm>
            <a:off x="404086" y="12150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RD/PROG</a:t>
            </a:r>
          </a:p>
        </p:txBody>
      </p:sp>
      <p:graphicFrame>
        <p:nvGraphicFramePr>
          <p:cNvPr id="4" name="표 3">
            <a:extLst>
              <a:ext uri="{FF2B5EF4-FFF2-40B4-BE49-F238E27FC236}">
                <a16:creationId xmlns:a16="http://schemas.microsoft.com/office/drawing/2014/main" id="{119F83EF-F266-F963-18D8-ED389AB200D6}"/>
              </a:ext>
            </a:extLst>
          </p:cNvPr>
          <p:cNvGraphicFramePr>
            <a:graphicFrameLocks noGrp="1"/>
          </p:cNvGraphicFramePr>
          <p:nvPr>
            <p:extLst>
              <p:ext uri="{D42A27DB-BD31-4B8C-83A1-F6EECF244321}">
                <p14:modId xmlns:p14="http://schemas.microsoft.com/office/powerpoint/2010/main" val="2137651014"/>
              </p:ext>
            </p:extLst>
          </p:nvPr>
        </p:nvGraphicFramePr>
        <p:xfrm>
          <a:off x="404086" y="1853360"/>
          <a:ext cx="6048000" cy="1131845"/>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008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OTP_RD_S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Read transaction Start.</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that this bit is set once during initialization process after POR so that it is helpful to avoid any fail of the OTP auto-downloading just after POR.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646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Program transaction Start.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4749955"/>
                  </a:ext>
                </a:extLst>
              </a:tr>
            </a:tbl>
          </a:graphicData>
        </a:graphic>
      </p:graphicFrame>
      <p:graphicFrame>
        <p:nvGraphicFramePr>
          <p:cNvPr id="6" name="표 5">
            <a:extLst>
              <a:ext uri="{FF2B5EF4-FFF2-40B4-BE49-F238E27FC236}">
                <a16:creationId xmlns:a16="http://schemas.microsoft.com/office/drawing/2014/main" id="{D7EF8075-AFEC-80B1-2955-9E1FAFFE7CC0}"/>
              </a:ext>
            </a:extLst>
          </p:cNvPr>
          <p:cNvGraphicFramePr>
            <a:graphicFrameLocks noGrp="1"/>
          </p:cNvGraphicFramePr>
          <p:nvPr>
            <p:extLst>
              <p:ext uri="{D42A27DB-BD31-4B8C-83A1-F6EECF244321}">
                <p14:modId xmlns:p14="http://schemas.microsoft.com/office/powerpoint/2010/main" val="3286637133"/>
              </p:ext>
            </p:extLst>
          </p:nvPr>
        </p:nvGraphicFramePr>
        <p:xfrm>
          <a:off x="404086" y="1482548"/>
          <a:ext cx="6048000"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294311">
                  <a:extLst>
                    <a:ext uri="{9D8B030D-6E8A-4147-A177-3AD203B41FA5}">
                      <a16:colId xmlns:a16="http://schemas.microsoft.com/office/drawing/2014/main" val="2079070694"/>
                    </a:ext>
                  </a:extLst>
                </a:gridCol>
                <a:gridCol w="294311">
                  <a:extLst>
                    <a:ext uri="{9D8B030D-6E8A-4147-A177-3AD203B41FA5}">
                      <a16:colId xmlns:a16="http://schemas.microsoft.com/office/drawing/2014/main" val="4213315911"/>
                    </a:ext>
                  </a:extLst>
                </a:gridCol>
                <a:gridCol w="294311">
                  <a:extLst>
                    <a:ext uri="{9D8B030D-6E8A-4147-A177-3AD203B41FA5}">
                      <a16:colId xmlns:a16="http://schemas.microsoft.com/office/drawing/2014/main" val="2769999950"/>
                    </a:ext>
                  </a:extLst>
                </a:gridCol>
                <a:gridCol w="294311">
                  <a:extLst>
                    <a:ext uri="{9D8B030D-6E8A-4147-A177-3AD203B41FA5}">
                      <a16:colId xmlns:a16="http://schemas.microsoft.com/office/drawing/2014/main" val="135637185"/>
                    </a:ext>
                  </a:extLst>
                </a:gridCol>
                <a:gridCol w="294311">
                  <a:extLst>
                    <a:ext uri="{9D8B030D-6E8A-4147-A177-3AD203B41FA5}">
                      <a16:colId xmlns:a16="http://schemas.microsoft.com/office/drawing/2014/main" val="3038050475"/>
                    </a:ext>
                  </a:extLst>
                </a:gridCol>
                <a:gridCol w="294311">
                  <a:extLst>
                    <a:ext uri="{9D8B030D-6E8A-4147-A177-3AD203B41FA5}">
                      <a16:colId xmlns:a16="http://schemas.microsoft.com/office/drawing/2014/main" val="1979433044"/>
                    </a:ext>
                  </a:extLst>
                </a:gridCol>
                <a:gridCol w="294311">
                  <a:extLst>
                    <a:ext uri="{9D8B030D-6E8A-4147-A177-3AD203B41FA5}">
                      <a16:colId xmlns:a16="http://schemas.microsoft.com/office/drawing/2014/main" val="1937369831"/>
                    </a:ext>
                  </a:extLst>
                </a:gridCol>
                <a:gridCol w="294311">
                  <a:extLst>
                    <a:ext uri="{9D8B030D-6E8A-4147-A177-3AD203B41FA5}">
                      <a16:colId xmlns:a16="http://schemas.microsoft.com/office/drawing/2014/main" val="747813118"/>
                    </a:ext>
                  </a:extLst>
                </a:gridCol>
                <a:gridCol w="294311">
                  <a:extLst>
                    <a:ext uri="{9D8B030D-6E8A-4147-A177-3AD203B41FA5}">
                      <a16:colId xmlns:a16="http://schemas.microsoft.com/office/drawing/2014/main" val="416731006"/>
                    </a:ext>
                  </a:extLst>
                </a:gridCol>
                <a:gridCol w="294311">
                  <a:extLst>
                    <a:ext uri="{9D8B030D-6E8A-4147-A177-3AD203B41FA5}">
                      <a16:colId xmlns:a16="http://schemas.microsoft.com/office/drawing/2014/main" val="4062622099"/>
                    </a:ext>
                  </a:extLst>
                </a:gridCol>
                <a:gridCol w="592382">
                  <a:extLst>
                    <a:ext uri="{9D8B030D-6E8A-4147-A177-3AD203B41FA5}">
                      <a16:colId xmlns:a16="http://schemas.microsoft.com/office/drawing/2014/main" val="3794202418"/>
                    </a:ext>
                  </a:extLst>
                </a:gridCol>
                <a:gridCol w="592382">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OTP_RD_S</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OTP_PG_S</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35592145"/>
      </p:ext>
    </p:extLst>
  </p:cSld>
  <p:clrMapOvr>
    <a:masterClrMapping/>
  </p:clrMapOvr>
  <p:extLst>
    <p:ext uri="{6950BFC3-D8DA-4A85-94F7-54DA5524770B}">
      <p188:commentRel xmlns:p188="http://schemas.microsoft.com/office/powerpoint/2018/8/main" r:id="rId2"/>
    </p:ext>
  </p:extLs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6E096-2D87-CD66-2C08-76AD91E8621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8162C8B5-C821-08BF-AD00-40EC2BBA10B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2A99EF3-13A3-25FE-5622-6BA486EA0B4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7F187FE6-6120-4B76-736F-A2B14E737ACB}"/>
              </a:ext>
            </a:extLst>
          </p:cNvPr>
          <p:cNvSpPr txBox="1"/>
          <p:nvPr/>
        </p:nvSpPr>
        <p:spPr>
          <a:xfrm>
            <a:off x="404086" y="121105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MIRROR1</a:t>
            </a:r>
          </a:p>
        </p:txBody>
      </p:sp>
      <p:graphicFrame>
        <p:nvGraphicFramePr>
          <p:cNvPr id="16" name="표 15">
            <a:extLst>
              <a:ext uri="{FF2B5EF4-FFF2-40B4-BE49-F238E27FC236}">
                <a16:creationId xmlns:a16="http://schemas.microsoft.com/office/drawing/2014/main" id="{E74D4389-C40F-C6E6-32D4-4BAE4454812D}"/>
              </a:ext>
            </a:extLst>
          </p:cNvPr>
          <p:cNvGraphicFramePr>
            <a:graphicFrameLocks noGrp="1"/>
          </p:cNvGraphicFramePr>
          <p:nvPr/>
        </p:nvGraphicFramePr>
        <p:xfrm>
          <a:off x="404086" y="1478591"/>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BGR_TC[4:0]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VCTL_LDO[4:0]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8D9D6824-7451-61E3-783F-04171182A8A8}"/>
              </a:ext>
            </a:extLst>
          </p:cNvPr>
          <p:cNvSpPr txBox="1"/>
          <p:nvPr/>
        </p:nvSpPr>
        <p:spPr>
          <a:xfrm>
            <a:off x="399058" y="655196"/>
            <a:ext cx="6044002" cy="430887"/>
          </a:xfrm>
          <a:prstGeom prst="rect">
            <a:avLst/>
          </a:prstGeom>
          <a:noFill/>
        </p:spPr>
        <p:txBody>
          <a:bodyPr wrap="square" lIns="0" rtlCol="0">
            <a:spAutoFit/>
          </a:bodyPr>
          <a:lstStyle/>
          <a:p>
            <a:r>
              <a:rPr lang="en-US" altLang="ko-KR" sz="1100" b="1" dirty="0">
                <a:solidFill>
                  <a:srgbClr val="FF0000"/>
                </a:solidFill>
                <a:latin typeface="Arial" panose="020B0604020202020204" pitchFamily="34" charset="0"/>
                <a:cs typeface="Arial" panose="020B0604020202020204" pitchFamily="34" charset="0"/>
              </a:rPr>
              <a:t>These registers can not go outside the Global Technologies.</a:t>
            </a:r>
          </a:p>
          <a:p>
            <a:endParaRPr lang="en-US" altLang="ko-KR" sz="1100" dirty="0">
              <a:solidFill>
                <a:srgbClr val="0000FF"/>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AE2915-4E6C-F0DE-CAFC-F5BB68AB6240}"/>
              </a:ext>
            </a:extLst>
          </p:cNvPr>
          <p:cNvSpPr txBox="1"/>
          <p:nvPr/>
        </p:nvSpPr>
        <p:spPr>
          <a:xfrm>
            <a:off x="413545" y="267409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MIRROR2</a:t>
            </a:r>
          </a:p>
        </p:txBody>
      </p:sp>
      <p:graphicFrame>
        <p:nvGraphicFramePr>
          <p:cNvPr id="15" name="표 14">
            <a:extLst>
              <a:ext uri="{FF2B5EF4-FFF2-40B4-BE49-F238E27FC236}">
                <a16:creationId xmlns:a16="http://schemas.microsoft.com/office/drawing/2014/main" id="{AABD2246-D238-E0C4-ED0D-EFB2B0D14B9D}"/>
              </a:ext>
            </a:extLst>
          </p:cNvPr>
          <p:cNvGraphicFramePr>
            <a:graphicFrameLocks noGrp="1"/>
          </p:cNvGraphicFramePr>
          <p:nvPr/>
        </p:nvGraphicFramePr>
        <p:xfrm>
          <a:off x="413545" y="2941631"/>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0x2010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DAC_CTL[5:0]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DAC1_OFS[7:0]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5" name="TextBox 24">
            <a:extLst>
              <a:ext uri="{FF2B5EF4-FFF2-40B4-BE49-F238E27FC236}">
                <a16:creationId xmlns:a16="http://schemas.microsoft.com/office/drawing/2014/main" id="{B6CCAFE1-0721-5643-0A98-107A27322B5D}"/>
              </a:ext>
            </a:extLst>
          </p:cNvPr>
          <p:cNvSpPr txBox="1"/>
          <p:nvPr/>
        </p:nvSpPr>
        <p:spPr>
          <a:xfrm>
            <a:off x="413545" y="418285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MIRROR3</a:t>
            </a:r>
          </a:p>
        </p:txBody>
      </p:sp>
      <p:graphicFrame>
        <p:nvGraphicFramePr>
          <p:cNvPr id="26" name="표 25">
            <a:extLst>
              <a:ext uri="{FF2B5EF4-FFF2-40B4-BE49-F238E27FC236}">
                <a16:creationId xmlns:a16="http://schemas.microsoft.com/office/drawing/2014/main" id="{3DD35F31-0337-01C0-710F-FDE4E8686C0B}"/>
              </a:ext>
            </a:extLst>
          </p:cNvPr>
          <p:cNvGraphicFramePr>
            <a:graphicFrameLocks noGrp="1"/>
          </p:cNvGraphicFramePr>
          <p:nvPr/>
        </p:nvGraphicFramePr>
        <p:xfrm>
          <a:off x="413545" y="4450391"/>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DAC3_OFS[7:0]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DAC2_OFS[7:0]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7" name="TextBox 26">
            <a:extLst>
              <a:ext uri="{FF2B5EF4-FFF2-40B4-BE49-F238E27FC236}">
                <a16:creationId xmlns:a16="http://schemas.microsoft.com/office/drawing/2014/main" id="{9667DAF7-4B4D-3E02-7C76-034A731CC121}"/>
              </a:ext>
            </a:extLst>
          </p:cNvPr>
          <p:cNvSpPr txBox="1"/>
          <p:nvPr/>
        </p:nvSpPr>
        <p:spPr>
          <a:xfrm>
            <a:off x="423004" y="562303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MIRROR4</a:t>
            </a:r>
          </a:p>
        </p:txBody>
      </p:sp>
      <p:graphicFrame>
        <p:nvGraphicFramePr>
          <p:cNvPr id="28" name="표 27">
            <a:extLst>
              <a:ext uri="{FF2B5EF4-FFF2-40B4-BE49-F238E27FC236}">
                <a16:creationId xmlns:a16="http://schemas.microsoft.com/office/drawing/2014/main" id="{B51AC780-34B0-E3A0-E5EC-7429BB386933}"/>
              </a:ext>
            </a:extLst>
          </p:cNvPr>
          <p:cNvGraphicFramePr>
            <a:graphicFrameLocks noGrp="1"/>
          </p:cNvGraphicFramePr>
          <p:nvPr/>
        </p:nvGraphicFramePr>
        <p:xfrm>
          <a:off x="423004" y="589057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LDO_OSC_CTL[4:0]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OSC_RCTL[4:0]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6" name="TextBox 35">
            <a:extLst>
              <a:ext uri="{FF2B5EF4-FFF2-40B4-BE49-F238E27FC236}">
                <a16:creationId xmlns:a16="http://schemas.microsoft.com/office/drawing/2014/main" id="{05B8F42F-D36E-E292-C57E-B72E0C41AFAF}"/>
              </a:ext>
            </a:extLst>
          </p:cNvPr>
          <p:cNvSpPr txBox="1"/>
          <p:nvPr/>
        </p:nvSpPr>
        <p:spPr>
          <a:xfrm>
            <a:off x="423004" y="70580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MIRROR5</a:t>
            </a:r>
          </a:p>
        </p:txBody>
      </p:sp>
      <p:graphicFrame>
        <p:nvGraphicFramePr>
          <p:cNvPr id="37" name="표 36">
            <a:extLst>
              <a:ext uri="{FF2B5EF4-FFF2-40B4-BE49-F238E27FC236}">
                <a16:creationId xmlns:a16="http://schemas.microsoft.com/office/drawing/2014/main" id="{225BC4D3-B9CC-CDD7-E8B6-35090CC99C55}"/>
              </a:ext>
            </a:extLst>
          </p:cNvPr>
          <p:cNvGraphicFramePr>
            <a:graphicFrameLocks noGrp="1"/>
          </p:cNvGraphicFramePr>
          <p:nvPr/>
        </p:nvGraphicFramePr>
        <p:xfrm>
          <a:off x="404083" y="7378358"/>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18693">
                  <a:extLst>
                    <a:ext uri="{9D8B030D-6E8A-4147-A177-3AD203B41FA5}">
                      <a16:colId xmlns:a16="http://schemas.microsoft.com/office/drawing/2014/main" val="4293411712"/>
                    </a:ext>
                  </a:extLst>
                </a:gridCol>
                <a:gridCol w="318693">
                  <a:extLst>
                    <a:ext uri="{9D8B030D-6E8A-4147-A177-3AD203B41FA5}">
                      <a16:colId xmlns:a16="http://schemas.microsoft.com/office/drawing/2014/main" val="657570846"/>
                    </a:ext>
                  </a:extLst>
                </a:gridCol>
                <a:gridCol w="319303">
                  <a:extLst>
                    <a:ext uri="{9D8B030D-6E8A-4147-A177-3AD203B41FA5}">
                      <a16:colId xmlns:a16="http://schemas.microsoft.com/office/drawing/2014/main" val="3259894497"/>
                    </a:ext>
                  </a:extLst>
                </a:gridCol>
                <a:gridCol w="319303">
                  <a:extLst>
                    <a:ext uri="{9D8B030D-6E8A-4147-A177-3AD203B41FA5}">
                      <a16:colId xmlns:a16="http://schemas.microsoft.com/office/drawing/2014/main" val="4170535043"/>
                    </a:ext>
                  </a:extLst>
                </a:gridCol>
                <a:gridCol w="319303">
                  <a:extLst>
                    <a:ext uri="{9D8B030D-6E8A-4147-A177-3AD203B41FA5}">
                      <a16:colId xmlns:a16="http://schemas.microsoft.com/office/drawing/2014/main" val="2079070694"/>
                    </a:ext>
                  </a:extLst>
                </a:gridCol>
                <a:gridCol w="319303">
                  <a:extLst>
                    <a:ext uri="{9D8B030D-6E8A-4147-A177-3AD203B41FA5}">
                      <a16:colId xmlns:a16="http://schemas.microsoft.com/office/drawing/2014/main" val="4213315911"/>
                    </a:ext>
                  </a:extLst>
                </a:gridCol>
                <a:gridCol w="319303">
                  <a:extLst>
                    <a:ext uri="{9D8B030D-6E8A-4147-A177-3AD203B41FA5}">
                      <a16:colId xmlns:a16="http://schemas.microsoft.com/office/drawing/2014/main" val="2769999950"/>
                    </a:ext>
                  </a:extLst>
                </a:gridCol>
                <a:gridCol w="319303">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VERSION[1:0]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OTP_CHECKSUM[5:0]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OSC_RCTL2[4:0]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45908D31-8A68-D52B-51CD-539AF899AC7B}"/>
              </a:ext>
            </a:extLst>
          </p:cNvPr>
          <p:cNvGraphicFramePr>
            <a:graphicFrameLocks noGrp="1"/>
          </p:cNvGraphicFramePr>
          <p:nvPr/>
        </p:nvGraphicFramePr>
        <p:xfrm>
          <a:off x="395061" y="1873380"/>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BGR_TC</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BGR temperature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VCTL_LDO</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LDO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6" name="표 5">
            <a:extLst>
              <a:ext uri="{FF2B5EF4-FFF2-40B4-BE49-F238E27FC236}">
                <a16:creationId xmlns:a16="http://schemas.microsoft.com/office/drawing/2014/main" id="{E11FABFF-8F47-FCE5-3F9E-40E15F3ECB4E}"/>
              </a:ext>
            </a:extLst>
          </p:cNvPr>
          <p:cNvGraphicFramePr>
            <a:graphicFrameLocks noGrp="1"/>
          </p:cNvGraphicFramePr>
          <p:nvPr/>
        </p:nvGraphicFramePr>
        <p:xfrm>
          <a:off x="413539" y="3331984"/>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DAC_CTL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LDO for DAC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DAC1_OFS</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DAC1 offset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7" name="표 6">
            <a:extLst>
              <a:ext uri="{FF2B5EF4-FFF2-40B4-BE49-F238E27FC236}">
                <a16:creationId xmlns:a16="http://schemas.microsoft.com/office/drawing/2014/main" id="{88B9843B-85F5-E470-F881-49483FBBE364}"/>
              </a:ext>
            </a:extLst>
          </p:cNvPr>
          <p:cNvGraphicFramePr>
            <a:graphicFrameLocks noGrp="1"/>
          </p:cNvGraphicFramePr>
          <p:nvPr/>
        </p:nvGraphicFramePr>
        <p:xfrm>
          <a:off x="413539" y="4836758"/>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DAC3_OFS</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DAC3 offset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DAC2_OFS</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DAC2 offset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8" name="표 7">
            <a:extLst>
              <a:ext uri="{FF2B5EF4-FFF2-40B4-BE49-F238E27FC236}">
                <a16:creationId xmlns:a16="http://schemas.microsoft.com/office/drawing/2014/main" id="{8FE35F0F-57E8-E322-65B0-4255DAFF4E2A}"/>
              </a:ext>
            </a:extLst>
          </p:cNvPr>
          <p:cNvGraphicFramePr>
            <a:graphicFrameLocks noGrp="1"/>
          </p:cNvGraphicFramePr>
          <p:nvPr/>
        </p:nvGraphicFramePr>
        <p:xfrm>
          <a:off x="413539" y="6293229"/>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LDO_OSC_CTL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LDO for OSC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OSC_RCTL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OSC1 frequency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9" name="표 8">
            <a:extLst>
              <a:ext uri="{FF2B5EF4-FFF2-40B4-BE49-F238E27FC236}">
                <a16:creationId xmlns:a16="http://schemas.microsoft.com/office/drawing/2014/main" id="{1D5E829D-0997-4226-FC1A-B11066F3AA68}"/>
              </a:ext>
            </a:extLst>
          </p:cNvPr>
          <p:cNvGraphicFramePr>
            <a:graphicFrameLocks noGrp="1"/>
          </p:cNvGraphicFramePr>
          <p:nvPr/>
        </p:nvGraphicFramePr>
        <p:xfrm>
          <a:off x="395060" y="7815613"/>
          <a:ext cx="6047999" cy="94464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VERSION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Version indicator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OTP_CHECKSUM</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All OTP bits’ checksum value (Exclusive ORing)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1184307"/>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OSC_RCTL2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OSC2 frequency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Tree>
    <p:extLst>
      <p:ext uri="{BB962C8B-B14F-4D97-AF65-F5344CB8AC3E}">
        <p14:creationId xmlns:p14="http://schemas.microsoft.com/office/powerpoint/2010/main" val="1200531390"/>
      </p:ext>
    </p:extLst>
  </p:cSld>
  <p:clrMapOvr>
    <a:masterClrMapping/>
  </p:clrMapOvr>
  <p:extLst>
    <p:ext uri="{6950BFC3-D8DA-4A85-94F7-54DA5524770B}">
      <p188:commentRel xmlns:p188="http://schemas.microsoft.com/office/powerpoint/2018/8/main" r:id="rId2"/>
    </p:ext>
  </p:extLs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A6E38-5C77-1F7A-4AED-8E62CFB89573}"/>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4C12E72-ED57-9284-46B9-AB9BDB870BF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6105273-9889-05F6-91AF-C0D48B3AAAD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0" name="표 9">
            <a:extLst>
              <a:ext uri="{FF2B5EF4-FFF2-40B4-BE49-F238E27FC236}">
                <a16:creationId xmlns:a16="http://schemas.microsoft.com/office/drawing/2014/main" id="{EA729BC5-B0FE-33BC-0D00-B7DC924A8537}"/>
              </a:ext>
            </a:extLst>
          </p:cNvPr>
          <p:cNvGraphicFramePr>
            <a:graphicFrameLocks noGrp="1"/>
          </p:cNvGraphicFramePr>
          <p:nvPr>
            <p:extLst>
              <p:ext uri="{D42A27DB-BD31-4B8C-83A1-F6EECF244321}">
                <p14:modId xmlns:p14="http://schemas.microsoft.com/office/powerpoint/2010/main" val="2161389517"/>
              </p:ext>
            </p:extLst>
          </p:nvPr>
        </p:nvGraphicFramePr>
        <p:xfrm>
          <a:off x="398322" y="1609503"/>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DAC1_FB_VALID_CNT[17:2]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314856F6-7378-471E-9621-83ECCF9E98F1}"/>
              </a:ext>
            </a:extLst>
          </p:cNvPr>
          <p:cNvSpPr txBox="1"/>
          <p:nvPr/>
        </p:nvSpPr>
        <p:spPr>
          <a:xfrm>
            <a:off x="398322" y="377737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INC HOLD/WAIT CNT</a:t>
            </a:r>
          </a:p>
        </p:txBody>
      </p:sp>
      <p:graphicFrame>
        <p:nvGraphicFramePr>
          <p:cNvPr id="13" name="표 12">
            <a:extLst>
              <a:ext uri="{FF2B5EF4-FFF2-40B4-BE49-F238E27FC236}">
                <a16:creationId xmlns:a16="http://schemas.microsoft.com/office/drawing/2014/main" id="{017F6D36-3134-E016-15CF-0352BD3CA14E}"/>
              </a:ext>
            </a:extLst>
          </p:cNvPr>
          <p:cNvGraphicFramePr>
            <a:graphicFrameLocks noGrp="1"/>
          </p:cNvGraphicFramePr>
          <p:nvPr>
            <p:extLst>
              <p:ext uri="{D42A27DB-BD31-4B8C-83A1-F6EECF244321}">
                <p14:modId xmlns:p14="http://schemas.microsoft.com/office/powerpoint/2010/main" val="3078243202"/>
              </p:ext>
            </p:extLst>
          </p:nvPr>
        </p:nvGraphicFramePr>
        <p:xfrm>
          <a:off x="398322" y="4052670"/>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DAC1_INC_HOLD_LIMIT_CNT[8:0]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DAC1_INC1_WAIT_CNT[6:0]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B1C42933-863B-A7BD-544C-C632F7DB5359}"/>
              </a:ext>
            </a:extLst>
          </p:cNvPr>
          <p:cNvSpPr txBox="1"/>
          <p:nvPr/>
        </p:nvSpPr>
        <p:spPr>
          <a:xfrm>
            <a:off x="398322" y="134145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FB VALID CNT</a:t>
            </a:r>
          </a:p>
        </p:txBody>
      </p:sp>
      <p:sp>
        <p:nvSpPr>
          <p:cNvPr id="2" name="TextBox 1">
            <a:extLst>
              <a:ext uri="{FF2B5EF4-FFF2-40B4-BE49-F238E27FC236}">
                <a16:creationId xmlns:a16="http://schemas.microsoft.com/office/drawing/2014/main" id="{63A2703D-848B-6692-AD09-0280917B5382}"/>
              </a:ext>
            </a:extLst>
          </p:cNvPr>
          <p:cNvSpPr txBox="1"/>
          <p:nvPr/>
        </p:nvSpPr>
        <p:spPr>
          <a:xfrm>
            <a:off x="398320" y="604954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1R2</a:t>
            </a:r>
          </a:p>
        </p:txBody>
      </p:sp>
      <p:graphicFrame>
        <p:nvGraphicFramePr>
          <p:cNvPr id="6" name="표 5">
            <a:extLst>
              <a:ext uri="{FF2B5EF4-FFF2-40B4-BE49-F238E27FC236}">
                <a16:creationId xmlns:a16="http://schemas.microsoft.com/office/drawing/2014/main" id="{034CD163-7674-73C9-03B2-8DAAC530B932}"/>
              </a:ext>
            </a:extLst>
          </p:cNvPr>
          <p:cNvGraphicFramePr>
            <a:graphicFrameLocks noGrp="1"/>
          </p:cNvGraphicFramePr>
          <p:nvPr>
            <p:extLst>
              <p:ext uri="{D42A27DB-BD31-4B8C-83A1-F6EECF244321}">
                <p14:modId xmlns:p14="http://schemas.microsoft.com/office/powerpoint/2010/main" val="3290891951"/>
              </p:ext>
            </p:extLst>
          </p:nvPr>
        </p:nvGraphicFramePr>
        <p:xfrm>
          <a:off x="398320" y="6324844"/>
          <a:ext cx="6048000"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429488">
                  <a:extLst>
                    <a:ext uri="{9D8B030D-6E8A-4147-A177-3AD203B41FA5}">
                      <a16:colId xmlns:a16="http://schemas.microsoft.com/office/drawing/2014/main" val="4170535043"/>
                    </a:ext>
                  </a:extLst>
                </a:gridCol>
                <a:gridCol w="323410">
                  <a:extLst>
                    <a:ext uri="{9D8B030D-6E8A-4147-A177-3AD203B41FA5}">
                      <a16:colId xmlns:a16="http://schemas.microsoft.com/office/drawing/2014/main" val="2079070694"/>
                    </a:ext>
                  </a:extLst>
                </a:gridCol>
                <a:gridCol w="323410">
                  <a:extLst>
                    <a:ext uri="{9D8B030D-6E8A-4147-A177-3AD203B41FA5}">
                      <a16:colId xmlns:a16="http://schemas.microsoft.com/office/drawing/2014/main" val="4213315911"/>
                    </a:ext>
                  </a:extLst>
                </a:gridCol>
                <a:gridCol w="323410">
                  <a:extLst>
                    <a:ext uri="{9D8B030D-6E8A-4147-A177-3AD203B41FA5}">
                      <a16:colId xmlns:a16="http://schemas.microsoft.com/office/drawing/2014/main" val="2769999950"/>
                    </a:ext>
                  </a:extLst>
                </a:gridCol>
                <a:gridCol w="323410">
                  <a:extLst>
                    <a:ext uri="{9D8B030D-6E8A-4147-A177-3AD203B41FA5}">
                      <a16:colId xmlns:a16="http://schemas.microsoft.com/office/drawing/2014/main" val="135637185"/>
                    </a:ext>
                  </a:extLst>
                </a:gridCol>
                <a:gridCol w="323410">
                  <a:extLst>
                    <a:ext uri="{9D8B030D-6E8A-4147-A177-3AD203B41FA5}">
                      <a16:colId xmlns:a16="http://schemas.microsoft.com/office/drawing/2014/main" val="3038050475"/>
                    </a:ext>
                  </a:extLst>
                </a:gridCol>
                <a:gridCol w="323410">
                  <a:extLst>
                    <a:ext uri="{9D8B030D-6E8A-4147-A177-3AD203B41FA5}">
                      <a16:colId xmlns:a16="http://schemas.microsoft.com/office/drawing/2014/main" val="1979433044"/>
                    </a:ext>
                  </a:extLst>
                </a:gridCol>
                <a:gridCol w="323410">
                  <a:extLst>
                    <a:ext uri="{9D8B030D-6E8A-4147-A177-3AD203B41FA5}">
                      <a16:colId xmlns:a16="http://schemas.microsoft.com/office/drawing/2014/main" val="1937369831"/>
                    </a:ext>
                  </a:extLst>
                </a:gridCol>
                <a:gridCol w="323410">
                  <a:extLst>
                    <a:ext uri="{9D8B030D-6E8A-4147-A177-3AD203B41FA5}">
                      <a16:colId xmlns:a16="http://schemas.microsoft.com/office/drawing/2014/main" val="747813118"/>
                    </a:ext>
                  </a:extLst>
                </a:gridCol>
                <a:gridCol w="323410">
                  <a:extLst>
                    <a:ext uri="{9D8B030D-6E8A-4147-A177-3AD203B41FA5}">
                      <a16:colId xmlns:a16="http://schemas.microsoft.com/office/drawing/2014/main" val="416731006"/>
                    </a:ext>
                  </a:extLst>
                </a:gridCol>
                <a:gridCol w="323410">
                  <a:extLst>
                    <a:ext uri="{9D8B030D-6E8A-4147-A177-3AD203B41FA5}">
                      <a16:colId xmlns:a16="http://schemas.microsoft.com/office/drawing/2014/main" val="4062622099"/>
                    </a:ext>
                  </a:extLst>
                </a:gridCol>
                <a:gridCol w="323410">
                  <a:extLst>
                    <a:ext uri="{9D8B030D-6E8A-4147-A177-3AD203B41FA5}">
                      <a16:colId xmlns:a16="http://schemas.microsoft.com/office/drawing/2014/main" val="3794202418"/>
                    </a:ext>
                  </a:extLst>
                </a:gridCol>
                <a:gridCol w="32341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SIGNED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IR2[11:0]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5580E340-43CC-08AF-2E0A-4D623F234981}"/>
              </a:ext>
            </a:extLst>
          </p:cNvPr>
          <p:cNvGraphicFramePr>
            <a:graphicFrameLocks noGrp="1"/>
          </p:cNvGraphicFramePr>
          <p:nvPr>
            <p:extLst>
              <p:ext uri="{D42A27DB-BD31-4B8C-83A1-F6EECF244321}">
                <p14:modId xmlns:p14="http://schemas.microsoft.com/office/powerpoint/2010/main" val="3149161924"/>
              </p:ext>
            </p:extLst>
          </p:nvPr>
        </p:nvGraphicFramePr>
        <p:xfrm>
          <a:off x="398320" y="4652776"/>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DAC1_INC_HOLD_LIMIT_CNT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DAC1_INC1_WAIT_CNT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14" name="표 13">
            <a:extLst>
              <a:ext uri="{FF2B5EF4-FFF2-40B4-BE49-F238E27FC236}">
                <a16:creationId xmlns:a16="http://schemas.microsoft.com/office/drawing/2014/main" id="{979CBA4E-F8FC-24B2-B140-4C17FFF486D9}"/>
              </a:ext>
            </a:extLst>
          </p:cNvPr>
          <p:cNvGraphicFramePr>
            <a:graphicFrameLocks noGrp="1"/>
          </p:cNvGraphicFramePr>
          <p:nvPr>
            <p:extLst>
              <p:ext uri="{D42A27DB-BD31-4B8C-83A1-F6EECF244321}">
                <p14:modId xmlns:p14="http://schemas.microsoft.com/office/powerpoint/2010/main" val="3407927872"/>
              </p:ext>
            </p:extLst>
          </p:nvPr>
        </p:nvGraphicFramePr>
        <p:xfrm>
          <a:off x="413545" y="6863721"/>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SIGNED</a:t>
                      </a:r>
                      <a:endParaRPr lang="ko-KR" altLang="en-US" sz="10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signed bit of the R2.  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IR2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27" name="표 26">
            <a:extLst>
              <a:ext uri="{FF2B5EF4-FFF2-40B4-BE49-F238E27FC236}">
                <a16:creationId xmlns:a16="http://schemas.microsoft.com/office/drawing/2014/main" id="{F415DA4C-FB87-00F0-26D8-5FE3CB8CC49D}"/>
              </a:ext>
            </a:extLst>
          </p:cNvPr>
          <p:cNvGraphicFramePr>
            <a:graphicFrameLocks noGrp="1"/>
          </p:cNvGraphicFramePr>
          <p:nvPr>
            <p:extLst>
              <p:ext uri="{D42A27DB-BD31-4B8C-83A1-F6EECF244321}">
                <p14:modId xmlns:p14="http://schemas.microsoft.com/office/powerpoint/2010/main" val="3881442007"/>
              </p:ext>
            </p:extLst>
          </p:nvPr>
        </p:nvGraphicFramePr>
        <p:xfrm>
          <a:off x="405436" y="2151419"/>
          <a:ext cx="6047999" cy="663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DAC1_FB_VALID_CNT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 This value shows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counted value, MCLK x 4, for one frame.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
        <p:nvSpPr>
          <p:cNvPr id="5" name="TextBox 4">
            <a:extLst>
              <a:ext uri="{FF2B5EF4-FFF2-40B4-BE49-F238E27FC236}">
                <a16:creationId xmlns:a16="http://schemas.microsoft.com/office/drawing/2014/main" id="{5A5F4BB8-B40F-A01B-9A41-4CDF6CD2901F}"/>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30665501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9CCCE-3764-5ACF-BA25-50D6DEFC40CC}"/>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AA71A39-1E48-623C-2FDB-5477FEB5731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7C91D3F-74C9-15AD-9E96-711289C3AFF9}"/>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5DF922A4-59F0-A041-7BDF-EA78F2ABA314}"/>
              </a:ext>
            </a:extLst>
          </p:cNvPr>
          <p:cNvGraphicFramePr>
            <a:graphicFrameLocks noGrp="1"/>
          </p:cNvGraphicFramePr>
          <p:nvPr>
            <p:extLst>
              <p:ext uri="{D42A27DB-BD31-4B8C-83A1-F6EECF244321}">
                <p14:modId xmlns:p14="http://schemas.microsoft.com/office/powerpoint/2010/main" val="4227570617"/>
              </p:ext>
            </p:extLst>
          </p:nvPr>
        </p:nvGraphicFramePr>
        <p:xfrm>
          <a:off x="398322" y="1530793"/>
          <a:ext cx="6048000" cy="2339715"/>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2759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SOA_N11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changed to the CURR_TGT_DAC or  kept to the current DAC value in case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condition ((CURR_TGT_DAC – PREV_TGT_DAC) + SOA_N11) &lt;  0 is met. If the current DAC is smaller than the CURR_TGT_DAC, then the DAC OUT will be kept to the current DAC, and if not so, the current DAC will be changed to the CURR_TGT_DAC value.  Normally, this function will work when the condition, ((CURR_TGT_DAC – PREV_TGT_ DAC) + SOA_N1) &lt;  0), is occurred while the DAC OUT is increasing.</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240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SOA_N1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immediately decreased by the amount of (CURR_TGT_DAC – the current DAC) or not. Whenever the condition, ((CURR_TGT_DAC – PREV_TGT_DAC) + SOA_N1) &lt;  0, is occurred, the DAC OUT will be immediately decreased by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amount of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Normally, this is working that the current frame’s target is less than the previous frame’s target by the SOA_N1.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214376"/>
                  </a:ext>
                </a:extLst>
              </a:tr>
            </a:tbl>
          </a:graphicData>
        </a:graphic>
      </p:graphicFrame>
      <p:graphicFrame>
        <p:nvGraphicFramePr>
          <p:cNvPr id="10" name="표 9">
            <a:extLst>
              <a:ext uri="{FF2B5EF4-FFF2-40B4-BE49-F238E27FC236}">
                <a16:creationId xmlns:a16="http://schemas.microsoft.com/office/drawing/2014/main" id="{856797DA-2751-DD6D-8789-ADB0A5356360}"/>
              </a:ext>
            </a:extLst>
          </p:cNvPr>
          <p:cNvGraphicFramePr>
            <a:graphicFrameLocks noGrp="1"/>
          </p:cNvGraphicFramePr>
          <p:nvPr>
            <p:extLst>
              <p:ext uri="{D42A27DB-BD31-4B8C-83A1-F6EECF244321}">
                <p14:modId xmlns:p14="http://schemas.microsoft.com/office/powerpoint/2010/main" val="3240463902"/>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0x1908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SOA_N11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SOA_N1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E1D3B6A0-ADD5-D7E5-8F8A-7E88974AD139}"/>
              </a:ext>
            </a:extLst>
          </p:cNvPr>
          <p:cNvSpPr txBox="1"/>
          <p:nvPr/>
        </p:nvSpPr>
        <p:spPr>
          <a:xfrm>
            <a:off x="398322" y="43183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SOA1_P2 &amp; P1</a:t>
            </a:r>
          </a:p>
        </p:txBody>
      </p:sp>
      <p:graphicFrame>
        <p:nvGraphicFramePr>
          <p:cNvPr id="12" name="표 11">
            <a:extLst>
              <a:ext uri="{FF2B5EF4-FFF2-40B4-BE49-F238E27FC236}">
                <a16:creationId xmlns:a16="http://schemas.microsoft.com/office/drawing/2014/main" id="{2F5F32D3-5FE3-A634-6AB1-992856422344}"/>
              </a:ext>
            </a:extLst>
          </p:cNvPr>
          <p:cNvGraphicFramePr>
            <a:graphicFrameLocks noGrp="1"/>
          </p:cNvGraphicFramePr>
          <p:nvPr>
            <p:extLst>
              <p:ext uri="{D42A27DB-BD31-4B8C-83A1-F6EECF244321}">
                <p14:modId xmlns:p14="http://schemas.microsoft.com/office/powerpoint/2010/main" val="1310575371"/>
              </p:ext>
            </p:extLst>
          </p:nvPr>
        </p:nvGraphicFramePr>
        <p:xfrm>
          <a:off x="398322" y="5005213"/>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SOA_P2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SOA1_P1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68066589"/>
                  </a:ext>
                </a:extLst>
              </a:tr>
            </a:tbl>
          </a:graphicData>
        </a:graphic>
      </p:graphicFrame>
      <p:graphicFrame>
        <p:nvGraphicFramePr>
          <p:cNvPr id="13" name="표 12">
            <a:extLst>
              <a:ext uri="{FF2B5EF4-FFF2-40B4-BE49-F238E27FC236}">
                <a16:creationId xmlns:a16="http://schemas.microsoft.com/office/drawing/2014/main" id="{D9364116-44ED-3A56-9BF5-B7A35C75DBD7}"/>
              </a:ext>
            </a:extLst>
          </p:cNvPr>
          <p:cNvGraphicFramePr>
            <a:graphicFrameLocks noGrp="1"/>
          </p:cNvGraphicFramePr>
          <p:nvPr>
            <p:extLst>
              <p:ext uri="{D42A27DB-BD31-4B8C-83A1-F6EECF244321}">
                <p14:modId xmlns:p14="http://schemas.microsoft.com/office/powerpoint/2010/main" val="2408784545"/>
              </p:ext>
            </p:extLst>
          </p:nvPr>
        </p:nvGraphicFramePr>
        <p:xfrm>
          <a:off x="398322" y="459360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0xC07D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SOA_P2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SOA1_P1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6D69A348-7488-6056-DC67-27EEFB5E335E}"/>
              </a:ext>
            </a:extLst>
          </p:cNvPr>
          <p:cNvSpPr txBox="1"/>
          <p:nvPr/>
        </p:nvSpPr>
        <p:spPr>
          <a:xfrm>
            <a:off x="398322" y="651711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SOA1_P3 &amp; P2</a:t>
            </a:r>
          </a:p>
        </p:txBody>
      </p:sp>
      <p:graphicFrame>
        <p:nvGraphicFramePr>
          <p:cNvPr id="15" name="표 14">
            <a:extLst>
              <a:ext uri="{FF2B5EF4-FFF2-40B4-BE49-F238E27FC236}">
                <a16:creationId xmlns:a16="http://schemas.microsoft.com/office/drawing/2014/main" id="{FA7C312A-B4A7-DA28-E6A6-E9C711F11674}"/>
              </a:ext>
            </a:extLst>
          </p:cNvPr>
          <p:cNvGraphicFramePr>
            <a:graphicFrameLocks noGrp="1"/>
          </p:cNvGraphicFramePr>
          <p:nvPr>
            <p:extLst>
              <p:ext uri="{D42A27DB-BD31-4B8C-83A1-F6EECF244321}">
                <p14:modId xmlns:p14="http://schemas.microsoft.com/office/powerpoint/2010/main" val="858041693"/>
              </p:ext>
            </p:extLst>
          </p:nvPr>
        </p:nvGraphicFramePr>
        <p:xfrm>
          <a:off x="398322" y="7205619"/>
          <a:ext cx="6048000" cy="128412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9076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SOA1_P3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must be careful that this register is prohibited from being written.</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SOA1_P2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6928813"/>
                  </a:ext>
                </a:extLst>
              </a:tr>
            </a:tbl>
          </a:graphicData>
        </a:graphic>
      </p:graphicFrame>
      <p:graphicFrame>
        <p:nvGraphicFramePr>
          <p:cNvPr id="17" name="표 16">
            <a:extLst>
              <a:ext uri="{FF2B5EF4-FFF2-40B4-BE49-F238E27FC236}">
                <a16:creationId xmlns:a16="http://schemas.microsoft.com/office/drawing/2014/main" id="{18A89819-FB65-192C-23B1-722CA826114A}"/>
              </a:ext>
            </a:extLst>
          </p:cNvPr>
          <p:cNvGraphicFramePr>
            <a:graphicFrameLocks noGrp="1"/>
          </p:cNvGraphicFramePr>
          <p:nvPr>
            <p:extLst>
              <p:ext uri="{D42A27DB-BD31-4B8C-83A1-F6EECF244321}">
                <p14:modId xmlns:p14="http://schemas.microsoft.com/office/powerpoint/2010/main" val="1818867709"/>
              </p:ext>
            </p:extLst>
          </p:nvPr>
        </p:nvGraphicFramePr>
        <p:xfrm>
          <a:off x="398322" y="67924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0x7D12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0">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SOA1_P3 [9:0]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SOA1_P2 [9:4]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594E0660-1CDA-D386-43C6-64BE0946B7D5}"/>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SOA1_N11 &amp; N1</a:t>
            </a:r>
          </a:p>
        </p:txBody>
      </p:sp>
      <p:sp>
        <p:nvSpPr>
          <p:cNvPr id="2" name="TextBox 1">
            <a:extLst>
              <a:ext uri="{FF2B5EF4-FFF2-40B4-BE49-F238E27FC236}">
                <a16:creationId xmlns:a16="http://schemas.microsoft.com/office/drawing/2014/main" id="{4C5927EB-8A79-4618-D9DA-70D88D998FFA}"/>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273852534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8EF74-8A78-C8AF-EA8E-E9A1A16655FF}"/>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B94B692E-33AD-4EA5-9E15-AB937F995F6F}"/>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FE1EAF9-C958-9D26-1F2A-48D0F7026DB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0" name="표 9">
            <a:extLst>
              <a:ext uri="{FF2B5EF4-FFF2-40B4-BE49-F238E27FC236}">
                <a16:creationId xmlns:a16="http://schemas.microsoft.com/office/drawing/2014/main" id="{76F48A8A-564E-A948-52F6-2DF997DF5D1E}"/>
              </a:ext>
            </a:extLst>
          </p:cNvPr>
          <p:cNvGraphicFramePr>
            <a:graphicFrameLocks noGrp="1"/>
          </p:cNvGraphicFramePr>
          <p:nvPr>
            <p:extLst>
              <p:ext uri="{D42A27DB-BD31-4B8C-83A1-F6EECF244321}">
                <p14:modId xmlns:p14="http://schemas.microsoft.com/office/powerpoint/2010/main" val="2389334280"/>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DAC2_FB_VALID_CNT[17:2]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BCBBD43-BD84-7808-318B-100FDCA7DA0C}"/>
              </a:ext>
            </a:extLst>
          </p:cNvPr>
          <p:cNvSpPr txBox="1"/>
          <p:nvPr/>
        </p:nvSpPr>
        <p:spPr>
          <a:xfrm>
            <a:off x="398322" y="315649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 HOLD/WAIT CNT</a:t>
            </a:r>
          </a:p>
        </p:txBody>
      </p:sp>
      <p:graphicFrame>
        <p:nvGraphicFramePr>
          <p:cNvPr id="13" name="표 12">
            <a:extLst>
              <a:ext uri="{FF2B5EF4-FFF2-40B4-BE49-F238E27FC236}">
                <a16:creationId xmlns:a16="http://schemas.microsoft.com/office/drawing/2014/main" id="{66944425-1925-EA19-3AB0-8BF0AD9A3C94}"/>
              </a:ext>
            </a:extLst>
          </p:cNvPr>
          <p:cNvGraphicFramePr>
            <a:graphicFrameLocks noGrp="1"/>
          </p:cNvGraphicFramePr>
          <p:nvPr>
            <p:extLst>
              <p:ext uri="{D42A27DB-BD31-4B8C-83A1-F6EECF244321}">
                <p14:modId xmlns:p14="http://schemas.microsoft.com/office/powerpoint/2010/main" val="3757706985"/>
              </p:ext>
            </p:extLst>
          </p:nvPr>
        </p:nvGraphicFramePr>
        <p:xfrm>
          <a:off x="398322" y="343179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DAC2_INC_HOLD_LIMIT_CNT[8:0]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DAC2_INC1_WAIT_CNT[6:0]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9B562C65-0360-BE68-EABB-374DA35AAF37}"/>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FB VALID CNT</a:t>
            </a:r>
          </a:p>
        </p:txBody>
      </p:sp>
      <p:sp>
        <p:nvSpPr>
          <p:cNvPr id="2" name="TextBox 1">
            <a:extLst>
              <a:ext uri="{FF2B5EF4-FFF2-40B4-BE49-F238E27FC236}">
                <a16:creationId xmlns:a16="http://schemas.microsoft.com/office/drawing/2014/main" id="{6B1D1CE3-58DD-4C92-F09C-C59884974C06}"/>
              </a:ext>
            </a:extLst>
          </p:cNvPr>
          <p:cNvSpPr txBox="1"/>
          <p:nvPr/>
        </p:nvSpPr>
        <p:spPr>
          <a:xfrm>
            <a:off x="398320" y="585539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2R2</a:t>
            </a:r>
          </a:p>
        </p:txBody>
      </p:sp>
      <p:graphicFrame>
        <p:nvGraphicFramePr>
          <p:cNvPr id="6" name="표 5">
            <a:extLst>
              <a:ext uri="{FF2B5EF4-FFF2-40B4-BE49-F238E27FC236}">
                <a16:creationId xmlns:a16="http://schemas.microsoft.com/office/drawing/2014/main" id="{6CDDF6BC-3D3B-04C8-DFC4-F01A8F69561F}"/>
              </a:ext>
            </a:extLst>
          </p:cNvPr>
          <p:cNvGraphicFramePr>
            <a:graphicFrameLocks noGrp="1"/>
          </p:cNvGraphicFramePr>
          <p:nvPr>
            <p:extLst>
              <p:ext uri="{D42A27DB-BD31-4B8C-83A1-F6EECF244321}">
                <p14:modId xmlns:p14="http://schemas.microsoft.com/office/powerpoint/2010/main" val="3830897166"/>
              </p:ext>
            </p:extLst>
          </p:nvPr>
        </p:nvGraphicFramePr>
        <p:xfrm>
          <a:off x="398320" y="6130691"/>
          <a:ext cx="6048008"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454888">
                  <a:extLst>
                    <a:ext uri="{9D8B030D-6E8A-4147-A177-3AD203B41FA5}">
                      <a16:colId xmlns:a16="http://schemas.microsoft.com/office/drawing/2014/main" val="4170535043"/>
                    </a:ext>
                  </a:extLst>
                </a:gridCol>
                <a:gridCol w="321294">
                  <a:extLst>
                    <a:ext uri="{9D8B030D-6E8A-4147-A177-3AD203B41FA5}">
                      <a16:colId xmlns:a16="http://schemas.microsoft.com/office/drawing/2014/main" val="2079070694"/>
                    </a:ext>
                  </a:extLst>
                </a:gridCol>
                <a:gridCol w="321294">
                  <a:extLst>
                    <a:ext uri="{9D8B030D-6E8A-4147-A177-3AD203B41FA5}">
                      <a16:colId xmlns:a16="http://schemas.microsoft.com/office/drawing/2014/main" val="4213315911"/>
                    </a:ext>
                  </a:extLst>
                </a:gridCol>
                <a:gridCol w="321294">
                  <a:extLst>
                    <a:ext uri="{9D8B030D-6E8A-4147-A177-3AD203B41FA5}">
                      <a16:colId xmlns:a16="http://schemas.microsoft.com/office/drawing/2014/main" val="2769999950"/>
                    </a:ext>
                  </a:extLst>
                </a:gridCol>
                <a:gridCol w="321294">
                  <a:extLst>
                    <a:ext uri="{9D8B030D-6E8A-4147-A177-3AD203B41FA5}">
                      <a16:colId xmlns:a16="http://schemas.microsoft.com/office/drawing/2014/main" val="135637185"/>
                    </a:ext>
                  </a:extLst>
                </a:gridCol>
                <a:gridCol w="321294">
                  <a:extLst>
                    <a:ext uri="{9D8B030D-6E8A-4147-A177-3AD203B41FA5}">
                      <a16:colId xmlns:a16="http://schemas.microsoft.com/office/drawing/2014/main" val="3038050475"/>
                    </a:ext>
                  </a:extLst>
                </a:gridCol>
                <a:gridCol w="321294">
                  <a:extLst>
                    <a:ext uri="{9D8B030D-6E8A-4147-A177-3AD203B41FA5}">
                      <a16:colId xmlns:a16="http://schemas.microsoft.com/office/drawing/2014/main" val="1979433044"/>
                    </a:ext>
                  </a:extLst>
                </a:gridCol>
                <a:gridCol w="321294">
                  <a:extLst>
                    <a:ext uri="{9D8B030D-6E8A-4147-A177-3AD203B41FA5}">
                      <a16:colId xmlns:a16="http://schemas.microsoft.com/office/drawing/2014/main" val="1937369831"/>
                    </a:ext>
                  </a:extLst>
                </a:gridCol>
                <a:gridCol w="321294">
                  <a:extLst>
                    <a:ext uri="{9D8B030D-6E8A-4147-A177-3AD203B41FA5}">
                      <a16:colId xmlns:a16="http://schemas.microsoft.com/office/drawing/2014/main" val="747813118"/>
                    </a:ext>
                  </a:extLst>
                </a:gridCol>
                <a:gridCol w="321294">
                  <a:extLst>
                    <a:ext uri="{9D8B030D-6E8A-4147-A177-3AD203B41FA5}">
                      <a16:colId xmlns:a16="http://schemas.microsoft.com/office/drawing/2014/main" val="416731006"/>
                    </a:ext>
                  </a:extLst>
                </a:gridCol>
                <a:gridCol w="321294">
                  <a:extLst>
                    <a:ext uri="{9D8B030D-6E8A-4147-A177-3AD203B41FA5}">
                      <a16:colId xmlns:a16="http://schemas.microsoft.com/office/drawing/2014/main" val="4062622099"/>
                    </a:ext>
                  </a:extLst>
                </a:gridCol>
                <a:gridCol w="321294">
                  <a:extLst>
                    <a:ext uri="{9D8B030D-6E8A-4147-A177-3AD203B41FA5}">
                      <a16:colId xmlns:a16="http://schemas.microsoft.com/office/drawing/2014/main" val="3794202418"/>
                    </a:ext>
                  </a:extLst>
                </a:gridCol>
                <a:gridCol w="321294">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SIGNED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2R2[11:0]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72CBF9E7-59AA-FF36-E589-C2923C19392A}"/>
              </a:ext>
            </a:extLst>
          </p:cNvPr>
          <p:cNvGraphicFramePr>
            <a:graphicFrameLocks noGrp="1"/>
          </p:cNvGraphicFramePr>
          <p:nvPr>
            <p:extLst>
              <p:ext uri="{D42A27DB-BD31-4B8C-83A1-F6EECF244321}">
                <p14:modId xmlns:p14="http://schemas.microsoft.com/office/powerpoint/2010/main" val="790203941"/>
              </p:ext>
            </p:extLst>
          </p:nvPr>
        </p:nvGraphicFramePr>
        <p:xfrm>
          <a:off x="398320" y="4458623"/>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DAC2_INC_HOLD_LIMIT_CNT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DAC2_INC1_WAIT_CNT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9" name="표 8">
            <a:extLst>
              <a:ext uri="{FF2B5EF4-FFF2-40B4-BE49-F238E27FC236}">
                <a16:creationId xmlns:a16="http://schemas.microsoft.com/office/drawing/2014/main" id="{D379B57D-B571-F927-95F9-4BF1BA1DACCE}"/>
              </a:ext>
            </a:extLst>
          </p:cNvPr>
          <p:cNvGraphicFramePr>
            <a:graphicFrameLocks noGrp="1"/>
          </p:cNvGraphicFramePr>
          <p:nvPr>
            <p:extLst>
              <p:ext uri="{D42A27DB-BD31-4B8C-83A1-F6EECF244321}">
                <p14:modId xmlns:p14="http://schemas.microsoft.com/office/powerpoint/2010/main" val="43729822"/>
              </p:ext>
            </p:extLst>
          </p:nvPr>
        </p:nvGraphicFramePr>
        <p:xfrm>
          <a:off x="413545" y="6669568"/>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SIGNED</a:t>
                      </a:r>
                      <a:endParaRPr lang="ko-KR" altLang="en-US" sz="10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signed bit of the R2.  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2R2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12" name="표 11">
            <a:extLst>
              <a:ext uri="{FF2B5EF4-FFF2-40B4-BE49-F238E27FC236}">
                <a16:creationId xmlns:a16="http://schemas.microsoft.com/office/drawing/2014/main" id="{5582DF83-4D6F-A15E-5CEF-F61E492DF20A}"/>
              </a:ext>
            </a:extLst>
          </p:cNvPr>
          <p:cNvGraphicFramePr>
            <a:graphicFrameLocks noGrp="1"/>
          </p:cNvGraphicFramePr>
          <p:nvPr>
            <p:extLst>
              <p:ext uri="{D42A27DB-BD31-4B8C-83A1-F6EECF244321}">
                <p14:modId xmlns:p14="http://schemas.microsoft.com/office/powerpoint/2010/main" val="497023110"/>
              </p:ext>
            </p:extLst>
          </p:nvPr>
        </p:nvGraphicFramePr>
        <p:xfrm>
          <a:off x="405436" y="1657421"/>
          <a:ext cx="6047999" cy="663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DAC2_FB_VALID_CNT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 This value shows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counted value, MCLK x 4, for one frame.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
        <p:nvSpPr>
          <p:cNvPr id="14" name="TextBox 13">
            <a:extLst>
              <a:ext uri="{FF2B5EF4-FFF2-40B4-BE49-F238E27FC236}">
                <a16:creationId xmlns:a16="http://schemas.microsoft.com/office/drawing/2014/main" id="{799F98D2-2ED1-1953-56C3-B3BABE2C3546}"/>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31132654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D788D-1A60-F162-EB0E-E3EB30D71FE8}"/>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F8E16BF8-16FE-A665-C847-C3F3387615B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7CC7E8B-4213-68CF-3292-4305FD58C1AF}"/>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34BA4984-9AB7-868F-04B4-89F262F08809}"/>
              </a:ext>
            </a:extLst>
          </p:cNvPr>
          <p:cNvGraphicFramePr>
            <a:graphicFrameLocks noGrp="1"/>
          </p:cNvGraphicFramePr>
          <p:nvPr>
            <p:extLst>
              <p:ext uri="{D42A27DB-BD31-4B8C-83A1-F6EECF244321}">
                <p14:modId xmlns:p14="http://schemas.microsoft.com/office/powerpoint/2010/main" val="3458934274"/>
              </p:ext>
            </p:extLst>
          </p:nvPr>
        </p:nvGraphicFramePr>
        <p:xfrm>
          <a:off x="398322" y="1530793"/>
          <a:ext cx="6048000" cy="2339715"/>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2759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SOA2_N11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changed to the CURR_TGT_DAC or  kept to the current DAC value in case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condition ((CURR_TGT_DAC – PREV_TGT_DAC) + SOA_N11) &lt;  0 is met. If the current DAC is smaller than the CURR_TGT_DAC, then the DAC OUT will be kept to the current DAC, and if not so, the current DAC will be changed to the CURR_TGT_DAC value.  Normally, this function will work when the condition, ((CURR_TGT_DAC – PREV_TGT_ DAC) + SOA_N1) &lt;  0), is occurred while the DAC OUT is increasing.</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240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SOA2_N1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immediately decreased by the amount of (CURR_TGT_DAC – the current DAC) or not. Whenever the condition, ((CURR_TGT_DAC – PREV_TGT_DAC) + SOA_N1) &lt;  0, is occurred, the DAC OUT will be immediately decreased by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amount of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Normally, this is working that the current frame’s target is less than the previous frame’s target by the SOA_N1.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214376"/>
                  </a:ext>
                </a:extLst>
              </a:tr>
            </a:tbl>
          </a:graphicData>
        </a:graphic>
      </p:graphicFrame>
      <p:graphicFrame>
        <p:nvGraphicFramePr>
          <p:cNvPr id="10" name="표 9">
            <a:extLst>
              <a:ext uri="{FF2B5EF4-FFF2-40B4-BE49-F238E27FC236}">
                <a16:creationId xmlns:a16="http://schemas.microsoft.com/office/drawing/2014/main" id="{E7674073-84A4-614D-16B3-FEFE69AF8933}"/>
              </a:ext>
            </a:extLst>
          </p:cNvPr>
          <p:cNvGraphicFramePr>
            <a:graphicFrameLocks noGrp="1"/>
          </p:cNvGraphicFramePr>
          <p:nvPr>
            <p:extLst>
              <p:ext uri="{D42A27DB-BD31-4B8C-83A1-F6EECF244321}">
                <p14:modId xmlns:p14="http://schemas.microsoft.com/office/powerpoint/2010/main" val="2797482797"/>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0x1908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SOA2_N11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SOA2_N1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90D0956-D7CC-D4BF-8C16-8EECAA1AFD2F}"/>
              </a:ext>
            </a:extLst>
          </p:cNvPr>
          <p:cNvSpPr txBox="1"/>
          <p:nvPr/>
        </p:nvSpPr>
        <p:spPr>
          <a:xfrm>
            <a:off x="398322" y="43183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SOA2_P2 &amp; P1</a:t>
            </a:r>
          </a:p>
        </p:txBody>
      </p:sp>
      <p:graphicFrame>
        <p:nvGraphicFramePr>
          <p:cNvPr id="12" name="표 11">
            <a:extLst>
              <a:ext uri="{FF2B5EF4-FFF2-40B4-BE49-F238E27FC236}">
                <a16:creationId xmlns:a16="http://schemas.microsoft.com/office/drawing/2014/main" id="{78F27434-1D98-DC68-B4E1-AE1ED9D54365}"/>
              </a:ext>
            </a:extLst>
          </p:cNvPr>
          <p:cNvGraphicFramePr>
            <a:graphicFrameLocks noGrp="1"/>
          </p:cNvGraphicFramePr>
          <p:nvPr>
            <p:extLst>
              <p:ext uri="{D42A27DB-BD31-4B8C-83A1-F6EECF244321}">
                <p14:modId xmlns:p14="http://schemas.microsoft.com/office/powerpoint/2010/main" val="2706479909"/>
              </p:ext>
            </p:extLst>
          </p:nvPr>
        </p:nvGraphicFramePr>
        <p:xfrm>
          <a:off x="398322" y="5005213"/>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68066589"/>
                  </a:ext>
                </a:extLst>
              </a:tr>
            </a:tbl>
          </a:graphicData>
        </a:graphic>
      </p:graphicFrame>
      <p:graphicFrame>
        <p:nvGraphicFramePr>
          <p:cNvPr id="13" name="표 12">
            <a:extLst>
              <a:ext uri="{FF2B5EF4-FFF2-40B4-BE49-F238E27FC236}">
                <a16:creationId xmlns:a16="http://schemas.microsoft.com/office/drawing/2014/main" id="{BA206855-E615-9717-DD7C-03614D35EE0D}"/>
              </a:ext>
            </a:extLst>
          </p:cNvPr>
          <p:cNvGraphicFramePr>
            <a:graphicFrameLocks noGrp="1"/>
          </p:cNvGraphicFramePr>
          <p:nvPr>
            <p:extLst>
              <p:ext uri="{D42A27DB-BD31-4B8C-83A1-F6EECF244321}">
                <p14:modId xmlns:p14="http://schemas.microsoft.com/office/powerpoint/2010/main" val="240880985"/>
              </p:ext>
            </p:extLst>
          </p:nvPr>
        </p:nvGraphicFramePr>
        <p:xfrm>
          <a:off x="398322" y="459360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0xC07D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SOA2_P2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SOA2_P1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37C223DC-6F97-C576-1AEB-5924678CECD7}"/>
              </a:ext>
            </a:extLst>
          </p:cNvPr>
          <p:cNvSpPr txBox="1"/>
          <p:nvPr/>
        </p:nvSpPr>
        <p:spPr>
          <a:xfrm>
            <a:off x="398322" y="651711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SOA2_P3 &amp; P2</a:t>
            </a:r>
          </a:p>
        </p:txBody>
      </p:sp>
      <p:graphicFrame>
        <p:nvGraphicFramePr>
          <p:cNvPr id="15" name="표 14">
            <a:extLst>
              <a:ext uri="{FF2B5EF4-FFF2-40B4-BE49-F238E27FC236}">
                <a16:creationId xmlns:a16="http://schemas.microsoft.com/office/drawing/2014/main" id="{A900A197-4E11-16A7-D279-1CCBADE28563}"/>
              </a:ext>
            </a:extLst>
          </p:cNvPr>
          <p:cNvGraphicFramePr>
            <a:graphicFrameLocks noGrp="1"/>
          </p:cNvGraphicFramePr>
          <p:nvPr>
            <p:extLst>
              <p:ext uri="{D42A27DB-BD31-4B8C-83A1-F6EECF244321}">
                <p14:modId xmlns:p14="http://schemas.microsoft.com/office/powerpoint/2010/main" val="4195639553"/>
              </p:ext>
            </p:extLst>
          </p:nvPr>
        </p:nvGraphicFramePr>
        <p:xfrm>
          <a:off x="398322" y="7205619"/>
          <a:ext cx="6048000" cy="128412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must be careful that this register is prohibited from being written.</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6928813"/>
                  </a:ext>
                </a:extLst>
              </a:tr>
            </a:tbl>
          </a:graphicData>
        </a:graphic>
      </p:graphicFrame>
      <p:graphicFrame>
        <p:nvGraphicFramePr>
          <p:cNvPr id="17" name="표 16">
            <a:extLst>
              <a:ext uri="{FF2B5EF4-FFF2-40B4-BE49-F238E27FC236}">
                <a16:creationId xmlns:a16="http://schemas.microsoft.com/office/drawing/2014/main" id="{6D553CC0-805D-52AB-48DB-EA61F4582A37}"/>
              </a:ext>
            </a:extLst>
          </p:cNvPr>
          <p:cNvGraphicFramePr>
            <a:graphicFrameLocks noGrp="1"/>
          </p:cNvGraphicFramePr>
          <p:nvPr>
            <p:extLst>
              <p:ext uri="{D42A27DB-BD31-4B8C-83A1-F6EECF244321}">
                <p14:modId xmlns:p14="http://schemas.microsoft.com/office/powerpoint/2010/main" val="529951094"/>
              </p:ext>
            </p:extLst>
          </p:nvPr>
        </p:nvGraphicFramePr>
        <p:xfrm>
          <a:off x="398322" y="67924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0x7D12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0">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SOA2_P3 [9:0]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SOA2_P2 [9:4]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05D5D947-C58F-D2F7-3BB5-FF4EB55C2575}"/>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SOA2_N11 &amp; N1</a:t>
            </a:r>
          </a:p>
        </p:txBody>
      </p:sp>
      <p:sp>
        <p:nvSpPr>
          <p:cNvPr id="2" name="TextBox 1">
            <a:extLst>
              <a:ext uri="{FF2B5EF4-FFF2-40B4-BE49-F238E27FC236}">
                <a16:creationId xmlns:a16="http://schemas.microsoft.com/office/drawing/2014/main" id="{C208EF3F-41B4-DBC8-10C1-AA40ABB5FA89}"/>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8362733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98C7B-9122-AEE1-C038-1D3351D527B4}"/>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BC3C7B5-AC74-29D4-6C98-C41F48AC483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BC2E513-42F9-09F2-40E5-6A40535E0D3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0" name="표 9">
            <a:extLst>
              <a:ext uri="{FF2B5EF4-FFF2-40B4-BE49-F238E27FC236}">
                <a16:creationId xmlns:a16="http://schemas.microsoft.com/office/drawing/2014/main" id="{B79CBF2B-9A69-364A-3613-44E7E9F286C1}"/>
              </a:ext>
            </a:extLst>
          </p:cNvPr>
          <p:cNvGraphicFramePr>
            <a:graphicFrameLocks noGrp="1"/>
          </p:cNvGraphicFramePr>
          <p:nvPr>
            <p:extLst>
              <p:ext uri="{D42A27DB-BD31-4B8C-83A1-F6EECF244321}">
                <p14:modId xmlns:p14="http://schemas.microsoft.com/office/powerpoint/2010/main" val="1108179378"/>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DAC3_FB_VALID_CNT[17:2]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7041A0DC-A257-A2F6-D522-AC83F5704478}"/>
              </a:ext>
            </a:extLst>
          </p:cNvPr>
          <p:cNvSpPr txBox="1"/>
          <p:nvPr/>
        </p:nvSpPr>
        <p:spPr>
          <a:xfrm>
            <a:off x="398322" y="325301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 HOLD/WAIT CNT</a:t>
            </a:r>
          </a:p>
        </p:txBody>
      </p:sp>
      <p:graphicFrame>
        <p:nvGraphicFramePr>
          <p:cNvPr id="13" name="표 12">
            <a:extLst>
              <a:ext uri="{FF2B5EF4-FFF2-40B4-BE49-F238E27FC236}">
                <a16:creationId xmlns:a16="http://schemas.microsoft.com/office/drawing/2014/main" id="{188179BB-7A5F-769D-35B4-10D9E9731E4C}"/>
              </a:ext>
            </a:extLst>
          </p:cNvPr>
          <p:cNvGraphicFramePr>
            <a:graphicFrameLocks noGrp="1"/>
          </p:cNvGraphicFramePr>
          <p:nvPr>
            <p:extLst>
              <p:ext uri="{D42A27DB-BD31-4B8C-83A1-F6EECF244321}">
                <p14:modId xmlns:p14="http://schemas.microsoft.com/office/powerpoint/2010/main" val="559817621"/>
              </p:ext>
            </p:extLst>
          </p:nvPr>
        </p:nvGraphicFramePr>
        <p:xfrm>
          <a:off x="398322" y="352831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DAC3_INC_HOLD_LIMIT_CNT[8:0]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DAC3_INC1_WAIT_CNT[6:0]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0143023B-FD6A-3446-E4B7-2AFA98B616F5}"/>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FB VALID CNT</a:t>
            </a:r>
          </a:p>
        </p:txBody>
      </p:sp>
      <p:sp>
        <p:nvSpPr>
          <p:cNvPr id="2" name="TextBox 1">
            <a:extLst>
              <a:ext uri="{FF2B5EF4-FFF2-40B4-BE49-F238E27FC236}">
                <a16:creationId xmlns:a16="http://schemas.microsoft.com/office/drawing/2014/main" id="{9591479A-8870-4EF2-48CE-777B7F8214E0}"/>
              </a:ext>
            </a:extLst>
          </p:cNvPr>
          <p:cNvSpPr txBox="1"/>
          <p:nvPr/>
        </p:nvSpPr>
        <p:spPr>
          <a:xfrm>
            <a:off x="398320" y="585539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3R2</a:t>
            </a:r>
          </a:p>
        </p:txBody>
      </p:sp>
      <p:graphicFrame>
        <p:nvGraphicFramePr>
          <p:cNvPr id="6" name="표 5">
            <a:extLst>
              <a:ext uri="{FF2B5EF4-FFF2-40B4-BE49-F238E27FC236}">
                <a16:creationId xmlns:a16="http://schemas.microsoft.com/office/drawing/2014/main" id="{8A0F29AA-A21E-1C39-2444-7451EEEF68F1}"/>
              </a:ext>
            </a:extLst>
          </p:cNvPr>
          <p:cNvGraphicFramePr>
            <a:graphicFrameLocks noGrp="1"/>
          </p:cNvGraphicFramePr>
          <p:nvPr>
            <p:extLst>
              <p:ext uri="{D42A27DB-BD31-4B8C-83A1-F6EECF244321}">
                <p14:modId xmlns:p14="http://schemas.microsoft.com/office/powerpoint/2010/main" val="2856950219"/>
              </p:ext>
            </p:extLst>
          </p:nvPr>
        </p:nvGraphicFramePr>
        <p:xfrm>
          <a:off x="398320" y="6130691"/>
          <a:ext cx="6048008"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416788">
                  <a:extLst>
                    <a:ext uri="{9D8B030D-6E8A-4147-A177-3AD203B41FA5}">
                      <a16:colId xmlns:a16="http://schemas.microsoft.com/office/drawing/2014/main" val="4170535043"/>
                    </a:ext>
                  </a:extLst>
                </a:gridCol>
                <a:gridCol w="324469">
                  <a:extLst>
                    <a:ext uri="{9D8B030D-6E8A-4147-A177-3AD203B41FA5}">
                      <a16:colId xmlns:a16="http://schemas.microsoft.com/office/drawing/2014/main" val="2079070694"/>
                    </a:ext>
                  </a:extLst>
                </a:gridCol>
                <a:gridCol w="324469">
                  <a:extLst>
                    <a:ext uri="{9D8B030D-6E8A-4147-A177-3AD203B41FA5}">
                      <a16:colId xmlns:a16="http://schemas.microsoft.com/office/drawing/2014/main" val="4213315911"/>
                    </a:ext>
                  </a:extLst>
                </a:gridCol>
                <a:gridCol w="324469">
                  <a:extLst>
                    <a:ext uri="{9D8B030D-6E8A-4147-A177-3AD203B41FA5}">
                      <a16:colId xmlns:a16="http://schemas.microsoft.com/office/drawing/2014/main" val="2769999950"/>
                    </a:ext>
                  </a:extLst>
                </a:gridCol>
                <a:gridCol w="324469">
                  <a:extLst>
                    <a:ext uri="{9D8B030D-6E8A-4147-A177-3AD203B41FA5}">
                      <a16:colId xmlns:a16="http://schemas.microsoft.com/office/drawing/2014/main" val="135637185"/>
                    </a:ext>
                  </a:extLst>
                </a:gridCol>
                <a:gridCol w="324469">
                  <a:extLst>
                    <a:ext uri="{9D8B030D-6E8A-4147-A177-3AD203B41FA5}">
                      <a16:colId xmlns:a16="http://schemas.microsoft.com/office/drawing/2014/main" val="3038050475"/>
                    </a:ext>
                  </a:extLst>
                </a:gridCol>
                <a:gridCol w="324469">
                  <a:extLst>
                    <a:ext uri="{9D8B030D-6E8A-4147-A177-3AD203B41FA5}">
                      <a16:colId xmlns:a16="http://schemas.microsoft.com/office/drawing/2014/main" val="1979433044"/>
                    </a:ext>
                  </a:extLst>
                </a:gridCol>
                <a:gridCol w="324469">
                  <a:extLst>
                    <a:ext uri="{9D8B030D-6E8A-4147-A177-3AD203B41FA5}">
                      <a16:colId xmlns:a16="http://schemas.microsoft.com/office/drawing/2014/main" val="1937369831"/>
                    </a:ext>
                  </a:extLst>
                </a:gridCol>
                <a:gridCol w="324469">
                  <a:extLst>
                    <a:ext uri="{9D8B030D-6E8A-4147-A177-3AD203B41FA5}">
                      <a16:colId xmlns:a16="http://schemas.microsoft.com/office/drawing/2014/main" val="747813118"/>
                    </a:ext>
                  </a:extLst>
                </a:gridCol>
                <a:gridCol w="324469">
                  <a:extLst>
                    <a:ext uri="{9D8B030D-6E8A-4147-A177-3AD203B41FA5}">
                      <a16:colId xmlns:a16="http://schemas.microsoft.com/office/drawing/2014/main" val="416731006"/>
                    </a:ext>
                  </a:extLst>
                </a:gridCol>
                <a:gridCol w="324469">
                  <a:extLst>
                    <a:ext uri="{9D8B030D-6E8A-4147-A177-3AD203B41FA5}">
                      <a16:colId xmlns:a16="http://schemas.microsoft.com/office/drawing/2014/main" val="4062622099"/>
                    </a:ext>
                  </a:extLst>
                </a:gridCol>
                <a:gridCol w="324469">
                  <a:extLst>
                    <a:ext uri="{9D8B030D-6E8A-4147-A177-3AD203B41FA5}">
                      <a16:colId xmlns:a16="http://schemas.microsoft.com/office/drawing/2014/main" val="3794202418"/>
                    </a:ext>
                  </a:extLst>
                </a:gridCol>
                <a:gridCol w="324469">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SIGNED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3R2[11:0]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80303E1B-CF7D-8EFD-EA9A-B648B318D194}"/>
              </a:ext>
            </a:extLst>
          </p:cNvPr>
          <p:cNvGraphicFramePr>
            <a:graphicFrameLocks noGrp="1"/>
          </p:cNvGraphicFramePr>
          <p:nvPr>
            <p:extLst>
              <p:ext uri="{D42A27DB-BD31-4B8C-83A1-F6EECF244321}">
                <p14:modId xmlns:p14="http://schemas.microsoft.com/office/powerpoint/2010/main" val="3706904763"/>
              </p:ext>
            </p:extLst>
          </p:nvPr>
        </p:nvGraphicFramePr>
        <p:xfrm>
          <a:off x="398320" y="4458623"/>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DAC3_INC_HOLD_LIMIT_CNT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DAC3_INC1_WAIT_CNT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9" name="표 8">
            <a:extLst>
              <a:ext uri="{FF2B5EF4-FFF2-40B4-BE49-F238E27FC236}">
                <a16:creationId xmlns:a16="http://schemas.microsoft.com/office/drawing/2014/main" id="{F15A535C-E28D-FA9E-B29C-6991EC2B9072}"/>
              </a:ext>
            </a:extLst>
          </p:cNvPr>
          <p:cNvGraphicFramePr>
            <a:graphicFrameLocks noGrp="1"/>
          </p:cNvGraphicFramePr>
          <p:nvPr>
            <p:extLst>
              <p:ext uri="{D42A27DB-BD31-4B8C-83A1-F6EECF244321}">
                <p14:modId xmlns:p14="http://schemas.microsoft.com/office/powerpoint/2010/main" val="4068102598"/>
              </p:ext>
            </p:extLst>
          </p:nvPr>
        </p:nvGraphicFramePr>
        <p:xfrm>
          <a:off x="413545" y="6669568"/>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SIGNED</a:t>
                      </a:r>
                      <a:endParaRPr lang="ko-KR" altLang="en-US" sz="10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signed bit of the R2.  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3R2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12" name="표 11">
            <a:extLst>
              <a:ext uri="{FF2B5EF4-FFF2-40B4-BE49-F238E27FC236}">
                <a16:creationId xmlns:a16="http://schemas.microsoft.com/office/drawing/2014/main" id="{3F3037AD-4BB8-B235-DCD5-FBB09BFA993B}"/>
              </a:ext>
            </a:extLst>
          </p:cNvPr>
          <p:cNvGraphicFramePr>
            <a:graphicFrameLocks noGrp="1"/>
          </p:cNvGraphicFramePr>
          <p:nvPr>
            <p:extLst>
              <p:ext uri="{D42A27DB-BD31-4B8C-83A1-F6EECF244321}">
                <p14:modId xmlns:p14="http://schemas.microsoft.com/office/powerpoint/2010/main" val="3073193754"/>
              </p:ext>
            </p:extLst>
          </p:nvPr>
        </p:nvGraphicFramePr>
        <p:xfrm>
          <a:off x="405436" y="1657421"/>
          <a:ext cx="6047999" cy="663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DAC3_FB_VALID_CNT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 This value shows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counted value, MCLK x 4, for one frame.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
        <p:nvSpPr>
          <p:cNvPr id="15" name="TextBox 14">
            <a:extLst>
              <a:ext uri="{FF2B5EF4-FFF2-40B4-BE49-F238E27FC236}">
                <a16:creationId xmlns:a16="http://schemas.microsoft.com/office/drawing/2014/main" id="{FF439D33-B0E3-B4F9-4F7D-9584A80A2FEB}"/>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195817206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8EA05-6FC4-7379-8E2E-C1B89F067AF2}"/>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343FE9A-6233-77F9-EA5C-58261389C67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EDA859D4-5821-BE11-6513-B4BFDE4FB2A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4756C99C-A90A-DADA-626F-CBDC1099BE3F}"/>
              </a:ext>
            </a:extLst>
          </p:cNvPr>
          <p:cNvGraphicFramePr>
            <a:graphicFrameLocks noGrp="1"/>
          </p:cNvGraphicFramePr>
          <p:nvPr>
            <p:extLst>
              <p:ext uri="{D42A27DB-BD31-4B8C-83A1-F6EECF244321}">
                <p14:modId xmlns:p14="http://schemas.microsoft.com/office/powerpoint/2010/main" val="1626394519"/>
              </p:ext>
            </p:extLst>
          </p:nvPr>
        </p:nvGraphicFramePr>
        <p:xfrm>
          <a:off x="398322" y="1530793"/>
          <a:ext cx="6048000" cy="2339715"/>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2759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SOA3_N11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changed to the CURR_TGT_DAC or  kept to the current DAC value in case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condition ((CURR_TGT_DAC – PREV_TGT_DAC) + SOA_N11) &lt;  0 is met. If the current DAC is smaller than the CURR_TGT_DAC, then the DAC OUT will be kept to the current DAC, and if not so, the current DAC will be changed to the CURR_TGT_DAC value.  Normally, this function will work when the condition, ((CURR_TGT_DAC – PREV_TGT_ DAC) + SOA_N1) &lt;  0), is occurred while the DAC OUT is increasing.</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240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SOA3_N1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immediately decreased by the amount of (CURR_TGT_DAC – the current DAC) or not. Whenever the condition, ((CURR_TGT_DAC – PREV_TGT_DAC) + SOA_N1) &lt;  0, is occurred, the DAC OUT will be immediately decreased by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amount of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Normally, this is working that the current frame’s target is less than the previous frame’s target by the SOA_N1.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214376"/>
                  </a:ext>
                </a:extLst>
              </a:tr>
            </a:tbl>
          </a:graphicData>
        </a:graphic>
      </p:graphicFrame>
      <p:graphicFrame>
        <p:nvGraphicFramePr>
          <p:cNvPr id="10" name="표 9">
            <a:extLst>
              <a:ext uri="{FF2B5EF4-FFF2-40B4-BE49-F238E27FC236}">
                <a16:creationId xmlns:a16="http://schemas.microsoft.com/office/drawing/2014/main" id="{DBB18A2A-ED37-138F-ED6C-A8D85426B7DA}"/>
              </a:ext>
            </a:extLst>
          </p:cNvPr>
          <p:cNvGraphicFramePr>
            <a:graphicFrameLocks noGrp="1"/>
          </p:cNvGraphicFramePr>
          <p:nvPr>
            <p:extLst>
              <p:ext uri="{D42A27DB-BD31-4B8C-83A1-F6EECF244321}">
                <p14:modId xmlns:p14="http://schemas.microsoft.com/office/powerpoint/2010/main" val="3736425736"/>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0x1908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SOA3_N11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SOA3_N1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E3784F66-DB91-3E6E-CCE4-3B2110AC4DB1}"/>
              </a:ext>
            </a:extLst>
          </p:cNvPr>
          <p:cNvSpPr txBox="1"/>
          <p:nvPr/>
        </p:nvSpPr>
        <p:spPr>
          <a:xfrm>
            <a:off x="398322" y="43183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SOA3_P2 &amp; P1</a:t>
            </a:r>
          </a:p>
        </p:txBody>
      </p:sp>
      <p:graphicFrame>
        <p:nvGraphicFramePr>
          <p:cNvPr id="12" name="표 11">
            <a:extLst>
              <a:ext uri="{FF2B5EF4-FFF2-40B4-BE49-F238E27FC236}">
                <a16:creationId xmlns:a16="http://schemas.microsoft.com/office/drawing/2014/main" id="{8EB58FB1-D7B8-1C04-8EDA-13D33380D8EF}"/>
              </a:ext>
            </a:extLst>
          </p:cNvPr>
          <p:cNvGraphicFramePr>
            <a:graphicFrameLocks noGrp="1"/>
          </p:cNvGraphicFramePr>
          <p:nvPr>
            <p:extLst>
              <p:ext uri="{D42A27DB-BD31-4B8C-83A1-F6EECF244321}">
                <p14:modId xmlns:p14="http://schemas.microsoft.com/office/powerpoint/2010/main" val="1303966072"/>
              </p:ext>
            </p:extLst>
          </p:nvPr>
        </p:nvGraphicFramePr>
        <p:xfrm>
          <a:off x="398322" y="5005213"/>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040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68066589"/>
                  </a:ext>
                </a:extLst>
              </a:tr>
            </a:tbl>
          </a:graphicData>
        </a:graphic>
      </p:graphicFrame>
      <p:graphicFrame>
        <p:nvGraphicFramePr>
          <p:cNvPr id="13" name="표 12">
            <a:extLst>
              <a:ext uri="{FF2B5EF4-FFF2-40B4-BE49-F238E27FC236}">
                <a16:creationId xmlns:a16="http://schemas.microsoft.com/office/drawing/2014/main" id="{7C4E0D12-8B83-C3F1-FC06-9E73ED01CE50}"/>
              </a:ext>
            </a:extLst>
          </p:cNvPr>
          <p:cNvGraphicFramePr>
            <a:graphicFrameLocks noGrp="1"/>
          </p:cNvGraphicFramePr>
          <p:nvPr>
            <p:extLst>
              <p:ext uri="{D42A27DB-BD31-4B8C-83A1-F6EECF244321}">
                <p14:modId xmlns:p14="http://schemas.microsoft.com/office/powerpoint/2010/main" val="3959857031"/>
              </p:ext>
            </p:extLst>
          </p:nvPr>
        </p:nvGraphicFramePr>
        <p:xfrm>
          <a:off x="398322" y="459360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0xC07D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SOA3_P2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SOA3_P1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87DDB392-02A1-523B-F542-5FCD0CF8280F}"/>
              </a:ext>
            </a:extLst>
          </p:cNvPr>
          <p:cNvSpPr txBox="1"/>
          <p:nvPr/>
        </p:nvSpPr>
        <p:spPr>
          <a:xfrm>
            <a:off x="398322" y="651711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SOA3_P3 &amp; P2</a:t>
            </a:r>
          </a:p>
        </p:txBody>
      </p:sp>
      <p:graphicFrame>
        <p:nvGraphicFramePr>
          <p:cNvPr id="15" name="표 14">
            <a:extLst>
              <a:ext uri="{FF2B5EF4-FFF2-40B4-BE49-F238E27FC236}">
                <a16:creationId xmlns:a16="http://schemas.microsoft.com/office/drawing/2014/main" id="{BE52F7C4-78B8-9232-3C21-EA497A4C2989}"/>
              </a:ext>
            </a:extLst>
          </p:cNvPr>
          <p:cNvGraphicFramePr>
            <a:graphicFrameLocks noGrp="1"/>
          </p:cNvGraphicFramePr>
          <p:nvPr>
            <p:extLst>
              <p:ext uri="{D42A27DB-BD31-4B8C-83A1-F6EECF244321}">
                <p14:modId xmlns:p14="http://schemas.microsoft.com/office/powerpoint/2010/main" val="3118665902"/>
              </p:ext>
            </p:extLst>
          </p:nvPr>
        </p:nvGraphicFramePr>
        <p:xfrm>
          <a:off x="398322" y="7205619"/>
          <a:ext cx="6048000" cy="128412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must be careful that this register is prohibited from being written.</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6928813"/>
                  </a:ext>
                </a:extLst>
              </a:tr>
            </a:tbl>
          </a:graphicData>
        </a:graphic>
      </p:graphicFrame>
      <p:graphicFrame>
        <p:nvGraphicFramePr>
          <p:cNvPr id="17" name="표 16">
            <a:extLst>
              <a:ext uri="{FF2B5EF4-FFF2-40B4-BE49-F238E27FC236}">
                <a16:creationId xmlns:a16="http://schemas.microsoft.com/office/drawing/2014/main" id="{CD858521-1CD6-CE57-C8CA-5E8AAA944637}"/>
              </a:ext>
            </a:extLst>
          </p:cNvPr>
          <p:cNvGraphicFramePr>
            <a:graphicFrameLocks noGrp="1"/>
          </p:cNvGraphicFramePr>
          <p:nvPr>
            <p:extLst>
              <p:ext uri="{D42A27DB-BD31-4B8C-83A1-F6EECF244321}">
                <p14:modId xmlns:p14="http://schemas.microsoft.com/office/powerpoint/2010/main" val="1844134924"/>
              </p:ext>
            </p:extLst>
          </p:nvPr>
        </p:nvGraphicFramePr>
        <p:xfrm>
          <a:off x="398322" y="67924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0x7D12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0">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SOA3_P3 [9:0]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SOA3_P2 [9:4]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78615C8D-355E-C83C-4D55-BACF16F95D77}"/>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SOA3_N11 &amp; N1</a:t>
            </a:r>
          </a:p>
        </p:txBody>
      </p:sp>
      <p:sp>
        <p:nvSpPr>
          <p:cNvPr id="2" name="TextBox 1">
            <a:extLst>
              <a:ext uri="{FF2B5EF4-FFF2-40B4-BE49-F238E27FC236}">
                <a16:creationId xmlns:a16="http://schemas.microsoft.com/office/drawing/2014/main" id="{B78ABCB3-2F8E-B289-0CB2-94560C8F11D8}"/>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1674176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DD1C9-52B6-A0EA-3DFD-A987767DF344}"/>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01FB8184-4BF0-F99A-FDBF-26D5EC8F09B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8D53CC53-1409-5331-A81C-3F1BE6ACF4F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9240F85-F488-A24A-80B0-B103245C47A3}"/>
              </a:ext>
            </a:extLst>
          </p:cNvPr>
          <p:cNvSpPr txBox="1"/>
          <p:nvPr/>
        </p:nvSpPr>
        <p:spPr>
          <a:xfrm>
            <a:off x="397938" y="854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ANA_TEST</a:t>
            </a:r>
          </a:p>
        </p:txBody>
      </p:sp>
      <p:graphicFrame>
        <p:nvGraphicFramePr>
          <p:cNvPr id="7" name="표 6">
            <a:extLst>
              <a:ext uri="{FF2B5EF4-FFF2-40B4-BE49-F238E27FC236}">
                <a16:creationId xmlns:a16="http://schemas.microsoft.com/office/drawing/2014/main" id="{1523954B-7293-DFB6-B0DE-2A2DC36D06D6}"/>
              </a:ext>
            </a:extLst>
          </p:cNvPr>
          <p:cNvGraphicFramePr>
            <a:graphicFrameLocks noGrp="1"/>
          </p:cNvGraphicFramePr>
          <p:nvPr/>
        </p:nvGraphicFramePr>
        <p:xfrm>
          <a:off x="397935" y="1135355"/>
          <a:ext cx="6179407" cy="47928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63194">
                  <a:extLst>
                    <a:ext uri="{9D8B030D-6E8A-4147-A177-3AD203B41FA5}">
                      <a16:colId xmlns:a16="http://schemas.microsoft.com/office/drawing/2014/main" val="4293411712"/>
                    </a:ext>
                  </a:extLst>
                </a:gridCol>
                <a:gridCol w="263194">
                  <a:extLst>
                    <a:ext uri="{9D8B030D-6E8A-4147-A177-3AD203B41FA5}">
                      <a16:colId xmlns:a16="http://schemas.microsoft.com/office/drawing/2014/main" val="657570846"/>
                    </a:ext>
                  </a:extLst>
                </a:gridCol>
                <a:gridCol w="263194">
                  <a:extLst>
                    <a:ext uri="{9D8B030D-6E8A-4147-A177-3AD203B41FA5}">
                      <a16:colId xmlns:a16="http://schemas.microsoft.com/office/drawing/2014/main" val="3259894497"/>
                    </a:ext>
                  </a:extLst>
                </a:gridCol>
                <a:gridCol w="514350">
                  <a:extLst>
                    <a:ext uri="{9D8B030D-6E8A-4147-A177-3AD203B41FA5}">
                      <a16:colId xmlns:a16="http://schemas.microsoft.com/office/drawing/2014/main" val="4170535043"/>
                    </a:ext>
                  </a:extLst>
                </a:gridCol>
                <a:gridCol w="260350">
                  <a:extLst>
                    <a:ext uri="{9D8B030D-6E8A-4147-A177-3AD203B41FA5}">
                      <a16:colId xmlns:a16="http://schemas.microsoft.com/office/drawing/2014/main" val="2079070694"/>
                    </a:ext>
                  </a:extLst>
                </a:gridCol>
                <a:gridCol w="260350">
                  <a:extLst>
                    <a:ext uri="{9D8B030D-6E8A-4147-A177-3AD203B41FA5}">
                      <a16:colId xmlns:a16="http://schemas.microsoft.com/office/drawing/2014/main" val="4213315911"/>
                    </a:ext>
                  </a:extLst>
                </a:gridCol>
                <a:gridCol w="260350">
                  <a:extLst>
                    <a:ext uri="{9D8B030D-6E8A-4147-A177-3AD203B41FA5}">
                      <a16:colId xmlns:a16="http://schemas.microsoft.com/office/drawing/2014/main" val="3009280744"/>
                    </a:ext>
                  </a:extLst>
                </a:gridCol>
                <a:gridCol w="927100">
                  <a:extLst>
                    <a:ext uri="{9D8B030D-6E8A-4147-A177-3AD203B41FA5}">
                      <a16:colId xmlns:a16="http://schemas.microsoft.com/office/drawing/2014/main" val="135637185"/>
                    </a:ext>
                  </a:extLst>
                </a:gridCol>
                <a:gridCol w="204732">
                  <a:extLst>
                    <a:ext uri="{9D8B030D-6E8A-4147-A177-3AD203B41FA5}">
                      <a16:colId xmlns:a16="http://schemas.microsoft.com/office/drawing/2014/main" val="3038050475"/>
                    </a:ext>
                  </a:extLst>
                </a:gridCol>
                <a:gridCol w="280930">
                  <a:extLst>
                    <a:ext uri="{9D8B030D-6E8A-4147-A177-3AD203B41FA5}">
                      <a16:colId xmlns:a16="http://schemas.microsoft.com/office/drawing/2014/main" val="1979433044"/>
                    </a:ext>
                  </a:extLst>
                </a:gridCol>
                <a:gridCol w="225540">
                  <a:extLst>
                    <a:ext uri="{9D8B030D-6E8A-4147-A177-3AD203B41FA5}">
                      <a16:colId xmlns:a16="http://schemas.microsoft.com/office/drawing/2014/main" val="1937369831"/>
                    </a:ext>
                  </a:extLst>
                </a:gridCol>
                <a:gridCol w="444500">
                  <a:extLst>
                    <a:ext uri="{9D8B030D-6E8A-4147-A177-3AD203B41FA5}">
                      <a16:colId xmlns:a16="http://schemas.microsoft.com/office/drawing/2014/main" val="747813118"/>
                    </a:ext>
                  </a:extLst>
                </a:gridCol>
                <a:gridCol w="27403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12882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CHOP_EN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CHOP_EN_OSCLDO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CHOP_EN_BGR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TEST_ANA_EN[2:0]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D5769A7B-7740-A9F5-53C8-153562FCCDFC}"/>
              </a:ext>
            </a:extLst>
          </p:cNvPr>
          <p:cNvGraphicFramePr>
            <a:graphicFrameLocks noGrp="1"/>
          </p:cNvGraphicFramePr>
          <p:nvPr/>
        </p:nvGraphicFramePr>
        <p:xfrm>
          <a:off x="399229" y="2145980"/>
          <a:ext cx="6048000" cy="198479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88150">
                  <a:extLst>
                    <a:ext uri="{9D8B030D-6E8A-4147-A177-3AD203B41FA5}">
                      <a16:colId xmlns:a16="http://schemas.microsoft.com/office/drawing/2014/main" val="2079070694"/>
                    </a:ext>
                  </a:extLst>
                </a:gridCol>
                <a:gridCol w="4324067">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CHOP_EN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The CHOP_EN determinant OSC CHOPPING enable.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disable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CHOP_EN_OSCLDO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The CHOP_EN_OSCLDO determinant LDO for OSC CHOPPING enable.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disable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6057252"/>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CHOP_EN_BGR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The CHOP_EN_BGR determinant BGR CHOPPING enable.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disable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8061790"/>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TEST_ANA_EN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Analog TEST MUX select bit for only test.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860638"/>
                  </a:ext>
                </a:extLst>
              </a:tr>
            </a:tbl>
          </a:graphicData>
        </a:graphic>
      </p:graphicFrame>
      <p:sp>
        <p:nvSpPr>
          <p:cNvPr id="2" name="TextBox 1">
            <a:extLst>
              <a:ext uri="{FF2B5EF4-FFF2-40B4-BE49-F238E27FC236}">
                <a16:creationId xmlns:a16="http://schemas.microsoft.com/office/drawing/2014/main" id="{5D619851-57B0-A8CE-98E1-E300DD741DDB}"/>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329081537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TextBox 69">
            <a:extLst>
              <a:ext uri="{FF2B5EF4-FFF2-40B4-BE49-F238E27FC236}">
                <a16:creationId xmlns:a16="http://schemas.microsoft.com/office/drawing/2014/main" id="{83968C52-2D17-46C0-A84D-B482DF945C71}"/>
              </a:ext>
            </a:extLst>
          </p:cNvPr>
          <p:cNvSpPr txBox="1"/>
          <p:nvPr/>
        </p:nvSpPr>
        <p:spPr>
          <a:xfrm>
            <a:off x="404813" y="774866"/>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Soldering Temperature Reflow Profile</a:t>
            </a: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5FD10ED-8D61-313E-3D51-18422605D050}"/>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sp>
        <p:nvSpPr>
          <p:cNvPr id="28" name="object 9">
            <a:extLst>
              <a:ext uri="{FF2B5EF4-FFF2-40B4-BE49-F238E27FC236}">
                <a16:creationId xmlns:a16="http://schemas.microsoft.com/office/drawing/2014/main" id="{9F189BD7-D622-4E4F-3672-36BC4415B3D3}"/>
              </a:ext>
            </a:extLst>
          </p:cNvPr>
          <p:cNvSpPr txBox="1"/>
          <p:nvPr/>
        </p:nvSpPr>
        <p:spPr>
          <a:xfrm>
            <a:off x="413545" y="8638403"/>
            <a:ext cx="6039889" cy="334920"/>
          </a:xfrm>
          <a:prstGeom prst="rect">
            <a:avLst/>
          </a:prstGeom>
        </p:spPr>
        <p:txBody>
          <a:bodyPr vert="horz" wrap="square" lIns="0" tIns="49741" rIns="0" bIns="0" rtlCol="0">
            <a:spAutoFit/>
          </a:bodyPr>
          <a:lstStyle/>
          <a:p>
            <a:pPr marL="12435" defTabSz="895327" fontAlgn="auto">
              <a:spcBef>
                <a:spcPts val="392"/>
              </a:spcBef>
              <a:spcAft>
                <a:spcPts val="0"/>
              </a:spcAft>
            </a:pPr>
            <a:r>
              <a:rPr kumimoji="0" sz="800" b="1" spc="-5" dirty="0">
                <a:solidFill>
                  <a:prstClr val="black"/>
                </a:solidFill>
                <a:latin typeface="Arial" panose="020B0604020202020204" pitchFamily="34" charset="0"/>
                <a:ea typeface="+mn-ea"/>
                <a:cs typeface="Arial" panose="020B0604020202020204" pitchFamily="34" charset="0"/>
              </a:rPr>
              <a:t>Important</a:t>
            </a:r>
            <a:r>
              <a:rPr kumimoji="0" sz="800" b="1" spc="-15" dirty="0">
                <a:solidFill>
                  <a:prstClr val="black"/>
                </a:solidFill>
                <a:latin typeface="Arial" panose="020B0604020202020204" pitchFamily="34" charset="0"/>
                <a:ea typeface="+mn-ea"/>
                <a:cs typeface="Arial" panose="020B0604020202020204" pitchFamily="34" charset="0"/>
              </a:rPr>
              <a:t> </a:t>
            </a:r>
            <a:r>
              <a:rPr kumimoji="0" sz="800" b="1" spc="-5" dirty="0">
                <a:solidFill>
                  <a:prstClr val="black"/>
                </a:solidFill>
                <a:latin typeface="Arial" panose="020B0604020202020204" pitchFamily="34" charset="0"/>
                <a:ea typeface="+mn-ea"/>
                <a:cs typeface="Arial" panose="020B0604020202020204" pitchFamily="34" charset="0"/>
              </a:rPr>
              <a:t>statement</a:t>
            </a:r>
            <a:endParaRPr kumimoji="0" sz="800" dirty="0">
              <a:solidFill>
                <a:prstClr val="black"/>
              </a:solidFill>
              <a:latin typeface="Arial" panose="020B0604020202020204" pitchFamily="34" charset="0"/>
              <a:ea typeface="+mn-ea"/>
              <a:cs typeface="Arial" panose="020B0604020202020204" pitchFamily="34" charset="0"/>
            </a:endParaRPr>
          </a:p>
          <a:p>
            <a:pPr marL="12435" defTabSz="895327" fontAlgn="auto">
              <a:spcBef>
                <a:spcPts val="298"/>
              </a:spcBef>
              <a:spcAft>
                <a:spcPts val="0"/>
              </a:spcAft>
            </a:pPr>
            <a:r>
              <a:rPr kumimoji="0" lang="en-US" sz="800" spc="-5" dirty="0">
                <a:solidFill>
                  <a:prstClr val="black"/>
                </a:solidFill>
                <a:latin typeface="Arial" panose="020B0604020202020204" pitchFamily="34" charset="0"/>
                <a:ea typeface="+mn-ea"/>
                <a:cs typeface="Arial" panose="020B0604020202020204" pitchFamily="34" charset="0"/>
              </a:rPr>
              <a:t>Global Technologies </a:t>
            </a:r>
            <a:r>
              <a:rPr kumimoji="0" sz="800" spc="-15" dirty="0">
                <a:solidFill>
                  <a:prstClr val="black"/>
                </a:solidFill>
                <a:latin typeface="Arial" panose="020B0604020202020204" pitchFamily="34" charset="0"/>
                <a:ea typeface="+mn-ea"/>
                <a:cs typeface="Arial" panose="020B0604020202020204" pitchFamily="34" charset="0"/>
              </a:rPr>
              <a:t> </a:t>
            </a:r>
            <a:r>
              <a:rPr kumimoji="0" sz="800" dirty="0">
                <a:solidFill>
                  <a:prstClr val="black"/>
                </a:solidFill>
                <a:latin typeface="Arial" panose="020B0604020202020204" pitchFamily="34" charset="0"/>
                <a:ea typeface="+mn-ea"/>
                <a:cs typeface="Arial" panose="020B0604020202020204" pitchFamily="34" charset="0"/>
              </a:rPr>
              <a:t>reserves</a:t>
            </a:r>
            <a:r>
              <a:rPr kumimoji="0" sz="800" spc="5"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the</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right</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to</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change</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the</a:t>
            </a:r>
            <a:r>
              <a:rPr kumimoji="0" sz="800" spc="15"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above-mentioned</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information</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without</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prior</a:t>
            </a:r>
            <a:r>
              <a:rPr kumimoji="0" sz="800" spc="5"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notice.</a:t>
            </a:r>
            <a:endParaRPr kumimoji="0" sz="800" dirty="0">
              <a:solidFill>
                <a:prstClr val="black"/>
              </a:solidFill>
              <a:latin typeface="Arial" panose="020B0604020202020204" pitchFamily="34" charset="0"/>
              <a:ea typeface="+mn-ea"/>
              <a:cs typeface="Arial" panose="020B0604020202020204" pitchFamily="34" charset="0"/>
            </a:endParaRPr>
          </a:p>
        </p:txBody>
      </p:sp>
      <p:sp>
        <p:nvSpPr>
          <p:cNvPr id="32" name="object 11">
            <a:extLst>
              <a:ext uri="{FF2B5EF4-FFF2-40B4-BE49-F238E27FC236}">
                <a16:creationId xmlns:a16="http://schemas.microsoft.com/office/drawing/2014/main" id="{3F337B4E-EA6E-AA3C-9BB1-FEB3936099DD}"/>
              </a:ext>
            </a:extLst>
          </p:cNvPr>
          <p:cNvSpPr txBox="1"/>
          <p:nvPr/>
        </p:nvSpPr>
        <p:spPr>
          <a:xfrm>
            <a:off x="2344183" y="6772410"/>
            <a:ext cx="2180853" cy="140797"/>
          </a:xfrm>
          <a:prstGeom prst="rect">
            <a:avLst/>
          </a:prstGeom>
        </p:spPr>
        <p:txBody>
          <a:bodyPr vert="horz" wrap="none" lIns="0" tIns="12435" rIns="0" bIns="0" rtlCol="0" anchor="ctr" anchorCtr="0">
            <a:spAutoFit/>
          </a:bodyPr>
          <a:lstStyle/>
          <a:p>
            <a:pPr marL="62176"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a:t>
            </a:r>
            <a:r>
              <a:rPr kumimoji="0" lang="en-US" sz="900" b="1" dirty="0">
                <a:solidFill>
                  <a:prstClr val="black"/>
                </a:solidFill>
                <a:latin typeface="Arial" panose="020B0604020202020204" pitchFamily="34" charset="0"/>
                <a:ea typeface="+mn-ea"/>
                <a:cs typeface="Arial" panose="020B0604020202020204" pitchFamily="34" charset="0"/>
              </a:rPr>
              <a:t> 10.  Reflow Soldering Parameter </a:t>
            </a:r>
            <a:endParaRPr kumimoji="0" sz="900" dirty="0">
              <a:solidFill>
                <a:prstClr val="black"/>
              </a:solidFill>
              <a:latin typeface="Arial" panose="020B0604020202020204" pitchFamily="34" charset="0"/>
              <a:ea typeface="+mn-ea"/>
              <a:cs typeface="Arial" panose="020B0604020202020204" pitchFamily="34" charset="0"/>
            </a:endParaRPr>
          </a:p>
        </p:txBody>
      </p:sp>
      <p:sp>
        <p:nvSpPr>
          <p:cNvPr id="2" name="object 84">
            <a:extLst>
              <a:ext uri="{FF2B5EF4-FFF2-40B4-BE49-F238E27FC236}">
                <a16:creationId xmlns:a16="http://schemas.microsoft.com/office/drawing/2014/main" id="{EC034202-AD96-3014-9F37-BAFC06432657}"/>
              </a:ext>
            </a:extLst>
          </p:cNvPr>
          <p:cNvSpPr txBox="1"/>
          <p:nvPr/>
        </p:nvSpPr>
        <p:spPr>
          <a:xfrm>
            <a:off x="2330954" y="4651565"/>
            <a:ext cx="2308324" cy="153567"/>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29.  Reflow Soldering information</a:t>
            </a:r>
          </a:p>
        </p:txBody>
      </p:sp>
      <p:graphicFrame>
        <p:nvGraphicFramePr>
          <p:cNvPr id="4" name="object 8">
            <a:extLst>
              <a:ext uri="{FF2B5EF4-FFF2-40B4-BE49-F238E27FC236}">
                <a16:creationId xmlns:a16="http://schemas.microsoft.com/office/drawing/2014/main" id="{269EB60D-B4C3-263F-3B47-AED9D1513DCB}"/>
              </a:ext>
            </a:extLst>
          </p:cNvPr>
          <p:cNvGraphicFramePr>
            <a:graphicFrameLocks noGrp="1"/>
          </p:cNvGraphicFramePr>
          <p:nvPr>
            <p:extLst>
              <p:ext uri="{D42A27DB-BD31-4B8C-83A1-F6EECF244321}">
                <p14:modId xmlns:p14="http://schemas.microsoft.com/office/powerpoint/2010/main" val="719094820"/>
              </p:ext>
            </p:extLst>
          </p:nvPr>
        </p:nvGraphicFramePr>
        <p:xfrm>
          <a:off x="887435" y="4970162"/>
          <a:ext cx="5130165" cy="1692571"/>
        </p:xfrm>
        <a:graphic>
          <a:graphicData uri="http://schemas.openxmlformats.org/drawingml/2006/table">
            <a:tbl>
              <a:tblPr firstRow="1" bandRow="1"/>
              <a:tblGrid>
                <a:gridCol w="2615490">
                  <a:extLst>
                    <a:ext uri="{9D8B030D-6E8A-4147-A177-3AD203B41FA5}">
                      <a16:colId xmlns:a16="http://schemas.microsoft.com/office/drawing/2014/main" val="20000"/>
                    </a:ext>
                  </a:extLst>
                </a:gridCol>
                <a:gridCol w="2514675">
                  <a:extLst>
                    <a:ext uri="{9D8B030D-6E8A-4147-A177-3AD203B41FA5}">
                      <a16:colId xmlns:a16="http://schemas.microsoft.com/office/drawing/2014/main" val="20001"/>
                    </a:ext>
                  </a:extLst>
                </a:gridCol>
              </a:tblGrid>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241935" algn="ctr">
                        <a:lnSpc>
                          <a:spcPct val="100000"/>
                        </a:lnSpc>
                        <a:spcBef>
                          <a:spcPts val="310"/>
                        </a:spcBef>
                      </a:pPr>
                      <a:r>
                        <a:rPr sz="900" b="1" dirty="0">
                          <a:solidFill>
                            <a:schemeClr val="tx1"/>
                          </a:solidFill>
                          <a:latin typeface="Arial"/>
                          <a:ea typeface="+mn-ea"/>
                          <a:cs typeface="Arial"/>
                        </a:rPr>
                        <a:t>Parameter</a:t>
                      </a:r>
                    </a:p>
                  </a:txBody>
                  <a:tcPr marL="0" marR="0" marT="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lumMod val="95000"/>
                          <a:lumOff val="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241935" algn="ctr">
                        <a:lnSpc>
                          <a:spcPct val="100000"/>
                        </a:lnSpc>
                        <a:spcBef>
                          <a:spcPts val="310"/>
                        </a:spcBef>
                      </a:pPr>
                      <a:r>
                        <a:rPr lang="en-US" sz="900" b="1" dirty="0">
                          <a:solidFill>
                            <a:schemeClr val="tx1"/>
                          </a:solidFill>
                          <a:latin typeface="Arial"/>
                          <a:ea typeface="+mn-ea"/>
                          <a:cs typeface="Arial"/>
                        </a:rPr>
                        <a:t>Pb</a:t>
                      </a:r>
                      <a:r>
                        <a:rPr sz="900" b="1" dirty="0">
                          <a:solidFill>
                            <a:schemeClr val="tx1"/>
                          </a:solidFill>
                          <a:latin typeface="Arial"/>
                          <a:ea typeface="+mn-ea"/>
                          <a:cs typeface="Arial"/>
                        </a:rPr>
                        <a:t>-free soldering conditions</a:t>
                      </a:r>
                    </a:p>
                  </a:txBody>
                  <a:tcPr marL="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lumMod val="95000"/>
                          <a:lumOff val="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000"/>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5"/>
                        </a:spcBef>
                      </a:pPr>
                      <a:r>
                        <a:rPr sz="800" spc="-15" dirty="0">
                          <a:latin typeface="Arial" panose="020B0604020202020204" pitchFamily="34" charset="0"/>
                          <a:cs typeface="Arial" panose="020B0604020202020204" pitchFamily="34" charset="0"/>
                        </a:rPr>
                        <a:t>Average</a:t>
                      </a:r>
                      <a:r>
                        <a:rPr sz="800" spc="-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ramp-up</a:t>
                      </a:r>
                      <a:r>
                        <a:rPr sz="80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rate</a:t>
                      </a:r>
                      <a:r>
                        <a:rPr lang="en-US" sz="800" spc="-1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(217</a:t>
                      </a:r>
                      <a:r>
                        <a:rPr sz="800" spc="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r>
                        <a:rPr lang="en-US" sz="800" spc="-5" dirty="0">
                          <a:latin typeface="Arial" panose="020B0604020202020204" pitchFamily="34" charset="0"/>
                          <a:cs typeface="Arial" panose="020B0604020202020204" pitchFamily="34" charset="0"/>
                        </a:rPr>
                        <a:t> </a:t>
                      </a:r>
                      <a:r>
                        <a:rPr sz="800" spc="-26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to</a:t>
                      </a:r>
                      <a:r>
                        <a:rPr sz="80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Peak)</a:t>
                      </a:r>
                      <a:endParaRPr sz="800" dirty="0">
                        <a:latin typeface="Arial" panose="020B0604020202020204" pitchFamily="34" charset="0"/>
                        <a:cs typeface="Arial" panose="020B0604020202020204" pitchFamily="34" charset="0"/>
                      </a:endParaRPr>
                    </a:p>
                  </a:txBody>
                  <a:tcPr marL="0" marR="0" marT="4445"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5"/>
                        </a:spcBef>
                      </a:pPr>
                      <a:r>
                        <a:rPr sz="800" spc="-10" dirty="0">
                          <a:latin typeface="Arial" panose="020B0604020202020204" pitchFamily="34" charset="0"/>
                          <a:cs typeface="Arial" panose="020B0604020202020204" pitchFamily="34" charset="0"/>
                        </a:rPr>
                        <a:t>3℃/second</a:t>
                      </a:r>
                      <a:r>
                        <a:rPr sz="800" spc="-2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max</a:t>
                      </a:r>
                      <a:r>
                        <a:rPr lang="en-US" sz="800" spc="-10"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72000" marR="0" marT="4445"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13092">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i</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of</a:t>
                      </a:r>
                      <a:r>
                        <a:rPr sz="800" spc="-10"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P</a:t>
                      </a:r>
                      <a:r>
                        <a:rPr sz="800" spc="-15" dirty="0">
                          <a:latin typeface="Arial" panose="020B0604020202020204" pitchFamily="34" charset="0"/>
                          <a:cs typeface="Arial" panose="020B0604020202020204" pitchFamily="34" charset="0"/>
                        </a:rPr>
                        <a:t>r</a:t>
                      </a:r>
                      <a:r>
                        <a:rPr sz="800" spc="-5" dirty="0">
                          <a:latin typeface="Arial" panose="020B0604020202020204" pitchFamily="34" charset="0"/>
                          <a:cs typeface="Arial" panose="020B0604020202020204" pitchFamily="34" charset="0"/>
                        </a:rPr>
                        <a:t>e</a:t>
                      </a:r>
                      <a:r>
                        <a:rPr sz="800" spc="15" dirty="0">
                          <a:latin typeface="Arial" panose="020B0604020202020204" pitchFamily="34" charset="0"/>
                          <a:cs typeface="Arial" panose="020B0604020202020204" pitchFamily="34" charset="0"/>
                        </a:rPr>
                        <a:t>h</a:t>
                      </a:r>
                      <a:r>
                        <a:rPr sz="800" spc="-5" dirty="0">
                          <a:latin typeface="Arial" panose="020B0604020202020204" pitchFamily="34" charset="0"/>
                          <a:cs typeface="Arial" panose="020B0604020202020204" pitchFamily="34" charset="0"/>
                        </a:rPr>
                        <a:t>e</a:t>
                      </a:r>
                      <a:r>
                        <a:rPr sz="800" spc="-10" dirty="0">
                          <a:latin typeface="Arial" panose="020B0604020202020204" pitchFamily="34" charset="0"/>
                          <a:cs typeface="Arial" panose="020B0604020202020204" pitchFamily="34" charset="0"/>
                        </a:rPr>
                        <a:t>a</a:t>
                      </a:r>
                      <a:r>
                        <a:rPr sz="800" dirty="0">
                          <a:latin typeface="Arial" panose="020B0604020202020204" pitchFamily="34" charset="0"/>
                          <a:cs typeface="Arial" panose="020B0604020202020204" pitchFamily="34" charset="0"/>
                        </a:rPr>
                        <a:t>t </a:t>
                      </a:r>
                      <a:r>
                        <a:rPr sz="800" spc="-10" dirty="0">
                          <a:latin typeface="Arial" panose="020B0604020202020204" pitchFamily="34" charset="0"/>
                          <a:cs typeface="Arial" panose="020B0604020202020204" pitchFamily="34" charset="0"/>
                        </a:rPr>
                        <a:t>t</a:t>
                      </a:r>
                      <a:r>
                        <a:rPr sz="800" spc="5"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p</a:t>
                      </a:r>
                      <a:r>
                        <a:rPr lang="en-US" sz="80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r>
                        <a:rPr sz="800" spc="-10" dirty="0">
                          <a:latin typeface="Arial" panose="020B0604020202020204" pitchFamily="34" charset="0"/>
                          <a:cs typeface="Arial" panose="020B0604020202020204" pitchFamily="34" charset="0"/>
                        </a:rPr>
                        <a:t>f</a:t>
                      </a:r>
                      <a:r>
                        <a:rPr sz="800" spc="-15" dirty="0">
                          <a:latin typeface="Arial" panose="020B0604020202020204" pitchFamily="34" charset="0"/>
                          <a:cs typeface="Arial" panose="020B0604020202020204" pitchFamily="34" charset="0"/>
                        </a:rPr>
                        <a:t>r</a:t>
                      </a:r>
                      <a:r>
                        <a:rPr sz="800" dirty="0">
                          <a:latin typeface="Arial" panose="020B0604020202020204" pitchFamily="34" charset="0"/>
                          <a:cs typeface="Arial" panose="020B0604020202020204" pitchFamily="34" charset="0"/>
                        </a:rPr>
                        <a:t>om</a:t>
                      </a:r>
                      <a:r>
                        <a:rPr sz="800" spc="-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1</a:t>
                      </a:r>
                      <a:r>
                        <a:rPr sz="800" dirty="0">
                          <a:latin typeface="Arial" panose="020B0604020202020204" pitchFamily="34" charset="0"/>
                          <a:cs typeface="Arial" panose="020B0604020202020204" pitchFamily="34" charset="0"/>
                        </a:rPr>
                        <a:t>50</a:t>
                      </a:r>
                      <a:r>
                        <a:rPr sz="800" spc="10"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a:t>
                      </a:r>
                      <a:r>
                        <a:rPr lang="en-US" sz="800" dirty="0">
                          <a:latin typeface="Arial" panose="020B0604020202020204" pitchFamily="34" charset="0"/>
                          <a:cs typeface="Arial" panose="020B0604020202020204" pitchFamily="34" charset="0"/>
                        </a:rPr>
                        <a:t> </a:t>
                      </a:r>
                      <a:r>
                        <a:rPr sz="800" spc="-275" dirty="0">
                          <a:latin typeface="Arial" panose="020B0604020202020204" pitchFamily="34" charset="0"/>
                          <a:cs typeface="Arial" panose="020B0604020202020204" pitchFamily="34" charset="0"/>
                        </a:rPr>
                        <a:t> </a:t>
                      </a:r>
                      <a:r>
                        <a:rPr lang="en-US" sz="800" spc="-27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o 200</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a:t>
                      </a:r>
                      <a:r>
                        <a:rPr lang="en-US" sz="800"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70"/>
                        </a:lnSpc>
                      </a:pPr>
                      <a:r>
                        <a:rPr sz="800" spc="-5" dirty="0">
                          <a:latin typeface="Arial" panose="020B0604020202020204" pitchFamily="34" charset="0"/>
                          <a:cs typeface="Arial" panose="020B0604020202020204" pitchFamily="34" charset="0"/>
                        </a:rPr>
                        <a:t>60</a:t>
                      </a:r>
                      <a:r>
                        <a:rPr lang="en-US" sz="800" spc="-5" dirty="0">
                          <a:latin typeface="Arial" panose="020B0604020202020204" pitchFamily="34" charset="0"/>
                          <a:cs typeface="Arial" panose="020B0604020202020204" pitchFamily="34" charset="0"/>
                        </a:rPr>
                        <a:t> ~ </a:t>
                      </a:r>
                      <a:r>
                        <a:rPr sz="800" spc="-5" dirty="0">
                          <a:latin typeface="Arial" panose="020B0604020202020204" pitchFamily="34" charset="0"/>
                          <a:cs typeface="Arial" panose="020B0604020202020204" pitchFamily="34" charset="0"/>
                        </a:rPr>
                        <a:t>120</a:t>
                      </a:r>
                      <a:r>
                        <a:rPr sz="800" spc="-4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second</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14173">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5" dirty="0">
                          <a:latin typeface="Arial" panose="020B0604020202020204" pitchFamily="34" charset="0"/>
                          <a:cs typeface="Arial" panose="020B0604020202020204" pitchFamily="34" charset="0"/>
                        </a:rPr>
                        <a:t>Time</a:t>
                      </a:r>
                      <a:r>
                        <a:rPr sz="800" spc="-1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to</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be</a:t>
                      </a:r>
                      <a:r>
                        <a:rPr sz="800" spc="-1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maintained</a:t>
                      </a:r>
                      <a:r>
                        <a:rPr sz="800" spc="-1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above</a:t>
                      </a:r>
                      <a:r>
                        <a:rPr lang="en-US" sz="800" spc="-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217</a:t>
                      </a:r>
                      <a:r>
                        <a:rPr sz="800" spc="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5" dirty="0">
                          <a:latin typeface="Arial" panose="020B0604020202020204" pitchFamily="34" charset="0"/>
                          <a:cs typeface="Arial" panose="020B0604020202020204" pitchFamily="34" charset="0"/>
                        </a:rPr>
                        <a:t>60</a:t>
                      </a:r>
                      <a:r>
                        <a:rPr lang="en-US" sz="800" spc="-5" dirty="0">
                          <a:latin typeface="Arial" panose="020B0604020202020204" pitchFamily="34" charset="0"/>
                          <a:cs typeface="Arial" panose="020B0604020202020204" pitchFamily="34" charset="0"/>
                        </a:rPr>
                        <a:t> ~ </a:t>
                      </a:r>
                      <a:r>
                        <a:rPr sz="800" spc="-5" dirty="0">
                          <a:latin typeface="Arial" panose="020B0604020202020204" pitchFamily="34" charset="0"/>
                          <a:cs typeface="Arial" panose="020B0604020202020204" pitchFamily="34" charset="0"/>
                        </a:rPr>
                        <a:t>150</a:t>
                      </a:r>
                      <a:r>
                        <a:rPr sz="800" spc="-4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second</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10" dirty="0">
                          <a:latin typeface="Arial" panose="020B0604020202020204" pitchFamily="34" charset="0"/>
                          <a:cs typeface="Arial" panose="020B0604020202020204" pitchFamily="34" charset="0"/>
                        </a:rPr>
                        <a:t>Peak</a:t>
                      </a:r>
                      <a:r>
                        <a:rPr sz="800" spc="-3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temperature</a:t>
                      </a:r>
                      <a:endParaRPr sz="800" dirty="0">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lang="en-US" sz="800" spc="-5" dirty="0">
                          <a:latin typeface="Arial" panose="020B0604020202020204" pitchFamily="34" charset="0"/>
                          <a:cs typeface="Arial" panose="020B0604020202020204" pitchFamily="34" charset="0"/>
                        </a:rPr>
                        <a:t> </a:t>
                      </a:r>
                      <a:r>
                        <a:rPr lang="en-US" sz="800" kern="1200" spc="-5" dirty="0">
                          <a:solidFill>
                            <a:schemeClr val="tx1"/>
                          </a:solidFill>
                          <a:latin typeface="Arial" panose="020B0604020202020204" pitchFamily="34" charset="0"/>
                          <a:ea typeface="+mn-ea"/>
                          <a:cs typeface="Arial" panose="020B0604020202020204" pitchFamily="34" charset="0"/>
                        </a:rPr>
                        <a:t>260 </a:t>
                      </a:r>
                      <a:r>
                        <a:rPr lang="ko-KR" altLang="en-US" sz="800" kern="1200" spc="-5" dirty="0">
                          <a:solidFill>
                            <a:schemeClr val="tx1"/>
                          </a:solidFill>
                          <a:latin typeface="Arial" panose="020B0604020202020204" pitchFamily="34" charset="0"/>
                          <a:ea typeface="+mn-ea"/>
                          <a:cs typeface="Arial" panose="020B0604020202020204" pitchFamily="34" charset="0"/>
                        </a:rPr>
                        <a:t>℃</a:t>
                      </a:r>
                      <a:endParaRPr sz="800" kern="1200" spc="-5" dirty="0">
                        <a:solidFill>
                          <a:schemeClr val="tx1"/>
                        </a:solidFill>
                        <a:latin typeface="Arial" panose="020B0604020202020204" pitchFamily="34" charset="0"/>
                        <a:ea typeface="+mn-ea"/>
                        <a:cs typeface="Arial" panose="020B0604020202020204" pitchFamily="34" charset="0"/>
                      </a:endParaRPr>
                    </a:p>
                  </a:txBody>
                  <a:tcPr marL="72000" marR="0" marT="381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5" dirty="0">
                          <a:latin typeface="Arial" panose="020B0604020202020204" pitchFamily="34" charset="0"/>
                          <a:cs typeface="Arial" panose="020B0604020202020204" pitchFamily="34" charset="0"/>
                        </a:rPr>
                        <a:t>Time</a:t>
                      </a:r>
                      <a:r>
                        <a:rPr sz="800" spc="-1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within 5</a:t>
                      </a:r>
                      <a:r>
                        <a:rPr sz="80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r>
                        <a:rPr lang="en-US" sz="800" spc="-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of</a:t>
                      </a:r>
                      <a:r>
                        <a:rPr sz="800" spc="-1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actual</a:t>
                      </a:r>
                      <a:r>
                        <a:rPr sz="800" spc="-5" dirty="0">
                          <a:latin typeface="Arial" panose="020B0604020202020204" pitchFamily="34" charset="0"/>
                          <a:cs typeface="Arial" panose="020B0604020202020204" pitchFamily="34" charset="0"/>
                        </a:rPr>
                        <a:t> peak </a:t>
                      </a:r>
                      <a:r>
                        <a:rPr sz="800" spc="-10" dirty="0">
                          <a:latin typeface="Arial" panose="020B0604020202020204" pitchFamily="34" charset="0"/>
                          <a:cs typeface="Arial" panose="020B0604020202020204" pitchFamily="34" charset="0"/>
                        </a:rPr>
                        <a:t>temp</a:t>
                      </a:r>
                      <a:endParaRPr sz="800" dirty="0">
                        <a:latin typeface="Arial" panose="020B0604020202020204" pitchFamily="34" charset="0"/>
                        <a:cs typeface="Arial" panose="020B0604020202020204" pitchFamily="34" charset="0"/>
                      </a:endParaRP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5" dirty="0">
                          <a:latin typeface="Arial" panose="020B0604020202020204" pitchFamily="34" charset="0"/>
                          <a:cs typeface="Arial" panose="020B0604020202020204" pitchFamily="34" charset="0"/>
                        </a:rPr>
                        <a:t>30</a:t>
                      </a:r>
                      <a:r>
                        <a:rPr sz="800" spc="-4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second</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70"/>
                        </a:lnSpc>
                      </a:pPr>
                      <a:r>
                        <a:rPr sz="800" spc="-5" dirty="0">
                          <a:latin typeface="Arial" panose="020B0604020202020204" pitchFamily="34" charset="0"/>
                          <a:cs typeface="Arial" panose="020B0604020202020204" pitchFamily="34" charset="0"/>
                        </a:rPr>
                        <a:t>Ramp-down</a:t>
                      </a:r>
                      <a:r>
                        <a:rPr sz="800" spc="-25" dirty="0">
                          <a:latin typeface="Arial" panose="020B0604020202020204" pitchFamily="34" charset="0"/>
                          <a:cs typeface="Arial" panose="020B0604020202020204" pitchFamily="34" charset="0"/>
                        </a:rPr>
                        <a:t> </a:t>
                      </a:r>
                      <a:r>
                        <a:rPr sz="800" spc="-15" dirty="0">
                          <a:latin typeface="Arial" panose="020B0604020202020204" pitchFamily="34" charset="0"/>
                          <a:cs typeface="Arial" panose="020B0604020202020204" pitchFamily="34" charset="0"/>
                        </a:rPr>
                        <a:t>rate</a:t>
                      </a:r>
                      <a:endParaRPr sz="800" dirty="0">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5" dirty="0">
                          <a:latin typeface="Arial" panose="020B0604020202020204" pitchFamily="34" charset="0"/>
                          <a:cs typeface="Arial" panose="020B0604020202020204" pitchFamily="34" charset="0"/>
                        </a:rPr>
                        <a:t>6</a:t>
                      </a:r>
                      <a:r>
                        <a:rPr sz="800" spc="19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℃/second</a:t>
                      </a:r>
                      <a:r>
                        <a:rPr sz="800" spc="-2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max.</a:t>
                      </a:r>
                      <a:endParaRPr sz="800" dirty="0">
                        <a:latin typeface="Arial" panose="020B0604020202020204" pitchFamily="34" charset="0"/>
                        <a:cs typeface="Arial" panose="020B0604020202020204" pitchFamily="34" charset="0"/>
                      </a:endParaRPr>
                    </a:p>
                  </a:txBody>
                  <a:tcPr marL="72000" marR="0" marT="381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0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i</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 f</a:t>
                      </a:r>
                      <a:r>
                        <a:rPr sz="800" spc="-15" dirty="0">
                          <a:latin typeface="Arial" panose="020B0604020202020204" pitchFamily="34" charset="0"/>
                          <a:cs typeface="Arial" panose="020B0604020202020204" pitchFamily="34" charset="0"/>
                        </a:rPr>
                        <a:t>r</a:t>
                      </a:r>
                      <a:r>
                        <a:rPr sz="800" dirty="0">
                          <a:latin typeface="Arial" panose="020B0604020202020204" pitchFamily="34" charset="0"/>
                          <a:cs typeface="Arial" panose="020B0604020202020204" pitchFamily="34" charset="0"/>
                        </a:rPr>
                        <a:t>om </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2</a:t>
                      </a:r>
                      <a:r>
                        <a:rPr sz="800" spc="15" dirty="0">
                          <a:latin typeface="Arial" panose="020B0604020202020204" pitchFamily="34" charset="0"/>
                          <a:cs typeface="Arial" panose="020B0604020202020204" pitchFamily="34" charset="0"/>
                        </a:rPr>
                        <a:t>5</a:t>
                      </a:r>
                      <a:r>
                        <a:rPr sz="800" dirty="0">
                          <a:latin typeface="Arial" panose="020B0604020202020204" pitchFamily="34" charset="0"/>
                          <a:cs typeface="Arial" panose="020B0604020202020204" pitchFamily="34" charset="0"/>
                        </a:rPr>
                        <a:t>℃</a:t>
                      </a:r>
                      <a:r>
                        <a:rPr lang="en-US" sz="800" dirty="0">
                          <a:latin typeface="Arial" panose="020B0604020202020204" pitchFamily="34" charset="0"/>
                          <a:cs typeface="Arial" panose="020B0604020202020204" pitchFamily="34" charset="0"/>
                        </a:rPr>
                        <a:t> </a:t>
                      </a:r>
                      <a:r>
                        <a:rPr sz="800" spc="-27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o </a:t>
                      </a:r>
                      <a:r>
                        <a:rPr sz="800" spc="5" dirty="0">
                          <a:latin typeface="Arial" panose="020B0604020202020204" pitchFamily="34" charset="0"/>
                          <a:cs typeface="Arial" panose="020B0604020202020204" pitchFamily="34" charset="0"/>
                        </a:rPr>
                        <a:t>p</a:t>
                      </a:r>
                      <a:r>
                        <a:rPr sz="800" spc="-5" dirty="0">
                          <a:latin typeface="Arial" panose="020B0604020202020204" pitchFamily="34" charset="0"/>
                          <a:cs typeface="Arial" panose="020B0604020202020204" pitchFamily="34" charset="0"/>
                        </a:rPr>
                        <a:t>e</a:t>
                      </a:r>
                      <a:r>
                        <a:rPr sz="800" dirty="0">
                          <a:latin typeface="Arial" panose="020B0604020202020204" pitchFamily="34" charset="0"/>
                          <a:cs typeface="Arial" panose="020B0604020202020204" pitchFamily="34" charset="0"/>
                        </a:rPr>
                        <a:t>ak </a:t>
                      </a:r>
                      <a:r>
                        <a:rPr sz="800" spc="-10" dirty="0">
                          <a:latin typeface="Arial" panose="020B0604020202020204" pitchFamily="34" charset="0"/>
                          <a:cs typeface="Arial" panose="020B0604020202020204" pitchFamily="34" charset="0"/>
                        </a:rPr>
                        <a:t>t</a:t>
                      </a:r>
                      <a:r>
                        <a:rPr sz="800" spc="-5"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p</a:t>
                      </a: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lumMod val="95000"/>
                          <a:lumOff val="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5" dirty="0">
                          <a:latin typeface="Arial" panose="020B0604020202020204" pitchFamily="34" charset="0"/>
                          <a:cs typeface="Arial" panose="020B0604020202020204" pitchFamily="34" charset="0"/>
                        </a:rPr>
                        <a:t>8</a:t>
                      </a:r>
                      <a:r>
                        <a:rPr sz="800" spc="-3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minutes</a:t>
                      </a:r>
                      <a:r>
                        <a:rPr sz="800" spc="-1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max</a:t>
                      </a:r>
                      <a:r>
                        <a:rPr lang="en-US" sz="800" spc="-10"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lumMod val="95000"/>
                          <a:lumOff val="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bl>
          </a:graphicData>
        </a:graphic>
      </p:graphicFrame>
      <p:pic>
        <p:nvPicPr>
          <p:cNvPr id="6" name="그림 5">
            <a:extLst>
              <a:ext uri="{FF2B5EF4-FFF2-40B4-BE49-F238E27FC236}">
                <a16:creationId xmlns:a16="http://schemas.microsoft.com/office/drawing/2014/main" id="{16E679D7-E1B0-8655-9F9F-8CC35115CCD2}"/>
              </a:ext>
            </a:extLst>
          </p:cNvPr>
          <p:cNvPicPr>
            <a:picLocks noChangeAspect="1"/>
          </p:cNvPicPr>
          <p:nvPr/>
        </p:nvPicPr>
        <p:blipFill>
          <a:blip r:embed="rId2"/>
          <a:stretch>
            <a:fillRect/>
          </a:stretch>
        </p:blipFill>
        <p:spPr>
          <a:xfrm>
            <a:off x="1164855" y="1131343"/>
            <a:ext cx="4483612" cy="3472798"/>
          </a:xfrm>
          <a:prstGeom prst="rect">
            <a:avLst/>
          </a:prstGeom>
        </p:spPr>
      </p:pic>
      <p:sp>
        <p:nvSpPr>
          <p:cNvPr id="7" name="object 7">
            <a:extLst>
              <a:ext uri="{FF2B5EF4-FFF2-40B4-BE49-F238E27FC236}">
                <a16:creationId xmlns:a16="http://schemas.microsoft.com/office/drawing/2014/main" id="{15997D99-F290-9A2C-AD87-FAA8C263CD2F}"/>
              </a:ext>
            </a:extLst>
          </p:cNvPr>
          <p:cNvSpPr txBox="1"/>
          <p:nvPr/>
        </p:nvSpPr>
        <p:spPr>
          <a:xfrm>
            <a:off x="404812" y="6868360"/>
            <a:ext cx="6048622" cy="1533753"/>
          </a:xfrm>
          <a:prstGeom prst="rect">
            <a:avLst/>
          </a:prstGeom>
        </p:spPr>
        <p:txBody>
          <a:bodyPr vert="horz" wrap="square" lIns="0" tIns="0" rIns="0" bIns="0" rtlCol="0" anchor="ctr" anchorCtr="0">
            <a:spAutoFit/>
          </a:bodyPr>
          <a:lstStyle/>
          <a:p>
            <a:pPr marL="11527" marR="4611">
              <a:spcBef>
                <a:spcPts val="159"/>
              </a:spcBef>
            </a:pPr>
            <a:r>
              <a:rPr sz="800" spc="-5" dirty="0">
                <a:latin typeface="Arial"/>
                <a:cs typeface="Arial"/>
              </a:rPr>
              <a:t>Note: </a:t>
            </a:r>
            <a:endParaRPr lang="en-US" sz="800" spc="-5" dirty="0">
              <a:latin typeface="Arial"/>
              <a:cs typeface="Arial"/>
            </a:endParaRPr>
          </a:p>
          <a:p>
            <a:pPr marL="11527" marR="4611">
              <a:spcBef>
                <a:spcPts val="159"/>
              </a:spcBef>
            </a:pPr>
            <a:r>
              <a:rPr lang="en-US" sz="800" spc="-5" dirty="0">
                <a:latin typeface="Arial"/>
                <a:cs typeface="Arial"/>
              </a:rPr>
              <a:t>1. </a:t>
            </a:r>
            <a:r>
              <a:rPr sz="800" spc="-5" dirty="0">
                <a:latin typeface="Arial"/>
                <a:cs typeface="Arial"/>
              </a:rPr>
              <a:t>The</a:t>
            </a:r>
            <a:r>
              <a:rPr sz="800" spc="14" dirty="0">
                <a:latin typeface="Arial"/>
                <a:cs typeface="Arial"/>
              </a:rPr>
              <a:t> </a:t>
            </a:r>
            <a:r>
              <a:rPr sz="800" spc="-5" dirty="0">
                <a:latin typeface="Arial"/>
                <a:cs typeface="Arial"/>
              </a:rPr>
              <a:t>reflow</a:t>
            </a:r>
            <a:r>
              <a:rPr sz="800" spc="5" dirty="0">
                <a:latin typeface="Arial"/>
                <a:cs typeface="Arial"/>
              </a:rPr>
              <a:t> </a:t>
            </a:r>
            <a:r>
              <a:rPr sz="800" spc="-5" dirty="0">
                <a:latin typeface="Arial"/>
                <a:cs typeface="Arial"/>
              </a:rPr>
              <a:t>peak</a:t>
            </a:r>
            <a:r>
              <a:rPr sz="800" spc="9" dirty="0">
                <a:latin typeface="Arial"/>
                <a:cs typeface="Arial"/>
              </a:rPr>
              <a:t> </a:t>
            </a:r>
            <a:r>
              <a:rPr sz="800" spc="-5" dirty="0">
                <a:latin typeface="Arial"/>
                <a:cs typeface="Arial"/>
              </a:rPr>
              <a:t>soldering</a:t>
            </a:r>
            <a:r>
              <a:rPr sz="800" spc="14" dirty="0">
                <a:latin typeface="Arial"/>
                <a:cs typeface="Arial"/>
              </a:rPr>
              <a:t> </a:t>
            </a:r>
            <a:r>
              <a:rPr sz="800" spc="-5" dirty="0">
                <a:latin typeface="Arial"/>
                <a:cs typeface="Arial"/>
              </a:rPr>
              <a:t>temperature</a:t>
            </a:r>
            <a:r>
              <a:rPr sz="800" spc="14" dirty="0">
                <a:latin typeface="Arial"/>
                <a:cs typeface="Arial"/>
              </a:rPr>
              <a:t> </a:t>
            </a:r>
            <a:r>
              <a:rPr sz="800" spc="-9" dirty="0">
                <a:latin typeface="Arial"/>
                <a:cs typeface="Arial"/>
              </a:rPr>
              <a:t>is</a:t>
            </a:r>
            <a:r>
              <a:rPr sz="800" spc="23" dirty="0">
                <a:latin typeface="Arial"/>
                <a:cs typeface="Arial"/>
              </a:rPr>
              <a:t> </a:t>
            </a:r>
            <a:r>
              <a:rPr sz="800" spc="-9" dirty="0">
                <a:latin typeface="Arial"/>
                <a:cs typeface="Arial"/>
              </a:rPr>
              <a:t>peak</a:t>
            </a:r>
            <a:r>
              <a:rPr sz="800" spc="27" dirty="0">
                <a:latin typeface="Arial"/>
                <a:cs typeface="Arial"/>
              </a:rPr>
              <a:t> </a:t>
            </a:r>
            <a:r>
              <a:rPr sz="800" spc="-5" dirty="0">
                <a:latin typeface="Arial"/>
                <a:cs typeface="Arial"/>
              </a:rPr>
              <a:t>260°C</a:t>
            </a:r>
            <a:r>
              <a:rPr sz="800" spc="18" dirty="0">
                <a:latin typeface="Arial"/>
                <a:cs typeface="Arial"/>
              </a:rPr>
              <a:t> </a:t>
            </a:r>
            <a:r>
              <a:rPr sz="800" spc="-5" dirty="0">
                <a:latin typeface="Arial"/>
                <a:cs typeface="Arial"/>
              </a:rPr>
              <a:t>and</a:t>
            </a:r>
            <a:r>
              <a:rPr sz="800" spc="14" dirty="0">
                <a:latin typeface="Arial"/>
                <a:cs typeface="Arial"/>
              </a:rPr>
              <a:t> </a:t>
            </a:r>
            <a:r>
              <a:rPr sz="800" spc="-9" dirty="0">
                <a:latin typeface="Arial"/>
                <a:cs typeface="Arial"/>
              </a:rPr>
              <a:t>it</a:t>
            </a:r>
            <a:r>
              <a:rPr sz="800" spc="18" dirty="0">
                <a:latin typeface="Arial"/>
                <a:cs typeface="Arial"/>
              </a:rPr>
              <a:t> </a:t>
            </a:r>
            <a:r>
              <a:rPr sz="800" spc="-9" dirty="0">
                <a:latin typeface="Arial"/>
                <a:cs typeface="Arial"/>
              </a:rPr>
              <a:t>is</a:t>
            </a:r>
            <a:r>
              <a:rPr sz="800" spc="9" dirty="0">
                <a:latin typeface="Arial"/>
                <a:cs typeface="Arial"/>
              </a:rPr>
              <a:t> </a:t>
            </a:r>
            <a:r>
              <a:rPr sz="800" spc="-5" dirty="0">
                <a:latin typeface="Arial"/>
                <a:cs typeface="Arial"/>
              </a:rPr>
              <a:t>specified</a:t>
            </a:r>
            <a:r>
              <a:rPr sz="800" spc="5" dirty="0">
                <a:latin typeface="Arial"/>
                <a:cs typeface="Arial"/>
              </a:rPr>
              <a:t> </a:t>
            </a:r>
            <a:r>
              <a:rPr sz="800" spc="-5" dirty="0">
                <a:latin typeface="Arial"/>
                <a:cs typeface="Arial"/>
              </a:rPr>
              <a:t>based</a:t>
            </a:r>
            <a:r>
              <a:rPr sz="800" spc="5" dirty="0">
                <a:latin typeface="Arial"/>
                <a:cs typeface="Arial"/>
              </a:rPr>
              <a:t> </a:t>
            </a:r>
            <a:r>
              <a:rPr sz="800" dirty="0">
                <a:latin typeface="Arial"/>
                <a:cs typeface="Arial"/>
              </a:rPr>
              <a:t>on</a:t>
            </a:r>
            <a:r>
              <a:rPr sz="800" spc="5" dirty="0">
                <a:latin typeface="Arial"/>
                <a:cs typeface="Arial"/>
              </a:rPr>
              <a:t> </a:t>
            </a:r>
            <a:r>
              <a:rPr sz="800" spc="-5" dirty="0">
                <a:latin typeface="Arial"/>
                <a:cs typeface="Arial"/>
              </a:rPr>
              <a:t>IPC/JEDEC</a:t>
            </a:r>
            <a:r>
              <a:rPr sz="800" spc="5" dirty="0">
                <a:latin typeface="Arial"/>
                <a:cs typeface="Arial"/>
              </a:rPr>
              <a:t> </a:t>
            </a:r>
            <a:r>
              <a:rPr sz="800" spc="-5" dirty="0">
                <a:latin typeface="Arial"/>
                <a:cs typeface="Arial"/>
              </a:rPr>
              <a:t>J-STD- </a:t>
            </a:r>
            <a:r>
              <a:rPr sz="800" spc="-236" dirty="0">
                <a:latin typeface="Arial"/>
                <a:cs typeface="Arial"/>
              </a:rPr>
              <a:t> </a:t>
            </a:r>
            <a:r>
              <a:rPr sz="800" spc="-9" dirty="0">
                <a:latin typeface="Arial"/>
                <a:cs typeface="Arial"/>
              </a:rPr>
              <a:t>020</a:t>
            </a:r>
            <a:r>
              <a:rPr sz="800" dirty="0">
                <a:latin typeface="Arial"/>
                <a:cs typeface="Arial"/>
              </a:rPr>
              <a:t> </a:t>
            </a:r>
            <a:r>
              <a:rPr sz="800" spc="-5" dirty="0">
                <a:latin typeface="Arial"/>
                <a:cs typeface="Arial"/>
              </a:rPr>
              <a:t>“</a:t>
            </a:r>
            <a:endParaRPr lang="en-US" sz="800" spc="-5" dirty="0">
              <a:latin typeface="Arial"/>
              <a:cs typeface="Arial"/>
            </a:endParaRPr>
          </a:p>
          <a:p>
            <a:pPr marL="11527" marR="4611">
              <a:spcBef>
                <a:spcPts val="159"/>
              </a:spcBef>
            </a:pPr>
            <a:r>
              <a:rPr lang="en-US" sz="800" spc="-5" dirty="0">
                <a:latin typeface="Arial"/>
                <a:cs typeface="Arial"/>
              </a:rPr>
              <a:t>     </a:t>
            </a:r>
            <a:r>
              <a:rPr sz="800" spc="-5" dirty="0">
                <a:latin typeface="Arial"/>
                <a:cs typeface="Arial"/>
              </a:rPr>
              <a:t>Moisture/Reflow</a:t>
            </a:r>
            <a:r>
              <a:rPr sz="800" spc="14" dirty="0">
                <a:latin typeface="Arial"/>
                <a:cs typeface="Arial"/>
              </a:rPr>
              <a:t> </a:t>
            </a:r>
            <a:r>
              <a:rPr sz="800" spc="-5" dirty="0">
                <a:latin typeface="Arial"/>
                <a:cs typeface="Arial"/>
              </a:rPr>
              <a:t>Sensitivity</a:t>
            </a:r>
            <a:r>
              <a:rPr sz="800" spc="5" dirty="0">
                <a:latin typeface="Arial"/>
                <a:cs typeface="Arial"/>
              </a:rPr>
              <a:t> </a:t>
            </a:r>
            <a:r>
              <a:rPr sz="800" spc="-5" dirty="0">
                <a:latin typeface="Arial"/>
                <a:cs typeface="Arial"/>
              </a:rPr>
              <a:t>Classification</a:t>
            </a:r>
            <a:r>
              <a:rPr sz="800" spc="5" dirty="0">
                <a:latin typeface="Arial"/>
                <a:cs typeface="Arial"/>
              </a:rPr>
              <a:t> </a:t>
            </a:r>
            <a:r>
              <a:rPr sz="800" spc="-5" dirty="0">
                <a:latin typeface="Arial"/>
                <a:cs typeface="Arial"/>
              </a:rPr>
              <a:t>for</a:t>
            </a:r>
            <a:r>
              <a:rPr sz="800" spc="14" dirty="0">
                <a:latin typeface="Arial"/>
                <a:cs typeface="Arial"/>
              </a:rPr>
              <a:t> </a:t>
            </a:r>
            <a:r>
              <a:rPr sz="800" spc="-5" dirty="0">
                <a:latin typeface="Arial"/>
                <a:cs typeface="Arial"/>
              </a:rPr>
              <a:t>Non-Hermetic</a:t>
            </a:r>
            <a:r>
              <a:rPr sz="800" spc="9" dirty="0">
                <a:latin typeface="Arial"/>
                <a:cs typeface="Arial"/>
              </a:rPr>
              <a:t> </a:t>
            </a:r>
            <a:r>
              <a:rPr sz="800" spc="-5" dirty="0">
                <a:latin typeface="Arial"/>
                <a:cs typeface="Arial"/>
              </a:rPr>
              <a:t>Solid</a:t>
            </a:r>
            <a:r>
              <a:rPr sz="800" spc="9" dirty="0">
                <a:latin typeface="Arial"/>
                <a:cs typeface="Arial"/>
              </a:rPr>
              <a:t> </a:t>
            </a:r>
            <a:r>
              <a:rPr sz="800" spc="-5" dirty="0">
                <a:latin typeface="Arial"/>
                <a:cs typeface="Arial"/>
              </a:rPr>
              <a:t>State</a:t>
            </a:r>
            <a:r>
              <a:rPr sz="800" spc="5" dirty="0">
                <a:latin typeface="Arial"/>
                <a:cs typeface="Arial"/>
              </a:rPr>
              <a:t> </a:t>
            </a:r>
            <a:r>
              <a:rPr sz="800" dirty="0">
                <a:latin typeface="Arial"/>
                <a:cs typeface="Arial"/>
              </a:rPr>
              <a:t>Surface </a:t>
            </a:r>
            <a:r>
              <a:rPr sz="800" spc="-5" dirty="0">
                <a:latin typeface="Arial"/>
                <a:cs typeface="Arial"/>
              </a:rPr>
              <a:t>Mount</a:t>
            </a:r>
            <a:r>
              <a:rPr sz="800" spc="5" dirty="0">
                <a:latin typeface="Arial"/>
                <a:cs typeface="Arial"/>
              </a:rPr>
              <a:t> </a:t>
            </a:r>
            <a:r>
              <a:rPr sz="800" dirty="0">
                <a:latin typeface="Arial"/>
                <a:cs typeface="Arial"/>
              </a:rPr>
              <a:t>Devices”</a:t>
            </a:r>
            <a:endParaRPr lang="en-US" sz="800" dirty="0">
              <a:latin typeface="Arial"/>
              <a:cs typeface="Arial"/>
            </a:endParaRPr>
          </a:p>
          <a:p>
            <a:pPr marL="11527" marR="4611">
              <a:spcBef>
                <a:spcPts val="159"/>
              </a:spcBef>
            </a:pPr>
            <a:r>
              <a:rPr lang="en-US" sz="800" dirty="0">
                <a:latin typeface="Arial"/>
                <a:cs typeface="Arial"/>
              </a:rPr>
              <a:t>2. Tolerance for peak proﬁle temperature (Tp) is deﬁned as a supplier minimum and a user maximum.</a:t>
            </a:r>
          </a:p>
          <a:p>
            <a:pPr marL="88900" marR="4611" indent="-77788">
              <a:spcBef>
                <a:spcPts val="159"/>
              </a:spcBef>
            </a:pPr>
            <a:r>
              <a:rPr lang="en-US" sz="800" dirty="0">
                <a:latin typeface="Arial"/>
                <a:cs typeface="Arial"/>
              </a:rPr>
              <a:t>3. This document should serve as recommendation only. Other parameters may also affect soldering, so these profiles</a:t>
            </a:r>
          </a:p>
          <a:p>
            <a:pPr marL="88900" marR="4611" indent="-77788">
              <a:spcBef>
                <a:spcPts val="159"/>
              </a:spcBef>
            </a:pPr>
            <a:r>
              <a:rPr lang="en-US" sz="800" dirty="0">
                <a:latin typeface="Arial"/>
                <a:cs typeface="Arial"/>
              </a:rPr>
              <a:t>   do not guarantee absolute success.</a:t>
            </a:r>
          </a:p>
          <a:p>
            <a:pPr marL="88900" marR="4611" indent="-77788">
              <a:spcBef>
                <a:spcPts val="159"/>
              </a:spcBef>
            </a:pPr>
            <a:r>
              <a:rPr lang="en-US" sz="800" dirty="0">
                <a:latin typeface="Arial"/>
                <a:cs typeface="Arial"/>
              </a:rPr>
              <a:t>4. Soldering profiles should be determined by reference to the solder and solder paste manufacturer's specifications, unless they conflict with the recommendations in this document.</a:t>
            </a:r>
          </a:p>
          <a:p>
            <a:pPr marL="88900" marR="4611" indent="-77788">
              <a:spcBef>
                <a:spcPts val="159"/>
              </a:spcBef>
            </a:pPr>
            <a:r>
              <a:rPr lang="en-US" sz="800" dirty="0">
                <a:latin typeface="Arial"/>
                <a:cs typeface="Arial"/>
              </a:rPr>
              <a:t>5. The soldering profile and footprint information specified in this datasheet are general recommendations and are provided for reference only. The design, control, and quality assurance of the actual soldering process are the sole responsibility of the customer. The supplier assumes no responsibility for the soldering process or its results.</a:t>
            </a:r>
            <a:endParaRPr sz="800" dirty="0">
              <a:latin typeface="Arial"/>
              <a:cs typeface="Arial"/>
            </a:endParaRPr>
          </a:p>
        </p:txBody>
      </p:sp>
    </p:spTree>
    <p:extLst>
      <p:ext uri="{BB962C8B-B14F-4D97-AF65-F5344CB8AC3E}">
        <p14:creationId xmlns:p14="http://schemas.microsoft.com/office/powerpoint/2010/main" val="75661767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00882-5D7C-050B-EE8B-CD24E2A3A85F}"/>
            </a:ext>
          </a:extLst>
        </p:cNvPr>
        <p:cNvGrpSpPr/>
        <p:nvPr/>
      </p:nvGrpSpPr>
      <p:grpSpPr>
        <a:xfrm>
          <a:off x="0" y="0"/>
          <a:ext cx="0" cy="0"/>
          <a:chOff x="0" y="0"/>
          <a:chExt cx="0" cy="0"/>
        </a:xfrm>
      </p:grpSpPr>
      <p:sp>
        <p:nvSpPr>
          <p:cNvPr id="4468" name="object 18">
            <a:extLst>
              <a:ext uri="{FF2B5EF4-FFF2-40B4-BE49-F238E27FC236}">
                <a16:creationId xmlns:a16="http://schemas.microsoft.com/office/drawing/2014/main" id="{14FD4404-A9F4-1DBF-C60B-9F747C6E9AD5}"/>
              </a:ext>
            </a:extLst>
          </p:cNvPr>
          <p:cNvSpPr txBox="1"/>
          <p:nvPr/>
        </p:nvSpPr>
        <p:spPr>
          <a:xfrm>
            <a:off x="1334847" y="3608544"/>
            <a:ext cx="836725" cy="197490"/>
          </a:xfrm>
          <a:prstGeom prst="rect">
            <a:avLst/>
          </a:prstGeom>
        </p:spPr>
        <p:txBody>
          <a:bodyPr vert="horz" wrap="square" lIns="0" tIns="12700" rIns="0" bIns="0" rtlCol="0">
            <a:spAutoFit/>
          </a:bodyPr>
          <a:lstStyle/>
          <a:p>
            <a:pPr marL="12700" algn="ctr">
              <a:lnSpc>
                <a:spcPct val="100000"/>
              </a:lnSpc>
              <a:spcBef>
                <a:spcPts val="100"/>
              </a:spcBef>
            </a:pPr>
            <a:r>
              <a:rPr sz="1200" dirty="0">
                <a:uFill>
                  <a:solidFill>
                    <a:srgbClr val="000000"/>
                  </a:solidFill>
                </a:uFill>
                <a:latin typeface="Calibri"/>
                <a:cs typeface="Calibri"/>
              </a:rPr>
              <a:t>TOP</a:t>
            </a:r>
            <a:r>
              <a:rPr sz="1200" spc="-70" dirty="0">
                <a:uFill>
                  <a:solidFill>
                    <a:srgbClr val="000000"/>
                  </a:solidFill>
                </a:uFill>
                <a:latin typeface="Calibri"/>
                <a:cs typeface="Calibri"/>
              </a:rPr>
              <a:t> </a:t>
            </a:r>
            <a:r>
              <a:rPr sz="1200" spc="-20" dirty="0">
                <a:uFill>
                  <a:solidFill>
                    <a:srgbClr val="000000"/>
                  </a:solidFill>
                </a:uFill>
                <a:latin typeface="Calibri"/>
                <a:cs typeface="Calibri"/>
              </a:rPr>
              <a:t>VIEW</a:t>
            </a:r>
            <a:endParaRPr sz="1200" dirty="0">
              <a:latin typeface="Calibri"/>
              <a:cs typeface="Calibri"/>
            </a:endParaRPr>
          </a:p>
        </p:txBody>
      </p:sp>
      <p:pic>
        <p:nvPicPr>
          <p:cNvPr id="4470" name="object 22">
            <a:extLst>
              <a:ext uri="{FF2B5EF4-FFF2-40B4-BE49-F238E27FC236}">
                <a16:creationId xmlns:a16="http://schemas.microsoft.com/office/drawing/2014/main" id="{2DCB5383-8204-4159-D5B0-6DAD5169B6EB}"/>
              </a:ext>
            </a:extLst>
          </p:cNvPr>
          <p:cNvPicPr/>
          <p:nvPr/>
        </p:nvPicPr>
        <p:blipFill>
          <a:blip r:embed="rId2" cstate="print"/>
          <a:stretch>
            <a:fillRect/>
          </a:stretch>
        </p:blipFill>
        <p:spPr>
          <a:xfrm>
            <a:off x="1118149" y="3179282"/>
            <a:ext cx="112794" cy="114265"/>
          </a:xfrm>
          <a:prstGeom prst="rect">
            <a:avLst/>
          </a:prstGeom>
        </p:spPr>
      </p:pic>
      <p:sp>
        <p:nvSpPr>
          <p:cNvPr id="4472" name="직사각형 4471">
            <a:extLst>
              <a:ext uri="{FF2B5EF4-FFF2-40B4-BE49-F238E27FC236}">
                <a16:creationId xmlns:a16="http://schemas.microsoft.com/office/drawing/2014/main" id="{CF553C2F-9A26-B95B-BD34-DDDC56F33647}"/>
              </a:ext>
            </a:extLst>
          </p:cNvPr>
          <p:cNvSpPr/>
          <p:nvPr/>
        </p:nvSpPr>
        <p:spPr>
          <a:xfrm>
            <a:off x="916768" y="1672331"/>
            <a:ext cx="1825573" cy="18204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latin typeface="Arial" panose="020B0604020202020204" pitchFamily="34" charset="0"/>
              <a:cs typeface="Arial" panose="020B0604020202020204" pitchFamily="34" charset="0"/>
            </a:endParaRPr>
          </a:p>
        </p:txBody>
      </p:sp>
      <p:sp>
        <p:nvSpPr>
          <p:cNvPr id="4534" name="TextBox 4533">
            <a:extLst>
              <a:ext uri="{FF2B5EF4-FFF2-40B4-BE49-F238E27FC236}">
                <a16:creationId xmlns:a16="http://schemas.microsoft.com/office/drawing/2014/main" id="{F2949958-7AC4-D4A7-DD6F-BC9CD8629DB3}"/>
              </a:ext>
            </a:extLst>
          </p:cNvPr>
          <p:cNvSpPr txBox="1"/>
          <p:nvPr/>
        </p:nvSpPr>
        <p:spPr>
          <a:xfrm>
            <a:off x="984706" y="1287181"/>
            <a:ext cx="1825573" cy="276999"/>
          </a:xfrm>
          <a:prstGeom prst="rect">
            <a:avLst/>
          </a:prstGeom>
          <a:noFill/>
        </p:spPr>
        <p:txBody>
          <a:bodyPr wrap="square" rtlCol="0">
            <a:spAutoFit/>
          </a:bodyPr>
          <a:lstStyle/>
          <a:p>
            <a:r>
              <a:rPr lang="en-US" altLang="ko-KR" sz="1200" b="1" dirty="0">
                <a:latin typeface="Arial" panose="020B0604020202020204" pitchFamily="34" charset="0"/>
                <a:cs typeface="Arial" panose="020B0604020202020204" pitchFamily="34" charset="0"/>
              </a:rPr>
              <a:t>&lt; JSICAT marking &gt;</a:t>
            </a:r>
            <a:endParaRPr lang="ko-KR" altLang="en-US" sz="1200" b="1" dirty="0">
              <a:latin typeface="Arial" panose="020B0604020202020204" pitchFamily="34" charset="0"/>
              <a:cs typeface="Arial" panose="020B0604020202020204" pitchFamily="34" charset="0"/>
            </a:endParaRPr>
          </a:p>
        </p:txBody>
      </p:sp>
      <p:sp>
        <p:nvSpPr>
          <p:cNvPr id="17" name="object 24">
            <a:extLst>
              <a:ext uri="{FF2B5EF4-FFF2-40B4-BE49-F238E27FC236}">
                <a16:creationId xmlns:a16="http://schemas.microsoft.com/office/drawing/2014/main" id="{B43283CE-0648-9FFF-11B5-C110D1E5B514}"/>
              </a:ext>
            </a:extLst>
          </p:cNvPr>
          <p:cNvSpPr txBox="1"/>
          <p:nvPr/>
        </p:nvSpPr>
        <p:spPr>
          <a:xfrm>
            <a:off x="663470" y="4237639"/>
            <a:ext cx="2468046" cy="394980"/>
          </a:xfrm>
          <a:prstGeom prst="rect">
            <a:avLst/>
          </a:prstGeom>
        </p:spPr>
        <p:txBody>
          <a:bodyPr vert="horz" wrap="square" lIns="0" tIns="12700" rIns="0" bIns="0" rtlCol="0">
            <a:spAutoFit/>
          </a:bodyPr>
          <a:lstStyle/>
          <a:p>
            <a:pPr>
              <a:lnSpc>
                <a:spcPct val="100000"/>
              </a:lnSpc>
              <a:spcBef>
                <a:spcPts val="100"/>
              </a:spcBef>
            </a:pPr>
            <a:r>
              <a:rPr lang="en-US" sz="1200" b="1" dirty="0">
                <a:latin typeface="Arial" panose="020B0604020202020204" pitchFamily="34" charset="0"/>
                <a:cs typeface="Arial" panose="020B0604020202020204" pitchFamily="34" charset="0"/>
              </a:rPr>
              <a:t>Fix. Code </a:t>
            </a:r>
            <a:r>
              <a:rPr sz="1200" b="1" dirty="0">
                <a:latin typeface="Arial" panose="020B0604020202020204" pitchFamily="34" charset="0"/>
                <a:cs typeface="Arial" panose="020B0604020202020204" pitchFamily="34" charset="0"/>
              </a:rPr>
              <a:t>IC</a:t>
            </a:r>
            <a:r>
              <a:rPr sz="1200" b="1" spc="-20" dirty="0">
                <a:latin typeface="Arial" panose="020B0604020202020204" pitchFamily="34" charset="0"/>
                <a:cs typeface="Arial" panose="020B0604020202020204" pitchFamily="34" charset="0"/>
              </a:rPr>
              <a:t> </a:t>
            </a:r>
            <a:r>
              <a:rPr sz="1200" b="1" dirty="0">
                <a:latin typeface="Arial" panose="020B0604020202020204" pitchFamily="34" charset="0"/>
                <a:cs typeface="Arial" panose="020B0604020202020204" pitchFamily="34" charset="0"/>
              </a:rPr>
              <a:t>Part</a:t>
            </a:r>
            <a:r>
              <a:rPr sz="1200" b="1" spc="-25" dirty="0">
                <a:latin typeface="Arial" panose="020B0604020202020204" pitchFamily="34" charset="0"/>
                <a:cs typeface="Arial" panose="020B0604020202020204" pitchFamily="34" charset="0"/>
              </a:rPr>
              <a:t> </a:t>
            </a:r>
            <a:r>
              <a:rPr sz="1200" b="1" spc="-20" dirty="0">
                <a:latin typeface="Arial" panose="020B0604020202020204" pitchFamily="34" charset="0"/>
                <a:cs typeface="Arial" panose="020B0604020202020204" pitchFamily="34" charset="0"/>
              </a:rPr>
              <a:t>Name</a:t>
            </a:r>
            <a:r>
              <a:rPr lang="en-US" sz="1200" b="1" spc="-20" dirty="0">
                <a:latin typeface="Arial" panose="020B0604020202020204" pitchFamily="34" charset="0"/>
                <a:cs typeface="Arial" panose="020B0604020202020204" pitchFamily="34" charset="0"/>
              </a:rPr>
              <a:t>: </a:t>
            </a:r>
            <a:r>
              <a:rPr lang="en-US" altLang="ko-KR" sz="1200" b="1" dirty="0">
                <a:latin typeface="Arial" panose="020B0604020202020204" pitchFamily="34" charset="0"/>
                <a:cs typeface="Arial" panose="020B0604020202020204" pitchFamily="34" charset="0"/>
              </a:rPr>
              <a:t>XC24R</a:t>
            </a:r>
          </a:p>
          <a:p>
            <a:pPr marL="228600" indent="-228600">
              <a:lnSpc>
                <a:spcPct val="100000"/>
              </a:lnSpc>
              <a:spcBef>
                <a:spcPts val="100"/>
              </a:spcBef>
              <a:buAutoNum type="arabicParenBoth"/>
            </a:pPr>
            <a:endParaRPr lang="en-US" sz="1200" b="1" dirty="0">
              <a:latin typeface="Arial" panose="020B0604020202020204" pitchFamily="34" charset="0"/>
              <a:cs typeface="Arial" panose="020B0604020202020204" pitchFamily="34" charset="0"/>
            </a:endParaRPr>
          </a:p>
        </p:txBody>
      </p:sp>
      <p:graphicFrame>
        <p:nvGraphicFramePr>
          <p:cNvPr id="26" name="표 25">
            <a:extLst>
              <a:ext uri="{FF2B5EF4-FFF2-40B4-BE49-F238E27FC236}">
                <a16:creationId xmlns:a16="http://schemas.microsoft.com/office/drawing/2014/main" id="{30141451-349B-999C-55C0-CD8DE57F1EDF}"/>
              </a:ext>
            </a:extLst>
          </p:cNvPr>
          <p:cNvGraphicFramePr>
            <a:graphicFrameLocks noGrp="1"/>
          </p:cNvGraphicFramePr>
          <p:nvPr>
            <p:extLst>
              <p:ext uri="{D42A27DB-BD31-4B8C-83A1-F6EECF244321}">
                <p14:modId xmlns:p14="http://schemas.microsoft.com/office/powerpoint/2010/main" val="4226423771"/>
              </p:ext>
            </p:extLst>
          </p:nvPr>
        </p:nvGraphicFramePr>
        <p:xfrm>
          <a:off x="594286" y="4923572"/>
          <a:ext cx="2298549" cy="1892537"/>
        </p:xfrm>
        <a:graphic>
          <a:graphicData uri="http://schemas.openxmlformats.org/drawingml/2006/table">
            <a:tbl>
              <a:tblPr firstRow="1" bandRow="1">
                <a:tableStyleId>{5940675A-B579-460E-94D1-54222C63F5DA}</a:tableStyleId>
              </a:tblPr>
              <a:tblGrid>
                <a:gridCol w="358381">
                  <a:extLst>
                    <a:ext uri="{9D8B030D-6E8A-4147-A177-3AD203B41FA5}">
                      <a16:colId xmlns:a16="http://schemas.microsoft.com/office/drawing/2014/main" val="1176707637"/>
                    </a:ext>
                  </a:extLst>
                </a:gridCol>
                <a:gridCol w="598639">
                  <a:extLst>
                    <a:ext uri="{9D8B030D-6E8A-4147-A177-3AD203B41FA5}">
                      <a16:colId xmlns:a16="http://schemas.microsoft.com/office/drawing/2014/main" val="594133370"/>
                    </a:ext>
                  </a:extLst>
                </a:gridCol>
                <a:gridCol w="1341529">
                  <a:extLst>
                    <a:ext uri="{9D8B030D-6E8A-4147-A177-3AD203B41FA5}">
                      <a16:colId xmlns:a16="http://schemas.microsoft.com/office/drawing/2014/main" val="3975039956"/>
                    </a:ext>
                  </a:extLst>
                </a:gridCol>
              </a:tblGrid>
              <a:tr h="296014">
                <a:tc>
                  <a:txBody>
                    <a:bodyPr/>
                    <a:lstStyle/>
                    <a:p>
                      <a:pPr algn="ctr" latinLnBrk="1"/>
                      <a:r>
                        <a:rPr lang="en-US" altLang="ko-KR" sz="1000" b="1" dirty="0">
                          <a:solidFill>
                            <a:schemeClr val="tx1"/>
                          </a:solidFill>
                          <a:latin typeface="+mn-lt"/>
                          <a:ea typeface="+mn-ea"/>
                          <a:cs typeface="+mn-cs"/>
                        </a:rPr>
                        <a:t>Row No.</a:t>
                      </a:r>
                      <a:endParaRPr lang="ko-KR" altLang="en-US" sz="1000" b="1" dirty="0">
                        <a:solidFill>
                          <a:schemeClr val="tx1"/>
                        </a:solidFill>
                        <a:latin typeface="+mn-lt"/>
                        <a:ea typeface="+mn-ea"/>
                        <a:cs typeface="+mn-cs"/>
                      </a:endParaRPr>
                    </a:p>
                  </a:txBody>
                  <a:tcPr marL="0" marR="0" marT="0" marB="0" anchor="ctr"/>
                </a:tc>
                <a:tc>
                  <a:txBody>
                    <a:bodyPr/>
                    <a:lstStyle/>
                    <a:p>
                      <a:pPr algn="ctr" latinLnBrk="1"/>
                      <a:r>
                        <a:rPr lang="en-US" altLang="ko-KR" sz="1000" b="1" dirty="0">
                          <a:solidFill>
                            <a:schemeClr val="tx1"/>
                          </a:solidFill>
                          <a:latin typeface="+mn-lt"/>
                          <a:ea typeface="+mn-ea"/>
                          <a:cs typeface="+mn-cs"/>
                        </a:rPr>
                        <a:t>Marking</a:t>
                      </a:r>
                      <a:endParaRPr lang="ko-KR" altLang="en-US" sz="1000" b="1" dirty="0">
                        <a:solidFill>
                          <a:schemeClr val="tx1"/>
                        </a:solidFill>
                        <a:latin typeface="+mn-lt"/>
                        <a:ea typeface="+mn-ea"/>
                        <a:cs typeface="+mn-cs"/>
                      </a:endParaRPr>
                    </a:p>
                  </a:txBody>
                  <a:tcPr marL="0" marR="0" marT="0" marB="0" anchor="ctr"/>
                </a:tc>
                <a:tc>
                  <a:txBody>
                    <a:bodyPr/>
                    <a:lstStyle/>
                    <a:p>
                      <a:pPr algn="ctr" latinLnBrk="1"/>
                      <a:r>
                        <a:rPr lang="en-US" altLang="ko-KR" sz="1000" b="1" dirty="0">
                          <a:solidFill>
                            <a:schemeClr val="tx1"/>
                          </a:solidFill>
                          <a:latin typeface="+mn-lt"/>
                          <a:ea typeface="+mn-ea"/>
                          <a:cs typeface="+mn-cs"/>
                        </a:rPr>
                        <a:t>Definition</a:t>
                      </a:r>
                      <a:endParaRPr lang="ko-KR" altLang="en-US" sz="1000" b="1" dirty="0">
                        <a:solidFill>
                          <a:schemeClr val="tx1"/>
                        </a:solidFill>
                        <a:latin typeface="+mn-lt"/>
                        <a:ea typeface="+mn-ea"/>
                        <a:cs typeface="+mn-cs"/>
                      </a:endParaRPr>
                    </a:p>
                  </a:txBody>
                  <a:tcPr marL="0" marR="0" marT="0" marB="0" anchor="ctr"/>
                </a:tc>
                <a:extLst>
                  <a:ext uri="{0D108BD9-81ED-4DB2-BD59-A6C34878D82A}">
                    <a16:rowId xmlns:a16="http://schemas.microsoft.com/office/drawing/2014/main" val="3038924026"/>
                  </a:ext>
                </a:extLst>
              </a:tr>
              <a:tr h="296014">
                <a:tc>
                  <a:txBody>
                    <a:bodyPr/>
                    <a:lstStyle/>
                    <a:p>
                      <a:pPr algn="ctr" latinLnBrk="1"/>
                      <a:r>
                        <a:rPr lang="en-US" altLang="ko-KR" sz="1000" dirty="0">
                          <a:solidFill>
                            <a:schemeClr val="tx1"/>
                          </a:solidFill>
                          <a:latin typeface="+mn-lt"/>
                          <a:ea typeface="+mn-ea"/>
                          <a:cs typeface="+mn-cs"/>
                        </a:rPr>
                        <a:t>1</a:t>
                      </a:r>
                      <a:endParaRPr lang="ko-KR" altLang="en-US" sz="1000" dirty="0">
                        <a:solidFill>
                          <a:schemeClr val="tx1"/>
                        </a:solidFill>
                        <a:latin typeface="+mn-lt"/>
                        <a:ea typeface="+mn-ea"/>
                        <a:cs typeface="+mn-cs"/>
                      </a:endParaRPr>
                    </a:p>
                  </a:txBody>
                  <a:tcPr marL="0" marR="0" marT="0" marB="0" anchor="ctr"/>
                </a:tc>
                <a:tc>
                  <a:txBody>
                    <a:bodyPr/>
                    <a:lstStyle/>
                    <a:p>
                      <a:pPr algn="ctr" latinLnBrk="1"/>
                      <a:r>
                        <a:rPr lang="en-US" altLang="ko-KR" sz="1000" dirty="0">
                          <a:solidFill>
                            <a:schemeClr val="tx1"/>
                          </a:solidFill>
                          <a:latin typeface="+mn-lt"/>
                          <a:ea typeface="+mn-ea"/>
                          <a:cs typeface="+mn-cs"/>
                        </a:rPr>
                        <a:t>XXXXX</a:t>
                      </a:r>
                      <a:endParaRPr lang="ko-KR" altLang="en-US" sz="1000" dirty="0">
                        <a:solidFill>
                          <a:schemeClr val="tx1"/>
                        </a:solidFill>
                        <a:latin typeface="+mn-lt"/>
                        <a:ea typeface="+mn-ea"/>
                        <a:cs typeface="+mn-cs"/>
                      </a:endParaRPr>
                    </a:p>
                  </a:txBody>
                  <a:tcPr marL="0" marR="0" marT="0" marB="0" anchor="ctr"/>
                </a:tc>
                <a:tc>
                  <a:txBody>
                    <a:bodyPr/>
                    <a:lstStyle/>
                    <a:p>
                      <a:pPr algn="l" latinLnBrk="1"/>
                      <a:r>
                        <a:rPr lang="en-US" altLang="ko-KR" sz="1000" dirty="0">
                          <a:solidFill>
                            <a:schemeClr val="tx1"/>
                          </a:solidFill>
                          <a:latin typeface="+mn-lt"/>
                          <a:ea typeface="+mn-ea"/>
                          <a:cs typeface="+mn-cs"/>
                        </a:rPr>
                        <a:t>Fixed Code: </a:t>
                      </a:r>
                      <a:r>
                        <a:rPr lang="en-US" altLang="ko-KR" sz="1000" b="1" dirty="0">
                          <a:solidFill>
                            <a:schemeClr val="tx1"/>
                          </a:solidFill>
                          <a:latin typeface="+mn-lt"/>
                          <a:ea typeface="+mn-ea"/>
                          <a:cs typeface="+mn-cs"/>
                        </a:rPr>
                        <a:t>XC24R</a:t>
                      </a:r>
                      <a:endParaRPr lang="ko-KR" altLang="en-US" sz="1000" b="1" dirty="0">
                        <a:solidFill>
                          <a:schemeClr val="tx1"/>
                        </a:solidFill>
                        <a:latin typeface="+mn-lt"/>
                        <a:ea typeface="+mn-ea"/>
                        <a:cs typeface="+mn-cs"/>
                      </a:endParaRPr>
                    </a:p>
                  </a:txBody>
                  <a:tcPr marL="36000" marR="0" marT="0" marB="0" anchor="ctr"/>
                </a:tc>
                <a:extLst>
                  <a:ext uri="{0D108BD9-81ED-4DB2-BD59-A6C34878D82A}">
                    <a16:rowId xmlns:a16="http://schemas.microsoft.com/office/drawing/2014/main" val="1639683810"/>
                  </a:ext>
                </a:extLst>
              </a:tr>
              <a:tr h="305323">
                <a:tc>
                  <a:txBody>
                    <a:bodyPr/>
                    <a:lstStyle/>
                    <a:p>
                      <a:pPr algn="ctr" latinLnBrk="1"/>
                      <a:r>
                        <a:rPr lang="en-US" altLang="ko-KR" sz="1000" dirty="0">
                          <a:solidFill>
                            <a:schemeClr val="tx1"/>
                          </a:solidFill>
                          <a:latin typeface="+mn-lt"/>
                          <a:ea typeface="+mn-ea"/>
                          <a:cs typeface="+mn-cs"/>
                        </a:rPr>
                        <a:t>2</a:t>
                      </a:r>
                      <a:endParaRPr lang="ko-KR" altLang="en-US" sz="1000" dirty="0">
                        <a:solidFill>
                          <a:schemeClr val="tx1"/>
                        </a:solidFill>
                        <a:latin typeface="+mn-lt"/>
                        <a:ea typeface="+mn-ea"/>
                        <a:cs typeface="+mn-cs"/>
                      </a:endParaRPr>
                    </a:p>
                  </a:txBody>
                  <a:tcPr marL="0" marR="0" marT="0" marB="0" anchor="ctr"/>
                </a:tc>
                <a:tc>
                  <a:txBody>
                    <a:bodyPr/>
                    <a:lstStyle/>
                    <a:p>
                      <a:pPr algn="ctr" latinLnBrk="1"/>
                      <a:r>
                        <a:rPr lang="en-US" altLang="ko-KR" sz="1000" dirty="0" err="1">
                          <a:solidFill>
                            <a:schemeClr val="tx1"/>
                          </a:solidFill>
                          <a:latin typeface="+mn-lt"/>
                          <a:ea typeface="+mn-ea"/>
                          <a:cs typeface="+mn-cs"/>
                        </a:rPr>
                        <a:t>abc</a:t>
                      </a:r>
                      <a:endParaRPr lang="ko-KR" altLang="en-US" sz="1000" dirty="0">
                        <a:solidFill>
                          <a:schemeClr val="tx1"/>
                        </a:solidFill>
                        <a:latin typeface="+mn-lt"/>
                        <a:ea typeface="+mn-ea"/>
                        <a:cs typeface="+mn-cs"/>
                      </a:endParaRPr>
                    </a:p>
                  </a:txBody>
                  <a:tcPr marL="0" marR="0" marT="0" marB="0" anchor="ctr"/>
                </a:tc>
                <a:tc>
                  <a:txBody>
                    <a:bodyPr/>
                    <a:lstStyle/>
                    <a:p>
                      <a:pPr algn="l" latinLnBrk="1"/>
                      <a:r>
                        <a:rPr lang="en-US" altLang="ko-KR" sz="1000" dirty="0">
                          <a:solidFill>
                            <a:schemeClr val="tx1"/>
                          </a:solidFill>
                          <a:latin typeface="+mn-lt"/>
                          <a:ea typeface="+mn-ea"/>
                          <a:cs typeface="+mn-cs"/>
                        </a:rPr>
                        <a:t>Internal code</a:t>
                      </a:r>
                    </a:p>
                  </a:txBody>
                  <a:tcPr marL="36000" marR="0" marT="0" marB="0" anchor="ctr"/>
                </a:tc>
                <a:extLst>
                  <a:ext uri="{0D108BD9-81ED-4DB2-BD59-A6C34878D82A}">
                    <a16:rowId xmlns:a16="http://schemas.microsoft.com/office/drawing/2014/main" val="3996527278"/>
                  </a:ext>
                </a:extLst>
              </a:tr>
              <a:tr h="945847">
                <a:tc>
                  <a:txBody>
                    <a:bodyPr/>
                    <a:lstStyle/>
                    <a:p>
                      <a:pPr algn="ctr" latinLnBrk="1"/>
                      <a:r>
                        <a:rPr lang="en-US" altLang="ko-KR" sz="1000" dirty="0">
                          <a:solidFill>
                            <a:schemeClr val="tx1"/>
                          </a:solidFill>
                          <a:latin typeface="+mn-lt"/>
                          <a:ea typeface="+mn-ea"/>
                          <a:cs typeface="+mn-cs"/>
                        </a:rPr>
                        <a:t>3</a:t>
                      </a:r>
                      <a:endParaRPr lang="ko-KR" altLang="en-US" sz="1000" dirty="0">
                        <a:solidFill>
                          <a:schemeClr val="tx1"/>
                        </a:solidFill>
                        <a:latin typeface="+mn-lt"/>
                        <a:ea typeface="+mn-ea"/>
                        <a:cs typeface="+mn-cs"/>
                      </a:endParaRPr>
                    </a:p>
                  </a:txBody>
                  <a:tcPr marL="0" marR="0" marT="0" marB="0" anchor="ctr"/>
                </a:tc>
                <a:tc>
                  <a:txBody>
                    <a:bodyPr/>
                    <a:lstStyle/>
                    <a:p>
                      <a:pPr algn="ctr" latinLnBrk="1"/>
                      <a:r>
                        <a:rPr lang="en-US" altLang="ko-KR" sz="1000">
                          <a:solidFill>
                            <a:schemeClr val="tx1"/>
                          </a:solidFill>
                          <a:latin typeface="+mn-lt"/>
                          <a:ea typeface="+mn-ea"/>
                          <a:cs typeface="+mn-cs"/>
                        </a:rPr>
                        <a:t>YWCD@</a:t>
                      </a:r>
                      <a:endParaRPr lang="ko-KR" altLang="en-US" sz="1000" dirty="0">
                        <a:solidFill>
                          <a:schemeClr val="tx1"/>
                        </a:solidFill>
                        <a:latin typeface="+mn-lt"/>
                        <a:ea typeface="+mn-ea"/>
                        <a:cs typeface="+mn-cs"/>
                      </a:endParaRPr>
                    </a:p>
                  </a:txBody>
                  <a:tcPr marL="0" marR="0" marT="0" marB="0" anchor="ctr"/>
                </a:tc>
                <a:tc>
                  <a:txBody>
                    <a:bodyPr/>
                    <a:lstStyle/>
                    <a:p>
                      <a:pPr algn="l" latinLnBrk="1"/>
                      <a:r>
                        <a:rPr lang="en-US" altLang="ko-KR" sz="1000" dirty="0">
                          <a:solidFill>
                            <a:schemeClr val="tx1"/>
                          </a:solidFill>
                          <a:latin typeface="+mn-lt"/>
                          <a:ea typeface="+mn-ea"/>
                          <a:cs typeface="+mn-cs"/>
                        </a:rPr>
                        <a:t>Y: Year Code</a:t>
                      </a:r>
                    </a:p>
                    <a:p>
                      <a:pPr algn="l" latinLnBrk="1"/>
                      <a:r>
                        <a:rPr lang="en-US" altLang="ko-KR" sz="1000" dirty="0">
                          <a:solidFill>
                            <a:schemeClr val="tx1"/>
                          </a:solidFill>
                          <a:latin typeface="+mn-lt"/>
                          <a:ea typeface="+mn-ea"/>
                          <a:cs typeface="+mn-cs"/>
                        </a:rPr>
                        <a:t>W: Week Code</a:t>
                      </a:r>
                    </a:p>
                    <a:p>
                      <a:pPr algn="l" latinLnBrk="1"/>
                      <a:r>
                        <a:rPr lang="en-US" altLang="ko-KR" sz="1000" dirty="0">
                          <a:solidFill>
                            <a:schemeClr val="tx1"/>
                          </a:solidFill>
                          <a:latin typeface="+mn-lt"/>
                          <a:ea typeface="+mn-ea"/>
                          <a:cs typeface="+mn-cs"/>
                        </a:rPr>
                        <a:t>C: Wafer Code</a:t>
                      </a:r>
                    </a:p>
                    <a:p>
                      <a:pPr marL="90488" indent="-90488" algn="l" latinLnBrk="1"/>
                      <a:r>
                        <a:rPr lang="en-US" altLang="ko-KR" sz="1000" dirty="0">
                          <a:solidFill>
                            <a:schemeClr val="tx1"/>
                          </a:solidFill>
                          <a:latin typeface="+mn-lt"/>
                          <a:ea typeface="+mn-ea"/>
                          <a:cs typeface="+mn-cs"/>
                        </a:rPr>
                        <a:t>D: Traceability  Wafer lot Code</a:t>
                      </a:r>
                    </a:p>
                    <a:p>
                      <a:pPr algn="l" latinLnBrk="1"/>
                      <a:r>
                        <a:rPr lang="en-US" altLang="ko-KR" sz="1000" dirty="0">
                          <a:solidFill>
                            <a:schemeClr val="tx1"/>
                          </a:solidFill>
                          <a:latin typeface="+mn-lt"/>
                          <a:ea typeface="+mn-ea"/>
                          <a:cs typeface="+mn-cs"/>
                        </a:rPr>
                        <a:t>@:  Assembly plant Code</a:t>
                      </a:r>
                      <a:endParaRPr lang="ko-KR" altLang="en-US" sz="1000" dirty="0">
                        <a:solidFill>
                          <a:schemeClr val="tx1"/>
                        </a:solidFill>
                        <a:latin typeface="+mn-lt"/>
                        <a:ea typeface="+mn-ea"/>
                        <a:cs typeface="+mn-cs"/>
                      </a:endParaRPr>
                    </a:p>
                  </a:txBody>
                  <a:tcPr marL="36000" marR="0" marT="36000" marB="36000" anchor="ctr"/>
                </a:tc>
                <a:extLst>
                  <a:ext uri="{0D108BD9-81ED-4DB2-BD59-A6C34878D82A}">
                    <a16:rowId xmlns:a16="http://schemas.microsoft.com/office/drawing/2014/main" val="2124277177"/>
                  </a:ext>
                </a:extLst>
              </a:tr>
            </a:tbl>
          </a:graphicData>
        </a:graphic>
      </p:graphicFrame>
      <p:sp>
        <p:nvSpPr>
          <p:cNvPr id="27" name="object 24">
            <a:extLst>
              <a:ext uri="{FF2B5EF4-FFF2-40B4-BE49-F238E27FC236}">
                <a16:creationId xmlns:a16="http://schemas.microsoft.com/office/drawing/2014/main" id="{DEDB12C5-E3AD-BCC0-702C-20B076005BEB}"/>
              </a:ext>
            </a:extLst>
          </p:cNvPr>
          <p:cNvSpPr txBox="1"/>
          <p:nvPr/>
        </p:nvSpPr>
        <p:spPr>
          <a:xfrm>
            <a:off x="657725" y="4682244"/>
            <a:ext cx="2218444" cy="197490"/>
          </a:xfrm>
          <a:prstGeom prst="rect">
            <a:avLst/>
          </a:prstGeom>
        </p:spPr>
        <p:txBody>
          <a:bodyPr vert="horz" wrap="square" lIns="0" tIns="12700" rIns="0" bIns="0" rtlCol="0">
            <a:spAutoFit/>
          </a:bodyPr>
          <a:lstStyle/>
          <a:p>
            <a:pPr>
              <a:lnSpc>
                <a:spcPct val="100000"/>
              </a:lnSpc>
              <a:spcBef>
                <a:spcPts val="100"/>
              </a:spcBef>
            </a:pPr>
            <a:r>
              <a:rPr lang="en-US" sz="1200" b="1" dirty="0">
                <a:latin typeface="Arial" panose="020B0604020202020204" pitchFamily="34" charset="0"/>
                <a:cs typeface="Arial" panose="020B0604020202020204" pitchFamily="34" charset="0"/>
              </a:rPr>
              <a:t>Package Drawings </a:t>
            </a:r>
            <a:r>
              <a:rPr sz="1200" b="1" dirty="0">
                <a:latin typeface="Arial" panose="020B0604020202020204" pitchFamily="34" charset="0"/>
                <a:cs typeface="Arial" panose="020B0604020202020204" pitchFamily="34" charset="0"/>
              </a:rPr>
              <a:t>Marking</a:t>
            </a:r>
            <a:r>
              <a:rPr lang="en-US" sz="1200" b="1" spc="-30" dirty="0">
                <a:latin typeface="Arial" panose="020B0604020202020204" pitchFamily="34" charset="0"/>
                <a:cs typeface="Arial" panose="020B0604020202020204" pitchFamily="34" charset="0"/>
              </a:rPr>
              <a:t>s</a:t>
            </a:r>
            <a:endParaRPr sz="1200" b="1" dirty="0">
              <a:latin typeface="Arial" panose="020B0604020202020204" pitchFamily="34" charset="0"/>
              <a:cs typeface="Arial" panose="020B0604020202020204" pitchFamily="34" charset="0"/>
            </a:endParaRPr>
          </a:p>
        </p:txBody>
      </p:sp>
      <p:sp>
        <p:nvSpPr>
          <p:cNvPr id="29" name="object 24">
            <a:extLst>
              <a:ext uri="{FF2B5EF4-FFF2-40B4-BE49-F238E27FC236}">
                <a16:creationId xmlns:a16="http://schemas.microsoft.com/office/drawing/2014/main" id="{92AFADB1-469C-B782-9139-5100C8FECBF9}"/>
              </a:ext>
            </a:extLst>
          </p:cNvPr>
          <p:cNvSpPr txBox="1"/>
          <p:nvPr/>
        </p:nvSpPr>
        <p:spPr>
          <a:xfrm>
            <a:off x="-1212333" y="7142051"/>
            <a:ext cx="3613237" cy="271869"/>
          </a:xfrm>
          <a:prstGeom prst="rect">
            <a:avLst/>
          </a:prstGeom>
        </p:spPr>
        <p:txBody>
          <a:bodyPr vert="horz" wrap="square" lIns="0" tIns="12700" rIns="0" bIns="0" rtlCol="0">
            <a:spAutoFit/>
          </a:bodyPr>
          <a:lstStyle/>
          <a:p>
            <a:pPr lvl="4">
              <a:spcBef>
                <a:spcPts val="100"/>
              </a:spcBef>
            </a:pPr>
            <a:r>
              <a:rPr lang="en-US" sz="800" dirty="0">
                <a:latin typeface="Arial" panose="020B0604020202020204" pitchFamily="34" charset="0"/>
                <a:cs typeface="Arial" panose="020B0604020202020204" pitchFamily="34" charset="0"/>
              </a:rPr>
              <a:t>** Font Type : Arial</a:t>
            </a:r>
          </a:p>
          <a:p>
            <a:pPr lvl="4">
              <a:spcBef>
                <a:spcPts val="100"/>
              </a:spcBef>
            </a:pPr>
            <a:r>
              <a:rPr lang="en-US" sz="800" dirty="0">
                <a:latin typeface="Arial" panose="020B0604020202020204" pitchFamily="34" charset="0"/>
                <a:cs typeface="Arial" panose="020B0604020202020204" pitchFamily="34" charset="0"/>
              </a:rPr>
              <a:t>    Marking text tolerance : </a:t>
            </a:r>
            <a:r>
              <a:rPr lang="en-US" sz="800" dirty="0">
                <a:latin typeface="Arial" panose="020B0604020202020204" pitchFamily="34" charset="0"/>
                <a:ea typeface="맑은 고딕" panose="020B0503020000020004" pitchFamily="50" charset="-127"/>
                <a:cs typeface="Arial" panose="020B0604020202020204" pitchFamily="34" charset="0"/>
              </a:rPr>
              <a:t>±0.05mm</a:t>
            </a:r>
          </a:p>
        </p:txBody>
      </p:sp>
      <p:sp>
        <p:nvSpPr>
          <p:cNvPr id="2" name="object 19">
            <a:extLst>
              <a:ext uri="{FF2B5EF4-FFF2-40B4-BE49-F238E27FC236}">
                <a16:creationId xmlns:a16="http://schemas.microsoft.com/office/drawing/2014/main" id="{BA53386C-84D4-D666-1369-E7ECE53A44B1}"/>
              </a:ext>
            </a:extLst>
          </p:cNvPr>
          <p:cNvSpPr txBox="1"/>
          <p:nvPr/>
        </p:nvSpPr>
        <p:spPr>
          <a:xfrm>
            <a:off x="1319498" y="2592887"/>
            <a:ext cx="1377142" cy="360354"/>
          </a:xfrm>
          <a:prstGeom prst="rect">
            <a:avLst/>
          </a:prstGeom>
        </p:spPr>
        <p:txBody>
          <a:bodyPr vert="horz" wrap="square" lIns="0" tIns="52069" rIns="0" bIns="0" rtlCol="0">
            <a:spAutoFit/>
          </a:bodyPr>
          <a:lstStyle/>
          <a:p>
            <a:pPr marL="12700" marR="480695">
              <a:lnSpc>
                <a:spcPct val="100000"/>
              </a:lnSpc>
              <a:spcBef>
                <a:spcPts val="155"/>
              </a:spcBef>
            </a:pPr>
            <a:r>
              <a:rPr lang="en-US" sz="2000" b="1" spc="-10" dirty="0">
                <a:latin typeface="Arial" panose="020B0604020202020204" pitchFamily="34" charset="0"/>
                <a:cs typeface="Arial" panose="020B0604020202020204" pitchFamily="34" charset="0"/>
              </a:rPr>
              <a:t>CBA2J</a:t>
            </a:r>
            <a:endParaRPr sz="2000" b="1" dirty="0">
              <a:latin typeface="Arial" panose="020B0604020202020204" pitchFamily="34" charset="0"/>
              <a:cs typeface="Arial" panose="020B0604020202020204" pitchFamily="34" charset="0"/>
            </a:endParaRPr>
          </a:p>
        </p:txBody>
      </p:sp>
      <p:sp>
        <p:nvSpPr>
          <p:cNvPr id="13" name="object 19">
            <a:extLst>
              <a:ext uri="{FF2B5EF4-FFF2-40B4-BE49-F238E27FC236}">
                <a16:creationId xmlns:a16="http://schemas.microsoft.com/office/drawing/2014/main" id="{E3BEAC2C-34F3-4EC7-AA4B-5BFD3D07B650}"/>
              </a:ext>
            </a:extLst>
          </p:cNvPr>
          <p:cNvSpPr txBox="1"/>
          <p:nvPr/>
        </p:nvSpPr>
        <p:spPr>
          <a:xfrm>
            <a:off x="1300376" y="2086804"/>
            <a:ext cx="1441965" cy="545020"/>
          </a:xfrm>
          <a:prstGeom prst="rect">
            <a:avLst/>
          </a:prstGeom>
        </p:spPr>
        <p:txBody>
          <a:bodyPr vert="horz" wrap="square" lIns="0" tIns="52069" rIns="0" bIns="0" rtlCol="0">
            <a:spAutoFit/>
          </a:bodyPr>
          <a:lstStyle/>
          <a:p>
            <a:pPr marL="12700">
              <a:lnSpc>
                <a:spcPct val="100000"/>
              </a:lnSpc>
              <a:spcBef>
                <a:spcPts val="409"/>
              </a:spcBef>
            </a:pPr>
            <a:r>
              <a:rPr lang="en-US" sz="3200" b="1" spc="-20" dirty="0">
                <a:latin typeface="Arial" panose="020B0604020202020204" pitchFamily="34" charset="0"/>
                <a:cs typeface="Arial" panose="020B0604020202020204" pitchFamily="34" charset="0"/>
              </a:rPr>
              <a:t>XC24R</a:t>
            </a:r>
            <a:endParaRPr sz="3200" b="1" dirty="0">
              <a:latin typeface="Arial" panose="020B0604020202020204" pitchFamily="34" charset="0"/>
              <a:cs typeface="Arial" panose="020B0604020202020204" pitchFamily="34" charset="0"/>
            </a:endParaRPr>
          </a:p>
        </p:txBody>
      </p:sp>
      <p:grpSp>
        <p:nvGrpSpPr>
          <p:cNvPr id="49" name="그룹 48">
            <a:extLst>
              <a:ext uri="{FF2B5EF4-FFF2-40B4-BE49-F238E27FC236}">
                <a16:creationId xmlns:a16="http://schemas.microsoft.com/office/drawing/2014/main" id="{33DE3443-051F-3D0A-8F83-A26DB14C8C8C}"/>
              </a:ext>
            </a:extLst>
          </p:cNvPr>
          <p:cNvGrpSpPr/>
          <p:nvPr/>
        </p:nvGrpSpPr>
        <p:grpSpPr>
          <a:xfrm>
            <a:off x="2927983" y="2131176"/>
            <a:ext cx="997628" cy="989567"/>
            <a:chOff x="3104093" y="1803949"/>
            <a:chExt cx="997628" cy="989567"/>
          </a:xfrm>
        </p:grpSpPr>
        <p:sp>
          <p:nvSpPr>
            <p:cNvPr id="50" name="직사각형 49">
              <a:extLst>
                <a:ext uri="{FF2B5EF4-FFF2-40B4-BE49-F238E27FC236}">
                  <a16:creationId xmlns:a16="http://schemas.microsoft.com/office/drawing/2014/main" id="{190A36AF-9F17-79A3-2DDE-F2207E822C2C}"/>
                </a:ext>
              </a:extLst>
            </p:cNvPr>
            <p:cNvSpPr/>
            <p:nvPr/>
          </p:nvSpPr>
          <p:spPr>
            <a:xfrm>
              <a:off x="3104093" y="1803949"/>
              <a:ext cx="997628" cy="98956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solidFill>
              </a:endParaRPr>
            </a:p>
          </p:txBody>
        </p:sp>
        <p:sp>
          <p:nvSpPr>
            <p:cNvPr id="51" name="object 19">
              <a:extLst>
                <a:ext uri="{FF2B5EF4-FFF2-40B4-BE49-F238E27FC236}">
                  <a16:creationId xmlns:a16="http://schemas.microsoft.com/office/drawing/2014/main" id="{76B201B6-A0DB-6627-B829-004B59E1C791}"/>
                </a:ext>
              </a:extLst>
            </p:cNvPr>
            <p:cNvSpPr txBox="1"/>
            <p:nvPr/>
          </p:nvSpPr>
          <p:spPr>
            <a:xfrm>
              <a:off x="3263424" y="2013408"/>
              <a:ext cx="723151" cy="246221"/>
            </a:xfrm>
            <a:prstGeom prst="rect">
              <a:avLst/>
            </a:prstGeom>
          </p:spPr>
          <p:txBody>
            <a:bodyPr vert="horz" wrap="square" lIns="0" tIns="0" rIns="0" bIns="0" rtlCol="0" anchor="ctr">
              <a:spAutoFit/>
            </a:bodyPr>
            <a:lstStyle/>
            <a:p>
              <a:pPr marL="12700" algn="ctr">
                <a:lnSpc>
                  <a:spcPct val="100000"/>
                </a:lnSpc>
                <a:spcBef>
                  <a:spcPts val="409"/>
                </a:spcBef>
              </a:pPr>
              <a:r>
                <a:rPr lang="en-US" sz="1600" b="1" spc="-20" dirty="0">
                  <a:solidFill>
                    <a:schemeClr val="bg1"/>
                  </a:solidFill>
                  <a:latin typeface="Arial" panose="020B0604020202020204" pitchFamily="34" charset="0"/>
                  <a:cs typeface="Arial" panose="020B0604020202020204" pitchFamily="34" charset="0"/>
                </a:rPr>
                <a:t>XXXXX</a:t>
              </a:r>
              <a:endParaRPr sz="1600" b="1" dirty="0">
                <a:solidFill>
                  <a:schemeClr val="bg1"/>
                </a:solidFill>
                <a:latin typeface="Arial" panose="020B0604020202020204" pitchFamily="34" charset="0"/>
                <a:cs typeface="Arial" panose="020B0604020202020204" pitchFamily="34" charset="0"/>
              </a:endParaRPr>
            </a:p>
          </p:txBody>
        </p:sp>
        <p:pic>
          <p:nvPicPr>
            <p:cNvPr id="52" name="object 22">
              <a:extLst>
                <a:ext uri="{FF2B5EF4-FFF2-40B4-BE49-F238E27FC236}">
                  <a16:creationId xmlns:a16="http://schemas.microsoft.com/office/drawing/2014/main" id="{43EB7CD8-824A-2644-902A-55B8EF06974A}"/>
                </a:ext>
              </a:extLst>
            </p:cNvPr>
            <p:cNvPicPr/>
            <p:nvPr/>
          </p:nvPicPr>
          <p:blipFill>
            <a:blip r:embed="rId2" cstate="print"/>
            <a:stretch>
              <a:fillRect/>
            </a:stretch>
          </p:blipFill>
          <p:spPr>
            <a:xfrm>
              <a:off x="3164165" y="2616945"/>
              <a:ext cx="60565" cy="50062"/>
            </a:xfrm>
            <a:prstGeom prst="rect">
              <a:avLst/>
            </a:prstGeom>
            <a:noFill/>
            <a:ln>
              <a:noFill/>
            </a:ln>
          </p:spPr>
        </p:pic>
        <p:sp>
          <p:nvSpPr>
            <p:cNvPr id="53" name="타원 52">
              <a:extLst>
                <a:ext uri="{FF2B5EF4-FFF2-40B4-BE49-F238E27FC236}">
                  <a16:creationId xmlns:a16="http://schemas.microsoft.com/office/drawing/2014/main" id="{FEC92EEC-6BBE-6D5A-A65D-6463769F2AFD}"/>
                </a:ext>
              </a:extLst>
            </p:cNvPr>
            <p:cNvSpPr/>
            <p:nvPr/>
          </p:nvSpPr>
          <p:spPr>
            <a:xfrm>
              <a:off x="3161109" y="2625911"/>
              <a:ext cx="60565" cy="6395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solidFill>
              </a:endParaRPr>
            </a:p>
          </p:txBody>
        </p:sp>
        <p:sp>
          <p:nvSpPr>
            <p:cNvPr id="54" name="object 19">
              <a:extLst>
                <a:ext uri="{FF2B5EF4-FFF2-40B4-BE49-F238E27FC236}">
                  <a16:creationId xmlns:a16="http://schemas.microsoft.com/office/drawing/2014/main" id="{5DF2B1B5-44DB-4A0A-95A9-9AF8DC438D6E}"/>
                </a:ext>
              </a:extLst>
            </p:cNvPr>
            <p:cNvSpPr txBox="1"/>
            <p:nvPr/>
          </p:nvSpPr>
          <p:spPr>
            <a:xfrm>
              <a:off x="3302537" y="2411132"/>
              <a:ext cx="586947" cy="153888"/>
            </a:xfrm>
            <a:prstGeom prst="rect">
              <a:avLst/>
            </a:prstGeom>
          </p:spPr>
          <p:txBody>
            <a:bodyPr vert="horz" wrap="square" lIns="0" tIns="0" rIns="0" bIns="0" rtlCol="0" anchor="ctr">
              <a:spAutoFit/>
            </a:bodyPr>
            <a:lstStyle/>
            <a:p>
              <a:pPr marL="12700" algn="l">
                <a:lnSpc>
                  <a:spcPct val="100000"/>
                </a:lnSpc>
                <a:spcBef>
                  <a:spcPts val="409"/>
                </a:spcBef>
              </a:pPr>
              <a:r>
                <a:rPr lang="en-US" sz="1000" b="1" spc="-20" dirty="0">
                  <a:solidFill>
                    <a:schemeClr val="bg1"/>
                  </a:solidFill>
                  <a:latin typeface="Arial" panose="020B0604020202020204" pitchFamily="34" charset="0"/>
                  <a:cs typeface="Arial" panose="020B0604020202020204" pitchFamily="34" charset="0"/>
                </a:rPr>
                <a:t>YWCD@</a:t>
              </a:r>
              <a:endParaRPr sz="1000" b="1" dirty="0">
                <a:solidFill>
                  <a:schemeClr val="bg1"/>
                </a:solidFill>
                <a:latin typeface="Arial" panose="020B0604020202020204" pitchFamily="34" charset="0"/>
                <a:cs typeface="Arial" panose="020B0604020202020204" pitchFamily="34" charset="0"/>
              </a:endParaRPr>
            </a:p>
          </p:txBody>
        </p:sp>
      </p:grpSp>
      <p:sp>
        <p:nvSpPr>
          <p:cNvPr id="3" name="TextBox 2">
            <a:extLst>
              <a:ext uri="{FF2B5EF4-FFF2-40B4-BE49-F238E27FC236}">
                <a16:creationId xmlns:a16="http://schemas.microsoft.com/office/drawing/2014/main" id="{CA42F7CA-5F2D-C713-D87D-A5AE8A39759E}"/>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cxnSp>
        <p:nvCxnSpPr>
          <p:cNvPr id="4" name="직선 연결선 3">
            <a:extLst>
              <a:ext uri="{FF2B5EF4-FFF2-40B4-BE49-F238E27FC236}">
                <a16:creationId xmlns:a16="http://schemas.microsoft.com/office/drawing/2014/main" id="{A2833C72-EAD5-CD83-5349-4225C966484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0433422-9A7C-E109-1956-091119102F87}"/>
              </a:ext>
            </a:extLst>
          </p:cNvPr>
          <p:cNvSpPr txBox="1"/>
          <p:nvPr/>
        </p:nvSpPr>
        <p:spPr>
          <a:xfrm>
            <a:off x="404813" y="774866"/>
            <a:ext cx="6048622" cy="307777"/>
          </a:xfrm>
          <a:prstGeom prst="rect">
            <a:avLst/>
          </a:prstGeom>
          <a:noFill/>
        </p:spPr>
        <p:txBody>
          <a:bodyPr wrap="square" lIns="0" rtlCol="0">
            <a:spAutoFit/>
          </a:bodyPr>
          <a:lstStyle/>
          <a:p>
            <a:pPr marL="12435">
              <a:spcBef>
                <a:spcPts val="98"/>
              </a:spcBef>
            </a:pPr>
            <a:r>
              <a:rPr lang="en-US" altLang="ko-KR" sz="1400" b="1" spc="-5" dirty="0">
                <a:latin typeface="Arial"/>
                <a:cs typeface="Arial"/>
              </a:rPr>
              <a:t>Body TOP Marking </a:t>
            </a:r>
            <a:endParaRPr lang="en-US" altLang="ko-KR" sz="1400" dirty="0">
              <a:latin typeface="Arial"/>
              <a:cs typeface="Arial"/>
            </a:endParaRPr>
          </a:p>
        </p:txBody>
      </p:sp>
      <p:sp>
        <p:nvSpPr>
          <p:cNvPr id="5" name="object 24">
            <a:extLst>
              <a:ext uri="{FF2B5EF4-FFF2-40B4-BE49-F238E27FC236}">
                <a16:creationId xmlns:a16="http://schemas.microsoft.com/office/drawing/2014/main" id="{1F81CAA5-2EEA-BD73-ED00-CA71817A2DB4}"/>
              </a:ext>
            </a:extLst>
          </p:cNvPr>
          <p:cNvSpPr txBox="1"/>
          <p:nvPr/>
        </p:nvSpPr>
        <p:spPr>
          <a:xfrm>
            <a:off x="3250051" y="4229937"/>
            <a:ext cx="3145553" cy="197490"/>
          </a:xfrm>
          <a:prstGeom prst="rect">
            <a:avLst/>
          </a:prstGeom>
        </p:spPr>
        <p:txBody>
          <a:bodyPr vert="horz" wrap="square" lIns="0" tIns="12700" rIns="0" bIns="0" rtlCol="0">
            <a:spAutoFit/>
          </a:bodyPr>
          <a:lstStyle/>
          <a:p>
            <a:pPr>
              <a:spcBef>
                <a:spcPts val="100"/>
              </a:spcBef>
            </a:pPr>
            <a:r>
              <a:rPr lang="en-US" sz="1200" b="1" dirty="0">
                <a:solidFill>
                  <a:srgbClr val="000000"/>
                </a:solidFill>
                <a:latin typeface="Arial" panose="020B0604020202020204" pitchFamily="34" charset="0"/>
                <a:cs typeface="Arial" panose="020B0604020202020204" pitchFamily="34" charset="0"/>
              </a:rPr>
              <a:t>Assembly production Code : </a:t>
            </a:r>
            <a:r>
              <a:rPr lang="en-US" sz="1200" b="1" spc="-20" dirty="0">
                <a:solidFill>
                  <a:srgbClr val="000000"/>
                </a:solidFill>
                <a:latin typeface="Arial" panose="020B0604020202020204" pitchFamily="34" charset="0"/>
                <a:cs typeface="Arial" panose="020B0604020202020204" pitchFamily="34" charset="0"/>
              </a:rPr>
              <a:t> </a:t>
            </a:r>
            <a:r>
              <a:rPr lang="en-US" altLang="ko-KR" sz="1050" b="1" dirty="0">
                <a:solidFill>
                  <a:srgbClr val="000000"/>
                </a:solidFill>
                <a:latin typeface="Arial" panose="020B0604020202020204" pitchFamily="34" charset="0"/>
                <a:cs typeface="Arial" panose="020B0604020202020204" pitchFamily="34" charset="0"/>
              </a:rPr>
              <a:t>CBA2J</a:t>
            </a:r>
            <a:endParaRPr sz="1200" b="1" dirty="0">
              <a:solidFill>
                <a:srgbClr val="000000"/>
              </a:solidFill>
              <a:latin typeface="Arial" panose="020B0604020202020204" pitchFamily="34" charset="0"/>
              <a:cs typeface="Arial" panose="020B0604020202020204" pitchFamily="34" charset="0"/>
            </a:endParaRPr>
          </a:p>
        </p:txBody>
      </p:sp>
      <p:sp>
        <p:nvSpPr>
          <p:cNvPr id="6" name="object 10">
            <a:extLst>
              <a:ext uri="{FF2B5EF4-FFF2-40B4-BE49-F238E27FC236}">
                <a16:creationId xmlns:a16="http://schemas.microsoft.com/office/drawing/2014/main" id="{D32BC021-1DB1-A917-8AF7-83C91B7C72EB}"/>
              </a:ext>
            </a:extLst>
          </p:cNvPr>
          <p:cNvSpPr txBox="1"/>
          <p:nvPr/>
        </p:nvSpPr>
        <p:spPr>
          <a:xfrm>
            <a:off x="3296501" y="4611174"/>
            <a:ext cx="823594" cy="154529"/>
          </a:xfrm>
          <a:prstGeom prst="rect">
            <a:avLst/>
          </a:prstGeom>
        </p:spPr>
        <p:txBody>
          <a:bodyPr vert="horz" wrap="square" lIns="0" tIns="15875" rIns="0" bIns="0" rtlCol="0">
            <a:spAutoFit/>
          </a:bodyPr>
          <a:lstStyle/>
          <a:p>
            <a:pPr marL="12700">
              <a:spcBef>
                <a:spcPts val="125"/>
              </a:spcBef>
            </a:pPr>
            <a:r>
              <a:rPr lang="en-US" sz="900" dirty="0">
                <a:solidFill>
                  <a:srgbClr val="000000"/>
                </a:solidFill>
                <a:latin typeface="Arial"/>
                <a:cs typeface="Arial"/>
              </a:rPr>
              <a:t>Y</a:t>
            </a:r>
            <a:r>
              <a:rPr sz="900" spc="15" dirty="0">
                <a:solidFill>
                  <a:srgbClr val="000000"/>
                </a:solidFill>
                <a:latin typeface="Arial"/>
                <a:cs typeface="Arial"/>
              </a:rPr>
              <a:t> </a:t>
            </a:r>
            <a:r>
              <a:rPr sz="900" dirty="0">
                <a:solidFill>
                  <a:srgbClr val="000000"/>
                </a:solidFill>
                <a:latin typeface="Arial"/>
                <a:cs typeface="Arial"/>
              </a:rPr>
              <a:t>→</a:t>
            </a:r>
            <a:r>
              <a:rPr sz="900" spc="20" dirty="0">
                <a:solidFill>
                  <a:srgbClr val="000000"/>
                </a:solidFill>
                <a:latin typeface="Arial"/>
                <a:cs typeface="Arial"/>
              </a:rPr>
              <a:t> </a:t>
            </a:r>
            <a:r>
              <a:rPr sz="900" dirty="0">
                <a:solidFill>
                  <a:srgbClr val="000000"/>
                </a:solidFill>
                <a:latin typeface="Arial"/>
                <a:cs typeface="Arial"/>
              </a:rPr>
              <a:t>Year</a:t>
            </a:r>
            <a:r>
              <a:rPr sz="900" spc="35" dirty="0">
                <a:solidFill>
                  <a:srgbClr val="000000"/>
                </a:solidFill>
                <a:latin typeface="Arial"/>
                <a:cs typeface="Arial"/>
              </a:rPr>
              <a:t> </a:t>
            </a:r>
            <a:r>
              <a:rPr sz="900" spc="-20" dirty="0">
                <a:solidFill>
                  <a:srgbClr val="000000"/>
                </a:solidFill>
                <a:latin typeface="Arial"/>
                <a:cs typeface="Arial"/>
              </a:rPr>
              <a:t>code</a:t>
            </a:r>
            <a:endParaRPr sz="900" dirty="0">
              <a:solidFill>
                <a:srgbClr val="000000"/>
              </a:solidFill>
              <a:latin typeface="Arial"/>
              <a:cs typeface="Arial"/>
            </a:endParaRPr>
          </a:p>
        </p:txBody>
      </p:sp>
      <p:graphicFrame>
        <p:nvGraphicFramePr>
          <p:cNvPr id="7" name="object 17">
            <a:extLst>
              <a:ext uri="{FF2B5EF4-FFF2-40B4-BE49-F238E27FC236}">
                <a16:creationId xmlns:a16="http://schemas.microsoft.com/office/drawing/2014/main" id="{B5E811B8-01C8-582C-FE87-FFB43A7A36E0}"/>
              </a:ext>
            </a:extLst>
          </p:cNvPr>
          <p:cNvGraphicFramePr>
            <a:graphicFrameLocks noGrp="1"/>
          </p:cNvGraphicFramePr>
          <p:nvPr>
            <p:extLst>
              <p:ext uri="{D42A27DB-BD31-4B8C-83A1-F6EECF244321}">
                <p14:modId xmlns:p14="http://schemas.microsoft.com/office/powerpoint/2010/main" val="1970385053"/>
              </p:ext>
            </p:extLst>
          </p:nvPr>
        </p:nvGraphicFramePr>
        <p:xfrm>
          <a:off x="3250052" y="4788368"/>
          <a:ext cx="2863234" cy="539750"/>
        </p:xfrm>
        <a:graphic>
          <a:graphicData uri="http://schemas.openxmlformats.org/drawingml/2006/table">
            <a:tbl>
              <a:tblPr firstRow="1" bandRow="1"/>
              <a:tblGrid>
                <a:gridCol w="475258">
                  <a:extLst>
                    <a:ext uri="{9D8B030D-6E8A-4147-A177-3AD203B41FA5}">
                      <a16:colId xmlns:a16="http://schemas.microsoft.com/office/drawing/2014/main" val="20000"/>
                    </a:ext>
                  </a:extLst>
                </a:gridCol>
                <a:gridCol w="242667">
                  <a:extLst>
                    <a:ext uri="{9D8B030D-6E8A-4147-A177-3AD203B41FA5}">
                      <a16:colId xmlns:a16="http://schemas.microsoft.com/office/drawing/2014/main" val="20001"/>
                    </a:ext>
                  </a:extLst>
                </a:gridCol>
                <a:gridCol w="239444">
                  <a:extLst>
                    <a:ext uri="{9D8B030D-6E8A-4147-A177-3AD203B41FA5}">
                      <a16:colId xmlns:a16="http://schemas.microsoft.com/office/drawing/2014/main" val="20002"/>
                    </a:ext>
                  </a:extLst>
                </a:gridCol>
                <a:gridCol w="242667">
                  <a:extLst>
                    <a:ext uri="{9D8B030D-6E8A-4147-A177-3AD203B41FA5}">
                      <a16:colId xmlns:a16="http://schemas.microsoft.com/office/drawing/2014/main" val="2776980161"/>
                    </a:ext>
                  </a:extLst>
                </a:gridCol>
                <a:gridCol w="242667">
                  <a:extLst>
                    <a:ext uri="{9D8B030D-6E8A-4147-A177-3AD203B41FA5}">
                      <a16:colId xmlns:a16="http://schemas.microsoft.com/office/drawing/2014/main" val="20004"/>
                    </a:ext>
                  </a:extLst>
                </a:gridCol>
                <a:gridCol w="232993">
                  <a:extLst>
                    <a:ext uri="{9D8B030D-6E8A-4147-A177-3AD203B41FA5}">
                      <a16:colId xmlns:a16="http://schemas.microsoft.com/office/drawing/2014/main" val="1923728840"/>
                    </a:ext>
                  </a:extLst>
                </a:gridCol>
                <a:gridCol w="232993">
                  <a:extLst>
                    <a:ext uri="{9D8B030D-6E8A-4147-A177-3AD203B41FA5}">
                      <a16:colId xmlns:a16="http://schemas.microsoft.com/office/drawing/2014/main" val="20006"/>
                    </a:ext>
                  </a:extLst>
                </a:gridCol>
                <a:gridCol w="242667">
                  <a:extLst>
                    <a:ext uri="{9D8B030D-6E8A-4147-A177-3AD203B41FA5}">
                      <a16:colId xmlns:a16="http://schemas.microsoft.com/office/drawing/2014/main" val="1037983222"/>
                    </a:ext>
                  </a:extLst>
                </a:gridCol>
                <a:gridCol w="242667">
                  <a:extLst>
                    <a:ext uri="{9D8B030D-6E8A-4147-A177-3AD203B41FA5}">
                      <a16:colId xmlns:a16="http://schemas.microsoft.com/office/drawing/2014/main" val="20008"/>
                    </a:ext>
                  </a:extLst>
                </a:gridCol>
                <a:gridCol w="242667">
                  <a:extLst>
                    <a:ext uri="{9D8B030D-6E8A-4147-A177-3AD203B41FA5}">
                      <a16:colId xmlns:a16="http://schemas.microsoft.com/office/drawing/2014/main" val="20009"/>
                    </a:ext>
                  </a:extLst>
                </a:gridCol>
                <a:gridCol w="226544">
                  <a:extLst>
                    <a:ext uri="{9D8B030D-6E8A-4147-A177-3AD203B41FA5}">
                      <a16:colId xmlns:a16="http://schemas.microsoft.com/office/drawing/2014/main" val="20010"/>
                    </a:ext>
                  </a:extLst>
                </a:gridCol>
              </a:tblGrid>
              <a:tr h="216535">
                <a:tc row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indent="0" algn="ctr">
                        <a:lnSpc>
                          <a:spcPct val="100000"/>
                        </a:lnSpc>
                        <a:spcBef>
                          <a:spcPts val="10"/>
                        </a:spcBef>
                      </a:pPr>
                      <a:endParaRPr sz="700" dirty="0">
                        <a:latin typeface="Arial" panose="020B0604020202020204" pitchFamily="34" charset="0"/>
                        <a:cs typeface="Arial" panose="020B0604020202020204" pitchFamily="34" charset="0"/>
                      </a:endParaRPr>
                    </a:p>
                    <a:p>
                      <a:pPr marL="0" indent="0" algn="ctr">
                        <a:lnSpc>
                          <a:spcPct val="100000"/>
                        </a:lnSpc>
                        <a:spcBef>
                          <a:spcPts val="5"/>
                        </a:spcBef>
                      </a:pPr>
                      <a:r>
                        <a:rPr sz="700" dirty="0">
                          <a:latin typeface="Arial" panose="020B0604020202020204" pitchFamily="34" charset="0"/>
                          <a:cs typeface="Arial" panose="020B0604020202020204" pitchFamily="34" charset="0"/>
                        </a:rPr>
                        <a:t>Wafer </a:t>
                      </a:r>
                      <a:r>
                        <a:rPr sz="700" spc="-25" dirty="0">
                          <a:latin typeface="Arial" panose="020B0604020202020204" pitchFamily="34" charset="0"/>
                          <a:cs typeface="Arial" panose="020B0604020202020204" pitchFamily="34" charset="0"/>
                        </a:rPr>
                        <a:t>Lot</a:t>
                      </a:r>
                      <a:endParaRPr sz="700" dirty="0">
                        <a:latin typeface="Arial" panose="020B0604020202020204" pitchFamily="34" charset="0"/>
                        <a:cs typeface="Arial" panose="020B0604020202020204" pitchFamily="34" charset="0"/>
                      </a:endParaRPr>
                    </a:p>
                  </a:txBody>
                  <a:tcPr marL="0" marR="0" marT="0"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panose="020B0604020202020204" pitchFamily="34" charset="0"/>
                          <a:cs typeface="Arial" panose="020B0604020202020204" pitchFamily="34" charset="0"/>
                        </a:rPr>
                        <a:t>2024</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2026</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altLang="ko-KR" sz="700" spc="-20" dirty="0">
                          <a:latin typeface="Arial" panose="020B0604020202020204" pitchFamily="34" charset="0"/>
                          <a:cs typeface="Arial" panose="020B0604020202020204" pitchFamily="34" charset="0"/>
                        </a:rPr>
                        <a:t>2027</a:t>
                      </a:r>
                      <a:endParaRPr lang="ko-KR" altLang="en-US"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extLst>
                  <a:ext uri="{0D108BD9-81ED-4DB2-BD59-A6C34878D82A}">
                    <a16:rowId xmlns:a16="http://schemas.microsoft.com/office/drawing/2014/main" val="10000"/>
                  </a:ext>
                </a:extLst>
              </a:tr>
              <a:tr h="0">
                <a:tc vMerge="1">
                  <a:txBody>
                    <a:bodyPr/>
                    <a:lstStyle/>
                    <a:p>
                      <a:endParaRPr/>
                    </a:p>
                  </a:txBody>
                  <a:tcPr marL="0" marR="0" marT="1270" marB="0">
                    <a:lnL w="12700">
                      <a:solidFill>
                        <a:srgbClr val="E7E6E6"/>
                      </a:solidFill>
                      <a:prstDash val="solid"/>
                    </a:lnL>
                    <a:lnR w="12700">
                      <a:solidFill>
                        <a:srgbClr val="E7E6E6"/>
                      </a:solidFill>
                      <a:prstDash val="solid"/>
                    </a:lnR>
                    <a:lnT w="12700">
                      <a:solidFill>
                        <a:srgbClr val="E7E6E6"/>
                      </a:solidFill>
                      <a:prstDash val="solid"/>
                    </a:lnT>
                    <a:lnB w="12700">
                      <a:solidFill>
                        <a:srgbClr val="E7E6E6"/>
                      </a:solidFill>
                      <a:prstDash val="solid"/>
                    </a:lnB>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10" dirty="0">
                          <a:latin typeface="Arial" panose="020B0604020202020204" pitchFamily="34" charset="0"/>
                          <a:cs typeface="Arial" panose="020B0604020202020204" pitchFamily="34" charset="0"/>
                        </a:rPr>
                        <a:t>1-</a:t>
                      </a:r>
                      <a:r>
                        <a:rPr sz="700" spc="-50" dirty="0">
                          <a:latin typeface="Arial" panose="020B0604020202020204" pitchFamily="34" charset="0"/>
                          <a:cs typeface="Arial" panose="020B0604020202020204" pitchFamily="34" charset="0"/>
                        </a:rPr>
                        <a:t>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dirty="0">
                          <a:latin typeface="Arial" panose="020B0604020202020204" pitchFamily="34" charset="0"/>
                          <a:cs typeface="Arial" panose="020B0604020202020204" pitchFamily="34" charset="0"/>
                        </a:rPr>
                        <a:t>1-6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1-6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1-6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10" dirty="0">
                          <a:latin typeface="Arial" panose="020B0604020202020204" pitchFamily="34" charset="0"/>
                          <a:cs typeface="Arial" panose="020B0604020202020204" pitchFamily="34" charset="0"/>
                        </a:rPr>
                        <a:t>1-</a:t>
                      </a:r>
                      <a:r>
                        <a:rPr sz="700" spc="-50" dirty="0">
                          <a:latin typeface="Arial" panose="020B0604020202020204" pitchFamily="34" charset="0"/>
                          <a:cs typeface="Arial" panose="020B0604020202020204" pitchFamily="34" charset="0"/>
                        </a:rPr>
                        <a:t>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panose="020B0604020202020204" pitchFamily="34" charset="0"/>
                          <a:cs typeface="Arial" panose="020B0604020202020204" pitchFamily="34" charset="0"/>
                        </a:rPr>
                        <a:t>Code</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b="0" dirty="0">
                          <a:solidFill>
                            <a:schemeClr val="tx1"/>
                          </a:solidFill>
                          <a:latin typeface="Arial" panose="020B0604020202020204" pitchFamily="34" charset="0"/>
                          <a:cs typeface="Arial" panose="020B0604020202020204" pitchFamily="34" charset="0"/>
                        </a:rPr>
                        <a:t>B</a:t>
                      </a:r>
                      <a:endParaRPr sz="700" b="0" dirty="0">
                        <a:solidFill>
                          <a:schemeClr val="tx1"/>
                        </a:solidFill>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b="1" dirty="0">
                          <a:solidFill>
                            <a:schemeClr val="tx1"/>
                          </a:solidFill>
                          <a:latin typeface="Arial" panose="020B0604020202020204" pitchFamily="34" charset="0"/>
                          <a:cs typeface="Arial" panose="020B0604020202020204" pitchFamily="34" charset="0"/>
                        </a:rPr>
                        <a:t>C</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D</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E</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F</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G</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2540" algn="ctr">
                        <a:lnSpc>
                          <a:spcPct val="100000"/>
                        </a:lnSpc>
                        <a:spcBef>
                          <a:spcPts val="425"/>
                        </a:spcBef>
                      </a:pPr>
                      <a:r>
                        <a:rPr sz="700" dirty="0">
                          <a:latin typeface="Arial" panose="020B0604020202020204" pitchFamily="34" charset="0"/>
                          <a:cs typeface="Arial" panose="020B0604020202020204" pitchFamily="34" charset="0"/>
                        </a:rPr>
                        <a:t>…</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sp>
        <p:nvSpPr>
          <p:cNvPr id="8" name="object 11">
            <a:extLst>
              <a:ext uri="{FF2B5EF4-FFF2-40B4-BE49-F238E27FC236}">
                <a16:creationId xmlns:a16="http://schemas.microsoft.com/office/drawing/2014/main" id="{486CCF5B-D83B-EEFF-32E6-4D149495C7BD}"/>
              </a:ext>
            </a:extLst>
          </p:cNvPr>
          <p:cNvSpPr txBox="1"/>
          <p:nvPr/>
        </p:nvSpPr>
        <p:spPr>
          <a:xfrm>
            <a:off x="3296501" y="5419694"/>
            <a:ext cx="2223195" cy="154529"/>
          </a:xfrm>
          <a:prstGeom prst="rect">
            <a:avLst/>
          </a:prstGeom>
        </p:spPr>
        <p:txBody>
          <a:bodyPr vert="horz" wrap="square" lIns="0" tIns="15875" rIns="0" bIns="0" rtlCol="0">
            <a:spAutoFit/>
          </a:bodyPr>
          <a:lstStyle/>
          <a:p>
            <a:pPr marL="12700">
              <a:spcBef>
                <a:spcPts val="125"/>
              </a:spcBef>
            </a:pPr>
            <a:r>
              <a:rPr lang="en-US" sz="900" spc="25" dirty="0">
                <a:solidFill>
                  <a:srgbClr val="000000"/>
                </a:solidFill>
                <a:latin typeface="Arial"/>
                <a:cs typeface="Arial"/>
              </a:rPr>
              <a:t>W</a:t>
            </a:r>
            <a:r>
              <a:rPr sz="900" spc="25" dirty="0">
                <a:solidFill>
                  <a:srgbClr val="000000"/>
                </a:solidFill>
                <a:latin typeface="Arial"/>
                <a:cs typeface="Arial"/>
              </a:rPr>
              <a:t> </a:t>
            </a:r>
            <a:r>
              <a:rPr sz="900" dirty="0">
                <a:solidFill>
                  <a:srgbClr val="000000"/>
                </a:solidFill>
                <a:latin typeface="Arial"/>
                <a:cs typeface="Arial"/>
              </a:rPr>
              <a:t>→</a:t>
            </a:r>
            <a:r>
              <a:rPr sz="900" spc="20" dirty="0">
                <a:solidFill>
                  <a:srgbClr val="000000"/>
                </a:solidFill>
                <a:latin typeface="Arial"/>
                <a:cs typeface="Arial"/>
              </a:rPr>
              <a:t> </a:t>
            </a:r>
            <a:r>
              <a:rPr sz="900" dirty="0">
                <a:solidFill>
                  <a:srgbClr val="000000"/>
                </a:solidFill>
                <a:latin typeface="Arial"/>
                <a:cs typeface="Arial"/>
              </a:rPr>
              <a:t>Week</a:t>
            </a:r>
            <a:r>
              <a:rPr sz="900" spc="5" dirty="0">
                <a:solidFill>
                  <a:srgbClr val="000000"/>
                </a:solidFill>
                <a:latin typeface="Arial"/>
                <a:cs typeface="Arial"/>
              </a:rPr>
              <a:t> </a:t>
            </a:r>
            <a:r>
              <a:rPr sz="900" dirty="0">
                <a:solidFill>
                  <a:srgbClr val="000000"/>
                </a:solidFill>
                <a:latin typeface="Arial"/>
                <a:cs typeface="Arial"/>
              </a:rPr>
              <a:t>code</a:t>
            </a:r>
            <a:r>
              <a:rPr sz="900" spc="295" dirty="0">
                <a:solidFill>
                  <a:srgbClr val="000000"/>
                </a:solidFill>
                <a:latin typeface="Arial"/>
                <a:cs typeface="Arial"/>
              </a:rPr>
              <a:t> </a:t>
            </a:r>
            <a:r>
              <a:rPr sz="900" dirty="0">
                <a:solidFill>
                  <a:srgbClr val="000000"/>
                </a:solidFill>
                <a:latin typeface="Arial"/>
                <a:cs typeface="Arial"/>
              </a:rPr>
              <a:t>,</a:t>
            </a:r>
            <a:r>
              <a:rPr sz="900" spc="325" dirty="0">
                <a:solidFill>
                  <a:srgbClr val="000000"/>
                </a:solidFill>
                <a:latin typeface="Arial"/>
                <a:cs typeface="Arial"/>
              </a:rPr>
              <a:t> </a:t>
            </a:r>
            <a:r>
              <a:rPr sz="900" dirty="0">
                <a:solidFill>
                  <a:srgbClr val="000000"/>
                </a:solidFill>
                <a:latin typeface="Arial"/>
                <a:cs typeface="Arial"/>
              </a:rPr>
              <a:t>A=W1,</a:t>
            </a:r>
            <a:r>
              <a:rPr sz="900" spc="160" dirty="0">
                <a:solidFill>
                  <a:srgbClr val="000000"/>
                </a:solidFill>
                <a:latin typeface="Arial"/>
                <a:cs typeface="Arial"/>
              </a:rPr>
              <a:t>  </a:t>
            </a:r>
            <a:r>
              <a:rPr sz="900" spc="-10" dirty="0">
                <a:solidFill>
                  <a:srgbClr val="000000"/>
                </a:solidFill>
                <a:latin typeface="Arial"/>
                <a:cs typeface="Arial"/>
              </a:rPr>
              <a:t>B=W2,….</a:t>
            </a:r>
            <a:endParaRPr sz="900" dirty="0">
              <a:solidFill>
                <a:srgbClr val="000000"/>
              </a:solidFill>
              <a:latin typeface="Arial"/>
              <a:cs typeface="Arial"/>
            </a:endParaRPr>
          </a:p>
        </p:txBody>
      </p:sp>
      <p:graphicFrame>
        <p:nvGraphicFramePr>
          <p:cNvPr id="10" name="object 16">
            <a:extLst>
              <a:ext uri="{FF2B5EF4-FFF2-40B4-BE49-F238E27FC236}">
                <a16:creationId xmlns:a16="http://schemas.microsoft.com/office/drawing/2014/main" id="{D9E93E08-8333-2811-822F-1C94E515EAA3}"/>
              </a:ext>
            </a:extLst>
          </p:cNvPr>
          <p:cNvGraphicFramePr>
            <a:graphicFrameLocks noGrp="1"/>
          </p:cNvGraphicFramePr>
          <p:nvPr>
            <p:extLst>
              <p:ext uri="{D42A27DB-BD31-4B8C-83A1-F6EECF244321}">
                <p14:modId xmlns:p14="http://schemas.microsoft.com/office/powerpoint/2010/main" val="91280800"/>
              </p:ext>
            </p:extLst>
          </p:nvPr>
        </p:nvGraphicFramePr>
        <p:xfrm>
          <a:off x="3231575" y="5612430"/>
          <a:ext cx="2906863" cy="433070"/>
        </p:xfrm>
        <a:graphic>
          <a:graphicData uri="http://schemas.openxmlformats.org/drawingml/2006/table">
            <a:tbl>
              <a:tblPr firstRow="1" bandRow="1"/>
              <a:tblGrid>
                <a:gridCol w="530317">
                  <a:extLst>
                    <a:ext uri="{9D8B030D-6E8A-4147-A177-3AD203B41FA5}">
                      <a16:colId xmlns:a16="http://schemas.microsoft.com/office/drawing/2014/main" val="20000"/>
                    </a:ext>
                  </a:extLst>
                </a:gridCol>
                <a:gridCol w="270511">
                  <a:extLst>
                    <a:ext uri="{9D8B030D-6E8A-4147-A177-3AD203B41FA5}">
                      <a16:colId xmlns:a16="http://schemas.microsoft.com/office/drawing/2014/main" val="20001"/>
                    </a:ext>
                  </a:extLst>
                </a:gridCol>
                <a:gridCol w="266805">
                  <a:extLst>
                    <a:ext uri="{9D8B030D-6E8A-4147-A177-3AD203B41FA5}">
                      <a16:colId xmlns:a16="http://schemas.microsoft.com/office/drawing/2014/main" val="20002"/>
                    </a:ext>
                  </a:extLst>
                </a:gridCol>
                <a:gridCol w="266805">
                  <a:extLst>
                    <a:ext uri="{9D8B030D-6E8A-4147-A177-3AD203B41FA5}">
                      <a16:colId xmlns:a16="http://schemas.microsoft.com/office/drawing/2014/main" val="2667103730"/>
                    </a:ext>
                  </a:extLst>
                </a:gridCol>
                <a:gridCol w="266805">
                  <a:extLst>
                    <a:ext uri="{9D8B030D-6E8A-4147-A177-3AD203B41FA5}">
                      <a16:colId xmlns:a16="http://schemas.microsoft.com/office/drawing/2014/main" val="1964400552"/>
                    </a:ext>
                  </a:extLst>
                </a:gridCol>
                <a:gridCol w="252395">
                  <a:extLst>
                    <a:ext uri="{9D8B030D-6E8A-4147-A177-3AD203B41FA5}">
                      <a16:colId xmlns:a16="http://schemas.microsoft.com/office/drawing/2014/main" val="20005"/>
                    </a:ext>
                  </a:extLst>
                </a:gridCol>
                <a:gridCol w="259806">
                  <a:extLst>
                    <a:ext uri="{9D8B030D-6E8A-4147-A177-3AD203B41FA5}">
                      <a16:colId xmlns:a16="http://schemas.microsoft.com/office/drawing/2014/main" val="20006"/>
                    </a:ext>
                  </a:extLst>
                </a:gridCol>
                <a:gridCol w="270512">
                  <a:extLst>
                    <a:ext uri="{9D8B030D-6E8A-4147-A177-3AD203B41FA5}">
                      <a16:colId xmlns:a16="http://schemas.microsoft.com/office/drawing/2014/main" val="20007"/>
                    </a:ext>
                  </a:extLst>
                </a:gridCol>
                <a:gridCol w="270512">
                  <a:extLst>
                    <a:ext uri="{9D8B030D-6E8A-4147-A177-3AD203B41FA5}">
                      <a16:colId xmlns:a16="http://schemas.microsoft.com/office/drawing/2014/main" val="20008"/>
                    </a:ext>
                  </a:extLst>
                </a:gridCol>
                <a:gridCol w="252395">
                  <a:extLst>
                    <a:ext uri="{9D8B030D-6E8A-4147-A177-3AD203B41FA5}">
                      <a16:colId xmlns:a16="http://schemas.microsoft.com/office/drawing/2014/main" val="20009"/>
                    </a:ext>
                  </a:extLst>
                </a:gridCol>
              </a:tblGrid>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Wafer </a:t>
                      </a:r>
                      <a:r>
                        <a:rPr sz="700" spc="-25" dirty="0">
                          <a:latin typeface="Arial"/>
                          <a:cs typeface="Arial"/>
                        </a:rPr>
                        <a:t>Lot</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W </a:t>
                      </a:r>
                      <a:r>
                        <a:rPr sz="700" spc="-50" dirty="0">
                          <a:latin typeface="Arial"/>
                          <a:cs typeface="Arial"/>
                        </a:rPr>
                        <a:t>1</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a:cs typeface="Arial"/>
                        </a:rPr>
                        <a:t>W </a:t>
                      </a:r>
                      <a:r>
                        <a:rPr sz="700" spc="-50" dirty="0">
                          <a:latin typeface="Arial"/>
                          <a:cs typeface="Arial"/>
                        </a:rPr>
                        <a:t>2</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dirty="0">
                          <a:latin typeface="Arial"/>
                          <a:cs typeface="Arial"/>
                        </a:rPr>
                        <a:t>W3</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dirty="0">
                          <a:latin typeface="Arial"/>
                          <a:cs typeface="Arial"/>
                        </a:rPr>
                        <a:t>W4</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algn="ctr">
                        <a:lnSpc>
                          <a:spcPct val="100000"/>
                        </a:lnSpc>
                        <a:spcBef>
                          <a:spcPts val="425"/>
                        </a:spcBef>
                      </a:pPr>
                      <a:r>
                        <a:rPr sz="700" dirty="0">
                          <a:solidFill>
                            <a:schemeClr val="tx1"/>
                          </a:solidFill>
                          <a:latin typeface="Arial"/>
                          <a:ea typeface="+mn-ea"/>
                          <a:cs typeface="Arial"/>
                        </a:rPr>
                        <a:t>…</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25" dirty="0">
                          <a:latin typeface="Arial"/>
                          <a:cs typeface="Arial"/>
                        </a:rPr>
                        <a:t>W27</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spc="-25" dirty="0">
                          <a:latin typeface="Arial"/>
                          <a:cs typeface="Arial"/>
                        </a:rPr>
                        <a:t>W28</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a:cs typeface="Arial"/>
                        </a:rPr>
                        <a:t>…</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25" dirty="0">
                          <a:latin typeface="Arial"/>
                          <a:cs typeface="Arial"/>
                        </a:rPr>
                        <a:t>W53</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a:cs typeface="Arial"/>
                        </a:rPr>
                        <a:t>Code</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b="0" dirty="0">
                          <a:solidFill>
                            <a:schemeClr val="tx1"/>
                          </a:solidFill>
                          <a:latin typeface="Arial"/>
                          <a:cs typeface="Arial"/>
                        </a:rPr>
                        <a:t>A</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B</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dirty="0">
                          <a:latin typeface="Arial"/>
                          <a:cs typeface="Arial"/>
                        </a:rPr>
                        <a:t>C</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dirty="0">
                          <a:latin typeface="Arial"/>
                          <a:cs typeface="Arial"/>
                        </a:rPr>
                        <a:t>D</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a:cs typeface="Arial"/>
                        </a:rPr>
                        <a:t>A</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b="1" dirty="0">
                          <a:solidFill>
                            <a:schemeClr val="tx1"/>
                          </a:solidFill>
                          <a:latin typeface="Arial"/>
                          <a:cs typeface="Arial"/>
                        </a:rPr>
                        <a:t>B</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a:cs typeface="Arial"/>
                        </a:rPr>
                        <a:t>…</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a:cs typeface="Arial"/>
                        </a:rPr>
                        <a:t>A</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1" name="object 12">
            <a:extLst>
              <a:ext uri="{FF2B5EF4-FFF2-40B4-BE49-F238E27FC236}">
                <a16:creationId xmlns:a16="http://schemas.microsoft.com/office/drawing/2014/main" id="{5A3AD7B5-0959-F879-05F2-588B20DF1EB1}"/>
              </a:ext>
            </a:extLst>
          </p:cNvPr>
          <p:cNvSpPr txBox="1"/>
          <p:nvPr/>
        </p:nvSpPr>
        <p:spPr>
          <a:xfrm>
            <a:off x="3296500" y="6145984"/>
            <a:ext cx="2841938" cy="431528"/>
          </a:xfrm>
          <a:prstGeom prst="rect">
            <a:avLst/>
          </a:prstGeom>
        </p:spPr>
        <p:txBody>
          <a:bodyPr vert="horz" wrap="square" lIns="0" tIns="15875" rIns="0" bIns="0" rtlCol="0">
            <a:spAutoFit/>
          </a:bodyPr>
          <a:lstStyle/>
          <a:p>
            <a:pPr marL="266700" indent="-254000">
              <a:spcBef>
                <a:spcPts val="125"/>
              </a:spcBef>
            </a:pPr>
            <a:r>
              <a:rPr sz="900" dirty="0">
                <a:solidFill>
                  <a:srgbClr val="000000"/>
                </a:solidFill>
                <a:latin typeface="Arial"/>
                <a:cs typeface="Arial"/>
              </a:rPr>
              <a:t>C</a:t>
            </a:r>
            <a:r>
              <a:rPr sz="900" spc="25" dirty="0">
                <a:solidFill>
                  <a:srgbClr val="000000"/>
                </a:solidFill>
                <a:latin typeface="Arial"/>
                <a:cs typeface="Arial"/>
              </a:rPr>
              <a:t> </a:t>
            </a:r>
            <a:r>
              <a:rPr sz="900" dirty="0">
                <a:solidFill>
                  <a:srgbClr val="000000"/>
                </a:solidFill>
                <a:latin typeface="Arial"/>
                <a:cs typeface="Arial"/>
              </a:rPr>
              <a:t>→</a:t>
            </a:r>
            <a:r>
              <a:rPr sz="900" spc="25" dirty="0">
                <a:solidFill>
                  <a:srgbClr val="000000"/>
                </a:solidFill>
                <a:latin typeface="Arial"/>
                <a:cs typeface="Arial"/>
              </a:rPr>
              <a:t> </a:t>
            </a:r>
            <a:r>
              <a:rPr sz="900" dirty="0">
                <a:solidFill>
                  <a:srgbClr val="000000"/>
                </a:solidFill>
                <a:latin typeface="Arial"/>
                <a:cs typeface="Arial"/>
              </a:rPr>
              <a:t>Wafer lot,</a:t>
            </a:r>
            <a:r>
              <a:rPr sz="900" spc="180" dirty="0">
                <a:solidFill>
                  <a:srgbClr val="000000"/>
                </a:solidFill>
                <a:latin typeface="Arial"/>
                <a:cs typeface="Arial"/>
              </a:rPr>
              <a:t>  </a:t>
            </a:r>
            <a:r>
              <a:rPr sz="900" dirty="0">
                <a:solidFill>
                  <a:srgbClr val="000000"/>
                </a:solidFill>
                <a:latin typeface="Arial"/>
                <a:cs typeface="Arial"/>
              </a:rPr>
              <a:t>Each</a:t>
            </a:r>
            <a:r>
              <a:rPr sz="900" spc="35" dirty="0">
                <a:solidFill>
                  <a:srgbClr val="000000"/>
                </a:solidFill>
                <a:latin typeface="Arial"/>
                <a:cs typeface="Arial"/>
              </a:rPr>
              <a:t> </a:t>
            </a:r>
            <a:r>
              <a:rPr sz="900" dirty="0">
                <a:solidFill>
                  <a:srgbClr val="000000"/>
                </a:solidFill>
                <a:latin typeface="Arial"/>
                <a:cs typeface="Arial"/>
              </a:rPr>
              <a:t>wafer</a:t>
            </a:r>
            <a:r>
              <a:rPr sz="900" spc="25" dirty="0">
                <a:solidFill>
                  <a:srgbClr val="000000"/>
                </a:solidFill>
                <a:latin typeface="Arial"/>
                <a:cs typeface="Arial"/>
              </a:rPr>
              <a:t> </a:t>
            </a:r>
            <a:r>
              <a:rPr sz="900" dirty="0">
                <a:solidFill>
                  <a:srgbClr val="000000"/>
                </a:solidFill>
                <a:latin typeface="Arial"/>
                <a:cs typeface="Arial"/>
              </a:rPr>
              <a:t>Lot</a:t>
            </a:r>
            <a:r>
              <a:rPr sz="900" spc="30" dirty="0">
                <a:solidFill>
                  <a:srgbClr val="000000"/>
                </a:solidFill>
                <a:latin typeface="Arial"/>
                <a:cs typeface="Arial"/>
              </a:rPr>
              <a:t> </a:t>
            </a:r>
            <a:r>
              <a:rPr sz="900" dirty="0">
                <a:solidFill>
                  <a:srgbClr val="000000"/>
                </a:solidFill>
                <a:latin typeface="Arial"/>
                <a:cs typeface="Arial"/>
              </a:rPr>
              <a:t>is</a:t>
            </a:r>
            <a:r>
              <a:rPr sz="900" spc="30" dirty="0">
                <a:solidFill>
                  <a:srgbClr val="000000"/>
                </a:solidFill>
                <a:latin typeface="Arial"/>
                <a:cs typeface="Arial"/>
              </a:rPr>
              <a:t> </a:t>
            </a:r>
            <a:r>
              <a:rPr sz="900" dirty="0">
                <a:solidFill>
                  <a:srgbClr val="000000"/>
                </a:solidFill>
                <a:latin typeface="Arial"/>
                <a:cs typeface="Arial"/>
              </a:rPr>
              <a:t>represented</a:t>
            </a:r>
            <a:r>
              <a:rPr sz="900" spc="25" dirty="0">
                <a:solidFill>
                  <a:srgbClr val="000000"/>
                </a:solidFill>
                <a:latin typeface="Arial"/>
                <a:cs typeface="Arial"/>
              </a:rPr>
              <a:t> </a:t>
            </a:r>
            <a:r>
              <a:rPr sz="900" dirty="0">
                <a:solidFill>
                  <a:srgbClr val="000000"/>
                </a:solidFill>
                <a:latin typeface="Arial"/>
                <a:cs typeface="Arial"/>
              </a:rPr>
              <a:t>by</a:t>
            </a:r>
            <a:r>
              <a:rPr sz="900" spc="30" dirty="0">
                <a:solidFill>
                  <a:srgbClr val="000000"/>
                </a:solidFill>
                <a:latin typeface="Arial"/>
                <a:cs typeface="Arial"/>
              </a:rPr>
              <a:t> </a:t>
            </a:r>
            <a:r>
              <a:rPr sz="900" dirty="0">
                <a:solidFill>
                  <a:srgbClr val="000000"/>
                </a:solidFill>
                <a:latin typeface="Arial"/>
                <a:cs typeface="Arial"/>
              </a:rPr>
              <a:t>a</a:t>
            </a:r>
            <a:r>
              <a:rPr sz="900" spc="35" dirty="0">
                <a:solidFill>
                  <a:srgbClr val="000000"/>
                </a:solidFill>
                <a:latin typeface="Arial"/>
                <a:cs typeface="Arial"/>
              </a:rPr>
              <a:t> </a:t>
            </a:r>
            <a:r>
              <a:rPr sz="900" dirty="0">
                <a:solidFill>
                  <a:srgbClr val="000000"/>
                </a:solidFill>
                <a:latin typeface="Arial"/>
                <a:cs typeface="Arial"/>
              </a:rPr>
              <a:t>character</a:t>
            </a:r>
            <a:r>
              <a:rPr sz="900" spc="15" dirty="0">
                <a:solidFill>
                  <a:srgbClr val="000000"/>
                </a:solidFill>
                <a:latin typeface="Arial"/>
                <a:cs typeface="Arial"/>
              </a:rPr>
              <a:t> </a:t>
            </a:r>
            <a:r>
              <a:rPr sz="900" dirty="0">
                <a:solidFill>
                  <a:srgbClr val="000000"/>
                </a:solidFill>
                <a:latin typeface="Arial"/>
                <a:cs typeface="Arial"/>
              </a:rPr>
              <a:t>(Ex:</a:t>
            </a:r>
            <a:r>
              <a:rPr sz="900" spc="65" dirty="0">
                <a:solidFill>
                  <a:srgbClr val="000000"/>
                </a:solidFill>
                <a:latin typeface="Arial"/>
                <a:cs typeface="Arial"/>
              </a:rPr>
              <a:t> </a:t>
            </a:r>
            <a:r>
              <a:rPr sz="900" dirty="0">
                <a:solidFill>
                  <a:srgbClr val="000000"/>
                </a:solidFill>
                <a:latin typeface="Arial"/>
                <a:cs typeface="Arial"/>
              </a:rPr>
              <a:t>A,</a:t>
            </a:r>
            <a:r>
              <a:rPr sz="900" spc="30" dirty="0">
                <a:solidFill>
                  <a:srgbClr val="000000"/>
                </a:solidFill>
                <a:latin typeface="Arial"/>
                <a:cs typeface="Arial"/>
              </a:rPr>
              <a:t> </a:t>
            </a:r>
            <a:r>
              <a:rPr sz="900" dirty="0">
                <a:solidFill>
                  <a:srgbClr val="000000"/>
                </a:solidFill>
                <a:latin typeface="Arial"/>
                <a:cs typeface="Arial"/>
              </a:rPr>
              <a:t>B,</a:t>
            </a:r>
            <a:r>
              <a:rPr sz="900" spc="45" dirty="0">
                <a:solidFill>
                  <a:srgbClr val="000000"/>
                </a:solidFill>
                <a:latin typeface="Arial"/>
                <a:cs typeface="Arial"/>
              </a:rPr>
              <a:t> </a:t>
            </a:r>
            <a:r>
              <a:rPr sz="900" dirty="0">
                <a:solidFill>
                  <a:srgbClr val="000000"/>
                </a:solidFill>
                <a:latin typeface="Arial"/>
                <a:cs typeface="Arial"/>
              </a:rPr>
              <a:t>C,</a:t>
            </a:r>
            <a:r>
              <a:rPr sz="900" spc="30" dirty="0">
                <a:solidFill>
                  <a:srgbClr val="000000"/>
                </a:solidFill>
                <a:latin typeface="Arial"/>
                <a:cs typeface="Arial"/>
              </a:rPr>
              <a:t> </a:t>
            </a:r>
            <a:r>
              <a:rPr sz="900" spc="-25" dirty="0">
                <a:solidFill>
                  <a:srgbClr val="000000"/>
                </a:solidFill>
                <a:latin typeface="Arial"/>
                <a:cs typeface="Arial"/>
              </a:rPr>
              <a:t>…).</a:t>
            </a:r>
            <a:endParaRPr sz="900" dirty="0">
              <a:solidFill>
                <a:srgbClr val="000000"/>
              </a:solidFill>
              <a:latin typeface="Arial"/>
              <a:cs typeface="Arial"/>
            </a:endParaRPr>
          </a:p>
          <a:p>
            <a:pPr marL="266700">
              <a:spcBef>
                <a:spcPts val="20"/>
              </a:spcBef>
            </a:pPr>
            <a:r>
              <a:rPr sz="900" dirty="0">
                <a:solidFill>
                  <a:srgbClr val="000000"/>
                </a:solidFill>
                <a:latin typeface="Arial"/>
                <a:cs typeface="Arial"/>
              </a:rPr>
              <a:t>These</a:t>
            </a:r>
            <a:r>
              <a:rPr sz="900" spc="30" dirty="0">
                <a:solidFill>
                  <a:srgbClr val="000000"/>
                </a:solidFill>
                <a:latin typeface="Arial"/>
                <a:cs typeface="Arial"/>
              </a:rPr>
              <a:t> </a:t>
            </a:r>
            <a:r>
              <a:rPr sz="900" dirty="0">
                <a:solidFill>
                  <a:srgbClr val="000000"/>
                </a:solidFill>
                <a:latin typeface="Arial"/>
                <a:cs typeface="Arial"/>
              </a:rPr>
              <a:t>character</a:t>
            </a:r>
            <a:r>
              <a:rPr sz="900" spc="50" dirty="0">
                <a:solidFill>
                  <a:srgbClr val="000000"/>
                </a:solidFill>
                <a:latin typeface="Arial"/>
                <a:cs typeface="Arial"/>
              </a:rPr>
              <a:t> </a:t>
            </a:r>
            <a:r>
              <a:rPr sz="900" dirty="0">
                <a:solidFill>
                  <a:srgbClr val="000000"/>
                </a:solidFill>
                <a:latin typeface="Arial"/>
                <a:cs typeface="Arial"/>
              </a:rPr>
              <a:t>cycle</a:t>
            </a:r>
            <a:r>
              <a:rPr sz="900" spc="65" dirty="0">
                <a:solidFill>
                  <a:srgbClr val="000000"/>
                </a:solidFill>
                <a:latin typeface="Arial"/>
                <a:cs typeface="Arial"/>
              </a:rPr>
              <a:t> </a:t>
            </a:r>
            <a:r>
              <a:rPr sz="900" dirty="0">
                <a:solidFill>
                  <a:srgbClr val="000000"/>
                </a:solidFill>
                <a:latin typeface="Arial"/>
                <a:cs typeface="Arial"/>
              </a:rPr>
              <a:t>once</a:t>
            </a:r>
            <a:r>
              <a:rPr sz="900" spc="30" dirty="0">
                <a:solidFill>
                  <a:srgbClr val="000000"/>
                </a:solidFill>
                <a:latin typeface="Arial"/>
                <a:cs typeface="Arial"/>
              </a:rPr>
              <a:t> </a:t>
            </a:r>
            <a:r>
              <a:rPr sz="900" dirty="0">
                <a:solidFill>
                  <a:srgbClr val="000000"/>
                </a:solidFill>
                <a:latin typeface="Arial"/>
                <a:cs typeface="Arial"/>
              </a:rPr>
              <a:t>a</a:t>
            </a:r>
            <a:r>
              <a:rPr sz="900" spc="65" dirty="0">
                <a:solidFill>
                  <a:srgbClr val="000000"/>
                </a:solidFill>
                <a:latin typeface="Arial"/>
                <a:cs typeface="Arial"/>
              </a:rPr>
              <a:t> </a:t>
            </a:r>
            <a:r>
              <a:rPr sz="900" spc="-20" dirty="0">
                <a:solidFill>
                  <a:srgbClr val="000000"/>
                </a:solidFill>
                <a:latin typeface="Arial"/>
                <a:cs typeface="Arial"/>
              </a:rPr>
              <a:t>week.</a:t>
            </a:r>
            <a:endParaRPr sz="900" dirty="0">
              <a:solidFill>
                <a:srgbClr val="000000"/>
              </a:solidFill>
              <a:latin typeface="Arial"/>
              <a:cs typeface="Arial"/>
            </a:endParaRPr>
          </a:p>
        </p:txBody>
      </p:sp>
      <p:graphicFrame>
        <p:nvGraphicFramePr>
          <p:cNvPr id="12" name="object 14">
            <a:extLst>
              <a:ext uri="{FF2B5EF4-FFF2-40B4-BE49-F238E27FC236}">
                <a16:creationId xmlns:a16="http://schemas.microsoft.com/office/drawing/2014/main" id="{497F3774-50EB-E254-3111-8188E682C896}"/>
              </a:ext>
            </a:extLst>
          </p:cNvPr>
          <p:cNvGraphicFramePr>
            <a:graphicFrameLocks noGrp="1"/>
          </p:cNvGraphicFramePr>
          <p:nvPr>
            <p:extLst>
              <p:ext uri="{D42A27DB-BD31-4B8C-83A1-F6EECF244321}">
                <p14:modId xmlns:p14="http://schemas.microsoft.com/office/powerpoint/2010/main" val="3976218157"/>
              </p:ext>
            </p:extLst>
          </p:nvPr>
        </p:nvGraphicFramePr>
        <p:xfrm>
          <a:off x="3231574" y="6607108"/>
          <a:ext cx="2906865" cy="433070"/>
        </p:xfrm>
        <a:graphic>
          <a:graphicData uri="http://schemas.openxmlformats.org/drawingml/2006/table">
            <a:tbl>
              <a:tblPr firstRow="1" bandRow="1"/>
              <a:tblGrid>
                <a:gridCol w="528969">
                  <a:extLst>
                    <a:ext uri="{9D8B030D-6E8A-4147-A177-3AD203B41FA5}">
                      <a16:colId xmlns:a16="http://schemas.microsoft.com/office/drawing/2014/main" val="20000"/>
                    </a:ext>
                  </a:extLst>
                </a:gridCol>
                <a:gridCol w="269823">
                  <a:extLst>
                    <a:ext uri="{9D8B030D-6E8A-4147-A177-3AD203B41FA5}">
                      <a16:colId xmlns:a16="http://schemas.microsoft.com/office/drawing/2014/main" val="20001"/>
                    </a:ext>
                  </a:extLst>
                </a:gridCol>
                <a:gridCol w="266127">
                  <a:extLst>
                    <a:ext uri="{9D8B030D-6E8A-4147-A177-3AD203B41FA5}">
                      <a16:colId xmlns:a16="http://schemas.microsoft.com/office/drawing/2014/main" val="20002"/>
                    </a:ext>
                  </a:extLst>
                </a:gridCol>
                <a:gridCol w="269823">
                  <a:extLst>
                    <a:ext uri="{9D8B030D-6E8A-4147-A177-3AD203B41FA5}">
                      <a16:colId xmlns:a16="http://schemas.microsoft.com/office/drawing/2014/main" val="20003"/>
                    </a:ext>
                  </a:extLst>
                </a:gridCol>
                <a:gridCol w="269823">
                  <a:extLst>
                    <a:ext uri="{9D8B030D-6E8A-4147-A177-3AD203B41FA5}">
                      <a16:colId xmlns:a16="http://schemas.microsoft.com/office/drawing/2014/main" val="20004"/>
                    </a:ext>
                  </a:extLst>
                </a:gridCol>
                <a:gridCol w="251753">
                  <a:extLst>
                    <a:ext uri="{9D8B030D-6E8A-4147-A177-3AD203B41FA5}">
                      <a16:colId xmlns:a16="http://schemas.microsoft.com/office/drawing/2014/main" val="20005"/>
                    </a:ext>
                  </a:extLst>
                </a:gridCol>
                <a:gridCol w="259146">
                  <a:extLst>
                    <a:ext uri="{9D8B030D-6E8A-4147-A177-3AD203B41FA5}">
                      <a16:colId xmlns:a16="http://schemas.microsoft.com/office/drawing/2014/main" val="20006"/>
                    </a:ext>
                  </a:extLst>
                </a:gridCol>
                <a:gridCol w="269824">
                  <a:extLst>
                    <a:ext uri="{9D8B030D-6E8A-4147-A177-3AD203B41FA5}">
                      <a16:colId xmlns:a16="http://schemas.microsoft.com/office/drawing/2014/main" val="20007"/>
                    </a:ext>
                  </a:extLst>
                </a:gridCol>
                <a:gridCol w="269824">
                  <a:extLst>
                    <a:ext uri="{9D8B030D-6E8A-4147-A177-3AD203B41FA5}">
                      <a16:colId xmlns:a16="http://schemas.microsoft.com/office/drawing/2014/main" val="20008"/>
                    </a:ext>
                  </a:extLst>
                </a:gridCol>
                <a:gridCol w="251753">
                  <a:extLst>
                    <a:ext uri="{9D8B030D-6E8A-4147-A177-3AD203B41FA5}">
                      <a16:colId xmlns:a16="http://schemas.microsoft.com/office/drawing/2014/main" val="20009"/>
                    </a:ext>
                  </a:extLst>
                </a:gridCol>
              </a:tblGrid>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Wafer </a:t>
                      </a:r>
                      <a:r>
                        <a:rPr sz="700" spc="-25" dirty="0">
                          <a:latin typeface="Arial" panose="020B0604020202020204" pitchFamily="34" charset="0"/>
                          <a:cs typeface="Arial" panose="020B0604020202020204" pitchFamily="34" charset="0"/>
                        </a:rPr>
                        <a:t>Lot</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1</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2</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3</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4</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5</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6</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7</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8</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panose="020B0604020202020204" pitchFamily="34" charset="0"/>
                          <a:cs typeface="Arial" panose="020B0604020202020204" pitchFamily="34" charset="0"/>
                        </a:rPr>
                        <a:t>Code</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b="1" dirty="0">
                          <a:solidFill>
                            <a:schemeClr val="tx1"/>
                          </a:solidFill>
                          <a:latin typeface="Arial" panose="020B0604020202020204" pitchFamily="34" charset="0"/>
                          <a:cs typeface="Arial" panose="020B0604020202020204" pitchFamily="34" charset="0"/>
                        </a:rPr>
                        <a:t>A</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B</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C</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D</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E</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3175" algn="ctr">
                        <a:lnSpc>
                          <a:spcPct val="100000"/>
                        </a:lnSpc>
                        <a:spcBef>
                          <a:spcPts val="425"/>
                        </a:spcBef>
                      </a:pPr>
                      <a:r>
                        <a:rPr sz="700" dirty="0">
                          <a:latin typeface="Arial" panose="020B0604020202020204" pitchFamily="34" charset="0"/>
                          <a:cs typeface="Arial" panose="020B0604020202020204" pitchFamily="34" charset="0"/>
                        </a:rPr>
                        <a:t>F</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panose="020B0604020202020204" pitchFamily="34" charset="0"/>
                          <a:cs typeface="Arial" panose="020B0604020202020204" pitchFamily="34" charset="0"/>
                        </a:rPr>
                        <a:t>G</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H</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4" name="object 13">
            <a:extLst>
              <a:ext uri="{FF2B5EF4-FFF2-40B4-BE49-F238E27FC236}">
                <a16:creationId xmlns:a16="http://schemas.microsoft.com/office/drawing/2014/main" id="{B3A4691F-2543-8851-88C3-160D0EB97A85}"/>
              </a:ext>
            </a:extLst>
          </p:cNvPr>
          <p:cNvSpPr txBox="1"/>
          <p:nvPr/>
        </p:nvSpPr>
        <p:spPr>
          <a:xfrm>
            <a:off x="3296500" y="7131500"/>
            <a:ext cx="2841938" cy="595676"/>
          </a:xfrm>
          <a:prstGeom prst="rect">
            <a:avLst/>
          </a:prstGeom>
        </p:spPr>
        <p:txBody>
          <a:bodyPr vert="horz" wrap="square" lIns="0" tIns="15875" rIns="0" bIns="0" rtlCol="0">
            <a:spAutoFit/>
          </a:bodyPr>
          <a:lstStyle/>
          <a:p>
            <a:pPr marL="12700">
              <a:spcBef>
                <a:spcPts val="125"/>
              </a:spcBef>
            </a:pPr>
            <a:r>
              <a:rPr sz="900" dirty="0">
                <a:solidFill>
                  <a:srgbClr val="000000"/>
                </a:solidFill>
                <a:latin typeface="Arial"/>
                <a:cs typeface="Arial"/>
              </a:rPr>
              <a:t>D</a:t>
            </a:r>
            <a:r>
              <a:rPr sz="900" spc="30" dirty="0">
                <a:solidFill>
                  <a:srgbClr val="000000"/>
                </a:solidFill>
                <a:latin typeface="Arial"/>
                <a:cs typeface="Arial"/>
              </a:rPr>
              <a:t> </a:t>
            </a:r>
            <a:r>
              <a:rPr sz="900" dirty="0">
                <a:solidFill>
                  <a:srgbClr val="000000"/>
                </a:solidFill>
                <a:latin typeface="Arial"/>
                <a:cs typeface="Arial"/>
              </a:rPr>
              <a:t>→</a:t>
            </a:r>
            <a:r>
              <a:rPr sz="900" spc="30" dirty="0">
                <a:solidFill>
                  <a:srgbClr val="000000"/>
                </a:solidFill>
                <a:latin typeface="Arial"/>
                <a:cs typeface="Arial"/>
              </a:rPr>
              <a:t> </a:t>
            </a:r>
            <a:r>
              <a:rPr lang="en-US" sz="900" spc="30" dirty="0">
                <a:solidFill>
                  <a:srgbClr val="000000"/>
                </a:solidFill>
                <a:latin typeface="Arial"/>
                <a:cs typeface="Arial"/>
              </a:rPr>
              <a:t>Traceability Code </a:t>
            </a:r>
            <a:r>
              <a:rPr sz="900" dirty="0">
                <a:solidFill>
                  <a:srgbClr val="000000"/>
                </a:solidFill>
                <a:latin typeface="Arial"/>
                <a:cs typeface="Arial"/>
              </a:rPr>
              <a:t>Wafer</a:t>
            </a:r>
            <a:r>
              <a:rPr sz="900" spc="5" dirty="0">
                <a:solidFill>
                  <a:srgbClr val="000000"/>
                </a:solidFill>
                <a:latin typeface="Arial"/>
                <a:cs typeface="Arial"/>
              </a:rPr>
              <a:t> </a:t>
            </a:r>
            <a:r>
              <a:rPr sz="900" dirty="0">
                <a:solidFill>
                  <a:srgbClr val="000000"/>
                </a:solidFill>
                <a:latin typeface="Arial"/>
                <a:cs typeface="Arial"/>
              </a:rPr>
              <a:t>lot</a:t>
            </a:r>
            <a:r>
              <a:rPr sz="900" spc="35" dirty="0">
                <a:solidFill>
                  <a:srgbClr val="000000"/>
                </a:solidFill>
                <a:latin typeface="Arial"/>
                <a:cs typeface="Arial"/>
              </a:rPr>
              <a:t> </a:t>
            </a:r>
            <a:r>
              <a:rPr sz="900" dirty="0">
                <a:solidFill>
                  <a:srgbClr val="000000"/>
                </a:solidFill>
                <a:latin typeface="Arial"/>
                <a:cs typeface="Arial"/>
              </a:rPr>
              <a:t>NO.</a:t>
            </a:r>
            <a:r>
              <a:rPr sz="900" spc="315" dirty="0">
                <a:solidFill>
                  <a:srgbClr val="000000"/>
                </a:solidFill>
                <a:latin typeface="Arial"/>
                <a:cs typeface="Arial"/>
              </a:rPr>
              <a:t> </a:t>
            </a:r>
            <a:r>
              <a:rPr sz="900" dirty="0">
                <a:solidFill>
                  <a:srgbClr val="000000"/>
                </a:solidFill>
                <a:latin typeface="Arial"/>
                <a:cs typeface="Arial"/>
              </a:rPr>
              <a:t>:</a:t>
            </a:r>
            <a:r>
              <a:rPr sz="900" spc="50" dirty="0">
                <a:solidFill>
                  <a:srgbClr val="000000"/>
                </a:solidFill>
                <a:latin typeface="Arial"/>
                <a:cs typeface="Arial"/>
              </a:rPr>
              <a:t> </a:t>
            </a:r>
            <a:endParaRPr lang="en-US" sz="900" spc="50" dirty="0">
              <a:solidFill>
                <a:srgbClr val="000000"/>
              </a:solidFill>
              <a:latin typeface="Arial"/>
              <a:cs typeface="Arial"/>
            </a:endParaRPr>
          </a:p>
          <a:p>
            <a:pPr marL="182563" indent="84138">
              <a:spcBef>
                <a:spcPts val="125"/>
              </a:spcBef>
            </a:pPr>
            <a:r>
              <a:rPr sz="900" dirty="0">
                <a:solidFill>
                  <a:srgbClr val="000000"/>
                </a:solidFill>
                <a:latin typeface="Arial"/>
                <a:cs typeface="Arial"/>
              </a:rPr>
              <a:t>A</a:t>
            </a:r>
            <a:r>
              <a:rPr sz="900" spc="35" dirty="0">
                <a:solidFill>
                  <a:srgbClr val="000000"/>
                </a:solidFill>
                <a:latin typeface="Arial"/>
                <a:cs typeface="Arial"/>
              </a:rPr>
              <a:t> </a:t>
            </a:r>
            <a:r>
              <a:rPr sz="900" dirty="0">
                <a:solidFill>
                  <a:srgbClr val="000000"/>
                </a:solidFill>
                <a:latin typeface="Arial"/>
                <a:cs typeface="Arial"/>
              </a:rPr>
              <a:t>big</a:t>
            </a:r>
            <a:r>
              <a:rPr sz="900" spc="30" dirty="0">
                <a:solidFill>
                  <a:srgbClr val="000000"/>
                </a:solidFill>
                <a:latin typeface="Arial"/>
                <a:cs typeface="Arial"/>
              </a:rPr>
              <a:t> </a:t>
            </a:r>
            <a:r>
              <a:rPr sz="900" dirty="0">
                <a:solidFill>
                  <a:srgbClr val="000000"/>
                </a:solidFill>
                <a:latin typeface="Arial"/>
                <a:cs typeface="Arial"/>
              </a:rPr>
              <a:t>assembly</a:t>
            </a:r>
            <a:r>
              <a:rPr sz="900" spc="10" dirty="0">
                <a:solidFill>
                  <a:srgbClr val="000000"/>
                </a:solidFill>
                <a:latin typeface="Arial"/>
                <a:cs typeface="Arial"/>
              </a:rPr>
              <a:t> </a:t>
            </a:r>
            <a:r>
              <a:rPr sz="900" dirty="0">
                <a:solidFill>
                  <a:srgbClr val="000000"/>
                </a:solidFill>
                <a:latin typeface="Arial"/>
                <a:cs typeface="Arial"/>
              </a:rPr>
              <a:t>Lot</a:t>
            </a:r>
            <a:r>
              <a:rPr sz="900" spc="35" dirty="0">
                <a:solidFill>
                  <a:srgbClr val="000000"/>
                </a:solidFill>
                <a:latin typeface="Arial"/>
                <a:cs typeface="Arial"/>
              </a:rPr>
              <a:t> </a:t>
            </a:r>
            <a:r>
              <a:rPr sz="900" dirty="0">
                <a:solidFill>
                  <a:srgbClr val="000000"/>
                </a:solidFill>
                <a:latin typeface="Arial"/>
                <a:cs typeface="Arial"/>
              </a:rPr>
              <a:t>consists</a:t>
            </a:r>
            <a:r>
              <a:rPr sz="900" spc="15" dirty="0">
                <a:solidFill>
                  <a:srgbClr val="000000"/>
                </a:solidFill>
                <a:latin typeface="Arial"/>
                <a:cs typeface="Arial"/>
              </a:rPr>
              <a:t> </a:t>
            </a:r>
            <a:r>
              <a:rPr sz="900" dirty="0">
                <a:solidFill>
                  <a:srgbClr val="000000"/>
                </a:solidFill>
                <a:latin typeface="Arial"/>
                <a:cs typeface="Arial"/>
              </a:rPr>
              <a:t>of</a:t>
            </a:r>
            <a:r>
              <a:rPr sz="900" spc="50" dirty="0">
                <a:solidFill>
                  <a:srgbClr val="000000"/>
                </a:solidFill>
                <a:latin typeface="Arial"/>
                <a:cs typeface="Arial"/>
              </a:rPr>
              <a:t> </a:t>
            </a:r>
            <a:r>
              <a:rPr sz="900" dirty="0">
                <a:solidFill>
                  <a:srgbClr val="000000"/>
                </a:solidFill>
                <a:latin typeface="Arial"/>
                <a:cs typeface="Arial"/>
              </a:rPr>
              <a:t>three</a:t>
            </a:r>
            <a:r>
              <a:rPr sz="900" spc="45" dirty="0">
                <a:solidFill>
                  <a:srgbClr val="000000"/>
                </a:solidFill>
                <a:latin typeface="Arial"/>
                <a:cs typeface="Arial"/>
              </a:rPr>
              <a:t> </a:t>
            </a:r>
            <a:r>
              <a:rPr sz="900" dirty="0">
                <a:solidFill>
                  <a:srgbClr val="000000"/>
                </a:solidFill>
                <a:latin typeface="Arial"/>
                <a:cs typeface="Arial"/>
              </a:rPr>
              <a:t>wafers.</a:t>
            </a:r>
            <a:r>
              <a:rPr sz="900" spc="315" dirty="0">
                <a:solidFill>
                  <a:srgbClr val="000000"/>
                </a:solidFill>
                <a:latin typeface="Arial"/>
                <a:cs typeface="Arial"/>
              </a:rPr>
              <a:t> </a:t>
            </a:r>
            <a:r>
              <a:rPr sz="900" dirty="0">
                <a:solidFill>
                  <a:srgbClr val="000000"/>
                </a:solidFill>
                <a:latin typeface="Arial"/>
                <a:cs typeface="Arial"/>
              </a:rPr>
              <a:t>Each</a:t>
            </a:r>
            <a:r>
              <a:rPr sz="900" spc="35" dirty="0">
                <a:solidFill>
                  <a:srgbClr val="000000"/>
                </a:solidFill>
                <a:latin typeface="Arial"/>
                <a:cs typeface="Arial"/>
              </a:rPr>
              <a:t> </a:t>
            </a:r>
            <a:r>
              <a:rPr sz="900" dirty="0">
                <a:solidFill>
                  <a:srgbClr val="000000"/>
                </a:solidFill>
                <a:latin typeface="Arial"/>
                <a:cs typeface="Arial"/>
              </a:rPr>
              <a:t>big</a:t>
            </a:r>
            <a:r>
              <a:rPr sz="900" spc="30" dirty="0">
                <a:solidFill>
                  <a:srgbClr val="000000"/>
                </a:solidFill>
                <a:latin typeface="Arial"/>
                <a:cs typeface="Arial"/>
              </a:rPr>
              <a:t> </a:t>
            </a:r>
            <a:r>
              <a:rPr sz="900" dirty="0">
                <a:solidFill>
                  <a:srgbClr val="000000"/>
                </a:solidFill>
                <a:latin typeface="Arial"/>
                <a:cs typeface="Arial"/>
              </a:rPr>
              <a:t>assembly</a:t>
            </a:r>
            <a:r>
              <a:rPr sz="900" spc="10" dirty="0">
                <a:solidFill>
                  <a:srgbClr val="000000"/>
                </a:solidFill>
                <a:latin typeface="Arial"/>
                <a:cs typeface="Arial"/>
              </a:rPr>
              <a:t> </a:t>
            </a:r>
            <a:r>
              <a:rPr sz="900" spc="-25" dirty="0">
                <a:solidFill>
                  <a:srgbClr val="000000"/>
                </a:solidFill>
                <a:latin typeface="Arial"/>
                <a:cs typeface="Arial"/>
              </a:rPr>
              <a:t>Lot</a:t>
            </a:r>
            <a:r>
              <a:rPr lang="en-US" sz="900" spc="-25" dirty="0">
                <a:solidFill>
                  <a:srgbClr val="000000"/>
                </a:solidFill>
                <a:latin typeface="Arial"/>
                <a:cs typeface="Arial"/>
              </a:rPr>
              <a:t>.</a:t>
            </a:r>
          </a:p>
          <a:p>
            <a:pPr marL="182563" indent="84138">
              <a:spcBef>
                <a:spcPts val="125"/>
              </a:spcBef>
            </a:pPr>
            <a:r>
              <a:rPr sz="900" dirty="0">
                <a:solidFill>
                  <a:srgbClr val="000000"/>
                </a:solidFill>
                <a:latin typeface="Arial"/>
                <a:cs typeface="Arial"/>
              </a:rPr>
              <a:t>Lot</a:t>
            </a:r>
            <a:r>
              <a:rPr sz="900" spc="40" dirty="0">
                <a:solidFill>
                  <a:srgbClr val="000000"/>
                </a:solidFill>
                <a:latin typeface="Arial"/>
                <a:cs typeface="Arial"/>
              </a:rPr>
              <a:t> </a:t>
            </a:r>
            <a:r>
              <a:rPr sz="900" dirty="0">
                <a:solidFill>
                  <a:srgbClr val="000000"/>
                </a:solidFill>
                <a:latin typeface="Arial"/>
                <a:cs typeface="Arial"/>
              </a:rPr>
              <a:t>is</a:t>
            </a:r>
            <a:r>
              <a:rPr sz="900" spc="45" dirty="0">
                <a:solidFill>
                  <a:srgbClr val="000000"/>
                </a:solidFill>
                <a:latin typeface="Arial"/>
                <a:cs typeface="Arial"/>
              </a:rPr>
              <a:t> </a:t>
            </a:r>
            <a:r>
              <a:rPr sz="900" dirty="0">
                <a:solidFill>
                  <a:srgbClr val="000000"/>
                </a:solidFill>
                <a:latin typeface="Arial"/>
                <a:cs typeface="Arial"/>
              </a:rPr>
              <a:t>represented</a:t>
            </a:r>
            <a:r>
              <a:rPr sz="900" spc="25" dirty="0">
                <a:solidFill>
                  <a:srgbClr val="000000"/>
                </a:solidFill>
                <a:latin typeface="Arial"/>
                <a:cs typeface="Arial"/>
              </a:rPr>
              <a:t> </a:t>
            </a:r>
            <a:r>
              <a:rPr sz="900" dirty="0">
                <a:solidFill>
                  <a:srgbClr val="000000"/>
                </a:solidFill>
                <a:latin typeface="Arial"/>
                <a:cs typeface="Arial"/>
              </a:rPr>
              <a:t>by</a:t>
            </a:r>
            <a:r>
              <a:rPr sz="900" spc="60" dirty="0">
                <a:solidFill>
                  <a:srgbClr val="000000"/>
                </a:solidFill>
                <a:latin typeface="Arial"/>
                <a:cs typeface="Arial"/>
              </a:rPr>
              <a:t> </a:t>
            </a:r>
            <a:r>
              <a:rPr sz="900" dirty="0">
                <a:solidFill>
                  <a:srgbClr val="000000"/>
                </a:solidFill>
                <a:latin typeface="Arial"/>
                <a:cs typeface="Arial"/>
              </a:rPr>
              <a:t>a</a:t>
            </a:r>
            <a:r>
              <a:rPr sz="900" spc="45" dirty="0">
                <a:solidFill>
                  <a:srgbClr val="000000"/>
                </a:solidFill>
                <a:latin typeface="Arial"/>
                <a:cs typeface="Arial"/>
              </a:rPr>
              <a:t> </a:t>
            </a:r>
            <a:r>
              <a:rPr sz="900" dirty="0">
                <a:solidFill>
                  <a:srgbClr val="000000"/>
                </a:solidFill>
                <a:latin typeface="Arial"/>
                <a:cs typeface="Arial"/>
              </a:rPr>
              <a:t>character</a:t>
            </a:r>
            <a:r>
              <a:rPr sz="900" spc="40" dirty="0">
                <a:solidFill>
                  <a:srgbClr val="000000"/>
                </a:solidFill>
                <a:latin typeface="Arial"/>
                <a:cs typeface="Arial"/>
              </a:rPr>
              <a:t> </a:t>
            </a:r>
            <a:r>
              <a:rPr sz="900" dirty="0">
                <a:solidFill>
                  <a:srgbClr val="000000"/>
                </a:solidFill>
                <a:latin typeface="Arial"/>
                <a:cs typeface="Arial"/>
              </a:rPr>
              <a:t>(Ex:</a:t>
            </a:r>
            <a:r>
              <a:rPr sz="900" spc="75" dirty="0">
                <a:solidFill>
                  <a:srgbClr val="000000"/>
                </a:solidFill>
                <a:latin typeface="Arial"/>
                <a:cs typeface="Arial"/>
              </a:rPr>
              <a:t> </a:t>
            </a:r>
            <a:r>
              <a:rPr sz="900" spc="-10" dirty="0">
                <a:solidFill>
                  <a:srgbClr val="000000"/>
                </a:solidFill>
                <a:latin typeface="Arial"/>
                <a:cs typeface="Arial"/>
              </a:rPr>
              <a:t>1,2,3,…)</a:t>
            </a:r>
            <a:endParaRPr sz="900" dirty="0">
              <a:solidFill>
                <a:srgbClr val="000000"/>
              </a:solidFill>
              <a:latin typeface="Arial"/>
              <a:cs typeface="Arial"/>
            </a:endParaRPr>
          </a:p>
        </p:txBody>
      </p:sp>
      <p:sp>
        <p:nvSpPr>
          <p:cNvPr id="15" name="object 10">
            <a:extLst>
              <a:ext uri="{FF2B5EF4-FFF2-40B4-BE49-F238E27FC236}">
                <a16:creationId xmlns:a16="http://schemas.microsoft.com/office/drawing/2014/main" id="{71607C74-7C92-DEB2-54F1-327D634305E2}"/>
              </a:ext>
            </a:extLst>
          </p:cNvPr>
          <p:cNvSpPr txBox="1"/>
          <p:nvPr/>
        </p:nvSpPr>
        <p:spPr>
          <a:xfrm>
            <a:off x="3296500" y="8269861"/>
            <a:ext cx="2223195" cy="154529"/>
          </a:xfrm>
          <a:prstGeom prst="rect">
            <a:avLst/>
          </a:prstGeom>
        </p:spPr>
        <p:txBody>
          <a:bodyPr vert="horz" wrap="square" lIns="0" tIns="15875" rIns="0" bIns="0" rtlCol="0">
            <a:spAutoFit/>
          </a:bodyPr>
          <a:lstStyle/>
          <a:p>
            <a:pPr marL="12700">
              <a:spcBef>
                <a:spcPts val="125"/>
              </a:spcBef>
            </a:pPr>
            <a:r>
              <a:rPr lang="en-US" sz="900" dirty="0">
                <a:solidFill>
                  <a:srgbClr val="000000"/>
                </a:solidFill>
                <a:latin typeface="Arial"/>
                <a:cs typeface="Arial"/>
              </a:rPr>
              <a:t>@</a:t>
            </a:r>
            <a:r>
              <a:rPr sz="900" spc="15" dirty="0">
                <a:solidFill>
                  <a:srgbClr val="000000"/>
                </a:solidFill>
                <a:latin typeface="Arial"/>
                <a:cs typeface="Arial"/>
              </a:rPr>
              <a:t> </a:t>
            </a:r>
            <a:r>
              <a:rPr sz="900" dirty="0">
                <a:solidFill>
                  <a:srgbClr val="000000"/>
                </a:solidFill>
                <a:latin typeface="Arial"/>
                <a:cs typeface="Arial"/>
              </a:rPr>
              <a:t>→</a:t>
            </a:r>
            <a:r>
              <a:rPr sz="900" spc="20" dirty="0">
                <a:solidFill>
                  <a:srgbClr val="000000"/>
                </a:solidFill>
                <a:latin typeface="Arial"/>
                <a:cs typeface="Arial"/>
              </a:rPr>
              <a:t> </a:t>
            </a:r>
            <a:r>
              <a:rPr lang="en-US" sz="900" spc="20" dirty="0">
                <a:solidFill>
                  <a:srgbClr val="000000"/>
                </a:solidFill>
                <a:latin typeface="Arial"/>
                <a:cs typeface="Arial"/>
              </a:rPr>
              <a:t>Assembly plant</a:t>
            </a:r>
            <a:r>
              <a:rPr sz="900" spc="35" dirty="0">
                <a:solidFill>
                  <a:srgbClr val="000000"/>
                </a:solidFill>
                <a:latin typeface="Arial"/>
                <a:cs typeface="Arial"/>
              </a:rPr>
              <a:t> </a:t>
            </a:r>
            <a:r>
              <a:rPr sz="900" spc="-20" dirty="0">
                <a:solidFill>
                  <a:srgbClr val="000000"/>
                </a:solidFill>
                <a:latin typeface="Arial"/>
                <a:cs typeface="Arial"/>
              </a:rPr>
              <a:t>code</a:t>
            </a:r>
            <a:endParaRPr sz="900" dirty="0">
              <a:solidFill>
                <a:srgbClr val="000000"/>
              </a:solidFill>
              <a:latin typeface="Arial"/>
              <a:cs typeface="Arial"/>
            </a:endParaRPr>
          </a:p>
        </p:txBody>
      </p:sp>
      <p:graphicFrame>
        <p:nvGraphicFramePr>
          <p:cNvPr id="16" name="object 17">
            <a:extLst>
              <a:ext uri="{FF2B5EF4-FFF2-40B4-BE49-F238E27FC236}">
                <a16:creationId xmlns:a16="http://schemas.microsoft.com/office/drawing/2014/main" id="{8010E8F2-2C1C-2088-86EF-B34AE527C4C9}"/>
              </a:ext>
            </a:extLst>
          </p:cNvPr>
          <p:cNvGraphicFramePr>
            <a:graphicFrameLocks noGrp="1"/>
          </p:cNvGraphicFramePr>
          <p:nvPr>
            <p:extLst>
              <p:ext uri="{D42A27DB-BD31-4B8C-83A1-F6EECF244321}">
                <p14:modId xmlns:p14="http://schemas.microsoft.com/office/powerpoint/2010/main" val="313455768"/>
              </p:ext>
            </p:extLst>
          </p:nvPr>
        </p:nvGraphicFramePr>
        <p:xfrm>
          <a:off x="3231569" y="8462295"/>
          <a:ext cx="2906863" cy="433070"/>
        </p:xfrm>
        <a:graphic>
          <a:graphicData uri="http://schemas.openxmlformats.org/drawingml/2006/table">
            <a:tbl>
              <a:tblPr firstRow="1" bandRow="1"/>
              <a:tblGrid>
                <a:gridCol w="580979">
                  <a:extLst>
                    <a:ext uri="{9D8B030D-6E8A-4147-A177-3AD203B41FA5}">
                      <a16:colId xmlns:a16="http://schemas.microsoft.com/office/drawing/2014/main" val="20000"/>
                    </a:ext>
                  </a:extLst>
                </a:gridCol>
                <a:gridCol w="589356">
                  <a:extLst>
                    <a:ext uri="{9D8B030D-6E8A-4147-A177-3AD203B41FA5}">
                      <a16:colId xmlns:a16="http://schemas.microsoft.com/office/drawing/2014/main" val="20001"/>
                    </a:ext>
                  </a:extLst>
                </a:gridCol>
                <a:gridCol w="593296">
                  <a:extLst>
                    <a:ext uri="{9D8B030D-6E8A-4147-A177-3AD203B41FA5}">
                      <a16:colId xmlns:a16="http://schemas.microsoft.com/office/drawing/2014/main" val="2776980161"/>
                    </a:ext>
                  </a:extLst>
                </a:gridCol>
                <a:gridCol w="569645">
                  <a:extLst>
                    <a:ext uri="{9D8B030D-6E8A-4147-A177-3AD203B41FA5}">
                      <a16:colId xmlns:a16="http://schemas.microsoft.com/office/drawing/2014/main" val="1923728840"/>
                    </a:ext>
                  </a:extLst>
                </a:gridCol>
                <a:gridCol w="573587">
                  <a:extLst>
                    <a:ext uri="{9D8B030D-6E8A-4147-A177-3AD203B41FA5}">
                      <a16:colId xmlns:a16="http://schemas.microsoft.com/office/drawing/2014/main" val="20009"/>
                    </a:ext>
                  </a:extLst>
                </a:gridCol>
              </a:tblGrid>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indent="0" algn="ctr">
                        <a:lnSpc>
                          <a:spcPct val="100000"/>
                        </a:lnSpc>
                        <a:spcBef>
                          <a:spcPts val="10"/>
                        </a:spcBef>
                      </a:pPr>
                      <a:endParaRPr sz="700" b="0" dirty="0">
                        <a:latin typeface="Arial" panose="020B0604020202020204" pitchFamily="34" charset="0"/>
                        <a:cs typeface="Arial" panose="020B0604020202020204" pitchFamily="34" charset="0"/>
                      </a:endParaRPr>
                    </a:p>
                    <a:p>
                      <a:pPr marL="0" indent="0" algn="ctr">
                        <a:lnSpc>
                          <a:spcPct val="100000"/>
                        </a:lnSpc>
                        <a:spcBef>
                          <a:spcPts val="5"/>
                        </a:spcBef>
                      </a:pPr>
                      <a:endParaRPr sz="700" b="0" dirty="0">
                        <a:latin typeface="Arial" panose="020B0604020202020204" pitchFamily="34" charset="0"/>
                        <a:cs typeface="Arial" panose="020B0604020202020204" pitchFamily="34" charset="0"/>
                      </a:endParaRPr>
                    </a:p>
                  </a:txBody>
                  <a:tcPr marL="0" marR="0" marT="0"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b="0" dirty="0">
                          <a:latin typeface="Arial" panose="020B0604020202020204" pitchFamily="34" charset="0"/>
                          <a:cs typeface="Arial" panose="020B0604020202020204" pitchFamily="34" charset="0"/>
                        </a:rPr>
                        <a:t>JSICAT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SEMTECH</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r>
                        <a:rPr kumimoji="0" lang="en-US" altLang="ko-KR" sz="700" b="0" i="0" u="none" strike="noStrike" kern="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rd</a:t>
                      </a:r>
                      <a:r>
                        <a:rPr kumimoji="0" lang="en-US" altLang="ko-KR"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plant</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lang="en-US" sz="700" b="0" dirty="0">
                          <a:latin typeface="Arial" panose="020B0604020202020204" pitchFamily="34" charset="0"/>
                          <a:cs typeface="Arial" panose="020B0604020202020204" pitchFamily="34" charset="0"/>
                        </a:rPr>
                        <a:t>4</a:t>
                      </a:r>
                      <a:r>
                        <a:rPr lang="en-US" sz="700" b="0" baseline="30000" dirty="0">
                          <a:latin typeface="Arial" panose="020B0604020202020204" pitchFamily="34" charset="0"/>
                          <a:cs typeface="Arial" panose="020B0604020202020204" pitchFamily="34" charset="0"/>
                        </a:rPr>
                        <a:t>th</a:t>
                      </a:r>
                      <a:r>
                        <a:rPr lang="en-US" sz="700" b="0" dirty="0">
                          <a:latin typeface="Arial" panose="020B0604020202020204" pitchFamily="34" charset="0"/>
                          <a:cs typeface="Arial" panose="020B0604020202020204" pitchFamily="34" charset="0"/>
                        </a:rPr>
                        <a:t> Plant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b="0" spc="-20" dirty="0">
                          <a:latin typeface="Arial" panose="020B0604020202020204" pitchFamily="34" charset="0"/>
                          <a:cs typeface="Arial" panose="020B0604020202020204" pitchFamily="34" charset="0"/>
                        </a:rPr>
                        <a:t>Cod</a:t>
                      </a:r>
                      <a:r>
                        <a:rPr lang="en-US" sz="700" b="0" spc="-20" dirty="0">
                          <a:latin typeface="Arial" panose="020B0604020202020204" pitchFamily="34" charset="0"/>
                          <a:cs typeface="Arial" panose="020B0604020202020204" pitchFamily="34" charset="0"/>
                        </a:rPr>
                        <a:t>e</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marR="0" lvl="0" indent="0" algn="ctr" defTabSz="914400" eaLnBrk="1" fontAlgn="auto" latinLnBrk="0" hangingPunct="1">
                        <a:lnSpc>
                          <a:spcPct val="100000"/>
                        </a:lnSpc>
                        <a:spcBef>
                          <a:spcPts val="425"/>
                        </a:spcBef>
                        <a:spcAft>
                          <a:spcPts val="0"/>
                        </a:spcAft>
                        <a:buClrTx/>
                        <a:buSzTx/>
                        <a:buFontTx/>
                        <a:buNone/>
                        <a:tabLst/>
                        <a:defRPr/>
                      </a:pPr>
                      <a:r>
                        <a:rPr lang="en-US" altLang="ko-KR" sz="700" b="1" dirty="0">
                          <a:latin typeface="Arial" panose="020B0604020202020204" pitchFamily="34" charset="0"/>
                          <a:cs typeface="Arial" panose="020B0604020202020204" pitchFamily="34" charset="0"/>
                        </a:rPr>
                        <a:t>J</a:t>
                      </a:r>
                      <a:endParaRPr lang="ko-KR" altLang="en-US" sz="700" b="1"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b="0" dirty="0">
                          <a:solidFill>
                            <a:schemeClr val="tx1"/>
                          </a:solidFill>
                          <a:latin typeface="Arial" panose="020B0604020202020204" pitchFamily="34" charset="0"/>
                          <a:cs typeface="Arial" panose="020B0604020202020204" pitchFamily="34" charset="0"/>
                        </a:rPr>
                        <a:t>S</a:t>
                      </a:r>
                      <a:endParaRPr sz="700" b="0" dirty="0">
                        <a:solidFill>
                          <a:schemeClr val="tx1"/>
                        </a:solidFill>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b="0" dirty="0">
                          <a:latin typeface="Arial" panose="020B0604020202020204" pitchFamily="34" charset="0"/>
                          <a:cs typeface="Arial" panose="020B0604020202020204" pitchFamily="34" charset="0"/>
                        </a:rPr>
                        <a: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2540" algn="ctr">
                        <a:lnSpc>
                          <a:spcPct val="100000"/>
                        </a:lnSpc>
                        <a:spcBef>
                          <a:spcPts val="425"/>
                        </a:spcBef>
                      </a:pPr>
                      <a:r>
                        <a:rPr lang="en-US" sz="700" b="0" dirty="0">
                          <a:latin typeface="Arial" panose="020B0604020202020204" pitchFamily="34" charset="0"/>
                          <a:cs typeface="Arial" panose="020B0604020202020204" pitchFamily="34" charset="0"/>
                        </a:rPr>
                        <a: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18" name="object 15">
            <a:extLst>
              <a:ext uri="{FF2B5EF4-FFF2-40B4-BE49-F238E27FC236}">
                <a16:creationId xmlns:a16="http://schemas.microsoft.com/office/drawing/2014/main" id="{E2561829-FF1B-2E3F-AFC0-4A5DF2CFCD14}"/>
              </a:ext>
            </a:extLst>
          </p:cNvPr>
          <p:cNvGraphicFramePr>
            <a:graphicFrameLocks noGrp="1"/>
          </p:cNvGraphicFramePr>
          <p:nvPr>
            <p:extLst>
              <p:ext uri="{D42A27DB-BD31-4B8C-83A1-F6EECF244321}">
                <p14:modId xmlns:p14="http://schemas.microsoft.com/office/powerpoint/2010/main" val="4051607088"/>
              </p:ext>
            </p:extLst>
          </p:nvPr>
        </p:nvGraphicFramePr>
        <p:xfrm>
          <a:off x="3221404" y="7769511"/>
          <a:ext cx="2917026" cy="425343"/>
        </p:xfrm>
        <a:graphic>
          <a:graphicData uri="http://schemas.openxmlformats.org/drawingml/2006/table">
            <a:tbl>
              <a:tblPr firstRow="1" bandRow="1"/>
              <a:tblGrid>
                <a:gridCol w="829575">
                  <a:extLst>
                    <a:ext uri="{9D8B030D-6E8A-4147-A177-3AD203B41FA5}">
                      <a16:colId xmlns:a16="http://schemas.microsoft.com/office/drawing/2014/main" val="20000"/>
                    </a:ext>
                  </a:extLst>
                </a:gridCol>
                <a:gridCol w="423158">
                  <a:extLst>
                    <a:ext uri="{9D8B030D-6E8A-4147-A177-3AD203B41FA5}">
                      <a16:colId xmlns:a16="http://schemas.microsoft.com/office/drawing/2014/main" val="1073021575"/>
                    </a:ext>
                  </a:extLst>
                </a:gridCol>
                <a:gridCol w="423158">
                  <a:extLst>
                    <a:ext uri="{9D8B030D-6E8A-4147-A177-3AD203B41FA5}">
                      <a16:colId xmlns:a16="http://schemas.microsoft.com/office/drawing/2014/main" val="1497091923"/>
                    </a:ext>
                  </a:extLst>
                </a:gridCol>
                <a:gridCol w="423158">
                  <a:extLst>
                    <a:ext uri="{9D8B030D-6E8A-4147-A177-3AD203B41FA5}">
                      <a16:colId xmlns:a16="http://schemas.microsoft.com/office/drawing/2014/main" val="20003"/>
                    </a:ext>
                  </a:extLst>
                </a:gridCol>
                <a:gridCol w="423158">
                  <a:extLst>
                    <a:ext uri="{9D8B030D-6E8A-4147-A177-3AD203B41FA5}">
                      <a16:colId xmlns:a16="http://schemas.microsoft.com/office/drawing/2014/main" val="20004"/>
                    </a:ext>
                  </a:extLst>
                </a:gridCol>
                <a:gridCol w="394819">
                  <a:extLst>
                    <a:ext uri="{9D8B030D-6E8A-4147-A177-3AD203B41FA5}">
                      <a16:colId xmlns:a16="http://schemas.microsoft.com/office/drawing/2014/main" val="20005"/>
                    </a:ext>
                  </a:extLst>
                </a:gridCol>
              </a:tblGrid>
              <a:tr h="242945">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algn="ctr">
                        <a:lnSpc>
                          <a:spcPct val="100000"/>
                        </a:lnSpc>
                        <a:spcBef>
                          <a:spcPts val="425"/>
                        </a:spcBef>
                      </a:pPr>
                      <a:r>
                        <a:rPr sz="800" dirty="0">
                          <a:latin typeface="Arial"/>
                          <a:cs typeface="Arial"/>
                        </a:rPr>
                        <a:t>Wafer</a:t>
                      </a:r>
                      <a:r>
                        <a:rPr sz="800" spc="-15" dirty="0">
                          <a:latin typeface="Arial"/>
                          <a:cs typeface="Arial"/>
                        </a:rPr>
                        <a:t> </a:t>
                      </a:r>
                      <a:r>
                        <a:rPr sz="800" dirty="0">
                          <a:latin typeface="Arial"/>
                          <a:cs typeface="Arial"/>
                        </a:rPr>
                        <a:t>Lot</a:t>
                      </a:r>
                      <a:r>
                        <a:rPr sz="800" spc="10" dirty="0">
                          <a:latin typeface="Arial"/>
                          <a:cs typeface="Arial"/>
                        </a:rPr>
                        <a:t> </a:t>
                      </a:r>
                      <a:r>
                        <a:rPr sz="800" spc="-25" dirty="0">
                          <a:latin typeface="Arial"/>
                          <a:cs typeface="Arial"/>
                        </a:rPr>
                        <a:t>No</a:t>
                      </a:r>
                      <a:endParaRPr sz="8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905" algn="ctr">
                        <a:lnSpc>
                          <a:spcPct val="100000"/>
                        </a:lnSpc>
                        <a:spcBef>
                          <a:spcPts val="425"/>
                        </a:spcBef>
                      </a:pPr>
                      <a:r>
                        <a:rPr lang="en-US" sz="700" dirty="0">
                          <a:latin typeface="Arial"/>
                          <a:cs typeface="Arial"/>
                        </a:rPr>
                        <a:t>1-5</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905" algn="ctr">
                        <a:lnSpc>
                          <a:spcPct val="100000"/>
                        </a:lnSpc>
                        <a:spcBef>
                          <a:spcPts val="425"/>
                        </a:spcBef>
                      </a:pPr>
                      <a:r>
                        <a:rPr lang="en-US" sz="700" dirty="0">
                          <a:latin typeface="Arial"/>
                          <a:cs typeface="Arial"/>
                        </a:rPr>
                        <a:t>6-10</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905" algn="ctr">
                        <a:lnSpc>
                          <a:spcPct val="100000"/>
                        </a:lnSpc>
                        <a:spcBef>
                          <a:spcPts val="425"/>
                        </a:spcBef>
                      </a:pPr>
                      <a:r>
                        <a:rPr lang="en-US" sz="700" spc="-10" dirty="0">
                          <a:latin typeface="Arial"/>
                          <a:cs typeface="Arial"/>
                        </a:rPr>
                        <a:t>11</a:t>
                      </a:r>
                      <a:r>
                        <a:rPr sz="700" spc="-10" dirty="0">
                          <a:latin typeface="Arial"/>
                          <a:cs typeface="Arial"/>
                        </a:rPr>
                        <a:t>-</a:t>
                      </a:r>
                      <a:r>
                        <a:rPr lang="en-US" sz="700" spc="-10" dirty="0">
                          <a:latin typeface="Arial"/>
                          <a:cs typeface="Arial"/>
                        </a:rPr>
                        <a:t>15</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270" algn="ctr">
                        <a:lnSpc>
                          <a:spcPct val="100000"/>
                        </a:lnSpc>
                        <a:spcBef>
                          <a:spcPts val="425"/>
                        </a:spcBef>
                      </a:pPr>
                      <a:r>
                        <a:rPr sz="700" spc="-10" dirty="0">
                          <a:latin typeface="Arial"/>
                          <a:cs typeface="Arial"/>
                        </a:rPr>
                        <a:t>1</a:t>
                      </a:r>
                      <a:r>
                        <a:rPr lang="en-US" sz="700" spc="-10" dirty="0">
                          <a:latin typeface="Arial"/>
                          <a:cs typeface="Arial"/>
                        </a:rPr>
                        <a:t>6</a:t>
                      </a:r>
                      <a:r>
                        <a:rPr sz="700" spc="-10" dirty="0">
                          <a:latin typeface="Arial"/>
                          <a:cs typeface="Arial"/>
                        </a:rPr>
                        <a:t>-</a:t>
                      </a:r>
                      <a:r>
                        <a:rPr lang="en-US" sz="700" spc="-10" dirty="0">
                          <a:latin typeface="Arial"/>
                          <a:cs typeface="Arial"/>
                        </a:rPr>
                        <a:t>20</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270" algn="ctr">
                        <a:lnSpc>
                          <a:spcPct val="100000"/>
                        </a:lnSpc>
                        <a:spcBef>
                          <a:spcPts val="425"/>
                        </a:spcBef>
                      </a:pPr>
                      <a:r>
                        <a:rPr lang="en-US" sz="700" spc="-10" dirty="0">
                          <a:latin typeface="Arial"/>
                          <a:cs typeface="Arial"/>
                        </a:rPr>
                        <a:t>21</a:t>
                      </a:r>
                      <a:r>
                        <a:rPr sz="700" spc="-10" dirty="0">
                          <a:latin typeface="Arial"/>
                          <a:cs typeface="Arial"/>
                        </a:rPr>
                        <a:t>-</a:t>
                      </a:r>
                      <a:r>
                        <a:rPr lang="en-US" sz="700" spc="-10" dirty="0">
                          <a:latin typeface="Arial"/>
                          <a:cs typeface="Arial"/>
                        </a:rPr>
                        <a:t>25</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182398">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algn="ctr">
                        <a:lnSpc>
                          <a:spcPct val="100000"/>
                        </a:lnSpc>
                        <a:spcBef>
                          <a:spcPts val="425"/>
                        </a:spcBef>
                      </a:pPr>
                      <a:r>
                        <a:rPr sz="800" spc="-20" dirty="0">
                          <a:latin typeface="Arial"/>
                          <a:cs typeface="Arial"/>
                        </a:rPr>
                        <a:t>Code</a:t>
                      </a:r>
                      <a:endParaRPr sz="8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lang="en-US" sz="700" dirty="0">
                          <a:latin typeface="Arial"/>
                          <a:cs typeface="Arial"/>
                        </a:rPr>
                        <a:t>1</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lang="en-US" sz="700" b="1" dirty="0">
                          <a:solidFill>
                            <a:schemeClr val="tx1"/>
                          </a:solidFill>
                          <a:latin typeface="Arial"/>
                          <a:cs typeface="Arial"/>
                        </a:rPr>
                        <a:t>2</a:t>
                      </a:r>
                      <a:endParaRPr sz="700" b="1" dirty="0">
                        <a:solidFill>
                          <a:schemeClr val="tx1"/>
                        </a:solidFill>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sz="700" dirty="0">
                          <a:latin typeface="Arial"/>
                          <a:cs typeface="Arial"/>
                        </a:rPr>
                        <a:t>3</a:t>
                      </a: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sz="700" dirty="0">
                          <a:latin typeface="Arial"/>
                          <a:cs typeface="Arial"/>
                        </a:rPr>
                        <a:t>4</a:t>
                      </a: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algn="ctr">
                        <a:lnSpc>
                          <a:spcPct val="100000"/>
                        </a:lnSpc>
                        <a:spcBef>
                          <a:spcPts val="425"/>
                        </a:spcBef>
                      </a:pPr>
                      <a:r>
                        <a:rPr sz="700" dirty="0">
                          <a:latin typeface="Arial"/>
                          <a:cs typeface="Arial"/>
                        </a:rPr>
                        <a:t>5</a:t>
                      </a: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9" name="object 24">
            <a:extLst>
              <a:ext uri="{FF2B5EF4-FFF2-40B4-BE49-F238E27FC236}">
                <a16:creationId xmlns:a16="http://schemas.microsoft.com/office/drawing/2014/main" id="{1A6E50F1-B1D0-DAFB-DF7D-B05A289A6BB3}"/>
              </a:ext>
            </a:extLst>
          </p:cNvPr>
          <p:cNvSpPr txBox="1"/>
          <p:nvPr/>
        </p:nvSpPr>
        <p:spPr>
          <a:xfrm>
            <a:off x="2761471" y="4470037"/>
            <a:ext cx="3509789" cy="271869"/>
          </a:xfrm>
          <a:prstGeom prst="rect">
            <a:avLst/>
          </a:prstGeom>
        </p:spPr>
        <p:txBody>
          <a:bodyPr vert="horz" wrap="square" lIns="0" tIns="12700" rIns="0" bIns="0" rtlCol="0">
            <a:spAutoFit/>
          </a:bodyPr>
          <a:lstStyle/>
          <a:p>
            <a:pPr lvl="4">
              <a:spcBef>
                <a:spcPts val="100"/>
              </a:spcBef>
            </a:pPr>
            <a:r>
              <a:rPr lang="en-US" altLang="ko-KR" sz="800" dirty="0">
                <a:solidFill>
                  <a:srgbClr val="000000"/>
                </a:solidFill>
                <a:latin typeface="Arial" panose="020B0604020202020204" pitchFamily="34" charset="0"/>
                <a:cs typeface="Arial" panose="020B0604020202020204" pitchFamily="34" charset="0"/>
              </a:rPr>
              <a:t>※ </a:t>
            </a:r>
            <a:r>
              <a:rPr lang="en-US" sz="800" dirty="0">
                <a:solidFill>
                  <a:srgbClr val="000000"/>
                </a:solidFill>
                <a:latin typeface="Arial" panose="020B0604020202020204" pitchFamily="34" charset="0"/>
                <a:cs typeface="Arial" panose="020B0604020202020204" pitchFamily="34" charset="0"/>
              </a:rPr>
              <a:t>Example code :2025. 07. 07</a:t>
            </a:r>
          </a:p>
          <a:p>
            <a:pPr lvl="4">
              <a:spcBef>
                <a:spcPts val="100"/>
              </a:spcBef>
            </a:pPr>
            <a:r>
              <a:rPr lang="en-US" sz="800" dirty="0">
                <a:solidFill>
                  <a:srgbClr val="000000"/>
                </a:solidFill>
                <a:latin typeface="Arial" panose="020B0604020202020204" pitchFamily="34" charset="0"/>
                <a:ea typeface="맑은 고딕" panose="020B0503020000020004" pitchFamily="50" charset="-127"/>
                <a:cs typeface="Arial" panose="020B0604020202020204" pitchFamily="34" charset="0"/>
              </a:rPr>
              <a:t>                             wafer Lot </a:t>
            </a:r>
            <a:r>
              <a:rPr lang="ko-KR" altLang="en-US" sz="800" dirty="0">
                <a:solidFill>
                  <a:srgbClr val="000000"/>
                </a:solidFill>
                <a:latin typeface="Arial" panose="020B0604020202020204" pitchFamily="34" charset="0"/>
                <a:ea typeface="맑은 고딕" panose="020B0503020000020004" pitchFamily="50" charset="-127"/>
                <a:cs typeface="Arial" panose="020B0604020202020204" pitchFamily="34" charset="0"/>
              </a:rPr>
              <a:t> </a:t>
            </a:r>
            <a:r>
              <a:rPr lang="en-US" altLang="ko-KR" sz="800" dirty="0">
                <a:solidFill>
                  <a:srgbClr val="000000"/>
                </a:solidFill>
                <a:latin typeface="Arial" panose="020B0604020202020204" pitchFamily="34" charset="0"/>
                <a:ea typeface="맑은 고딕" panose="020B0503020000020004" pitchFamily="50" charset="-127"/>
                <a:cs typeface="Arial" panose="020B0604020202020204" pitchFamily="34" charset="0"/>
              </a:rPr>
              <a:t>#6-10</a:t>
            </a:r>
            <a:endParaRPr lang="en-US" sz="800" dirty="0">
              <a:solidFill>
                <a:srgbClr val="000000"/>
              </a:solidFill>
              <a:latin typeface="Arial" panose="020B0604020202020204" pitchFamily="34" charset="0"/>
              <a:ea typeface="맑은 고딕" panose="020B0503020000020004" pitchFamily="50" charset="-127"/>
              <a:cs typeface="Arial" panose="020B0604020202020204" pitchFamily="34" charset="0"/>
            </a:endParaRPr>
          </a:p>
        </p:txBody>
      </p:sp>
    </p:spTree>
    <p:extLst>
      <p:ext uri="{BB962C8B-B14F-4D97-AF65-F5344CB8AC3E}">
        <p14:creationId xmlns:p14="http://schemas.microsoft.com/office/powerpoint/2010/main" val="36051619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79180-0111-BA49-152D-A1263586BEFD}"/>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B1AE74AE-F427-6B61-B2FE-9CBC7358478A}"/>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sharpenSoften amount="43000"/>
                    </a14:imgEffect>
                    <a14:imgEffect>
                      <a14:saturation sat="13000"/>
                    </a14:imgEffect>
                  </a14:imgLayer>
                </a14:imgProps>
              </a:ext>
              <a:ext uri="{28A0092B-C50C-407E-A947-70E740481C1C}">
                <a14:useLocalDpi xmlns:a14="http://schemas.microsoft.com/office/drawing/2010/main" val="0"/>
              </a:ext>
            </a:extLst>
          </a:blip>
          <a:srcRect l="3159" t="5273" r="2448" b="-1"/>
          <a:stretch>
            <a:fillRect/>
          </a:stretch>
        </p:blipFill>
        <p:spPr bwMode="auto">
          <a:xfrm>
            <a:off x="1306481" y="1572230"/>
            <a:ext cx="4659979" cy="34698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그림 1">
            <a:extLst>
              <a:ext uri="{FF2B5EF4-FFF2-40B4-BE49-F238E27FC236}">
                <a16:creationId xmlns:a16="http://schemas.microsoft.com/office/drawing/2014/main" id="{0DF80D57-C326-F615-5429-08516DECA7B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0150" y="3713257"/>
            <a:ext cx="1776975" cy="3826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图片 4">
            <a:extLst>
              <a:ext uri="{FF2B5EF4-FFF2-40B4-BE49-F238E27FC236}">
                <a16:creationId xmlns:a16="http://schemas.microsoft.com/office/drawing/2014/main" id="{19C71C46-3A1B-EF53-4433-44E33B99D920}"/>
              </a:ext>
            </a:extLst>
          </p:cNvPr>
          <p:cNvPicPr>
            <a:picLocks noChangeAspect="1"/>
          </p:cNvPicPr>
          <p:nvPr/>
        </p:nvPicPr>
        <p:blipFill>
          <a:blip r:embed="rId6">
            <a:extLst>
              <a:ext uri="{BEBA8EAE-BF5A-486C-A8C5-ECC9F3942E4B}">
                <a14:imgProps xmlns:a14="http://schemas.microsoft.com/office/drawing/2010/main">
                  <a14:imgLayer r:embed="rId7">
                    <a14:imgEffect>
                      <a14:sharpenSoften amount="34000"/>
                    </a14:imgEffect>
                    <a14:imgEffect>
                      <a14:saturation sat="10000"/>
                    </a14:imgEffect>
                  </a14:imgLayer>
                </a14:imgProps>
              </a:ext>
            </a:extLst>
          </a:blip>
          <a:srcRect l="2222" t="4710"/>
          <a:stretch>
            <a:fillRect/>
          </a:stretch>
        </p:blipFill>
        <p:spPr>
          <a:xfrm>
            <a:off x="1306481" y="5166807"/>
            <a:ext cx="4733924" cy="3547838"/>
          </a:xfrm>
          <a:prstGeom prst="rect">
            <a:avLst/>
          </a:prstGeom>
        </p:spPr>
      </p:pic>
      <p:sp>
        <p:nvSpPr>
          <p:cNvPr id="4" name="TextBox 3">
            <a:extLst>
              <a:ext uri="{FF2B5EF4-FFF2-40B4-BE49-F238E27FC236}">
                <a16:creationId xmlns:a16="http://schemas.microsoft.com/office/drawing/2014/main" id="{BAE641CB-FC8E-D08C-D7D2-2EC3E7CE1815}"/>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cxnSp>
        <p:nvCxnSpPr>
          <p:cNvPr id="9" name="직선 연결선 8">
            <a:extLst>
              <a:ext uri="{FF2B5EF4-FFF2-40B4-BE49-F238E27FC236}">
                <a16:creationId xmlns:a16="http://schemas.microsoft.com/office/drawing/2014/main" id="{F57F7E46-EBE4-610B-4758-016AB825886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bject 4">
            <a:extLst>
              <a:ext uri="{FF2B5EF4-FFF2-40B4-BE49-F238E27FC236}">
                <a16:creationId xmlns:a16="http://schemas.microsoft.com/office/drawing/2014/main" id="{071D959A-5B44-6321-393F-0EF934E07FEF}"/>
              </a:ext>
            </a:extLst>
          </p:cNvPr>
          <p:cNvSpPr txBox="1"/>
          <p:nvPr/>
        </p:nvSpPr>
        <p:spPr>
          <a:xfrm>
            <a:off x="692150" y="1250061"/>
            <a:ext cx="2287905" cy="197490"/>
          </a:xfrm>
          <a:prstGeom prst="rect">
            <a:avLst/>
          </a:prstGeom>
        </p:spPr>
        <p:txBody>
          <a:bodyPr vert="horz" wrap="square" lIns="0" tIns="12700" rIns="0" bIns="0" rtlCol="0">
            <a:spAutoFit/>
          </a:bodyPr>
          <a:lstStyle/>
          <a:p>
            <a:pPr marL="219710">
              <a:lnSpc>
                <a:spcPct val="100000"/>
              </a:lnSpc>
              <a:spcBef>
                <a:spcPts val="940"/>
              </a:spcBef>
            </a:pPr>
            <a:r>
              <a:rPr sz="1200" spc="-5" dirty="0">
                <a:latin typeface="Arial"/>
                <a:cs typeface="Arial"/>
              </a:rPr>
              <a:t>1)</a:t>
            </a:r>
            <a:r>
              <a:rPr sz="1200" spc="-45" dirty="0">
                <a:latin typeface="Arial"/>
                <a:cs typeface="Arial"/>
              </a:rPr>
              <a:t> </a:t>
            </a:r>
            <a:r>
              <a:rPr sz="1200" spc="-5" dirty="0">
                <a:latin typeface="Arial"/>
                <a:cs typeface="Arial"/>
              </a:rPr>
              <a:t>JSICAT</a:t>
            </a:r>
            <a:endParaRPr sz="1200" dirty="0">
              <a:latin typeface="Arial"/>
              <a:cs typeface="Arial"/>
            </a:endParaRPr>
          </a:p>
        </p:txBody>
      </p:sp>
      <p:sp>
        <p:nvSpPr>
          <p:cNvPr id="12" name="TextBox 11">
            <a:extLst>
              <a:ext uri="{FF2B5EF4-FFF2-40B4-BE49-F238E27FC236}">
                <a16:creationId xmlns:a16="http://schemas.microsoft.com/office/drawing/2014/main" id="{51486453-D04B-0532-D91A-6C38F5B2F624}"/>
              </a:ext>
            </a:extLst>
          </p:cNvPr>
          <p:cNvSpPr txBox="1"/>
          <p:nvPr/>
        </p:nvSpPr>
        <p:spPr>
          <a:xfrm>
            <a:off x="404813" y="774866"/>
            <a:ext cx="6048622" cy="307777"/>
          </a:xfrm>
          <a:prstGeom prst="rect">
            <a:avLst/>
          </a:prstGeom>
          <a:noFill/>
        </p:spPr>
        <p:txBody>
          <a:bodyPr wrap="square" lIns="0" rtlCol="0">
            <a:spAutoFit/>
          </a:bodyPr>
          <a:lstStyle/>
          <a:p>
            <a:pPr marL="12700">
              <a:lnSpc>
                <a:spcPct val="100000"/>
              </a:lnSpc>
              <a:spcBef>
                <a:spcPts val="100"/>
              </a:spcBef>
            </a:pPr>
            <a:r>
              <a:rPr lang="en-US" altLang="ko-KR" sz="1400" b="1" spc="-5" dirty="0">
                <a:latin typeface="Arial"/>
                <a:cs typeface="Arial"/>
              </a:rPr>
              <a:t>Embossed</a:t>
            </a:r>
            <a:r>
              <a:rPr lang="en-US" altLang="ko-KR" sz="1400" b="1" spc="-50" dirty="0">
                <a:latin typeface="Arial"/>
                <a:cs typeface="Arial"/>
              </a:rPr>
              <a:t> </a:t>
            </a:r>
            <a:r>
              <a:rPr lang="en-US" altLang="ko-KR" sz="1400" b="1" dirty="0">
                <a:latin typeface="Arial"/>
                <a:cs typeface="Arial"/>
              </a:rPr>
              <a:t>tape</a:t>
            </a:r>
            <a:r>
              <a:rPr lang="en-US" altLang="ko-KR" sz="1400" b="1" spc="-40" dirty="0">
                <a:latin typeface="Arial"/>
                <a:cs typeface="Arial"/>
              </a:rPr>
              <a:t> </a:t>
            </a:r>
            <a:r>
              <a:rPr lang="en-US" altLang="ko-KR" sz="1400" b="1" dirty="0">
                <a:latin typeface="Arial"/>
                <a:cs typeface="Arial"/>
              </a:rPr>
              <a:t>and</a:t>
            </a:r>
            <a:r>
              <a:rPr lang="en-US" altLang="ko-KR" sz="1400" b="1" spc="-30" dirty="0">
                <a:latin typeface="Arial"/>
                <a:cs typeface="Arial"/>
              </a:rPr>
              <a:t> </a:t>
            </a:r>
            <a:r>
              <a:rPr lang="en-US" altLang="ko-KR" sz="1400" b="1" spc="-5" dirty="0">
                <a:latin typeface="Arial"/>
                <a:cs typeface="Arial"/>
              </a:rPr>
              <a:t>reel</a:t>
            </a:r>
            <a:r>
              <a:rPr lang="en-US" altLang="ko-KR" sz="1400" b="1" spc="-45" dirty="0">
                <a:latin typeface="Arial"/>
                <a:cs typeface="Arial"/>
              </a:rPr>
              <a:t> </a:t>
            </a:r>
            <a:r>
              <a:rPr lang="en-US" altLang="ko-KR" sz="1400" b="1" dirty="0">
                <a:latin typeface="Arial"/>
                <a:cs typeface="Arial"/>
              </a:rPr>
              <a:t>data</a:t>
            </a:r>
            <a:endParaRPr lang="en-US" altLang="ko-KR" sz="1400" dirty="0">
              <a:latin typeface="Arial"/>
              <a:cs typeface="Arial"/>
            </a:endParaRPr>
          </a:p>
        </p:txBody>
      </p:sp>
      <p:sp>
        <p:nvSpPr>
          <p:cNvPr id="5" name="object 84">
            <a:extLst>
              <a:ext uri="{FF2B5EF4-FFF2-40B4-BE49-F238E27FC236}">
                <a16:creationId xmlns:a16="http://schemas.microsoft.com/office/drawing/2014/main" id="{B98E48A7-15D1-04F2-F3BA-3E29E11C22DE}"/>
              </a:ext>
            </a:extLst>
          </p:cNvPr>
          <p:cNvSpPr txBox="1"/>
          <p:nvPr/>
        </p:nvSpPr>
        <p:spPr>
          <a:xfrm>
            <a:off x="2601354" y="8758877"/>
            <a:ext cx="2144177" cy="138499"/>
          </a:xfrm>
          <a:prstGeom prst="rect">
            <a:avLst/>
          </a:prstGeom>
        </p:spPr>
        <p:txBody>
          <a:bodyPr vert="horz" wrap="none" lIns="0" tIns="0"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a:t>
            </a:r>
            <a:r>
              <a:rPr lang="en-US" sz="900" b="1" spc="15" dirty="0">
                <a:solidFill>
                  <a:prstClr val="black"/>
                </a:solidFill>
                <a:latin typeface="Arial" panose="020B0604020202020204" pitchFamily="34" charset="0"/>
                <a:cs typeface="Arial" panose="020B0604020202020204" pitchFamily="34" charset="0"/>
              </a:rPr>
              <a:t>30</a:t>
            </a:r>
            <a:r>
              <a:rPr kumimoji="0" lang="en-US" sz="900" b="1" spc="15" dirty="0">
                <a:solidFill>
                  <a:prstClr val="black"/>
                </a:solidFill>
                <a:latin typeface="Arial" panose="020B0604020202020204" pitchFamily="34" charset="0"/>
                <a:ea typeface="+mn-ea"/>
                <a:cs typeface="Arial" panose="020B0604020202020204" pitchFamily="34" charset="0"/>
              </a:rPr>
              <a:t>. Tape and reel specification</a:t>
            </a:r>
          </a:p>
        </p:txBody>
      </p:sp>
      <p:sp>
        <p:nvSpPr>
          <p:cNvPr id="3" name="직사각형 2">
            <a:extLst>
              <a:ext uri="{FF2B5EF4-FFF2-40B4-BE49-F238E27FC236}">
                <a16:creationId xmlns:a16="http://schemas.microsoft.com/office/drawing/2014/main" id="{909415AB-C7B4-1C7E-4699-5520FD9AAAE2}"/>
              </a:ext>
            </a:extLst>
          </p:cNvPr>
          <p:cNvSpPr/>
          <p:nvPr/>
        </p:nvSpPr>
        <p:spPr>
          <a:xfrm>
            <a:off x="2483141" y="210264"/>
            <a:ext cx="3933534" cy="1039696"/>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tx1"/>
                </a:solidFill>
              </a:rPr>
              <a:t>QFN 8080-68L </a:t>
            </a:r>
            <a:br>
              <a:rPr lang="en-US" altLang="ko-KR" dirty="0">
                <a:solidFill>
                  <a:schemeClr val="tx1"/>
                </a:solidFill>
              </a:rPr>
            </a:br>
            <a:r>
              <a:rPr lang="en-US" altLang="ko-KR" dirty="0">
                <a:solidFill>
                  <a:schemeClr val="tx1"/>
                </a:solidFill>
              </a:rPr>
              <a:t>Reel Tape </a:t>
            </a:r>
            <a:r>
              <a:rPr lang="ko-KR" altLang="en-US" dirty="0">
                <a:solidFill>
                  <a:schemeClr val="tx1"/>
                </a:solidFill>
              </a:rPr>
              <a:t>도면 </a:t>
            </a:r>
            <a:r>
              <a:rPr lang="en-US" altLang="ko-KR" dirty="0">
                <a:solidFill>
                  <a:schemeClr val="tx1"/>
                </a:solidFill>
              </a:rPr>
              <a:t>Update </a:t>
            </a:r>
            <a:r>
              <a:rPr lang="ko-KR" altLang="en-US" dirty="0">
                <a:solidFill>
                  <a:schemeClr val="tx1"/>
                </a:solidFill>
              </a:rPr>
              <a:t>필요</a:t>
            </a:r>
            <a:endParaRPr lang="en-US" altLang="ko-KR" dirty="0">
              <a:solidFill>
                <a:schemeClr val="tx1"/>
              </a:solidFill>
            </a:endParaRPr>
          </a:p>
          <a:p>
            <a:pPr algn="ctr"/>
            <a:r>
              <a:rPr lang="en-US" altLang="ko-KR" dirty="0">
                <a:solidFill>
                  <a:schemeClr val="tx1"/>
                </a:solidFill>
              </a:rPr>
              <a:t>(</a:t>
            </a:r>
            <a:r>
              <a:rPr lang="ko-KR" altLang="en-US" dirty="0">
                <a:solidFill>
                  <a:schemeClr val="tx1"/>
                </a:solidFill>
              </a:rPr>
              <a:t>이영진 차장</a:t>
            </a:r>
            <a:r>
              <a:rPr lang="en-US" altLang="ko-KR" dirty="0">
                <a:solidFill>
                  <a:schemeClr val="tx1"/>
                </a:solidFill>
              </a:rPr>
              <a:t>)</a:t>
            </a:r>
            <a:endParaRPr lang="ko-KR" altLang="en-US" dirty="0">
              <a:solidFill>
                <a:schemeClr val="tx1"/>
              </a:solidFill>
            </a:endParaRPr>
          </a:p>
        </p:txBody>
      </p:sp>
    </p:spTree>
    <p:extLst>
      <p:ext uri="{BB962C8B-B14F-4D97-AF65-F5344CB8AC3E}">
        <p14:creationId xmlns:p14="http://schemas.microsoft.com/office/powerpoint/2010/main" val="12408910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E07A0-5C9C-8299-5F8C-F2D2047C3FD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33AA6A-EBF7-F13F-DCAC-2D63CB877027}"/>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cxnSp>
        <p:nvCxnSpPr>
          <p:cNvPr id="4" name="직선 연결선 3">
            <a:extLst>
              <a:ext uri="{FF2B5EF4-FFF2-40B4-BE49-F238E27FC236}">
                <a16:creationId xmlns:a16="http://schemas.microsoft.com/office/drawing/2014/main" id="{4F451656-1DBE-6C15-DDDE-4636C239056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object 4">
            <a:extLst>
              <a:ext uri="{FF2B5EF4-FFF2-40B4-BE49-F238E27FC236}">
                <a16:creationId xmlns:a16="http://schemas.microsoft.com/office/drawing/2014/main" id="{DB06F889-DD5E-F402-B824-F9AAA34A273A}"/>
              </a:ext>
            </a:extLst>
          </p:cNvPr>
          <p:cNvSpPr txBox="1"/>
          <p:nvPr/>
        </p:nvSpPr>
        <p:spPr>
          <a:xfrm>
            <a:off x="593242" y="950090"/>
            <a:ext cx="2287905" cy="197490"/>
          </a:xfrm>
          <a:prstGeom prst="rect">
            <a:avLst/>
          </a:prstGeom>
        </p:spPr>
        <p:txBody>
          <a:bodyPr vert="horz" wrap="square" lIns="0" tIns="12700" rIns="0" bIns="0" rtlCol="0">
            <a:spAutoFit/>
          </a:bodyPr>
          <a:lstStyle/>
          <a:p>
            <a:pPr marL="219710">
              <a:lnSpc>
                <a:spcPct val="100000"/>
              </a:lnSpc>
              <a:spcBef>
                <a:spcPts val="940"/>
              </a:spcBef>
            </a:pPr>
            <a:r>
              <a:rPr lang="en-US" sz="1200" spc="-5" dirty="0">
                <a:latin typeface="Arial"/>
                <a:cs typeface="Arial"/>
              </a:rPr>
              <a:t>2</a:t>
            </a:r>
            <a:r>
              <a:rPr sz="1200" spc="-5" dirty="0">
                <a:latin typeface="Arial"/>
                <a:cs typeface="Arial"/>
              </a:rPr>
              <a:t>)</a:t>
            </a:r>
            <a:r>
              <a:rPr sz="1200" spc="-45" dirty="0">
                <a:latin typeface="Arial"/>
                <a:cs typeface="Arial"/>
              </a:rPr>
              <a:t> </a:t>
            </a:r>
            <a:r>
              <a:rPr lang="en-US" sz="1200" spc="-45" dirty="0">
                <a:latin typeface="Arial"/>
                <a:cs typeface="Arial"/>
              </a:rPr>
              <a:t>Semtech</a:t>
            </a:r>
            <a:endParaRPr sz="1200" dirty="0">
              <a:latin typeface="Arial"/>
              <a:cs typeface="Arial"/>
            </a:endParaRPr>
          </a:p>
        </p:txBody>
      </p:sp>
      <p:sp>
        <p:nvSpPr>
          <p:cNvPr id="6" name="object 84">
            <a:extLst>
              <a:ext uri="{FF2B5EF4-FFF2-40B4-BE49-F238E27FC236}">
                <a16:creationId xmlns:a16="http://schemas.microsoft.com/office/drawing/2014/main" id="{E8AB4D54-413D-FD04-D592-77750715446F}"/>
              </a:ext>
            </a:extLst>
          </p:cNvPr>
          <p:cNvSpPr txBox="1"/>
          <p:nvPr/>
        </p:nvSpPr>
        <p:spPr>
          <a:xfrm>
            <a:off x="2353705" y="7610652"/>
            <a:ext cx="2144177" cy="138499"/>
          </a:xfrm>
          <a:prstGeom prst="rect">
            <a:avLst/>
          </a:prstGeom>
        </p:spPr>
        <p:txBody>
          <a:bodyPr vert="horz" wrap="none" lIns="0" tIns="0"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a:t>
            </a:r>
            <a:r>
              <a:rPr lang="en-US" sz="900" b="1" spc="15" dirty="0">
                <a:solidFill>
                  <a:prstClr val="black"/>
                </a:solidFill>
                <a:latin typeface="Arial" panose="020B0604020202020204" pitchFamily="34" charset="0"/>
                <a:cs typeface="Arial" panose="020B0604020202020204" pitchFamily="34" charset="0"/>
              </a:rPr>
              <a:t>31</a:t>
            </a:r>
            <a:r>
              <a:rPr kumimoji="0" lang="en-US" sz="900" b="1" spc="15" dirty="0">
                <a:solidFill>
                  <a:prstClr val="black"/>
                </a:solidFill>
                <a:latin typeface="Arial" panose="020B0604020202020204" pitchFamily="34" charset="0"/>
                <a:ea typeface="+mn-ea"/>
                <a:cs typeface="Arial" panose="020B0604020202020204" pitchFamily="34" charset="0"/>
              </a:rPr>
              <a:t>. Tape and reel specification</a:t>
            </a:r>
          </a:p>
        </p:txBody>
      </p:sp>
      <p:pic>
        <p:nvPicPr>
          <p:cNvPr id="7" name="그림 6">
            <a:extLst>
              <a:ext uri="{FF2B5EF4-FFF2-40B4-BE49-F238E27FC236}">
                <a16:creationId xmlns:a16="http://schemas.microsoft.com/office/drawing/2014/main" id="{473D46F7-8FDC-8307-00DB-49CEB60CA54A}"/>
              </a:ext>
            </a:extLst>
          </p:cNvPr>
          <p:cNvPicPr>
            <a:picLocks noChangeAspect="1"/>
          </p:cNvPicPr>
          <p:nvPr/>
        </p:nvPicPr>
        <p:blipFill>
          <a:blip r:embed="rId3"/>
          <a:stretch>
            <a:fillRect/>
          </a:stretch>
        </p:blipFill>
        <p:spPr>
          <a:xfrm>
            <a:off x="945132" y="3560138"/>
            <a:ext cx="2161191" cy="1283207"/>
          </a:xfrm>
          <a:prstGeom prst="rect">
            <a:avLst/>
          </a:prstGeom>
        </p:spPr>
      </p:pic>
      <p:pic>
        <p:nvPicPr>
          <p:cNvPr id="12" name="그림 11">
            <a:extLst>
              <a:ext uri="{FF2B5EF4-FFF2-40B4-BE49-F238E27FC236}">
                <a16:creationId xmlns:a16="http://schemas.microsoft.com/office/drawing/2014/main" id="{0320DC19-9862-EE86-C4B8-28DB4688EB25}"/>
              </a:ext>
            </a:extLst>
          </p:cNvPr>
          <p:cNvPicPr>
            <a:picLocks noChangeAspect="1"/>
          </p:cNvPicPr>
          <p:nvPr/>
        </p:nvPicPr>
        <p:blipFill>
          <a:blip r:embed="rId4"/>
          <a:stretch>
            <a:fillRect/>
          </a:stretch>
        </p:blipFill>
        <p:spPr>
          <a:xfrm>
            <a:off x="3507050" y="3470660"/>
            <a:ext cx="2161191" cy="1420643"/>
          </a:xfrm>
          <a:prstGeom prst="rect">
            <a:avLst/>
          </a:prstGeom>
        </p:spPr>
      </p:pic>
      <p:pic>
        <p:nvPicPr>
          <p:cNvPr id="13" name="그림 12">
            <a:extLst>
              <a:ext uri="{FF2B5EF4-FFF2-40B4-BE49-F238E27FC236}">
                <a16:creationId xmlns:a16="http://schemas.microsoft.com/office/drawing/2014/main" id="{57B080C9-97F9-1171-56DA-1F98DC037858}"/>
              </a:ext>
            </a:extLst>
          </p:cNvPr>
          <p:cNvPicPr>
            <a:picLocks noChangeAspect="1"/>
          </p:cNvPicPr>
          <p:nvPr/>
        </p:nvPicPr>
        <p:blipFill>
          <a:blip r:embed="rId5"/>
          <a:stretch>
            <a:fillRect/>
          </a:stretch>
        </p:blipFill>
        <p:spPr>
          <a:xfrm>
            <a:off x="995605" y="5062656"/>
            <a:ext cx="2141784" cy="1460064"/>
          </a:xfrm>
          <a:prstGeom prst="rect">
            <a:avLst/>
          </a:prstGeom>
        </p:spPr>
      </p:pic>
      <p:pic>
        <p:nvPicPr>
          <p:cNvPr id="14" name="그림 13">
            <a:extLst>
              <a:ext uri="{FF2B5EF4-FFF2-40B4-BE49-F238E27FC236}">
                <a16:creationId xmlns:a16="http://schemas.microsoft.com/office/drawing/2014/main" id="{871A4A1C-35C1-04E8-54FD-8C715C5274EF}"/>
              </a:ext>
            </a:extLst>
          </p:cNvPr>
          <p:cNvPicPr>
            <a:picLocks noChangeAspect="1"/>
          </p:cNvPicPr>
          <p:nvPr/>
        </p:nvPicPr>
        <p:blipFill>
          <a:blip r:embed="rId6"/>
          <a:stretch>
            <a:fillRect/>
          </a:stretch>
        </p:blipFill>
        <p:spPr>
          <a:xfrm>
            <a:off x="3559381" y="5123351"/>
            <a:ext cx="2495216" cy="1338674"/>
          </a:xfrm>
          <a:prstGeom prst="rect">
            <a:avLst/>
          </a:prstGeom>
        </p:spPr>
      </p:pic>
      <p:pic>
        <p:nvPicPr>
          <p:cNvPr id="15" name="그림 14">
            <a:extLst>
              <a:ext uri="{FF2B5EF4-FFF2-40B4-BE49-F238E27FC236}">
                <a16:creationId xmlns:a16="http://schemas.microsoft.com/office/drawing/2014/main" id="{67393D71-2B0A-9030-D480-2FD867F0DAC4}"/>
              </a:ext>
            </a:extLst>
          </p:cNvPr>
          <p:cNvPicPr>
            <a:picLocks noChangeAspect="1"/>
          </p:cNvPicPr>
          <p:nvPr/>
        </p:nvPicPr>
        <p:blipFill>
          <a:blip r:embed="rId7"/>
          <a:stretch>
            <a:fillRect/>
          </a:stretch>
        </p:blipFill>
        <p:spPr>
          <a:xfrm>
            <a:off x="1062759" y="1472026"/>
            <a:ext cx="1873247" cy="2064953"/>
          </a:xfrm>
          <a:prstGeom prst="rect">
            <a:avLst/>
          </a:prstGeom>
        </p:spPr>
      </p:pic>
      <p:pic>
        <p:nvPicPr>
          <p:cNvPr id="16" name="그림 15">
            <a:extLst>
              <a:ext uri="{FF2B5EF4-FFF2-40B4-BE49-F238E27FC236}">
                <a16:creationId xmlns:a16="http://schemas.microsoft.com/office/drawing/2014/main" id="{BA91A8E5-EE45-1339-5018-1D4DC0A5F329}"/>
              </a:ext>
            </a:extLst>
          </p:cNvPr>
          <p:cNvPicPr>
            <a:picLocks noChangeAspect="1"/>
          </p:cNvPicPr>
          <p:nvPr/>
        </p:nvPicPr>
        <p:blipFill>
          <a:blip r:embed="rId8"/>
          <a:stretch>
            <a:fillRect/>
          </a:stretch>
        </p:blipFill>
        <p:spPr>
          <a:xfrm>
            <a:off x="3269364" y="1672303"/>
            <a:ext cx="2785233" cy="1664398"/>
          </a:xfrm>
          <a:prstGeom prst="rect">
            <a:avLst/>
          </a:prstGeom>
        </p:spPr>
      </p:pic>
      <p:sp>
        <p:nvSpPr>
          <p:cNvPr id="17" name="TextBox 16">
            <a:extLst>
              <a:ext uri="{FF2B5EF4-FFF2-40B4-BE49-F238E27FC236}">
                <a16:creationId xmlns:a16="http://schemas.microsoft.com/office/drawing/2014/main" id="{0C5EFB69-2C39-F8B1-43C3-BBE5A86F6DC3}"/>
              </a:ext>
            </a:extLst>
          </p:cNvPr>
          <p:cNvSpPr txBox="1"/>
          <p:nvPr/>
        </p:nvSpPr>
        <p:spPr>
          <a:xfrm>
            <a:off x="593242" y="7963919"/>
            <a:ext cx="6454051" cy="615553"/>
          </a:xfrm>
          <a:prstGeom prst="rect">
            <a:avLst/>
          </a:prstGeom>
          <a:noFill/>
        </p:spPr>
        <p:txBody>
          <a:bodyPr wrap="square" lIns="0" tIns="0" rIns="36000" bIns="0" rtlCol="0">
            <a:spAutoFit/>
          </a:bodyPr>
          <a:lstStyle/>
          <a:p>
            <a:r>
              <a:rPr lang="en-US" altLang="ko-KR" sz="1000" dirty="0">
                <a:latin typeface="Arial" panose="020B0604020202020204" pitchFamily="34" charset="0"/>
                <a:cs typeface="Arial" panose="020B0604020202020204" pitchFamily="34" charset="0"/>
              </a:rPr>
              <a:t>Note : </a:t>
            </a:r>
            <a:br>
              <a:rPr lang="en-US" altLang="ko-KR" sz="1000" dirty="0">
                <a:latin typeface="Arial" panose="020B0604020202020204" pitchFamily="34" charset="0"/>
                <a:cs typeface="Arial" panose="020B0604020202020204" pitchFamily="34" charset="0"/>
              </a:rPr>
            </a:br>
            <a:r>
              <a:rPr lang="en-US" altLang="ko-KR" sz="1000" dirty="0">
                <a:latin typeface="Arial" panose="020B0604020202020204" pitchFamily="34" charset="0"/>
                <a:cs typeface="Arial" panose="020B0604020202020204" pitchFamily="34" charset="0"/>
              </a:rPr>
              <a:t>1. Metric dimensions govern-English are in parentheses for reference only.</a:t>
            </a:r>
            <a:br>
              <a:rPr lang="en-US" altLang="ko-KR" sz="1000" dirty="0">
                <a:latin typeface="Arial" panose="020B0604020202020204" pitchFamily="34" charset="0"/>
                <a:cs typeface="Arial" panose="020B0604020202020204" pitchFamily="34" charset="0"/>
              </a:rPr>
            </a:br>
            <a:r>
              <a:rPr lang="en-US" altLang="ko-KR" sz="1000" dirty="0">
                <a:latin typeface="Arial" panose="020B0604020202020204" pitchFamily="34" charset="0"/>
                <a:cs typeface="Arial" panose="020B0604020202020204" pitchFamily="34" charset="0"/>
              </a:rPr>
              <a:t>2. The clearance between the components and the cavity must be within 0.05 mm min. to 0.5 mm max.</a:t>
            </a:r>
          </a:p>
          <a:p>
            <a:r>
              <a:rPr lang="en-US" altLang="ko-KR" sz="1000" dirty="0">
                <a:latin typeface="Arial" panose="020B0604020202020204" pitchFamily="34" charset="0"/>
                <a:cs typeface="Arial" panose="020B0604020202020204" pitchFamily="34" charset="0"/>
              </a:rPr>
              <a:t>3. The component cannot rotate more than 10</a:t>
            </a:r>
            <a:r>
              <a:rPr lang="en-US" altLang="ko-KR" sz="1000" dirty="0">
                <a:latin typeface="맑은 고딕" panose="020B0503020000020004" pitchFamily="50" charset="-127"/>
                <a:ea typeface="맑은 고딕" panose="020B0503020000020004" pitchFamily="50" charset="-127"/>
                <a:cs typeface="Arial" panose="020B0604020202020204" pitchFamily="34" charset="0"/>
              </a:rPr>
              <a:t>︒</a:t>
            </a:r>
            <a:r>
              <a:rPr lang="en-US" altLang="ko-KR" sz="1000" dirty="0">
                <a:latin typeface="Arial" panose="020B0604020202020204" pitchFamily="34" charset="0"/>
                <a:ea typeface="맑은 고딕" panose="020B0503020000020004" pitchFamily="50" charset="-127"/>
                <a:cs typeface="Arial" panose="020B0604020202020204" pitchFamily="34" charset="0"/>
              </a:rPr>
              <a:t> within the determined cavity.</a:t>
            </a:r>
            <a:endParaRPr lang="en-US" altLang="ko-KR" sz="1000" dirty="0">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E585F84D-1E43-CECA-8E9F-A73E2C9DF363}"/>
              </a:ext>
            </a:extLst>
          </p:cNvPr>
          <p:cNvGraphicFramePr>
            <a:graphicFrameLocks noGrp="1"/>
          </p:cNvGraphicFramePr>
          <p:nvPr>
            <p:extLst>
              <p:ext uri="{D42A27DB-BD31-4B8C-83A1-F6EECF244321}">
                <p14:modId xmlns:p14="http://schemas.microsoft.com/office/powerpoint/2010/main" val="3890121123"/>
              </p:ext>
            </p:extLst>
          </p:nvPr>
        </p:nvGraphicFramePr>
        <p:xfrm>
          <a:off x="945132" y="6578769"/>
          <a:ext cx="5023867" cy="433560"/>
        </p:xfrm>
        <a:graphic>
          <a:graphicData uri="http://schemas.openxmlformats.org/drawingml/2006/table">
            <a:tbl>
              <a:tblPr firstRow="1" bandRow="1">
                <a:tableStyleId>{5C22544A-7EE6-4342-B048-85BDC9FD1C3A}</a:tableStyleId>
              </a:tblPr>
              <a:tblGrid>
                <a:gridCol w="505822">
                  <a:extLst>
                    <a:ext uri="{9D8B030D-6E8A-4147-A177-3AD203B41FA5}">
                      <a16:colId xmlns:a16="http://schemas.microsoft.com/office/drawing/2014/main" val="3246048688"/>
                    </a:ext>
                  </a:extLst>
                </a:gridCol>
                <a:gridCol w="557963">
                  <a:extLst>
                    <a:ext uri="{9D8B030D-6E8A-4147-A177-3AD203B41FA5}">
                      <a16:colId xmlns:a16="http://schemas.microsoft.com/office/drawing/2014/main" val="3109661393"/>
                    </a:ext>
                  </a:extLst>
                </a:gridCol>
                <a:gridCol w="565726">
                  <a:extLst>
                    <a:ext uri="{9D8B030D-6E8A-4147-A177-3AD203B41FA5}">
                      <a16:colId xmlns:a16="http://schemas.microsoft.com/office/drawing/2014/main" val="336048231"/>
                    </a:ext>
                  </a:extLst>
                </a:gridCol>
                <a:gridCol w="565726">
                  <a:extLst>
                    <a:ext uri="{9D8B030D-6E8A-4147-A177-3AD203B41FA5}">
                      <a16:colId xmlns:a16="http://schemas.microsoft.com/office/drawing/2014/main" val="825296521"/>
                    </a:ext>
                  </a:extLst>
                </a:gridCol>
                <a:gridCol w="565726">
                  <a:extLst>
                    <a:ext uri="{9D8B030D-6E8A-4147-A177-3AD203B41FA5}">
                      <a16:colId xmlns:a16="http://schemas.microsoft.com/office/drawing/2014/main" val="1377223108"/>
                    </a:ext>
                  </a:extLst>
                </a:gridCol>
                <a:gridCol w="565726">
                  <a:extLst>
                    <a:ext uri="{9D8B030D-6E8A-4147-A177-3AD203B41FA5}">
                      <a16:colId xmlns:a16="http://schemas.microsoft.com/office/drawing/2014/main" val="3700380994"/>
                    </a:ext>
                  </a:extLst>
                </a:gridCol>
                <a:gridCol w="565726">
                  <a:extLst>
                    <a:ext uri="{9D8B030D-6E8A-4147-A177-3AD203B41FA5}">
                      <a16:colId xmlns:a16="http://schemas.microsoft.com/office/drawing/2014/main" val="869300479"/>
                    </a:ext>
                  </a:extLst>
                </a:gridCol>
                <a:gridCol w="565726">
                  <a:extLst>
                    <a:ext uri="{9D8B030D-6E8A-4147-A177-3AD203B41FA5}">
                      <a16:colId xmlns:a16="http://schemas.microsoft.com/office/drawing/2014/main" val="4036811077"/>
                    </a:ext>
                  </a:extLst>
                </a:gridCol>
                <a:gridCol w="565726">
                  <a:extLst>
                    <a:ext uri="{9D8B030D-6E8A-4147-A177-3AD203B41FA5}">
                      <a16:colId xmlns:a16="http://schemas.microsoft.com/office/drawing/2014/main" val="2101304561"/>
                    </a:ext>
                  </a:extLst>
                </a:gridCol>
              </a:tblGrid>
              <a:tr h="0">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Package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Tape Size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D</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D1</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P</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P</a:t>
                      </a:r>
                      <a:r>
                        <a:rPr kumimoji="0" lang="en-US" altLang="ko-KR" sz="700" b="0" i="0" u="none" strike="noStrike" kern="1200" cap="none" spc="0" normalizeH="0" baseline="-25000" noProof="0" dirty="0">
                          <a:ln>
                            <a:noFill/>
                          </a:ln>
                          <a:solidFill>
                            <a:schemeClr val="tx1"/>
                          </a:solidFill>
                          <a:effectLst/>
                          <a:uLnTx/>
                          <a:uFillTx/>
                          <a:latin typeface="Arial" panose="020B0604020202020204" pitchFamily="34" charset="0"/>
                          <a:ea typeface="+mn-ea"/>
                          <a:cs typeface="Arial" panose="020B0604020202020204" pitchFamily="34" charset="0"/>
                        </a:rPr>
                        <a:t>0</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P</a:t>
                      </a:r>
                      <a:r>
                        <a:rPr kumimoji="0" lang="en-US" altLang="ko-KR" sz="700" b="0" i="0" u="none" strike="noStrike" kern="1200" cap="none" spc="0" normalizeH="0" baseline="-25000" noProof="0" dirty="0">
                          <a:ln>
                            <a:noFill/>
                          </a:ln>
                          <a:solidFill>
                            <a:schemeClr val="tx1"/>
                          </a:solidFill>
                          <a:effectLst/>
                          <a:uLnTx/>
                          <a:uFillTx/>
                          <a:latin typeface="Arial" panose="020B0604020202020204" pitchFamily="34" charset="0"/>
                          <a:ea typeface="+mn-ea"/>
                          <a:cs typeface="Arial" panose="020B0604020202020204" pitchFamily="34" charset="0"/>
                        </a:rPr>
                        <a:t>2</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663115578"/>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QFN6060</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12mm</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1.55</a:t>
                      </a:r>
                      <a:r>
                        <a:rPr lang="en-US" altLang="ko-KR" sz="600" b="0" dirty="0">
                          <a:solidFill>
                            <a:schemeClr val="tx1"/>
                          </a:solidFill>
                          <a:latin typeface="Arial" panose="020B0604020202020204" pitchFamily="34" charset="0"/>
                          <a:ea typeface="맑은 고딕" panose="020B0503020000020004" pitchFamily="50" charset="-127"/>
                          <a:cs typeface="Arial" panose="020B0604020202020204" pitchFamily="34" charset="0"/>
                        </a:rPr>
                        <a:t>±0.1mm (0.063±0.004”)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1.55±0.1mm (0.063±0.004”)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1.75±0.1mm (0.069±0.004”)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5.5±0.1mm (0.217±0.004”)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8±0.1mm (0.315±0.004”)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4±0.1mm (0.157±0.004”)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2±0.1mm (0.079±0.004”)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9335514"/>
                  </a:ext>
                </a:extLst>
              </a:tr>
            </a:tbl>
          </a:graphicData>
        </a:graphic>
      </p:graphicFrame>
      <p:graphicFrame>
        <p:nvGraphicFramePr>
          <p:cNvPr id="10" name="표 9">
            <a:extLst>
              <a:ext uri="{FF2B5EF4-FFF2-40B4-BE49-F238E27FC236}">
                <a16:creationId xmlns:a16="http://schemas.microsoft.com/office/drawing/2014/main" id="{0B44F17A-7979-4869-366E-E0929CA14A3C}"/>
              </a:ext>
            </a:extLst>
          </p:cNvPr>
          <p:cNvGraphicFramePr>
            <a:graphicFrameLocks noGrp="1"/>
          </p:cNvGraphicFramePr>
          <p:nvPr>
            <p:extLst>
              <p:ext uri="{D42A27DB-BD31-4B8C-83A1-F6EECF244321}">
                <p14:modId xmlns:p14="http://schemas.microsoft.com/office/powerpoint/2010/main" val="2574897208"/>
              </p:ext>
            </p:extLst>
          </p:nvPr>
        </p:nvGraphicFramePr>
        <p:xfrm>
          <a:off x="945132" y="7093476"/>
          <a:ext cx="4185668" cy="433560"/>
        </p:xfrm>
        <a:graphic>
          <a:graphicData uri="http://schemas.openxmlformats.org/drawingml/2006/table">
            <a:tbl>
              <a:tblPr firstRow="1" bandRow="1">
                <a:tableStyleId>{5C22544A-7EE6-4342-B048-85BDC9FD1C3A}</a:tableStyleId>
              </a:tblPr>
              <a:tblGrid>
                <a:gridCol w="499493">
                  <a:extLst>
                    <a:ext uri="{9D8B030D-6E8A-4147-A177-3AD203B41FA5}">
                      <a16:colId xmlns:a16="http://schemas.microsoft.com/office/drawing/2014/main" val="74672149"/>
                    </a:ext>
                  </a:extLst>
                </a:gridCol>
                <a:gridCol w="558800">
                  <a:extLst>
                    <a:ext uri="{9D8B030D-6E8A-4147-A177-3AD203B41FA5}">
                      <a16:colId xmlns:a16="http://schemas.microsoft.com/office/drawing/2014/main" val="1668447251"/>
                    </a:ext>
                  </a:extLst>
                </a:gridCol>
                <a:gridCol w="625475">
                  <a:extLst>
                    <a:ext uri="{9D8B030D-6E8A-4147-A177-3AD203B41FA5}">
                      <a16:colId xmlns:a16="http://schemas.microsoft.com/office/drawing/2014/main" val="1378522382"/>
                    </a:ext>
                  </a:extLst>
                </a:gridCol>
                <a:gridCol w="625475">
                  <a:extLst>
                    <a:ext uri="{9D8B030D-6E8A-4147-A177-3AD203B41FA5}">
                      <a16:colId xmlns:a16="http://schemas.microsoft.com/office/drawing/2014/main" val="2132518063"/>
                    </a:ext>
                  </a:extLst>
                </a:gridCol>
                <a:gridCol w="625475">
                  <a:extLst>
                    <a:ext uri="{9D8B030D-6E8A-4147-A177-3AD203B41FA5}">
                      <a16:colId xmlns:a16="http://schemas.microsoft.com/office/drawing/2014/main" val="3542412228"/>
                    </a:ext>
                  </a:extLst>
                </a:gridCol>
                <a:gridCol w="625475">
                  <a:extLst>
                    <a:ext uri="{9D8B030D-6E8A-4147-A177-3AD203B41FA5}">
                      <a16:colId xmlns:a16="http://schemas.microsoft.com/office/drawing/2014/main" val="1447971793"/>
                    </a:ext>
                  </a:extLst>
                </a:gridCol>
                <a:gridCol w="625475">
                  <a:extLst>
                    <a:ext uri="{9D8B030D-6E8A-4147-A177-3AD203B41FA5}">
                      <a16:colId xmlns:a16="http://schemas.microsoft.com/office/drawing/2014/main" val="3786809632"/>
                    </a:ext>
                  </a:extLst>
                </a:gridCol>
              </a:tblGrid>
              <a:tr h="0">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Package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R Min.</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T</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W</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A0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B0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K0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2940243"/>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QFN6060</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25mm</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(0.98”)</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0.20±0.05mm (0.008±0.002”)</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12mm±0.1mm (0.472±0.004”)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6.2±0.1 mm (0.244±0.004”)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6.2</a:t>
                      </a:r>
                      <a:r>
                        <a:rPr lang="en-US" altLang="ko-KR" sz="600" b="0" dirty="0">
                          <a:solidFill>
                            <a:schemeClr val="tx1"/>
                          </a:solidFill>
                          <a:latin typeface="Arial" panose="020B0604020202020204" pitchFamily="34" charset="0"/>
                          <a:ea typeface="맑은 고딕" panose="020B0503020000020004" pitchFamily="50" charset="-127"/>
                          <a:cs typeface="Arial" panose="020B0604020202020204" pitchFamily="34" charset="0"/>
                        </a:rPr>
                        <a:t>±0.1mm (0.244±0.004”)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0.95±0.1mm (0.037±0.004”)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2582253"/>
                  </a:ext>
                </a:extLst>
              </a:tr>
            </a:tbl>
          </a:graphicData>
        </a:graphic>
      </p:graphicFrame>
      <p:sp>
        <p:nvSpPr>
          <p:cNvPr id="2" name="직사각형 1">
            <a:extLst>
              <a:ext uri="{FF2B5EF4-FFF2-40B4-BE49-F238E27FC236}">
                <a16:creationId xmlns:a16="http://schemas.microsoft.com/office/drawing/2014/main" id="{DFF8ED19-223A-8B03-EC65-10F634A57A4C}"/>
              </a:ext>
            </a:extLst>
          </p:cNvPr>
          <p:cNvSpPr/>
          <p:nvPr/>
        </p:nvSpPr>
        <p:spPr>
          <a:xfrm>
            <a:off x="2483141" y="210264"/>
            <a:ext cx="3933534" cy="1073252"/>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tx1"/>
                </a:solidFill>
              </a:rPr>
              <a:t>QFN 8080-68L </a:t>
            </a:r>
            <a:br>
              <a:rPr lang="en-US" altLang="ko-KR" dirty="0">
                <a:solidFill>
                  <a:schemeClr val="tx1"/>
                </a:solidFill>
              </a:rPr>
            </a:br>
            <a:r>
              <a:rPr lang="en-US" altLang="ko-KR" dirty="0">
                <a:solidFill>
                  <a:schemeClr val="tx1"/>
                </a:solidFill>
              </a:rPr>
              <a:t>Reel Tape </a:t>
            </a:r>
            <a:r>
              <a:rPr lang="ko-KR" altLang="en-US" dirty="0">
                <a:solidFill>
                  <a:schemeClr val="tx1"/>
                </a:solidFill>
              </a:rPr>
              <a:t>도면 </a:t>
            </a:r>
            <a:r>
              <a:rPr lang="en-US" altLang="ko-KR" dirty="0">
                <a:solidFill>
                  <a:schemeClr val="tx1"/>
                </a:solidFill>
              </a:rPr>
              <a:t>Update </a:t>
            </a:r>
            <a:r>
              <a:rPr lang="ko-KR" altLang="en-US" dirty="0">
                <a:solidFill>
                  <a:schemeClr val="tx1"/>
                </a:solidFill>
              </a:rPr>
              <a:t>필요</a:t>
            </a:r>
            <a:endParaRPr lang="en-US" altLang="ko-KR" dirty="0">
              <a:solidFill>
                <a:schemeClr val="tx1"/>
              </a:solidFill>
            </a:endParaRPr>
          </a:p>
          <a:p>
            <a:pPr algn="ctr"/>
            <a:r>
              <a:rPr lang="en-US" altLang="ko-KR" dirty="0">
                <a:solidFill>
                  <a:schemeClr val="tx1"/>
                </a:solidFill>
              </a:rPr>
              <a:t>(</a:t>
            </a:r>
            <a:r>
              <a:rPr lang="ko-KR" altLang="en-US" dirty="0">
                <a:solidFill>
                  <a:schemeClr val="tx1"/>
                </a:solidFill>
              </a:rPr>
              <a:t>이영진 차장</a:t>
            </a:r>
            <a:r>
              <a:rPr lang="en-US" altLang="ko-KR" dirty="0">
                <a:solidFill>
                  <a:schemeClr val="tx1"/>
                </a:solidFill>
              </a:rPr>
              <a:t>)</a:t>
            </a:r>
            <a:endParaRPr lang="ko-KR" altLang="en-US" dirty="0">
              <a:solidFill>
                <a:schemeClr val="tx1"/>
              </a:solidFill>
            </a:endParaRPr>
          </a:p>
        </p:txBody>
      </p:sp>
    </p:spTree>
    <p:extLst>
      <p:ext uri="{BB962C8B-B14F-4D97-AF65-F5344CB8AC3E}">
        <p14:creationId xmlns:p14="http://schemas.microsoft.com/office/powerpoint/2010/main" val="58106019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TextBox 69">
            <a:extLst>
              <a:ext uri="{FF2B5EF4-FFF2-40B4-BE49-F238E27FC236}">
                <a16:creationId xmlns:a16="http://schemas.microsoft.com/office/drawing/2014/main" id="{83968C52-2D17-46C0-A84D-B482DF945C71}"/>
              </a:ext>
            </a:extLst>
          </p:cNvPr>
          <p:cNvSpPr txBox="1"/>
          <p:nvPr/>
        </p:nvSpPr>
        <p:spPr>
          <a:xfrm>
            <a:off x="404813"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Package specification</a:t>
            </a: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B01886F8-833F-E7C8-64D7-3229101F9CC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8ECE76E6-C6E6-2D71-4221-9CAD67ED331F}"/>
              </a:ext>
            </a:extLst>
          </p:cNvPr>
          <p:cNvSpPr txBox="1"/>
          <p:nvPr/>
        </p:nvSpPr>
        <p:spPr>
          <a:xfrm>
            <a:off x="1319069" y="1557660"/>
            <a:ext cx="625171"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TOP VIEW</a:t>
            </a:r>
            <a:endParaRPr lang="ko-KR" altLang="en-US" sz="1000" b="1" dirty="0">
              <a:latin typeface="Arial" panose="020B0604020202020204" pitchFamily="34" charset="0"/>
              <a:cs typeface="Arial" panose="020B0604020202020204" pitchFamily="34" charset="0"/>
            </a:endParaRPr>
          </a:p>
        </p:txBody>
      </p:sp>
      <p:sp>
        <p:nvSpPr>
          <p:cNvPr id="126" name="TextBox 125">
            <a:extLst>
              <a:ext uri="{FF2B5EF4-FFF2-40B4-BE49-F238E27FC236}">
                <a16:creationId xmlns:a16="http://schemas.microsoft.com/office/drawing/2014/main" id="{5F5E678F-8862-7787-B868-8C9A46D469EF}"/>
              </a:ext>
            </a:extLst>
          </p:cNvPr>
          <p:cNvSpPr txBox="1"/>
          <p:nvPr/>
        </p:nvSpPr>
        <p:spPr>
          <a:xfrm>
            <a:off x="4551590" y="1557660"/>
            <a:ext cx="918521"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BOTTOM VIEW</a:t>
            </a:r>
            <a:endParaRPr lang="ko-KR" altLang="en-US" sz="1000" b="1" dirty="0">
              <a:latin typeface="Arial" panose="020B0604020202020204" pitchFamily="34" charset="0"/>
              <a:cs typeface="Arial" panose="020B0604020202020204" pitchFamily="34" charset="0"/>
            </a:endParaRPr>
          </a:p>
        </p:txBody>
      </p:sp>
      <p:sp>
        <p:nvSpPr>
          <p:cNvPr id="13" name="object 84">
            <a:extLst>
              <a:ext uri="{FF2B5EF4-FFF2-40B4-BE49-F238E27FC236}">
                <a16:creationId xmlns:a16="http://schemas.microsoft.com/office/drawing/2014/main" id="{CB3684F6-F567-EB27-8886-19099BE4674D}"/>
              </a:ext>
            </a:extLst>
          </p:cNvPr>
          <p:cNvSpPr txBox="1"/>
          <p:nvPr/>
        </p:nvSpPr>
        <p:spPr>
          <a:xfrm>
            <a:off x="2660200" y="8773407"/>
            <a:ext cx="1537600" cy="138499"/>
          </a:xfrm>
          <a:prstGeom prst="rect">
            <a:avLst/>
          </a:prstGeom>
        </p:spPr>
        <p:txBody>
          <a:bodyPr vert="horz" wrap="none" lIns="0" tIns="0"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32. Package Outline</a:t>
            </a:r>
          </a:p>
        </p:txBody>
      </p:sp>
      <p:sp>
        <p:nvSpPr>
          <p:cNvPr id="14" name="object 3">
            <a:extLst>
              <a:ext uri="{FF2B5EF4-FFF2-40B4-BE49-F238E27FC236}">
                <a16:creationId xmlns:a16="http://schemas.microsoft.com/office/drawing/2014/main" id="{9CF2879A-9968-9823-A682-3771E3FC67B8}"/>
              </a:ext>
            </a:extLst>
          </p:cNvPr>
          <p:cNvSpPr txBox="1"/>
          <p:nvPr/>
        </p:nvSpPr>
        <p:spPr>
          <a:xfrm>
            <a:off x="2397982" y="1204594"/>
            <a:ext cx="2062039" cy="169277"/>
          </a:xfrm>
          <a:prstGeom prst="rect">
            <a:avLst/>
          </a:prstGeom>
        </p:spPr>
        <p:txBody>
          <a:bodyPr vert="horz" wrap="none" lIns="0" tIns="0" rIns="0" bIns="0" rtlCol="0" anchor="ctr" anchorCtr="0">
            <a:spAutoFit/>
          </a:bodyPr>
          <a:lstStyle/>
          <a:p>
            <a:pPr algn="ctr" defTabSz="895327" fontAlgn="auto">
              <a:spcBef>
                <a:spcPts val="474"/>
              </a:spcBef>
              <a:spcAft>
                <a:spcPts val="0"/>
              </a:spcAft>
            </a:pPr>
            <a:r>
              <a:rPr lang="en-US" altLang="ko-KR" sz="1100" b="1" spc="-20" dirty="0">
                <a:solidFill>
                  <a:prstClr val="black"/>
                </a:solidFill>
                <a:latin typeface="Arial"/>
                <a:ea typeface="맑은 고딕" panose="020B0503020000020004" pitchFamily="50" charset="-127"/>
                <a:cs typeface="Arial"/>
              </a:rPr>
              <a:t>Q</a:t>
            </a:r>
            <a:r>
              <a:rPr kumimoji="0" lang="en-US" altLang="ko-KR" sz="1100" b="1" spc="-20" dirty="0">
                <a:solidFill>
                  <a:prstClr val="black"/>
                </a:solidFill>
                <a:latin typeface="Arial"/>
                <a:ea typeface="맑은 고딕" panose="020B0503020000020004" pitchFamily="50" charset="-127"/>
                <a:cs typeface="Arial"/>
              </a:rPr>
              <a:t>FN </a:t>
            </a:r>
            <a:r>
              <a:rPr lang="en-US" altLang="ko-KR" sz="1100" b="1" spc="-20" dirty="0">
                <a:solidFill>
                  <a:prstClr val="black"/>
                </a:solidFill>
                <a:latin typeface="Arial"/>
                <a:ea typeface="맑은 고딕" panose="020B0503020000020004" pitchFamily="50" charset="-127"/>
                <a:cs typeface="Arial"/>
              </a:rPr>
              <a:t>808</a:t>
            </a:r>
            <a:r>
              <a:rPr kumimoji="0" lang="en-US" altLang="ko-KR" sz="1100" b="1" spc="-20" dirty="0">
                <a:solidFill>
                  <a:prstClr val="black"/>
                </a:solidFill>
                <a:latin typeface="Arial"/>
                <a:ea typeface="맑은 고딕" panose="020B0503020000020004" pitchFamily="50" charset="-127"/>
                <a:cs typeface="Arial"/>
              </a:rPr>
              <a:t>0-68L </a:t>
            </a:r>
            <a:r>
              <a:rPr kumimoji="0" lang="en-US" altLang="ko-KR" sz="1100" b="1" spc="-5" dirty="0">
                <a:solidFill>
                  <a:prstClr val="black"/>
                </a:solidFill>
                <a:latin typeface="Arial"/>
                <a:ea typeface="맑은 고딕" panose="020B0503020000020004" pitchFamily="50" charset="-127"/>
                <a:cs typeface="Arial"/>
              </a:rPr>
              <a:t> Package</a:t>
            </a:r>
            <a:r>
              <a:rPr kumimoji="0" lang="en-US" altLang="ko-KR" sz="1100" b="1" spc="-73" dirty="0">
                <a:solidFill>
                  <a:prstClr val="black"/>
                </a:solidFill>
                <a:latin typeface="Arial"/>
                <a:ea typeface="맑은 고딕" panose="020B0503020000020004" pitchFamily="50" charset="-127"/>
                <a:cs typeface="Arial"/>
              </a:rPr>
              <a:t> </a:t>
            </a:r>
            <a:r>
              <a:rPr kumimoji="0" lang="en-US" altLang="ko-KR" sz="1100" b="1" spc="-5" dirty="0">
                <a:solidFill>
                  <a:prstClr val="black"/>
                </a:solidFill>
                <a:latin typeface="Arial"/>
                <a:ea typeface="맑은 고딕" panose="020B0503020000020004" pitchFamily="50" charset="-127"/>
                <a:cs typeface="Arial"/>
              </a:rPr>
              <a:t>Outline</a:t>
            </a:r>
            <a:endParaRPr kumimoji="0" lang="en-US" altLang="ko-KR" sz="1100" b="1" dirty="0">
              <a:solidFill>
                <a:prstClr val="black"/>
              </a:solidFill>
              <a:latin typeface="Arial"/>
              <a:ea typeface="맑은 고딕" panose="020B0503020000020004" pitchFamily="50" charset="-127"/>
              <a:cs typeface="Arial"/>
            </a:endParaRPr>
          </a:p>
        </p:txBody>
      </p:sp>
      <p:sp>
        <p:nvSpPr>
          <p:cNvPr id="19" name="TextBox 18">
            <a:extLst>
              <a:ext uri="{FF2B5EF4-FFF2-40B4-BE49-F238E27FC236}">
                <a16:creationId xmlns:a16="http://schemas.microsoft.com/office/drawing/2014/main" id="{F3E2F733-7C6B-9369-3A68-1DAA2AFCE6E7}"/>
              </a:ext>
            </a:extLst>
          </p:cNvPr>
          <p:cNvSpPr txBox="1"/>
          <p:nvPr/>
        </p:nvSpPr>
        <p:spPr>
          <a:xfrm>
            <a:off x="1283803" y="5026401"/>
            <a:ext cx="660437"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SIDE VIEW</a:t>
            </a:r>
            <a:endParaRPr lang="ko-KR" altLang="en-US" sz="1000" b="1" dirty="0">
              <a:latin typeface="Arial" panose="020B0604020202020204" pitchFamily="34" charset="0"/>
              <a:cs typeface="Arial" panose="020B0604020202020204" pitchFamily="34" charset="0"/>
            </a:endParaRPr>
          </a:p>
        </p:txBody>
      </p:sp>
      <p:pic>
        <p:nvPicPr>
          <p:cNvPr id="4" name="그림 3">
            <a:extLst>
              <a:ext uri="{FF2B5EF4-FFF2-40B4-BE49-F238E27FC236}">
                <a16:creationId xmlns:a16="http://schemas.microsoft.com/office/drawing/2014/main" id="{E8B1FFB1-BCCF-F86D-2D7C-265BB10139D3}"/>
              </a:ext>
            </a:extLst>
          </p:cNvPr>
          <p:cNvPicPr>
            <a:picLocks noChangeAspect="1"/>
          </p:cNvPicPr>
          <p:nvPr/>
        </p:nvPicPr>
        <p:blipFill>
          <a:blip r:embed="rId3"/>
          <a:stretch>
            <a:fillRect/>
          </a:stretch>
        </p:blipFill>
        <p:spPr>
          <a:xfrm>
            <a:off x="413545" y="1833545"/>
            <a:ext cx="2623401" cy="2517502"/>
          </a:xfrm>
          <a:prstGeom prst="rect">
            <a:avLst/>
          </a:prstGeom>
        </p:spPr>
      </p:pic>
      <p:pic>
        <p:nvPicPr>
          <p:cNvPr id="11" name="그림 10">
            <a:extLst>
              <a:ext uri="{FF2B5EF4-FFF2-40B4-BE49-F238E27FC236}">
                <a16:creationId xmlns:a16="http://schemas.microsoft.com/office/drawing/2014/main" id="{5F3C6E1D-4E7C-7A3E-9181-8D7E657E1594}"/>
              </a:ext>
            </a:extLst>
          </p:cNvPr>
          <p:cNvPicPr>
            <a:picLocks noChangeAspect="1"/>
          </p:cNvPicPr>
          <p:nvPr/>
        </p:nvPicPr>
        <p:blipFill>
          <a:blip r:embed="rId4"/>
          <a:stretch>
            <a:fillRect/>
          </a:stretch>
        </p:blipFill>
        <p:spPr>
          <a:xfrm>
            <a:off x="240226" y="5372399"/>
            <a:ext cx="2623401" cy="619159"/>
          </a:xfrm>
          <a:prstGeom prst="rect">
            <a:avLst/>
          </a:prstGeom>
        </p:spPr>
      </p:pic>
      <p:sp>
        <p:nvSpPr>
          <p:cNvPr id="3" name="object 84">
            <a:extLst>
              <a:ext uri="{FF2B5EF4-FFF2-40B4-BE49-F238E27FC236}">
                <a16:creationId xmlns:a16="http://schemas.microsoft.com/office/drawing/2014/main" id="{7F620CF6-6297-08C3-FDA2-B09748EB37EB}"/>
              </a:ext>
            </a:extLst>
          </p:cNvPr>
          <p:cNvSpPr txBox="1"/>
          <p:nvPr/>
        </p:nvSpPr>
        <p:spPr>
          <a:xfrm>
            <a:off x="3411028" y="8310893"/>
            <a:ext cx="3042407" cy="289823"/>
          </a:xfrm>
          <a:prstGeom prst="rect">
            <a:avLst/>
          </a:prstGeom>
        </p:spPr>
        <p:txBody>
          <a:bodyPr vert="horz" wrap="square" lIns="0" tIns="0" rIns="0" bIns="0" rtlCol="0" anchor="ctr" anchorCtr="0">
            <a:spAutoFit/>
          </a:bodyPr>
          <a:lstStyle/>
          <a:p>
            <a:pPr marL="12435" defTabSz="895327" fontAlgn="auto">
              <a:spcBef>
                <a:spcPts val="118"/>
              </a:spcBef>
              <a:spcAft>
                <a:spcPts val="0"/>
              </a:spcAft>
            </a:pPr>
            <a:r>
              <a:rPr kumimoji="0" lang="en-US" sz="900" spc="15" dirty="0">
                <a:latin typeface="Arial" panose="020B0604020202020204" pitchFamily="34" charset="0"/>
                <a:ea typeface="+mn-ea"/>
                <a:cs typeface="Arial" panose="020B0604020202020204" pitchFamily="34" charset="0"/>
              </a:rPr>
              <a:t>Note</a:t>
            </a:r>
          </a:p>
          <a:p>
            <a:pPr marL="12435" defTabSz="895327" fontAlgn="auto">
              <a:spcBef>
                <a:spcPts val="118"/>
              </a:spcBef>
              <a:spcAft>
                <a:spcPts val="0"/>
              </a:spcAft>
            </a:pPr>
            <a:r>
              <a:rPr lang="en-US" sz="900" spc="15" dirty="0">
                <a:latin typeface="Arial" panose="020B0604020202020204" pitchFamily="34" charset="0"/>
                <a:cs typeface="Arial" panose="020B0604020202020204" pitchFamily="34" charset="0"/>
              </a:rPr>
              <a:t>All Dimensions Do Not Include mold flash or Protrusions.</a:t>
            </a:r>
            <a:endParaRPr kumimoji="0" lang="en-US" sz="900" spc="15" dirty="0">
              <a:latin typeface="Arial" panose="020B0604020202020204" pitchFamily="34" charset="0"/>
              <a:ea typeface="+mn-ea"/>
              <a:cs typeface="Arial" panose="020B0604020202020204" pitchFamily="34" charset="0"/>
            </a:endParaRPr>
          </a:p>
        </p:txBody>
      </p:sp>
      <p:grpSp>
        <p:nvGrpSpPr>
          <p:cNvPr id="91" name="그룹 90">
            <a:extLst>
              <a:ext uri="{FF2B5EF4-FFF2-40B4-BE49-F238E27FC236}">
                <a16:creationId xmlns:a16="http://schemas.microsoft.com/office/drawing/2014/main" id="{AF173D90-61CB-16ED-0804-6F699D09BFD3}"/>
              </a:ext>
            </a:extLst>
          </p:cNvPr>
          <p:cNvGrpSpPr/>
          <p:nvPr/>
        </p:nvGrpSpPr>
        <p:grpSpPr>
          <a:xfrm>
            <a:off x="3522531" y="1803626"/>
            <a:ext cx="2963120" cy="2724869"/>
            <a:chOff x="3522531" y="1803626"/>
            <a:chExt cx="2963120" cy="2724869"/>
          </a:xfrm>
        </p:grpSpPr>
        <p:grpSp>
          <p:nvGrpSpPr>
            <p:cNvPr id="5" name="그룹 4">
              <a:extLst>
                <a:ext uri="{FF2B5EF4-FFF2-40B4-BE49-F238E27FC236}">
                  <a16:creationId xmlns:a16="http://schemas.microsoft.com/office/drawing/2014/main" id="{E5A3E80F-B052-768C-FC46-D404A44C145B}"/>
                </a:ext>
              </a:extLst>
            </p:cNvPr>
            <p:cNvGrpSpPr/>
            <p:nvPr/>
          </p:nvGrpSpPr>
          <p:grpSpPr>
            <a:xfrm>
              <a:off x="3692922" y="2091384"/>
              <a:ext cx="2333241" cy="2001877"/>
              <a:chOff x="1089573" y="2354183"/>
              <a:chExt cx="3232800" cy="2773680"/>
            </a:xfrm>
            <a:noFill/>
          </p:grpSpPr>
          <p:grpSp>
            <p:nvGrpSpPr>
              <p:cNvPr id="6" name="그룹 5">
                <a:extLst>
                  <a:ext uri="{FF2B5EF4-FFF2-40B4-BE49-F238E27FC236}">
                    <a16:creationId xmlns:a16="http://schemas.microsoft.com/office/drawing/2014/main" id="{959DD552-C852-825A-AC7A-93EF7F7E71C3}"/>
                  </a:ext>
                </a:extLst>
              </p:cNvPr>
              <p:cNvGrpSpPr/>
              <p:nvPr/>
            </p:nvGrpSpPr>
            <p:grpSpPr>
              <a:xfrm>
                <a:off x="1319133" y="2354183"/>
                <a:ext cx="2773680" cy="2773680"/>
                <a:chOff x="1356360" y="2346960"/>
                <a:chExt cx="2773680" cy="2773680"/>
              </a:xfrm>
              <a:grpFill/>
            </p:grpSpPr>
            <p:sp>
              <p:nvSpPr>
                <p:cNvPr id="9" name="직사각형 8">
                  <a:extLst>
                    <a:ext uri="{FF2B5EF4-FFF2-40B4-BE49-F238E27FC236}">
                      <a16:creationId xmlns:a16="http://schemas.microsoft.com/office/drawing/2014/main" id="{8462BE60-4EEB-4EC5-4D99-1FEF3B4EF4B4}"/>
                    </a:ext>
                  </a:extLst>
                </p:cNvPr>
                <p:cNvSpPr/>
                <p:nvPr/>
              </p:nvSpPr>
              <p:spPr>
                <a:xfrm>
                  <a:off x="1356360" y="2346960"/>
                  <a:ext cx="2773680" cy="277368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10" name="그룹 9">
                  <a:extLst>
                    <a:ext uri="{FF2B5EF4-FFF2-40B4-BE49-F238E27FC236}">
                      <a16:creationId xmlns:a16="http://schemas.microsoft.com/office/drawing/2014/main" id="{0B926CAB-4CCC-D472-0367-2482C4EC1F7D}"/>
                    </a:ext>
                  </a:extLst>
                </p:cNvPr>
                <p:cNvGrpSpPr/>
                <p:nvPr/>
              </p:nvGrpSpPr>
              <p:grpSpPr>
                <a:xfrm>
                  <a:off x="1356360" y="2591670"/>
                  <a:ext cx="146209" cy="2284261"/>
                  <a:chOff x="1356360" y="2594928"/>
                  <a:chExt cx="146209" cy="2284261"/>
                </a:xfrm>
                <a:grpFill/>
              </p:grpSpPr>
              <p:sp>
                <p:nvSpPr>
                  <p:cNvPr id="71" name="직사각형 70">
                    <a:extLst>
                      <a:ext uri="{FF2B5EF4-FFF2-40B4-BE49-F238E27FC236}">
                        <a16:creationId xmlns:a16="http://schemas.microsoft.com/office/drawing/2014/main" id="{B675257F-8B46-09DF-BA99-7CB6E54F6496}"/>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2" name="직사각형 71">
                    <a:extLst>
                      <a:ext uri="{FF2B5EF4-FFF2-40B4-BE49-F238E27FC236}">
                        <a16:creationId xmlns:a16="http://schemas.microsoft.com/office/drawing/2014/main" id="{05A65979-8866-5C04-F7AA-9CBC05188601}"/>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3" name="직사각형 72">
                    <a:extLst>
                      <a:ext uri="{FF2B5EF4-FFF2-40B4-BE49-F238E27FC236}">
                        <a16:creationId xmlns:a16="http://schemas.microsoft.com/office/drawing/2014/main" id="{55284AFB-5A4C-50EC-4EB7-61087EC1ACA7}"/>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4" name="직사각형 73">
                    <a:extLst>
                      <a:ext uri="{FF2B5EF4-FFF2-40B4-BE49-F238E27FC236}">
                        <a16:creationId xmlns:a16="http://schemas.microsoft.com/office/drawing/2014/main" id="{FE7B503E-C887-5B9B-9F88-CB124B5635FF}"/>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5" name="직사각형 74">
                    <a:extLst>
                      <a:ext uri="{FF2B5EF4-FFF2-40B4-BE49-F238E27FC236}">
                        <a16:creationId xmlns:a16="http://schemas.microsoft.com/office/drawing/2014/main" id="{AE712DD8-FDC3-BF24-FB3F-729BF6D8712C}"/>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6" name="직사각형 75">
                    <a:extLst>
                      <a:ext uri="{FF2B5EF4-FFF2-40B4-BE49-F238E27FC236}">
                        <a16:creationId xmlns:a16="http://schemas.microsoft.com/office/drawing/2014/main" id="{95F781BB-F872-984E-0ABD-6FF226C704E3}"/>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7" name="직사각형 76">
                    <a:extLst>
                      <a:ext uri="{FF2B5EF4-FFF2-40B4-BE49-F238E27FC236}">
                        <a16:creationId xmlns:a16="http://schemas.microsoft.com/office/drawing/2014/main" id="{707C9CF7-13F6-A96C-A003-17250ECFE879}"/>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8" name="직사각형 77">
                    <a:extLst>
                      <a:ext uri="{FF2B5EF4-FFF2-40B4-BE49-F238E27FC236}">
                        <a16:creationId xmlns:a16="http://schemas.microsoft.com/office/drawing/2014/main" id="{9E84527C-8E57-84A8-E708-CED767128475}"/>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9" name="직사각형 78">
                    <a:extLst>
                      <a:ext uri="{FF2B5EF4-FFF2-40B4-BE49-F238E27FC236}">
                        <a16:creationId xmlns:a16="http://schemas.microsoft.com/office/drawing/2014/main" id="{B6A3783A-90A0-EC06-101F-87C32744D00F}"/>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0" name="직사각형 79">
                    <a:extLst>
                      <a:ext uri="{FF2B5EF4-FFF2-40B4-BE49-F238E27FC236}">
                        <a16:creationId xmlns:a16="http://schemas.microsoft.com/office/drawing/2014/main" id="{64970511-9335-198D-3345-9C4959A10792}"/>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1" name="직사각형 80">
                    <a:extLst>
                      <a:ext uri="{FF2B5EF4-FFF2-40B4-BE49-F238E27FC236}">
                        <a16:creationId xmlns:a16="http://schemas.microsoft.com/office/drawing/2014/main" id="{9E515F46-CE47-086B-CFDA-4E8ED789751C}"/>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2" name="직사각형 81">
                    <a:extLst>
                      <a:ext uri="{FF2B5EF4-FFF2-40B4-BE49-F238E27FC236}">
                        <a16:creationId xmlns:a16="http://schemas.microsoft.com/office/drawing/2014/main" id="{EC207E58-13E0-9CDB-9C61-393CF2624B93}"/>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3" name="직사각형 82">
                    <a:extLst>
                      <a:ext uri="{FF2B5EF4-FFF2-40B4-BE49-F238E27FC236}">
                        <a16:creationId xmlns:a16="http://schemas.microsoft.com/office/drawing/2014/main" id="{5B8F9E21-5A18-947A-71FF-33E035E1CCB3}"/>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5" name="직사각형 84">
                    <a:extLst>
                      <a:ext uri="{FF2B5EF4-FFF2-40B4-BE49-F238E27FC236}">
                        <a16:creationId xmlns:a16="http://schemas.microsoft.com/office/drawing/2014/main" id="{01A94FCF-8FEE-9B4C-AB67-F16CA7219B1A}"/>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6" name="직사각형 85">
                    <a:extLst>
                      <a:ext uri="{FF2B5EF4-FFF2-40B4-BE49-F238E27FC236}">
                        <a16:creationId xmlns:a16="http://schemas.microsoft.com/office/drawing/2014/main" id="{6BD640D4-F564-6199-9D32-449441E26D61}"/>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7" name="직사각형 86">
                    <a:extLst>
                      <a:ext uri="{FF2B5EF4-FFF2-40B4-BE49-F238E27FC236}">
                        <a16:creationId xmlns:a16="http://schemas.microsoft.com/office/drawing/2014/main" id="{EF170EAD-BEFD-3843-C44F-4F89868BA4D7}"/>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8" name="직사각형 87">
                    <a:extLst>
                      <a:ext uri="{FF2B5EF4-FFF2-40B4-BE49-F238E27FC236}">
                        <a16:creationId xmlns:a16="http://schemas.microsoft.com/office/drawing/2014/main" id="{68658270-A2CD-D371-9860-3803875337BF}"/>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12" name="그룹 11">
                  <a:extLst>
                    <a:ext uri="{FF2B5EF4-FFF2-40B4-BE49-F238E27FC236}">
                      <a16:creationId xmlns:a16="http://schemas.microsoft.com/office/drawing/2014/main" id="{451C41E6-E7DA-8545-1FAD-F52D229DBBD3}"/>
                    </a:ext>
                  </a:extLst>
                </p:cNvPr>
                <p:cNvGrpSpPr/>
                <p:nvPr/>
              </p:nvGrpSpPr>
              <p:grpSpPr>
                <a:xfrm>
                  <a:off x="3983831" y="2591670"/>
                  <a:ext cx="146209" cy="2284261"/>
                  <a:chOff x="1356360" y="2594928"/>
                  <a:chExt cx="146209" cy="2284261"/>
                </a:xfrm>
                <a:grpFill/>
              </p:grpSpPr>
              <p:sp>
                <p:nvSpPr>
                  <p:cNvPr id="53" name="직사각형 52">
                    <a:extLst>
                      <a:ext uri="{FF2B5EF4-FFF2-40B4-BE49-F238E27FC236}">
                        <a16:creationId xmlns:a16="http://schemas.microsoft.com/office/drawing/2014/main" id="{21A5EDBA-3052-8487-2E3A-E9461029EC82}"/>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4" name="직사각형 53">
                    <a:extLst>
                      <a:ext uri="{FF2B5EF4-FFF2-40B4-BE49-F238E27FC236}">
                        <a16:creationId xmlns:a16="http://schemas.microsoft.com/office/drawing/2014/main" id="{69EF042F-ECF4-EFCB-B91F-37162907B896}"/>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5" name="직사각형 54">
                    <a:extLst>
                      <a:ext uri="{FF2B5EF4-FFF2-40B4-BE49-F238E27FC236}">
                        <a16:creationId xmlns:a16="http://schemas.microsoft.com/office/drawing/2014/main" id="{991165F2-FFC2-D2CD-F106-101CBCEC9E2C}"/>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6" name="직사각형 55">
                    <a:extLst>
                      <a:ext uri="{FF2B5EF4-FFF2-40B4-BE49-F238E27FC236}">
                        <a16:creationId xmlns:a16="http://schemas.microsoft.com/office/drawing/2014/main" id="{0D7A9E08-8246-4A8F-BF4F-C73657ECBE9D}"/>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7" name="직사각형 56">
                    <a:extLst>
                      <a:ext uri="{FF2B5EF4-FFF2-40B4-BE49-F238E27FC236}">
                        <a16:creationId xmlns:a16="http://schemas.microsoft.com/office/drawing/2014/main" id="{C883616C-DD61-C63C-2629-D428347AD3D5}"/>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8" name="직사각형 57">
                    <a:extLst>
                      <a:ext uri="{FF2B5EF4-FFF2-40B4-BE49-F238E27FC236}">
                        <a16:creationId xmlns:a16="http://schemas.microsoft.com/office/drawing/2014/main" id="{952E6E0D-7084-0691-8AD6-932C2DF24A0D}"/>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9" name="직사각형 58">
                    <a:extLst>
                      <a:ext uri="{FF2B5EF4-FFF2-40B4-BE49-F238E27FC236}">
                        <a16:creationId xmlns:a16="http://schemas.microsoft.com/office/drawing/2014/main" id="{C80857EF-C585-1366-C888-08D22596097A}"/>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0" name="직사각형 59">
                    <a:extLst>
                      <a:ext uri="{FF2B5EF4-FFF2-40B4-BE49-F238E27FC236}">
                        <a16:creationId xmlns:a16="http://schemas.microsoft.com/office/drawing/2014/main" id="{62C0C0C3-47E9-EBD8-9A89-7CF5DF51E051}"/>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1" name="직사각형 60">
                    <a:extLst>
                      <a:ext uri="{FF2B5EF4-FFF2-40B4-BE49-F238E27FC236}">
                        <a16:creationId xmlns:a16="http://schemas.microsoft.com/office/drawing/2014/main" id="{2A89CDCD-0639-39A5-6754-8A8973DADEC6}"/>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2" name="직사각형 61">
                    <a:extLst>
                      <a:ext uri="{FF2B5EF4-FFF2-40B4-BE49-F238E27FC236}">
                        <a16:creationId xmlns:a16="http://schemas.microsoft.com/office/drawing/2014/main" id="{A5036912-C83B-7D84-FC35-D19C997E6882}"/>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3" name="직사각형 62">
                    <a:extLst>
                      <a:ext uri="{FF2B5EF4-FFF2-40B4-BE49-F238E27FC236}">
                        <a16:creationId xmlns:a16="http://schemas.microsoft.com/office/drawing/2014/main" id="{F7C9C665-ACC9-4E04-FDE6-96CB446C28E9}"/>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4" name="직사각형 63">
                    <a:extLst>
                      <a:ext uri="{FF2B5EF4-FFF2-40B4-BE49-F238E27FC236}">
                        <a16:creationId xmlns:a16="http://schemas.microsoft.com/office/drawing/2014/main" id="{6AC3EC01-5CE8-C1DB-EC26-178322DF58D8}"/>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5" name="직사각형 64">
                    <a:extLst>
                      <a:ext uri="{FF2B5EF4-FFF2-40B4-BE49-F238E27FC236}">
                        <a16:creationId xmlns:a16="http://schemas.microsoft.com/office/drawing/2014/main" id="{9DF16511-0AB9-0EC5-8C74-D1787B98AF88}"/>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6" name="직사각형 65">
                    <a:extLst>
                      <a:ext uri="{FF2B5EF4-FFF2-40B4-BE49-F238E27FC236}">
                        <a16:creationId xmlns:a16="http://schemas.microsoft.com/office/drawing/2014/main" id="{399C4516-415F-247D-9C84-1AEE6BA9FAE0}"/>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7" name="직사각형 66">
                    <a:extLst>
                      <a:ext uri="{FF2B5EF4-FFF2-40B4-BE49-F238E27FC236}">
                        <a16:creationId xmlns:a16="http://schemas.microsoft.com/office/drawing/2014/main" id="{051EB4AA-29F4-5CC8-8108-93E84CFCB585}"/>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8" name="직사각형 67">
                    <a:extLst>
                      <a:ext uri="{FF2B5EF4-FFF2-40B4-BE49-F238E27FC236}">
                        <a16:creationId xmlns:a16="http://schemas.microsoft.com/office/drawing/2014/main" id="{DE6FB8F6-1022-EA92-0268-C23180F65B98}"/>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9" name="직사각형 68">
                    <a:extLst>
                      <a:ext uri="{FF2B5EF4-FFF2-40B4-BE49-F238E27FC236}">
                        <a16:creationId xmlns:a16="http://schemas.microsoft.com/office/drawing/2014/main" id="{6FFF59E2-38E5-6CDB-EA4A-538B1B27A5EE}"/>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15" name="그룹 14">
                  <a:extLst>
                    <a:ext uri="{FF2B5EF4-FFF2-40B4-BE49-F238E27FC236}">
                      <a16:creationId xmlns:a16="http://schemas.microsoft.com/office/drawing/2014/main" id="{8365A35A-9AE5-63F8-E45D-C10BF961DC9A}"/>
                    </a:ext>
                  </a:extLst>
                </p:cNvPr>
                <p:cNvGrpSpPr/>
                <p:nvPr/>
              </p:nvGrpSpPr>
              <p:grpSpPr>
                <a:xfrm rot="16200000">
                  <a:off x="2670095" y="3905405"/>
                  <a:ext cx="146209" cy="2284261"/>
                  <a:chOff x="1356360" y="2594928"/>
                  <a:chExt cx="146209" cy="2284261"/>
                </a:xfrm>
                <a:grpFill/>
              </p:grpSpPr>
              <p:sp>
                <p:nvSpPr>
                  <p:cNvPr id="36" name="직사각형 35">
                    <a:extLst>
                      <a:ext uri="{FF2B5EF4-FFF2-40B4-BE49-F238E27FC236}">
                        <a16:creationId xmlns:a16="http://schemas.microsoft.com/office/drawing/2014/main" id="{EB5E6008-9C7F-28D8-5840-E0996A0C26EF}"/>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7" name="직사각형 36">
                    <a:extLst>
                      <a:ext uri="{FF2B5EF4-FFF2-40B4-BE49-F238E27FC236}">
                        <a16:creationId xmlns:a16="http://schemas.microsoft.com/office/drawing/2014/main" id="{C5421309-1054-E1D7-BE08-8DF67A2643D1}"/>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8" name="직사각형 37">
                    <a:extLst>
                      <a:ext uri="{FF2B5EF4-FFF2-40B4-BE49-F238E27FC236}">
                        <a16:creationId xmlns:a16="http://schemas.microsoft.com/office/drawing/2014/main" id="{36A98C53-E4CA-770F-938A-ED916C3F440E}"/>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9" name="직사각형 38">
                    <a:extLst>
                      <a:ext uri="{FF2B5EF4-FFF2-40B4-BE49-F238E27FC236}">
                        <a16:creationId xmlns:a16="http://schemas.microsoft.com/office/drawing/2014/main" id="{76DB8AC0-81FF-8749-9305-472F5A72FA04}"/>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0" name="직사각형 39">
                    <a:extLst>
                      <a:ext uri="{FF2B5EF4-FFF2-40B4-BE49-F238E27FC236}">
                        <a16:creationId xmlns:a16="http://schemas.microsoft.com/office/drawing/2014/main" id="{2EC45BDE-19F7-2EB7-5B26-4B25B32B2AAC}"/>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1" name="직사각형 40">
                    <a:extLst>
                      <a:ext uri="{FF2B5EF4-FFF2-40B4-BE49-F238E27FC236}">
                        <a16:creationId xmlns:a16="http://schemas.microsoft.com/office/drawing/2014/main" id="{B22797CC-A178-BDEC-9D88-90A598347CFA}"/>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2" name="직사각형 41">
                    <a:extLst>
                      <a:ext uri="{FF2B5EF4-FFF2-40B4-BE49-F238E27FC236}">
                        <a16:creationId xmlns:a16="http://schemas.microsoft.com/office/drawing/2014/main" id="{615E8747-DA85-6163-0DE2-B6069CD4C8A8}"/>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3" name="직사각형 42">
                    <a:extLst>
                      <a:ext uri="{FF2B5EF4-FFF2-40B4-BE49-F238E27FC236}">
                        <a16:creationId xmlns:a16="http://schemas.microsoft.com/office/drawing/2014/main" id="{33A0E52D-66B8-174E-9318-8E35BD6E51EB}"/>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4" name="직사각형 43">
                    <a:extLst>
                      <a:ext uri="{FF2B5EF4-FFF2-40B4-BE49-F238E27FC236}">
                        <a16:creationId xmlns:a16="http://schemas.microsoft.com/office/drawing/2014/main" id="{00749585-8588-F424-DE3B-8C66BA8319CE}"/>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5" name="직사각형 44">
                    <a:extLst>
                      <a:ext uri="{FF2B5EF4-FFF2-40B4-BE49-F238E27FC236}">
                        <a16:creationId xmlns:a16="http://schemas.microsoft.com/office/drawing/2014/main" id="{B3585430-4EB9-48B0-4EBC-A5CAC6073FB6}"/>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6" name="직사각형 45">
                    <a:extLst>
                      <a:ext uri="{FF2B5EF4-FFF2-40B4-BE49-F238E27FC236}">
                        <a16:creationId xmlns:a16="http://schemas.microsoft.com/office/drawing/2014/main" id="{8EE016B3-61B8-7921-F0F8-74584EF8E024}"/>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7" name="직사각형 46">
                    <a:extLst>
                      <a:ext uri="{FF2B5EF4-FFF2-40B4-BE49-F238E27FC236}">
                        <a16:creationId xmlns:a16="http://schemas.microsoft.com/office/drawing/2014/main" id="{A6C43AF3-F201-12C2-F48C-BF71B20A1132}"/>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8" name="직사각형 47">
                    <a:extLst>
                      <a:ext uri="{FF2B5EF4-FFF2-40B4-BE49-F238E27FC236}">
                        <a16:creationId xmlns:a16="http://schemas.microsoft.com/office/drawing/2014/main" id="{83734081-545F-CA5F-3813-525D7FDA5504}"/>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9" name="직사각형 48">
                    <a:extLst>
                      <a:ext uri="{FF2B5EF4-FFF2-40B4-BE49-F238E27FC236}">
                        <a16:creationId xmlns:a16="http://schemas.microsoft.com/office/drawing/2014/main" id="{4F68E341-29B5-13C5-8EDF-41873B2133A7}"/>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0" name="직사각형 49">
                    <a:extLst>
                      <a:ext uri="{FF2B5EF4-FFF2-40B4-BE49-F238E27FC236}">
                        <a16:creationId xmlns:a16="http://schemas.microsoft.com/office/drawing/2014/main" id="{955FE78F-DDCD-EF9E-97A8-92126787924C}"/>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1" name="직사각형 50">
                    <a:extLst>
                      <a:ext uri="{FF2B5EF4-FFF2-40B4-BE49-F238E27FC236}">
                        <a16:creationId xmlns:a16="http://schemas.microsoft.com/office/drawing/2014/main" id="{4C3E6EDA-F9CE-9DD2-3CDD-FE0E462DC1CC}"/>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2" name="직사각형 51">
                    <a:extLst>
                      <a:ext uri="{FF2B5EF4-FFF2-40B4-BE49-F238E27FC236}">
                        <a16:creationId xmlns:a16="http://schemas.microsoft.com/office/drawing/2014/main" id="{F026CA18-5791-2E44-7931-6A5C32E9416D}"/>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17" name="그룹 16">
                  <a:extLst>
                    <a:ext uri="{FF2B5EF4-FFF2-40B4-BE49-F238E27FC236}">
                      <a16:creationId xmlns:a16="http://schemas.microsoft.com/office/drawing/2014/main" id="{DB807934-A14F-B09C-724A-EEF4326C4E81}"/>
                    </a:ext>
                  </a:extLst>
                </p:cNvPr>
                <p:cNvGrpSpPr/>
                <p:nvPr/>
              </p:nvGrpSpPr>
              <p:grpSpPr>
                <a:xfrm rot="16200000">
                  <a:off x="2670095" y="1277935"/>
                  <a:ext cx="146209" cy="2284261"/>
                  <a:chOff x="1356360" y="2594928"/>
                  <a:chExt cx="146209" cy="2284261"/>
                </a:xfrm>
                <a:grpFill/>
              </p:grpSpPr>
              <p:sp>
                <p:nvSpPr>
                  <p:cNvPr id="18" name="직사각형 17">
                    <a:extLst>
                      <a:ext uri="{FF2B5EF4-FFF2-40B4-BE49-F238E27FC236}">
                        <a16:creationId xmlns:a16="http://schemas.microsoft.com/office/drawing/2014/main" id="{2E32C80D-D794-DFE1-BB42-DB3E5F3378CC}"/>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0" name="직사각형 19">
                    <a:extLst>
                      <a:ext uri="{FF2B5EF4-FFF2-40B4-BE49-F238E27FC236}">
                        <a16:creationId xmlns:a16="http://schemas.microsoft.com/office/drawing/2014/main" id="{34280CE5-215D-CA59-8CD7-54519DC470D2}"/>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1" name="직사각형 20">
                    <a:extLst>
                      <a:ext uri="{FF2B5EF4-FFF2-40B4-BE49-F238E27FC236}">
                        <a16:creationId xmlns:a16="http://schemas.microsoft.com/office/drawing/2014/main" id="{F4A1C954-ADB8-1259-99BB-B2A9BF3CEFA6}"/>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2" name="직사각형 21">
                    <a:extLst>
                      <a:ext uri="{FF2B5EF4-FFF2-40B4-BE49-F238E27FC236}">
                        <a16:creationId xmlns:a16="http://schemas.microsoft.com/office/drawing/2014/main" id="{D296766E-D05A-172F-1A9F-203A97C244C5}"/>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3" name="직사각형 22">
                    <a:extLst>
                      <a:ext uri="{FF2B5EF4-FFF2-40B4-BE49-F238E27FC236}">
                        <a16:creationId xmlns:a16="http://schemas.microsoft.com/office/drawing/2014/main" id="{8496F9E7-82F1-9FC5-ED8C-85369375420F}"/>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4" name="직사각형 23">
                    <a:extLst>
                      <a:ext uri="{FF2B5EF4-FFF2-40B4-BE49-F238E27FC236}">
                        <a16:creationId xmlns:a16="http://schemas.microsoft.com/office/drawing/2014/main" id="{1763863E-7E54-6642-8A35-AFC071A0A27E}"/>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5" name="직사각형 24">
                    <a:extLst>
                      <a:ext uri="{FF2B5EF4-FFF2-40B4-BE49-F238E27FC236}">
                        <a16:creationId xmlns:a16="http://schemas.microsoft.com/office/drawing/2014/main" id="{1FECC329-DB26-1AC0-9E74-BE360E7CECAC}"/>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6" name="직사각형 25">
                    <a:extLst>
                      <a:ext uri="{FF2B5EF4-FFF2-40B4-BE49-F238E27FC236}">
                        <a16:creationId xmlns:a16="http://schemas.microsoft.com/office/drawing/2014/main" id="{C2496207-6CB1-D00D-AEAE-EAE90FA6C521}"/>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7" name="직사각형 26">
                    <a:extLst>
                      <a:ext uri="{FF2B5EF4-FFF2-40B4-BE49-F238E27FC236}">
                        <a16:creationId xmlns:a16="http://schemas.microsoft.com/office/drawing/2014/main" id="{082AFFD4-F00C-580F-0A49-7485527EF830}"/>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8" name="직사각형 27">
                    <a:extLst>
                      <a:ext uri="{FF2B5EF4-FFF2-40B4-BE49-F238E27FC236}">
                        <a16:creationId xmlns:a16="http://schemas.microsoft.com/office/drawing/2014/main" id="{440D2F3F-B1E0-FE76-2AA6-65E9995A07B0}"/>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9" name="직사각형 28">
                    <a:extLst>
                      <a:ext uri="{FF2B5EF4-FFF2-40B4-BE49-F238E27FC236}">
                        <a16:creationId xmlns:a16="http://schemas.microsoft.com/office/drawing/2014/main" id="{27F7A4C4-7B07-9309-1971-2B7EAE02CC06}"/>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0" name="직사각형 29">
                    <a:extLst>
                      <a:ext uri="{FF2B5EF4-FFF2-40B4-BE49-F238E27FC236}">
                        <a16:creationId xmlns:a16="http://schemas.microsoft.com/office/drawing/2014/main" id="{E39782DD-09F5-2004-F4C6-DE48C2B9FE73}"/>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1" name="직사각형 30">
                    <a:extLst>
                      <a:ext uri="{FF2B5EF4-FFF2-40B4-BE49-F238E27FC236}">
                        <a16:creationId xmlns:a16="http://schemas.microsoft.com/office/drawing/2014/main" id="{B446F208-0823-8E84-7421-5775863876B2}"/>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2" name="직사각형 31">
                    <a:extLst>
                      <a:ext uri="{FF2B5EF4-FFF2-40B4-BE49-F238E27FC236}">
                        <a16:creationId xmlns:a16="http://schemas.microsoft.com/office/drawing/2014/main" id="{D7915080-6453-911F-E237-CFFBC0485F71}"/>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3" name="직사각형 32">
                    <a:extLst>
                      <a:ext uri="{FF2B5EF4-FFF2-40B4-BE49-F238E27FC236}">
                        <a16:creationId xmlns:a16="http://schemas.microsoft.com/office/drawing/2014/main" id="{DAF7B00B-BE63-9F10-8DF3-98231ECD1F94}"/>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4" name="직사각형 33">
                    <a:extLst>
                      <a:ext uri="{FF2B5EF4-FFF2-40B4-BE49-F238E27FC236}">
                        <a16:creationId xmlns:a16="http://schemas.microsoft.com/office/drawing/2014/main" id="{52308459-51EE-FFCB-4E4E-7F9DEE04FDB2}"/>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5" name="직사각형 34">
                    <a:extLst>
                      <a:ext uri="{FF2B5EF4-FFF2-40B4-BE49-F238E27FC236}">
                        <a16:creationId xmlns:a16="http://schemas.microsoft.com/office/drawing/2014/main" id="{851D6C2D-AF07-D5ED-4AF9-588378F15093}"/>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cxnSp>
            <p:nvCxnSpPr>
              <p:cNvPr id="7" name="직선 연결선 6">
                <a:extLst>
                  <a:ext uri="{FF2B5EF4-FFF2-40B4-BE49-F238E27FC236}">
                    <a16:creationId xmlns:a16="http://schemas.microsoft.com/office/drawing/2014/main" id="{6B5642D6-76C8-CC12-4B06-057AB141CE66}"/>
                  </a:ext>
                </a:extLst>
              </p:cNvPr>
              <p:cNvCxnSpPr>
                <a:cxnSpLocks/>
              </p:cNvCxnSpPr>
              <p:nvPr/>
            </p:nvCxnSpPr>
            <p:spPr>
              <a:xfrm flipH="1">
                <a:off x="1089573" y="3741023"/>
                <a:ext cx="3232800" cy="0"/>
              </a:xfrm>
              <a:prstGeom prst="line">
                <a:avLst/>
              </a:prstGeom>
              <a:grpFill/>
              <a:ln w="12700">
                <a:solidFill>
                  <a:schemeClr val="tx1"/>
                </a:solidFill>
                <a:prstDash val="lgDashDot"/>
              </a:ln>
            </p:spPr>
            <p:style>
              <a:lnRef idx="1">
                <a:schemeClr val="accent1"/>
              </a:lnRef>
              <a:fillRef idx="0">
                <a:schemeClr val="accent1"/>
              </a:fillRef>
              <a:effectRef idx="0">
                <a:schemeClr val="accent1"/>
              </a:effectRef>
              <a:fontRef idx="minor">
                <a:schemeClr val="tx1"/>
              </a:fontRef>
            </p:style>
          </p:cxnSp>
        </p:grpSp>
        <p:cxnSp>
          <p:nvCxnSpPr>
            <p:cNvPr id="89" name="직선 연결선 88">
              <a:extLst>
                <a:ext uri="{FF2B5EF4-FFF2-40B4-BE49-F238E27FC236}">
                  <a16:creationId xmlns:a16="http://schemas.microsoft.com/office/drawing/2014/main" id="{2146B5EA-00C0-4201-44E1-C5720BE7D550}"/>
                </a:ext>
              </a:extLst>
            </p:cNvPr>
            <p:cNvCxnSpPr>
              <a:cxnSpLocks/>
            </p:cNvCxnSpPr>
            <p:nvPr/>
          </p:nvCxnSpPr>
          <p:spPr>
            <a:xfrm>
              <a:off x="4859543" y="1925363"/>
              <a:ext cx="0" cy="2333919"/>
            </a:xfrm>
            <a:prstGeom prst="line">
              <a:avLst/>
            </a:prstGeom>
            <a:noFill/>
            <a:ln w="12700">
              <a:solidFill>
                <a:schemeClr val="tx1"/>
              </a:solidFill>
              <a:prstDash val="lgDashDot"/>
            </a:ln>
          </p:spPr>
          <p:style>
            <a:lnRef idx="1">
              <a:schemeClr val="accent1"/>
            </a:lnRef>
            <a:fillRef idx="0">
              <a:schemeClr val="accent1"/>
            </a:fillRef>
            <a:effectRef idx="0">
              <a:schemeClr val="accent1"/>
            </a:effectRef>
            <a:fontRef idx="minor">
              <a:schemeClr val="tx1"/>
            </a:fontRef>
          </p:style>
        </p:cxnSp>
        <p:cxnSp>
          <p:nvCxnSpPr>
            <p:cNvPr id="253" name="직선 화살표 연결선 252">
              <a:extLst>
                <a:ext uri="{FF2B5EF4-FFF2-40B4-BE49-F238E27FC236}">
                  <a16:creationId xmlns:a16="http://schemas.microsoft.com/office/drawing/2014/main" id="{29D7E60A-DCC5-1DB2-6C73-F63EEE182FD7}"/>
                </a:ext>
              </a:extLst>
            </p:cNvPr>
            <p:cNvCxnSpPr>
              <a:cxnSpLocks/>
            </p:cNvCxnSpPr>
            <p:nvPr/>
          </p:nvCxnSpPr>
          <p:spPr>
            <a:xfrm>
              <a:off x="4243585" y="2316523"/>
              <a:ext cx="0" cy="1541172"/>
            </a:xfrm>
            <a:prstGeom prst="straightConnector1">
              <a:avLst/>
            </a:prstGeom>
            <a:ln w="12700">
              <a:solidFill>
                <a:schemeClr val="tx1"/>
              </a:solidFill>
              <a:headEnd type="triangle" w="med" len="lg"/>
              <a:tailEnd type="triangle"/>
            </a:ln>
          </p:spPr>
          <p:style>
            <a:lnRef idx="1">
              <a:schemeClr val="accent1"/>
            </a:lnRef>
            <a:fillRef idx="0">
              <a:schemeClr val="accent1"/>
            </a:fillRef>
            <a:effectRef idx="0">
              <a:schemeClr val="accent1"/>
            </a:effectRef>
            <a:fontRef idx="minor">
              <a:schemeClr val="tx1"/>
            </a:fontRef>
          </p:style>
        </p:cxnSp>
        <p:cxnSp>
          <p:nvCxnSpPr>
            <p:cNvPr id="254" name="직선 화살표 연결선 253">
              <a:extLst>
                <a:ext uri="{FF2B5EF4-FFF2-40B4-BE49-F238E27FC236}">
                  <a16:creationId xmlns:a16="http://schemas.microsoft.com/office/drawing/2014/main" id="{766F7E2C-862B-05F4-57A6-4E3374053DB4}"/>
                </a:ext>
              </a:extLst>
            </p:cNvPr>
            <p:cNvCxnSpPr>
              <a:cxnSpLocks/>
            </p:cNvCxnSpPr>
            <p:nvPr/>
          </p:nvCxnSpPr>
          <p:spPr>
            <a:xfrm flipH="1">
              <a:off x="4088957" y="3681626"/>
              <a:ext cx="1541171" cy="0"/>
            </a:xfrm>
            <a:prstGeom prst="straightConnector1">
              <a:avLst/>
            </a:prstGeom>
            <a:ln w="12700">
              <a:solidFill>
                <a:schemeClr val="tx1"/>
              </a:solidFill>
              <a:headEnd type="triangle" w="med" len="lg"/>
              <a:tailEnd type="triangle"/>
            </a:ln>
          </p:spPr>
          <p:style>
            <a:lnRef idx="1">
              <a:schemeClr val="accent1"/>
            </a:lnRef>
            <a:fillRef idx="0">
              <a:schemeClr val="accent1"/>
            </a:fillRef>
            <a:effectRef idx="0">
              <a:schemeClr val="accent1"/>
            </a:effectRef>
            <a:fontRef idx="minor">
              <a:schemeClr val="tx1"/>
            </a:fontRef>
          </p:style>
        </p:cxnSp>
        <p:sp>
          <p:nvSpPr>
            <p:cNvPr id="255" name="TextBox 254">
              <a:extLst>
                <a:ext uri="{FF2B5EF4-FFF2-40B4-BE49-F238E27FC236}">
                  <a16:creationId xmlns:a16="http://schemas.microsoft.com/office/drawing/2014/main" id="{8597F731-D97C-5376-8978-3CA3BF0735E1}"/>
                </a:ext>
              </a:extLst>
            </p:cNvPr>
            <p:cNvSpPr txBox="1"/>
            <p:nvPr/>
          </p:nvSpPr>
          <p:spPr>
            <a:xfrm>
              <a:off x="4052857" y="2817350"/>
              <a:ext cx="380188" cy="261610"/>
            </a:xfrm>
            <a:prstGeom prst="rect">
              <a:avLst/>
            </a:prstGeom>
            <a:noFill/>
            <a:ln w="12700">
              <a:noFill/>
            </a:ln>
          </p:spPr>
          <p:txBody>
            <a:bodyPr wrap="square" rtlCol="0">
              <a:spAutoFit/>
            </a:bodyPr>
            <a:lstStyle/>
            <a:p>
              <a:pPr algn="ctr"/>
              <a:r>
                <a:rPr lang="en-US" altLang="ko-KR" sz="1100" dirty="0">
                  <a:highlight>
                    <a:srgbClr val="FFFFFF"/>
                  </a:highlight>
                  <a:latin typeface="Arial" panose="020B0604020202020204" pitchFamily="34" charset="0"/>
                  <a:ea typeface="+mj-ea"/>
                  <a:cs typeface="Arial" panose="020B0604020202020204" pitchFamily="34" charset="0"/>
                </a:rPr>
                <a:t>E1</a:t>
              </a:r>
              <a:endParaRPr lang="ko-KR" altLang="en-US" sz="1100" dirty="0">
                <a:highlight>
                  <a:srgbClr val="FFFFFF"/>
                </a:highlight>
                <a:latin typeface="Arial" panose="020B0604020202020204" pitchFamily="34" charset="0"/>
                <a:ea typeface="+mj-ea"/>
                <a:cs typeface="Arial" panose="020B0604020202020204" pitchFamily="34" charset="0"/>
              </a:endParaRPr>
            </a:p>
          </p:txBody>
        </p:sp>
        <p:sp>
          <p:nvSpPr>
            <p:cNvPr id="256" name="TextBox 255">
              <a:extLst>
                <a:ext uri="{FF2B5EF4-FFF2-40B4-BE49-F238E27FC236}">
                  <a16:creationId xmlns:a16="http://schemas.microsoft.com/office/drawing/2014/main" id="{3A7B0234-0F6C-CD7B-8029-FE85E30DFC4B}"/>
                </a:ext>
              </a:extLst>
            </p:cNvPr>
            <p:cNvSpPr txBox="1"/>
            <p:nvPr/>
          </p:nvSpPr>
          <p:spPr>
            <a:xfrm>
              <a:off x="4669448" y="3546843"/>
              <a:ext cx="380188" cy="261610"/>
            </a:xfrm>
            <a:prstGeom prst="rect">
              <a:avLst/>
            </a:prstGeom>
            <a:noFill/>
            <a:ln w="12700">
              <a:noFill/>
            </a:ln>
          </p:spPr>
          <p:txBody>
            <a:bodyPr wrap="square" rtlCol="0">
              <a:spAutoFit/>
            </a:bodyPr>
            <a:lstStyle/>
            <a:p>
              <a:pPr algn="ctr"/>
              <a:r>
                <a:rPr lang="en-US" altLang="ko-KR" sz="1100" dirty="0">
                  <a:highlight>
                    <a:srgbClr val="FFFFFF"/>
                  </a:highlight>
                  <a:latin typeface="Arial" panose="020B0604020202020204" pitchFamily="34" charset="0"/>
                  <a:ea typeface="+mj-ea"/>
                  <a:cs typeface="Arial" panose="020B0604020202020204" pitchFamily="34" charset="0"/>
                </a:rPr>
                <a:t>D1</a:t>
              </a:r>
              <a:endParaRPr lang="ko-KR" altLang="en-US" sz="1100" dirty="0">
                <a:highlight>
                  <a:srgbClr val="FFFFFF"/>
                </a:highlight>
                <a:latin typeface="Arial" panose="020B0604020202020204" pitchFamily="34" charset="0"/>
                <a:ea typeface="+mj-ea"/>
                <a:cs typeface="Arial" panose="020B0604020202020204" pitchFamily="34" charset="0"/>
              </a:endParaRPr>
            </a:p>
          </p:txBody>
        </p:sp>
        <p:cxnSp>
          <p:nvCxnSpPr>
            <p:cNvPr id="257" name="직선 연결선 256">
              <a:extLst>
                <a:ext uri="{FF2B5EF4-FFF2-40B4-BE49-F238E27FC236}">
                  <a16:creationId xmlns:a16="http://schemas.microsoft.com/office/drawing/2014/main" id="{077F5076-3F28-006B-DC00-9C9D1BB8E5DE}"/>
                </a:ext>
              </a:extLst>
            </p:cNvPr>
            <p:cNvCxnSpPr>
              <a:cxnSpLocks/>
            </p:cNvCxnSpPr>
            <p:nvPr/>
          </p:nvCxnSpPr>
          <p:spPr>
            <a:xfrm>
              <a:off x="5852746" y="2091383"/>
              <a:ext cx="27538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8" name="직선 연결선 257">
              <a:extLst>
                <a:ext uri="{FF2B5EF4-FFF2-40B4-BE49-F238E27FC236}">
                  <a16:creationId xmlns:a16="http://schemas.microsoft.com/office/drawing/2014/main" id="{423D970C-7A0A-FAD8-B7C5-1F1A1A7CE38F}"/>
                </a:ext>
              </a:extLst>
            </p:cNvPr>
            <p:cNvCxnSpPr>
              <a:cxnSpLocks/>
            </p:cNvCxnSpPr>
            <p:nvPr/>
          </p:nvCxnSpPr>
          <p:spPr>
            <a:xfrm>
              <a:off x="5852746" y="2266685"/>
              <a:ext cx="27538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9" name="TextBox 258">
              <a:extLst>
                <a:ext uri="{FF2B5EF4-FFF2-40B4-BE49-F238E27FC236}">
                  <a16:creationId xmlns:a16="http://schemas.microsoft.com/office/drawing/2014/main" id="{04A0A421-5646-5351-F4B4-3CFA4B6ED4E5}"/>
                </a:ext>
              </a:extLst>
            </p:cNvPr>
            <p:cNvSpPr txBox="1"/>
            <p:nvPr/>
          </p:nvSpPr>
          <p:spPr>
            <a:xfrm>
              <a:off x="5711553" y="2075275"/>
              <a:ext cx="774098" cy="215444"/>
            </a:xfrm>
            <a:prstGeom prst="rect">
              <a:avLst/>
            </a:prstGeom>
            <a:noFill/>
            <a:ln w="12700">
              <a:noFill/>
            </a:ln>
          </p:spPr>
          <p:txBody>
            <a:bodyPr wrap="square" rtlCol="0">
              <a:spAutoFit/>
            </a:bodyPr>
            <a:lstStyle/>
            <a:p>
              <a:pPr algn="ctr"/>
              <a:r>
                <a:rPr lang="en-US" altLang="ko-KR" sz="800" dirty="0">
                  <a:latin typeface="Arial" panose="020B0604020202020204" pitchFamily="34" charset="0"/>
                  <a:ea typeface="+mj-ea"/>
                  <a:cs typeface="Arial" panose="020B0604020202020204" pitchFamily="34" charset="0"/>
                </a:rPr>
                <a:t>0.7000</a:t>
              </a:r>
              <a:endParaRPr lang="ko-KR" altLang="en-US" sz="800" dirty="0">
                <a:latin typeface="Arial" panose="020B0604020202020204" pitchFamily="34" charset="0"/>
                <a:ea typeface="+mj-ea"/>
                <a:cs typeface="Arial" panose="020B0604020202020204" pitchFamily="34" charset="0"/>
              </a:endParaRPr>
            </a:p>
          </p:txBody>
        </p:sp>
        <p:cxnSp>
          <p:nvCxnSpPr>
            <p:cNvPr id="260" name="직선 화살표 연결선 259">
              <a:extLst>
                <a:ext uri="{FF2B5EF4-FFF2-40B4-BE49-F238E27FC236}">
                  <a16:creationId xmlns:a16="http://schemas.microsoft.com/office/drawing/2014/main" id="{B82F1A64-9605-C9A4-5E8F-7298797A0694}"/>
                </a:ext>
              </a:extLst>
            </p:cNvPr>
            <p:cNvCxnSpPr>
              <a:cxnSpLocks/>
            </p:cNvCxnSpPr>
            <p:nvPr/>
          </p:nvCxnSpPr>
          <p:spPr>
            <a:xfrm>
              <a:off x="6100110" y="1803626"/>
              <a:ext cx="0" cy="286555"/>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1" name="직선 화살표 연결선 260">
              <a:extLst>
                <a:ext uri="{FF2B5EF4-FFF2-40B4-BE49-F238E27FC236}">
                  <a16:creationId xmlns:a16="http://schemas.microsoft.com/office/drawing/2014/main" id="{A040D935-D310-047C-3775-F17AD7809E34}"/>
                </a:ext>
              </a:extLst>
            </p:cNvPr>
            <p:cNvCxnSpPr>
              <a:cxnSpLocks/>
            </p:cNvCxnSpPr>
            <p:nvPr/>
          </p:nvCxnSpPr>
          <p:spPr>
            <a:xfrm flipH="1" flipV="1">
              <a:off x="6096481" y="2266685"/>
              <a:ext cx="7258" cy="285809"/>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2" name="직선 화살표 연결선 261">
              <a:extLst>
                <a:ext uri="{FF2B5EF4-FFF2-40B4-BE49-F238E27FC236}">
                  <a16:creationId xmlns:a16="http://schemas.microsoft.com/office/drawing/2014/main" id="{067ACE20-E221-0E7A-9AEC-64EC86ACA5EC}"/>
                </a:ext>
              </a:extLst>
            </p:cNvPr>
            <p:cNvCxnSpPr>
              <a:cxnSpLocks/>
            </p:cNvCxnSpPr>
            <p:nvPr/>
          </p:nvCxnSpPr>
          <p:spPr>
            <a:xfrm flipH="1">
              <a:off x="5807719" y="3293112"/>
              <a:ext cx="218444"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63" name="TextBox 262">
              <a:extLst>
                <a:ext uri="{FF2B5EF4-FFF2-40B4-BE49-F238E27FC236}">
                  <a16:creationId xmlns:a16="http://schemas.microsoft.com/office/drawing/2014/main" id="{C88D4956-EE00-1DD9-0BC7-6C85F4D05740}"/>
                </a:ext>
              </a:extLst>
            </p:cNvPr>
            <p:cNvSpPr txBox="1"/>
            <p:nvPr/>
          </p:nvSpPr>
          <p:spPr>
            <a:xfrm>
              <a:off x="5942462" y="3209811"/>
              <a:ext cx="275384" cy="200055"/>
            </a:xfrm>
            <a:prstGeom prst="rect">
              <a:avLst/>
            </a:prstGeom>
            <a:noFill/>
            <a:ln w="12700">
              <a:noFill/>
            </a:ln>
          </p:spPr>
          <p:txBody>
            <a:bodyPr wrap="square" rtlCol="0">
              <a:spAutoFit/>
            </a:bodyPr>
            <a:lstStyle/>
            <a:p>
              <a:pPr algn="ctr"/>
              <a:r>
                <a:rPr lang="en-US" altLang="ko-KR" sz="700" dirty="0">
                  <a:latin typeface="Arial" panose="020B0604020202020204" pitchFamily="34" charset="0"/>
                  <a:ea typeface="+mj-ea"/>
                  <a:cs typeface="Arial" panose="020B0604020202020204" pitchFamily="34" charset="0"/>
                </a:rPr>
                <a:t>R</a:t>
              </a:r>
              <a:endParaRPr lang="ko-KR" altLang="en-US" sz="700" dirty="0">
                <a:latin typeface="Arial" panose="020B0604020202020204" pitchFamily="34" charset="0"/>
                <a:ea typeface="+mj-ea"/>
                <a:cs typeface="Arial" panose="020B0604020202020204" pitchFamily="34" charset="0"/>
              </a:endParaRPr>
            </a:p>
          </p:txBody>
        </p:sp>
        <p:cxnSp>
          <p:nvCxnSpPr>
            <p:cNvPr id="264" name="직선 연결선 263">
              <a:extLst>
                <a:ext uri="{FF2B5EF4-FFF2-40B4-BE49-F238E27FC236}">
                  <a16:creationId xmlns:a16="http://schemas.microsoft.com/office/drawing/2014/main" id="{AC7E3C06-A508-294B-0BCA-610D712C4340}"/>
                </a:ext>
              </a:extLst>
            </p:cNvPr>
            <p:cNvCxnSpPr>
              <a:cxnSpLocks/>
            </p:cNvCxnSpPr>
            <p:nvPr/>
          </p:nvCxnSpPr>
          <p:spPr>
            <a:xfrm>
              <a:off x="5682579" y="3986928"/>
              <a:ext cx="5546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5" name="직선 연결선 264">
              <a:extLst>
                <a:ext uri="{FF2B5EF4-FFF2-40B4-BE49-F238E27FC236}">
                  <a16:creationId xmlns:a16="http://schemas.microsoft.com/office/drawing/2014/main" id="{D9F96EBC-CE74-5052-44E2-41D7B6203856}"/>
                </a:ext>
              </a:extLst>
            </p:cNvPr>
            <p:cNvCxnSpPr>
              <a:cxnSpLocks/>
            </p:cNvCxnSpPr>
            <p:nvPr/>
          </p:nvCxnSpPr>
          <p:spPr>
            <a:xfrm>
              <a:off x="5682579" y="4093261"/>
              <a:ext cx="5546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6" name="직선 화살표 연결선 265">
              <a:extLst>
                <a:ext uri="{FF2B5EF4-FFF2-40B4-BE49-F238E27FC236}">
                  <a16:creationId xmlns:a16="http://schemas.microsoft.com/office/drawing/2014/main" id="{33C68E27-34B4-8258-96BD-20EE9F864101}"/>
                </a:ext>
              </a:extLst>
            </p:cNvPr>
            <p:cNvCxnSpPr>
              <a:cxnSpLocks/>
            </p:cNvCxnSpPr>
            <p:nvPr/>
          </p:nvCxnSpPr>
          <p:spPr>
            <a:xfrm>
              <a:off x="6214745" y="3747069"/>
              <a:ext cx="0" cy="23986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7" name="직선 화살표 연결선 266">
              <a:extLst>
                <a:ext uri="{FF2B5EF4-FFF2-40B4-BE49-F238E27FC236}">
                  <a16:creationId xmlns:a16="http://schemas.microsoft.com/office/drawing/2014/main" id="{D3D02C9B-565C-B128-1489-80F6DDA1EFCA}"/>
                </a:ext>
              </a:extLst>
            </p:cNvPr>
            <p:cNvCxnSpPr>
              <a:cxnSpLocks/>
            </p:cNvCxnSpPr>
            <p:nvPr/>
          </p:nvCxnSpPr>
          <p:spPr>
            <a:xfrm flipV="1">
              <a:off x="6214745" y="4093261"/>
              <a:ext cx="0" cy="239041"/>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8" name="직선 연결선 267">
              <a:extLst>
                <a:ext uri="{FF2B5EF4-FFF2-40B4-BE49-F238E27FC236}">
                  <a16:creationId xmlns:a16="http://schemas.microsoft.com/office/drawing/2014/main" id="{678607A4-CFED-D769-6DB4-71579F3EE0FD}"/>
                </a:ext>
              </a:extLst>
            </p:cNvPr>
            <p:cNvCxnSpPr>
              <a:cxnSpLocks/>
            </p:cNvCxnSpPr>
            <p:nvPr/>
          </p:nvCxnSpPr>
          <p:spPr>
            <a:xfrm>
              <a:off x="6080154" y="4329832"/>
              <a:ext cx="1363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69" name="TextBox 268">
              <a:extLst>
                <a:ext uri="{FF2B5EF4-FFF2-40B4-BE49-F238E27FC236}">
                  <a16:creationId xmlns:a16="http://schemas.microsoft.com/office/drawing/2014/main" id="{D2A5B125-9EB6-19E5-022E-0F8EDA502B43}"/>
                </a:ext>
              </a:extLst>
            </p:cNvPr>
            <p:cNvSpPr txBox="1"/>
            <p:nvPr/>
          </p:nvSpPr>
          <p:spPr>
            <a:xfrm>
              <a:off x="5890898" y="4218373"/>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L</a:t>
              </a:r>
              <a:endParaRPr lang="ko-KR" altLang="en-US" sz="1100" dirty="0">
                <a:latin typeface="Arial" panose="020B0604020202020204" pitchFamily="34" charset="0"/>
                <a:ea typeface="+mj-ea"/>
                <a:cs typeface="Arial" panose="020B0604020202020204" pitchFamily="34" charset="0"/>
              </a:endParaRPr>
            </a:p>
          </p:txBody>
        </p:sp>
        <p:cxnSp>
          <p:nvCxnSpPr>
            <p:cNvPr id="270" name="직선 연결선 269">
              <a:extLst>
                <a:ext uri="{FF2B5EF4-FFF2-40B4-BE49-F238E27FC236}">
                  <a16:creationId xmlns:a16="http://schemas.microsoft.com/office/drawing/2014/main" id="{81D3B36B-C5E3-D0BF-9499-E89A803BB06C}"/>
                </a:ext>
              </a:extLst>
            </p:cNvPr>
            <p:cNvCxnSpPr>
              <a:cxnSpLocks/>
            </p:cNvCxnSpPr>
            <p:nvPr/>
          </p:nvCxnSpPr>
          <p:spPr>
            <a:xfrm>
              <a:off x="5059947" y="3986928"/>
              <a:ext cx="0" cy="49766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1" name="직선 연결선 270">
              <a:extLst>
                <a:ext uri="{FF2B5EF4-FFF2-40B4-BE49-F238E27FC236}">
                  <a16:creationId xmlns:a16="http://schemas.microsoft.com/office/drawing/2014/main" id="{4FA8FB40-0A37-3DD3-E015-63A6E4F6713D}"/>
                </a:ext>
              </a:extLst>
            </p:cNvPr>
            <p:cNvCxnSpPr>
              <a:cxnSpLocks/>
            </p:cNvCxnSpPr>
            <p:nvPr/>
          </p:nvCxnSpPr>
          <p:spPr>
            <a:xfrm>
              <a:off x="5159628" y="3986928"/>
              <a:ext cx="0" cy="49766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2" name="직선 화살표 연결선 271">
              <a:extLst>
                <a:ext uri="{FF2B5EF4-FFF2-40B4-BE49-F238E27FC236}">
                  <a16:creationId xmlns:a16="http://schemas.microsoft.com/office/drawing/2014/main" id="{07AA2E14-4489-75AE-81EB-F63EA23B97C7}"/>
                </a:ext>
              </a:extLst>
            </p:cNvPr>
            <p:cNvCxnSpPr>
              <a:cxnSpLocks/>
            </p:cNvCxnSpPr>
            <p:nvPr/>
          </p:nvCxnSpPr>
          <p:spPr>
            <a:xfrm flipH="1">
              <a:off x="5159628" y="4401819"/>
              <a:ext cx="369555"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73" name="직선 화살표 연결선 272">
              <a:extLst>
                <a:ext uri="{FF2B5EF4-FFF2-40B4-BE49-F238E27FC236}">
                  <a16:creationId xmlns:a16="http://schemas.microsoft.com/office/drawing/2014/main" id="{13498976-CB13-9A58-48B7-F1AA572FB466}"/>
                </a:ext>
              </a:extLst>
            </p:cNvPr>
            <p:cNvCxnSpPr>
              <a:cxnSpLocks/>
            </p:cNvCxnSpPr>
            <p:nvPr/>
          </p:nvCxnSpPr>
          <p:spPr>
            <a:xfrm>
              <a:off x="4797041" y="4401819"/>
              <a:ext cx="262905"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74" name="TextBox 273">
              <a:extLst>
                <a:ext uri="{FF2B5EF4-FFF2-40B4-BE49-F238E27FC236}">
                  <a16:creationId xmlns:a16="http://schemas.microsoft.com/office/drawing/2014/main" id="{5A3932AC-FED4-10D0-0530-712E40FB09C5}"/>
                </a:ext>
              </a:extLst>
            </p:cNvPr>
            <p:cNvSpPr txBox="1"/>
            <p:nvPr/>
          </p:nvSpPr>
          <p:spPr>
            <a:xfrm>
              <a:off x="5449812" y="4266885"/>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e</a:t>
              </a:r>
              <a:endParaRPr lang="ko-KR" altLang="en-US" sz="1100" dirty="0">
                <a:latin typeface="Arial" panose="020B0604020202020204" pitchFamily="34" charset="0"/>
                <a:ea typeface="+mj-ea"/>
                <a:cs typeface="Arial" panose="020B0604020202020204" pitchFamily="34" charset="0"/>
              </a:endParaRPr>
            </a:p>
          </p:txBody>
        </p:sp>
        <p:cxnSp>
          <p:nvCxnSpPr>
            <p:cNvPr id="275" name="직선 연결선 274">
              <a:extLst>
                <a:ext uri="{FF2B5EF4-FFF2-40B4-BE49-F238E27FC236}">
                  <a16:creationId xmlns:a16="http://schemas.microsoft.com/office/drawing/2014/main" id="{1859C0AB-14DE-F186-82F6-488171549B62}"/>
                </a:ext>
              </a:extLst>
            </p:cNvPr>
            <p:cNvCxnSpPr>
              <a:cxnSpLocks/>
            </p:cNvCxnSpPr>
            <p:nvPr/>
          </p:nvCxnSpPr>
          <p:spPr>
            <a:xfrm>
              <a:off x="4234372" y="4093261"/>
              <a:ext cx="0" cy="34724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6" name="직선 연결선 275">
              <a:extLst>
                <a:ext uri="{FF2B5EF4-FFF2-40B4-BE49-F238E27FC236}">
                  <a16:creationId xmlns:a16="http://schemas.microsoft.com/office/drawing/2014/main" id="{1A9A9837-27AD-9C61-1700-C6DD17EDA712}"/>
                </a:ext>
              </a:extLst>
            </p:cNvPr>
            <p:cNvCxnSpPr>
              <a:cxnSpLocks/>
            </p:cNvCxnSpPr>
            <p:nvPr/>
          </p:nvCxnSpPr>
          <p:spPr>
            <a:xfrm>
              <a:off x="4288276" y="4093261"/>
              <a:ext cx="0" cy="34724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7" name="직선 화살표 연결선 276">
              <a:extLst>
                <a:ext uri="{FF2B5EF4-FFF2-40B4-BE49-F238E27FC236}">
                  <a16:creationId xmlns:a16="http://schemas.microsoft.com/office/drawing/2014/main" id="{08B3C8C2-641A-76F3-BA1C-D2F04ABD586A}"/>
                </a:ext>
              </a:extLst>
            </p:cNvPr>
            <p:cNvCxnSpPr>
              <a:cxnSpLocks/>
            </p:cNvCxnSpPr>
            <p:nvPr/>
          </p:nvCxnSpPr>
          <p:spPr>
            <a:xfrm flipH="1">
              <a:off x="4288276" y="4401819"/>
              <a:ext cx="255552"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78" name="직선 화살표 연결선 277">
              <a:extLst>
                <a:ext uri="{FF2B5EF4-FFF2-40B4-BE49-F238E27FC236}">
                  <a16:creationId xmlns:a16="http://schemas.microsoft.com/office/drawing/2014/main" id="{FFCD7741-470D-39C8-D2AD-22C6BF6B7DF9}"/>
                </a:ext>
              </a:extLst>
            </p:cNvPr>
            <p:cNvCxnSpPr>
              <a:cxnSpLocks/>
            </p:cNvCxnSpPr>
            <p:nvPr/>
          </p:nvCxnSpPr>
          <p:spPr>
            <a:xfrm>
              <a:off x="3983457" y="4401819"/>
              <a:ext cx="254630"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79" name="TextBox 278">
              <a:extLst>
                <a:ext uri="{FF2B5EF4-FFF2-40B4-BE49-F238E27FC236}">
                  <a16:creationId xmlns:a16="http://schemas.microsoft.com/office/drawing/2014/main" id="{8940DED1-3998-99B6-DDF1-CB7A729327BD}"/>
                </a:ext>
              </a:extLst>
            </p:cNvPr>
            <p:cNvSpPr txBox="1"/>
            <p:nvPr/>
          </p:nvSpPr>
          <p:spPr>
            <a:xfrm>
              <a:off x="3786309" y="4265952"/>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b</a:t>
              </a:r>
              <a:endParaRPr lang="ko-KR" altLang="en-US" sz="1100" dirty="0">
                <a:latin typeface="Arial" panose="020B0604020202020204" pitchFamily="34" charset="0"/>
                <a:ea typeface="+mj-ea"/>
                <a:cs typeface="Arial" panose="020B0604020202020204" pitchFamily="34" charset="0"/>
              </a:endParaRPr>
            </a:p>
          </p:txBody>
        </p:sp>
        <p:cxnSp>
          <p:nvCxnSpPr>
            <p:cNvPr id="280" name="직선 연결선 279">
              <a:extLst>
                <a:ext uri="{FF2B5EF4-FFF2-40B4-BE49-F238E27FC236}">
                  <a16:creationId xmlns:a16="http://schemas.microsoft.com/office/drawing/2014/main" id="{B5D5D7A5-8342-4219-2575-B2C117DDE692}"/>
                </a:ext>
              </a:extLst>
            </p:cNvPr>
            <p:cNvCxnSpPr>
              <a:cxnSpLocks/>
            </p:cNvCxnSpPr>
            <p:nvPr/>
          </p:nvCxnSpPr>
          <p:spPr>
            <a:xfrm>
              <a:off x="3962935" y="2198570"/>
              <a:ext cx="0" cy="16862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1" name="직선 연결선 280">
              <a:extLst>
                <a:ext uri="{FF2B5EF4-FFF2-40B4-BE49-F238E27FC236}">
                  <a16:creationId xmlns:a16="http://schemas.microsoft.com/office/drawing/2014/main" id="{3B272BA2-B971-A72D-20CC-ABA71EA754C6}"/>
                </a:ext>
              </a:extLst>
            </p:cNvPr>
            <p:cNvCxnSpPr>
              <a:cxnSpLocks/>
            </p:cNvCxnSpPr>
            <p:nvPr/>
          </p:nvCxnSpPr>
          <p:spPr>
            <a:xfrm>
              <a:off x="4092460" y="2214012"/>
              <a:ext cx="0" cy="1025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2" name="직선 화살표 연결선 281">
              <a:extLst>
                <a:ext uri="{FF2B5EF4-FFF2-40B4-BE49-F238E27FC236}">
                  <a16:creationId xmlns:a16="http://schemas.microsoft.com/office/drawing/2014/main" id="{7617C1CA-9805-41A3-6C92-8F9CFBE0E7A3}"/>
                </a:ext>
              </a:extLst>
            </p:cNvPr>
            <p:cNvCxnSpPr>
              <a:cxnSpLocks/>
            </p:cNvCxnSpPr>
            <p:nvPr/>
          </p:nvCxnSpPr>
          <p:spPr>
            <a:xfrm flipH="1">
              <a:off x="4088957" y="2236437"/>
              <a:ext cx="255552"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83" name="직선 화살표 연결선 282">
              <a:extLst>
                <a:ext uri="{FF2B5EF4-FFF2-40B4-BE49-F238E27FC236}">
                  <a16:creationId xmlns:a16="http://schemas.microsoft.com/office/drawing/2014/main" id="{3AD4613B-AA09-6877-8BB4-312B65E565AD}"/>
                </a:ext>
              </a:extLst>
            </p:cNvPr>
            <p:cNvCxnSpPr>
              <a:cxnSpLocks/>
            </p:cNvCxnSpPr>
            <p:nvPr/>
          </p:nvCxnSpPr>
          <p:spPr>
            <a:xfrm>
              <a:off x="3708305" y="2236437"/>
              <a:ext cx="254630"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84" name="TextBox 283">
              <a:extLst>
                <a:ext uri="{FF2B5EF4-FFF2-40B4-BE49-F238E27FC236}">
                  <a16:creationId xmlns:a16="http://schemas.microsoft.com/office/drawing/2014/main" id="{95ABF5D0-C4A0-377A-63DE-6DF2094B1994}"/>
                </a:ext>
              </a:extLst>
            </p:cNvPr>
            <p:cNvSpPr txBox="1"/>
            <p:nvPr/>
          </p:nvSpPr>
          <p:spPr>
            <a:xfrm>
              <a:off x="3522531" y="2125369"/>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k</a:t>
              </a:r>
              <a:endParaRPr lang="ko-KR" altLang="en-US" sz="1100" dirty="0">
                <a:latin typeface="Arial" panose="020B0604020202020204" pitchFamily="34" charset="0"/>
                <a:ea typeface="+mj-ea"/>
                <a:cs typeface="Arial" panose="020B0604020202020204" pitchFamily="34" charset="0"/>
              </a:endParaRPr>
            </a:p>
          </p:txBody>
        </p:sp>
        <p:cxnSp>
          <p:nvCxnSpPr>
            <p:cNvPr id="285" name="직선 연결선 284">
              <a:extLst>
                <a:ext uri="{FF2B5EF4-FFF2-40B4-BE49-F238E27FC236}">
                  <a16:creationId xmlns:a16="http://schemas.microsoft.com/office/drawing/2014/main" id="{5DC35738-9FDF-6288-3841-E268F528334E}"/>
                </a:ext>
              </a:extLst>
            </p:cNvPr>
            <p:cNvCxnSpPr/>
            <p:nvPr/>
          </p:nvCxnSpPr>
          <p:spPr>
            <a:xfrm>
              <a:off x="4994686" y="2513082"/>
              <a:ext cx="405600" cy="0"/>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6" name="직선 연결선 285">
              <a:extLst>
                <a:ext uri="{FF2B5EF4-FFF2-40B4-BE49-F238E27FC236}">
                  <a16:creationId xmlns:a16="http://schemas.microsoft.com/office/drawing/2014/main" id="{DBB221D7-2521-496D-BFBC-657276E04F7E}"/>
                </a:ext>
              </a:extLst>
            </p:cNvPr>
            <p:cNvCxnSpPr>
              <a:cxnSpLocks/>
            </p:cNvCxnSpPr>
            <p:nvPr/>
          </p:nvCxnSpPr>
          <p:spPr>
            <a:xfrm flipV="1">
              <a:off x="5400285" y="2360106"/>
              <a:ext cx="184976" cy="152976"/>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287" name="TextBox 286">
              <a:extLst>
                <a:ext uri="{FF2B5EF4-FFF2-40B4-BE49-F238E27FC236}">
                  <a16:creationId xmlns:a16="http://schemas.microsoft.com/office/drawing/2014/main" id="{E55C98D5-B369-2555-79B8-82E8C9F40A23}"/>
                </a:ext>
              </a:extLst>
            </p:cNvPr>
            <p:cNvSpPr txBox="1"/>
            <p:nvPr/>
          </p:nvSpPr>
          <p:spPr>
            <a:xfrm>
              <a:off x="4830634" y="2497481"/>
              <a:ext cx="804653" cy="369332"/>
            </a:xfrm>
            <a:prstGeom prst="rect">
              <a:avLst/>
            </a:prstGeom>
            <a:noFill/>
            <a:ln w="12700">
              <a:noFill/>
            </a:ln>
          </p:spPr>
          <p:txBody>
            <a:bodyPr wrap="square" rtlCol="0">
              <a:spAutoFit/>
            </a:bodyPr>
            <a:lstStyle/>
            <a:p>
              <a:pPr algn="ctr"/>
              <a:r>
                <a:rPr lang="en-US" altLang="ko-KR" sz="900" dirty="0">
                  <a:latin typeface="Arial" panose="020B0604020202020204" pitchFamily="34" charset="0"/>
                  <a:ea typeface="+mj-ea"/>
                  <a:cs typeface="Arial" panose="020B0604020202020204" pitchFamily="34" charset="0"/>
                </a:rPr>
                <a:t>C=0.4X45°</a:t>
              </a:r>
            </a:p>
            <a:p>
              <a:pPr algn="ctr"/>
              <a:r>
                <a:rPr lang="en-US" altLang="ko-KR" sz="900" dirty="0">
                  <a:latin typeface="Arial" panose="020B0604020202020204" pitchFamily="34" charset="0"/>
                  <a:ea typeface="+mj-ea"/>
                  <a:cs typeface="Arial" panose="020B0604020202020204" pitchFamily="34" charset="0"/>
                </a:rPr>
                <a:t>PIN#1</a:t>
              </a:r>
              <a:r>
                <a:rPr lang="ko-KR" altLang="en-US" sz="900" dirty="0">
                  <a:latin typeface="Arial" panose="020B0604020202020204" pitchFamily="34" charset="0"/>
                  <a:ea typeface="+mj-ea"/>
                  <a:cs typeface="Arial" panose="020B0604020202020204" pitchFamily="34" charset="0"/>
                </a:rPr>
                <a:t> </a:t>
              </a:r>
              <a:r>
                <a:rPr lang="en-US" altLang="ko-KR" sz="900" dirty="0">
                  <a:latin typeface="Arial" panose="020B0604020202020204" pitchFamily="34" charset="0"/>
                  <a:ea typeface="+mj-ea"/>
                  <a:cs typeface="Arial" panose="020B0604020202020204" pitchFamily="34" charset="0"/>
                </a:rPr>
                <a:t>I.D.</a:t>
              </a:r>
              <a:endParaRPr lang="ko-KR" altLang="en-US" sz="900" dirty="0">
                <a:latin typeface="Arial" panose="020B0604020202020204" pitchFamily="34" charset="0"/>
                <a:ea typeface="+mj-ea"/>
                <a:cs typeface="Arial" panose="020B0604020202020204" pitchFamily="34" charset="0"/>
              </a:endParaRPr>
            </a:p>
          </p:txBody>
        </p:sp>
        <p:sp>
          <p:nvSpPr>
            <p:cNvPr id="251" name="사각형: 잘린 한쪽 모서리 250">
              <a:extLst>
                <a:ext uri="{FF2B5EF4-FFF2-40B4-BE49-F238E27FC236}">
                  <a16:creationId xmlns:a16="http://schemas.microsoft.com/office/drawing/2014/main" id="{C82378C0-DDE7-AD84-02C8-E044347055B6}"/>
                </a:ext>
              </a:extLst>
            </p:cNvPr>
            <p:cNvSpPr/>
            <p:nvPr/>
          </p:nvSpPr>
          <p:spPr>
            <a:xfrm>
              <a:off x="4091764" y="2316522"/>
              <a:ext cx="1541172" cy="1541173"/>
            </a:xfrm>
            <a:prstGeom prst="snip1Rect">
              <a:avLst>
                <a:gd name="adj" fmla="val 5739"/>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cxnSp>
          <p:nvCxnSpPr>
            <p:cNvPr id="94" name="직선 연결선 93">
              <a:extLst>
                <a:ext uri="{FF2B5EF4-FFF2-40B4-BE49-F238E27FC236}">
                  <a16:creationId xmlns:a16="http://schemas.microsoft.com/office/drawing/2014/main" id="{4BB408A8-4863-5950-5563-89005DC3D23C}"/>
                </a:ext>
              </a:extLst>
            </p:cNvPr>
            <p:cNvCxnSpPr>
              <a:cxnSpLocks/>
              <a:stCxn id="63" idx="0"/>
              <a:endCxn id="63" idx="2"/>
            </p:cNvCxnSpPr>
            <p:nvPr/>
          </p:nvCxnSpPr>
          <p:spPr>
            <a:xfrm>
              <a:off x="5807719" y="3264819"/>
              <a:ext cx="0" cy="53736"/>
            </a:xfrm>
            <a:prstGeom prst="line">
              <a:avLst/>
            </a:prstGeom>
            <a:ln>
              <a:solidFill>
                <a:schemeClr val="tx1"/>
              </a:solidFill>
              <a:headEnd type="none" w="sm" len="sm"/>
              <a:tailEnd type="none" w="sm" len="sm"/>
            </a:ln>
          </p:spPr>
          <p:style>
            <a:lnRef idx="1">
              <a:schemeClr val="accent1"/>
            </a:lnRef>
            <a:fillRef idx="0">
              <a:schemeClr val="accent1"/>
            </a:fillRef>
            <a:effectRef idx="0">
              <a:schemeClr val="accent1"/>
            </a:effectRef>
            <a:fontRef idx="minor">
              <a:schemeClr val="tx1"/>
            </a:fontRef>
          </p:style>
        </p:cxnSp>
      </p:grpSp>
      <p:graphicFrame>
        <p:nvGraphicFramePr>
          <p:cNvPr id="93" name="표 92">
            <a:extLst>
              <a:ext uri="{FF2B5EF4-FFF2-40B4-BE49-F238E27FC236}">
                <a16:creationId xmlns:a16="http://schemas.microsoft.com/office/drawing/2014/main" id="{31529A9C-C43F-A14B-04D4-CACA22362A77}"/>
              </a:ext>
            </a:extLst>
          </p:cNvPr>
          <p:cNvGraphicFramePr>
            <a:graphicFrameLocks noGrp="1"/>
          </p:cNvGraphicFramePr>
          <p:nvPr>
            <p:extLst>
              <p:ext uri="{D42A27DB-BD31-4B8C-83A1-F6EECF244321}">
                <p14:modId xmlns:p14="http://schemas.microsoft.com/office/powerpoint/2010/main" val="2977209030"/>
              </p:ext>
            </p:extLst>
          </p:nvPr>
        </p:nvGraphicFramePr>
        <p:xfrm>
          <a:off x="3733095" y="4833100"/>
          <a:ext cx="2720340" cy="3464430"/>
        </p:xfrm>
        <a:graphic>
          <a:graphicData uri="http://schemas.openxmlformats.org/drawingml/2006/table">
            <a:tbl>
              <a:tblPr/>
              <a:tblGrid>
                <a:gridCol w="658819">
                  <a:extLst>
                    <a:ext uri="{9D8B030D-6E8A-4147-A177-3AD203B41FA5}">
                      <a16:colId xmlns:a16="http://schemas.microsoft.com/office/drawing/2014/main" val="277156858"/>
                    </a:ext>
                  </a:extLst>
                </a:gridCol>
                <a:gridCol w="640433">
                  <a:extLst>
                    <a:ext uri="{9D8B030D-6E8A-4147-A177-3AD203B41FA5}">
                      <a16:colId xmlns:a16="http://schemas.microsoft.com/office/drawing/2014/main" val="1529212435"/>
                    </a:ext>
                  </a:extLst>
                </a:gridCol>
                <a:gridCol w="710544">
                  <a:extLst>
                    <a:ext uri="{9D8B030D-6E8A-4147-A177-3AD203B41FA5}">
                      <a16:colId xmlns:a16="http://schemas.microsoft.com/office/drawing/2014/main" val="3403192241"/>
                    </a:ext>
                  </a:extLst>
                </a:gridCol>
                <a:gridCol w="710544">
                  <a:extLst>
                    <a:ext uri="{9D8B030D-6E8A-4147-A177-3AD203B41FA5}">
                      <a16:colId xmlns:a16="http://schemas.microsoft.com/office/drawing/2014/main" val="2690407686"/>
                    </a:ext>
                  </a:extLst>
                </a:gridCol>
              </a:tblGrid>
              <a:tr h="240720">
                <a:tc rowSpan="2">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Symbol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Dimensions in mm</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483013432"/>
                  </a:ext>
                </a:extLst>
              </a:tr>
              <a:tr h="230265">
                <a:tc vMerge="1">
                  <a:txBody>
                    <a:bodyPr/>
                    <a:lstStyle/>
                    <a:p>
                      <a:pPr latinLnBrk="1"/>
                      <a:endParaRPr lang="ko-KR" altLang="en-US"/>
                    </a:p>
                  </a:txBody>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Min</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Typ</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Max</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99100475"/>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A</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0.70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0.75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0.80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7028096"/>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A1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0.00</a:t>
                      </a:r>
                      <a:endPar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0.02</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0.05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5928533"/>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A3</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0.203 REF</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774923541"/>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7.90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8.00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554096"/>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7.90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8.00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1937671"/>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6.30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478559"/>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6.30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028676"/>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k</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latinLnBrk="1"/>
                      <a:endParaRPr lang="ko-KR" altLang="en-US"/>
                    </a:p>
                  </a:txBody>
                  <a:tcP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3089035"/>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b</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0.15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161903"/>
                  </a:ext>
                </a:extLst>
              </a:tr>
              <a:tr h="230265">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0.30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0.50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595348"/>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Nd</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6.40 BSC</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827091284"/>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Ne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6.40 BSC</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230867288"/>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0.35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2825556"/>
                  </a:ext>
                </a:extLst>
              </a:tr>
            </a:tbl>
          </a:graphicData>
        </a:graphic>
      </p:graphicFrame>
      <p:sp>
        <p:nvSpPr>
          <p:cNvPr id="8" name="직사각형 7">
            <a:extLst>
              <a:ext uri="{FF2B5EF4-FFF2-40B4-BE49-F238E27FC236}">
                <a16:creationId xmlns:a16="http://schemas.microsoft.com/office/drawing/2014/main" id="{AC4D7315-0C74-0092-89B1-69AF0A5B14D7}"/>
              </a:ext>
            </a:extLst>
          </p:cNvPr>
          <p:cNvSpPr/>
          <p:nvPr/>
        </p:nvSpPr>
        <p:spPr>
          <a:xfrm>
            <a:off x="2483141" y="210264"/>
            <a:ext cx="3933534" cy="947417"/>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tx1"/>
                </a:solidFill>
              </a:rPr>
              <a:t>QFN 8080-68L </a:t>
            </a:r>
            <a:br>
              <a:rPr lang="en-US" altLang="ko-KR" dirty="0">
                <a:solidFill>
                  <a:schemeClr val="tx1"/>
                </a:solidFill>
              </a:rPr>
            </a:br>
            <a:r>
              <a:rPr lang="en-US" altLang="ko-KR" dirty="0">
                <a:solidFill>
                  <a:schemeClr val="tx1"/>
                </a:solidFill>
              </a:rPr>
              <a:t>POD </a:t>
            </a:r>
            <a:r>
              <a:rPr lang="ko-KR" altLang="en-US" dirty="0">
                <a:solidFill>
                  <a:schemeClr val="tx1"/>
                </a:solidFill>
              </a:rPr>
              <a:t>도면 </a:t>
            </a:r>
            <a:r>
              <a:rPr lang="en-US" altLang="ko-KR" dirty="0">
                <a:solidFill>
                  <a:schemeClr val="tx1"/>
                </a:solidFill>
              </a:rPr>
              <a:t>Update </a:t>
            </a:r>
            <a:r>
              <a:rPr lang="ko-KR" altLang="en-US" dirty="0">
                <a:solidFill>
                  <a:schemeClr val="tx1"/>
                </a:solidFill>
              </a:rPr>
              <a:t>필요</a:t>
            </a:r>
            <a:endParaRPr lang="en-US" altLang="ko-KR" dirty="0">
              <a:solidFill>
                <a:schemeClr val="tx1"/>
              </a:solidFill>
            </a:endParaRPr>
          </a:p>
          <a:p>
            <a:pPr algn="ctr"/>
            <a:r>
              <a:rPr lang="en-US" altLang="ko-KR" dirty="0">
                <a:solidFill>
                  <a:schemeClr val="tx1"/>
                </a:solidFill>
              </a:rPr>
              <a:t>(</a:t>
            </a:r>
            <a:r>
              <a:rPr lang="ko-KR" altLang="en-US" dirty="0">
                <a:solidFill>
                  <a:schemeClr val="tx1"/>
                </a:solidFill>
              </a:rPr>
              <a:t>이영진 차장</a:t>
            </a:r>
            <a:r>
              <a:rPr lang="en-US" altLang="ko-KR" dirty="0">
                <a:solidFill>
                  <a:schemeClr val="tx1"/>
                </a:solidFill>
              </a:rPr>
              <a:t>)</a:t>
            </a:r>
            <a:endParaRPr lang="ko-KR" altLang="en-US" dirty="0">
              <a:solidFill>
                <a:schemeClr val="tx1"/>
              </a:solidFill>
            </a:endParaRPr>
          </a:p>
        </p:txBody>
      </p:sp>
    </p:spTree>
    <p:extLst>
      <p:ext uri="{BB962C8B-B14F-4D97-AF65-F5344CB8AC3E}">
        <p14:creationId xmlns:p14="http://schemas.microsoft.com/office/powerpoint/2010/main" val="3400440822"/>
      </p:ext>
    </p:extLst>
  </p:cSld>
  <p:clrMapOvr>
    <a:masterClrMapping/>
  </p:clrMapOvr>
  <p:extLst>
    <p:ext uri="{6950BFC3-D8DA-4A85-94F7-54DA5524770B}">
      <p188:commentRel xmlns:p188="http://schemas.microsoft.com/office/powerpoint/2018/8/main" r:id="rId2"/>
    </p:ext>
  </p:extLs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A3A00-81A4-EBF7-D6AF-2B3F7E7E7125}"/>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60224C1-E08E-FDAC-61AC-AD42F8F5C3C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F6256801-4859-50BB-8A9D-D66FC7F08E6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08E41EB4-016C-A605-3D00-0BE45A529B5A}"/>
              </a:ext>
            </a:extLst>
          </p:cNvPr>
          <p:cNvSpPr txBox="1"/>
          <p:nvPr/>
        </p:nvSpPr>
        <p:spPr>
          <a:xfrm>
            <a:off x="404813"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QFN 8080-68L Section Image</a:t>
            </a:r>
          </a:p>
        </p:txBody>
      </p:sp>
      <p:sp>
        <p:nvSpPr>
          <p:cNvPr id="90" name="object 3">
            <a:extLst>
              <a:ext uri="{FF2B5EF4-FFF2-40B4-BE49-F238E27FC236}">
                <a16:creationId xmlns:a16="http://schemas.microsoft.com/office/drawing/2014/main" id="{C2389A5D-D29A-65C4-4CE9-A82D9680789D}"/>
              </a:ext>
            </a:extLst>
          </p:cNvPr>
          <p:cNvSpPr txBox="1"/>
          <p:nvPr/>
        </p:nvSpPr>
        <p:spPr>
          <a:xfrm>
            <a:off x="2412929" y="1702943"/>
            <a:ext cx="1904047" cy="169277"/>
          </a:xfrm>
          <a:prstGeom prst="rect">
            <a:avLst/>
          </a:prstGeom>
        </p:spPr>
        <p:txBody>
          <a:bodyPr vert="horz" wrap="none" lIns="0" tIns="0" rIns="0" bIns="0" rtlCol="0" anchor="ctr" anchorCtr="0">
            <a:spAutoFit/>
          </a:bodyPr>
          <a:lstStyle/>
          <a:p>
            <a:pPr algn="ctr" defTabSz="895327" fontAlgn="auto">
              <a:spcBef>
                <a:spcPts val="474"/>
              </a:spcBef>
              <a:spcAft>
                <a:spcPts val="0"/>
              </a:spcAft>
            </a:pPr>
            <a:r>
              <a:rPr lang="en-US" altLang="ko-KR" sz="1100" b="1" spc="-20" dirty="0">
                <a:solidFill>
                  <a:prstClr val="black"/>
                </a:solidFill>
                <a:latin typeface="Arial"/>
                <a:ea typeface="맑은 고딕" panose="020B0503020000020004" pitchFamily="50" charset="-127"/>
                <a:cs typeface="Arial"/>
              </a:rPr>
              <a:t>QFN 8080-68L </a:t>
            </a:r>
            <a:r>
              <a:rPr kumimoji="0" lang="en-US" altLang="ko-KR" sz="1100" b="1" spc="-20" dirty="0">
                <a:solidFill>
                  <a:prstClr val="black"/>
                </a:solidFill>
                <a:latin typeface="Arial"/>
                <a:ea typeface="맑은 고딕" panose="020B0503020000020004" pitchFamily="50" charset="-127"/>
                <a:cs typeface="Arial"/>
              </a:rPr>
              <a:t>Section</a:t>
            </a:r>
            <a:r>
              <a:rPr kumimoji="0" lang="ko-KR" altLang="en-US" sz="1100" b="1" spc="-20" dirty="0">
                <a:solidFill>
                  <a:prstClr val="black"/>
                </a:solidFill>
                <a:latin typeface="Arial"/>
                <a:ea typeface="맑은 고딕" panose="020B0503020000020004" pitchFamily="50" charset="-127"/>
                <a:cs typeface="Arial"/>
              </a:rPr>
              <a:t>  </a:t>
            </a:r>
            <a:r>
              <a:rPr kumimoji="0" lang="en-US" altLang="ko-KR" sz="1100" b="1" spc="-20" dirty="0">
                <a:solidFill>
                  <a:prstClr val="black"/>
                </a:solidFill>
                <a:latin typeface="Arial"/>
                <a:ea typeface="맑은 고딕" panose="020B0503020000020004" pitchFamily="50" charset="-127"/>
                <a:cs typeface="Arial"/>
              </a:rPr>
              <a:t>Image</a:t>
            </a:r>
            <a:endParaRPr kumimoji="0" lang="en-US" altLang="ko-KR" sz="1100" b="1" dirty="0">
              <a:solidFill>
                <a:prstClr val="black"/>
              </a:solidFill>
              <a:latin typeface="Arial"/>
              <a:ea typeface="맑은 고딕" panose="020B0503020000020004" pitchFamily="50" charset="-127"/>
              <a:cs typeface="Arial"/>
            </a:endParaRPr>
          </a:p>
        </p:txBody>
      </p:sp>
      <p:sp>
        <p:nvSpPr>
          <p:cNvPr id="92" name="TextBox 91">
            <a:extLst>
              <a:ext uri="{FF2B5EF4-FFF2-40B4-BE49-F238E27FC236}">
                <a16:creationId xmlns:a16="http://schemas.microsoft.com/office/drawing/2014/main" id="{024EAD5F-3CA6-8AB4-4212-911C4FC41C99}"/>
              </a:ext>
            </a:extLst>
          </p:cNvPr>
          <p:cNvSpPr txBox="1"/>
          <p:nvPr/>
        </p:nvSpPr>
        <p:spPr>
          <a:xfrm>
            <a:off x="3034731" y="2191579"/>
            <a:ext cx="660437"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SIDE VIEW</a:t>
            </a:r>
            <a:endParaRPr lang="ko-KR" altLang="en-US" sz="1000" b="1" dirty="0">
              <a:latin typeface="Arial" panose="020B0604020202020204" pitchFamily="34" charset="0"/>
              <a:cs typeface="Arial" panose="020B0604020202020204" pitchFamily="34" charset="0"/>
            </a:endParaRPr>
          </a:p>
        </p:txBody>
      </p:sp>
      <p:pic>
        <p:nvPicPr>
          <p:cNvPr id="95" name="그림 94">
            <a:extLst>
              <a:ext uri="{FF2B5EF4-FFF2-40B4-BE49-F238E27FC236}">
                <a16:creationId xmlns:a16="http://schemas.microsoft.com/office/drawing/2014/main" id="{3914EDA1-188D-C2EF-EAB1-DB7842703591}"/>
              </a:ext>
            </a:extLst>
          </p:cNvPr>
          <p:cNvPicPr>
            <a:picLocks noChangeAspect="1"/>
          </p:cNvPicPr>
          <p:nvPr/>
        </p:nvPicPr>
        <p:blipFill>
          <a:blip r:embed="rId2"/>
          <a:stretch>
            <a:fillRect/>
          </a:stretch>
        </p:blipFill>
        <p:spPr>
          <a:xfrm>
            <a:off x="990626" y="3441303"/>
            <a:ext cx="4933447" cy="1410468"/>
          </a:xfrm>
          <a:prstGeom prst="rect">
            <a:avLst/>
          </a:prstGeom>
        </p:spPr>
      </p:pic>
      <p:sp>
        <p:nvSpPr>
          <p:cNvPr id="96" name="TextBox 95">
            <a:extLst>
              <a:ext uri="{FF2B5EF4-FFF2-40B4-BE49-F238E27FC236}">
                <a16:creationId xmlns:a16="http://schemas.microsoft.com/office/drawing/2014/main" id="{7A640383-0772-EC7E-FA4E-B51169F387A9}"/>
              </a:ext>
            </a:extLst>
          </p:cNvPr>
          <p:cNvSpPr txBox="1"/>
          <p:nvPr/>
        </p:nvSpPr>
        <p:spPr>
          <a:xfrm>
            <a:off x="4581632" y="2915078"/>
            <a:ext cx="1076219"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Bonding</a:t>
            </a:r>
            <a:r>
              <a:rPr lang="ko-KR" altLang="en-US" sz="1000" b="1" dirty="0">
                <a:latin typeface="Arial" panose="020B0604020202020204" pitchFamily="34" charset="0"/>
                <a:cs typeface="Arial" panose="020B0604020202020204" pitchFamily="34" charset="0"/>
              </a:rPr>
              <a:t> </a:t>
            </a:r>
            <a:r>
              <a:rPr lang="en-US" altLang="ko-KR" sz="1000" b="1" dirty="0">
                <a:latin typeface="Arial" panose="020B0604020202020204" pitchFamily="34" charset="0"/>
                <a:cs typeface="Arial" panose="020B0604020202020204" pitchFamily="34" charset="0"/>
              </a:rPr>
              <a:t>wire</a:t>
            </a:r>
            <a:endParaRPr lang="ko-KR" altLang="en-US" sz="1000" b="1" dirty="0">
              <a:latin typeface="Arial" panose="020B0604020202020204" pitchFamily="34" charset="0"/>
              <a:cs typeface="Arial" panose="020B0604020202020204" pitchFamily="34" charset="0"/>
            </a:endParaRPr>
          </a:p>
        </p:txBody>
      </p:sp>
      <p:sp>
        <p:nvSpPr>
          <p:cNvPr id="97" name="TextBox 96">
            <a:extLst>
              <a:ext uri="{FF2B5EF4-FFF2-40B4-BE49-F238E27FC236}">
                <a16:creationId xmlns:a16="http://schemas.microsoft.com/office/drawing/2014/main" id="{B312901B-6C9B-3320-2F86-1C673437F645}"/>
              </a:ext>
            </a:extLst>
          </p:cNvPr>
          <p:cNvSpPr txBox="1"/>
          <p:nvPr/>
        </p:nvSpPr>
        <p:spPr>
          <a:xfrm>
            <a:off x="3142718" y="3791439"/>
            <a:ext cx="552450"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Die</a:t>
            </a:r>
            <a:endParaRPr lang="ko-KR" altLang="en-US" sz="1000" b="1" dirty="0">
              <a:latin typeface="Arial" panose="020B0604020202020204" pitchFamily="34" charset="0"/>
              <a:cs typeface="Arial" panose="020B0604020202020204" pitchFamily="34" charset="0"/>
            </a:endParaRPr>
          </a:p>
        </p:txBody>
      </p:sp>
      <p:sp>
        <p:nvSpPr>
          <p:cNvPr id="98" name="TextBox 97">
            <a:extLst>
              <a:ext uri="{FF2B5EF4-FFF2-40B4-BE49-F238E27FC236}">
                <a16:creationId xmlns:a16="http://schemas.microsoft.com/office/drawing/2014/main" id="{89F7361E-9E43-9161-37E1-C3006A2AACB8}"/>
              </a:ext>
            </a:extLst>
          </p:cNvPr>
          <p:cNvSpPr txBox="1"/>
          <p:nvPr/>
        </p:nvSpPr>
        <p:spPr>
          <a:xfrm>
            <a:off x="2826839" y="2915079"/>
            <a:ext cx="1268911"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Mold compound</a:t>
            </a:r>
            <a:endParaRPr lang="ko-KR" altLang="en-US" sz="1000" b="1" dirty="0">
              <a:latin typeface="Arial" panose="020B0604020202020204" pitchFamily="34" charset="0"/>
              <a:cs typeface="Arial" panose="020B0604020202020204" pitchFamily="34" charset="0"/>
            </a:endParaRPr>
          </a:p>
        </p:txBody>
      </p:sp>
      <p:sp>
        <p:nvSpPr>
          <p:cNvPr id="99" name="TextBox 98">
            <a:extLst>
              <a:ext uri="{FF2B5EF4-FFF2-40B4-BE49-F238E27FC236}">
                <a16:creationId xmlns:a16="http://schemas.microsoft.com/office/drawing/2014/main" id="{4873E75F-3BC7-605D-0FD0-7F0E71A0C9C8}"/>
              </a:ext>
            </a:extLst>
          </p:cNvPr>
          <p:cNvSpPr txBox="1"/>
          <p:nvPr/>
        </p:nvSpPr>
        <p:spPr>
          <a:xfrm>
            <a:off x="1676258" y="2833859"/>
            <a:ext cx="974173" cy="400110"/>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Die attach </a:t>
            </a:r>
          </a:p>
          <a:p>
            <a:pPr algn="ctr"/>
            <a:r>
              <a:rPr lang="en-US" altLang="ko-KR" sz="1000" b="1" dirty="0">
                <a:latin typeface="Arial" panose="020B0604020202020204" pitchFamily="34" charset="0"/>
                <a:cs typeface="Arial" panose="020B0604020202020204" pitchFamily="34" charset="0"/>
              </a:rPr>
              <a:t>Adhesive</a:t>
            </a:r>
            <a:endParaRPr lang="ko-KR" altLang="en-US" sz="1000" b="1" dirty="0">
              <a:latin typeface="Arial" panose="020B0604020202020204" pitchFamily="34" charset="0"/>
              <a:cs typeface="Arial" panose="020B0604020202020204" pitchFamily="34" charset="0"/>
            </a:endParaRPr>
          </a:p>
        </p:txBody>
      </p:sp>
      <p:sp>
        <p:nvSpPr>
          <p:cNvPr id="100" name="TextBox 99">
            <a:extLst>
              <a:ext uri="{FF2B5EF4-FFF2-40B4-BE49-F238E27FC236}">
                <a16:creationId xmlns:a16="http://schemas.microsoft.com/office/drawing/2014/main" id="{A69E74B1-2D47-A781-B996-7B23BE067A3C}"/>
              </a:ext>
            </a:extLst>
          </p:cNvPr>
          <p:cNvSpPr txBox="1"/>
          <p:nvPr/>
        </p:nvSpPr>
        <p:spPr>
          <a:xfrm>
            <a:off x="702085" y="2910803"/>
            <a:ext cx="974173"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Lead frame</a:t>
            </a:r>
            <a:endParaRPr lang="ko-KR" altLang="en-US" sz="1000" b="1" dirty="0">
              <a:latin typeface="Arial" panose="020B0604020202020204" pitchFamily="34" charset="0"/>
              <a:cs typeface="Arial" panose="020B0604020202020204" pitchFamily="34" charset="0"/>
            </a:endParaRPr>
          </a:p>
        </p:txBody>
      </p:sp>
      <p:sp>
        <p:nvSpPr>
          <p:cNvPr id="101" name="TextBox 100">
            <a:extLst>
              <a:ext uri="{FF2B5EF4-FFF2-40B4-BE49-F238E27FC236}">
                <a16:creationId xmlns:a16="http://schemas.microsoft.com/office/drawing/2014/main" id="{FE73FF55-2E33-5BF5-3366-925A9AF288E0}"/>
              </a:ext>
            </a:extLst>
          </p:cNvPr>
          <p:cNvSpPr txBox="1"/>
          <p:nvPr/>
        </p:nvSpPr>
        <p:spPr>
          <a:xfrm>
            <a:off x="3461294" y="5275573"/>
            <a:ext cx="1268911"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Exposed PAD</a:t>
            </a:r>
            <a:endParaRPr lang="ko-KR" altLang="en-US" sz="1000" b="1" dirty="0">
              <a:latin typeface="Arial" panose="020B0604020202020204" pitchFamily="34" charset="0"/>
              <a:cs typeface="Arial" panose="020B0604020202020204" pitchFamily="34" charset="0"/>
            </a:endParaRPr>
          </a:p>
        </p:txBody>
      </p:sp>
      <p:cxnSp>
        <p:nvCxnSpPr>
          <p:cNvPr id="102" name="직선 화살표 연결선 101">
            <a:extLst>
              <a:ext uri="{FF2B5EF4-FFF2-40B4-BE49-F238E27FC236}">
                <a16:creationId xmlns:a16="http://schemas.microsoft.com/office/drawing/2014/main" id="{2B18A301-21D9-8144-9AED-2A8C45B26E2B}"/>
              </a:ext>
            </a:extLst>
          </p:cNvPr>
          <p:cNvCxnSpPr>
            <a:cxnSpLocks/>
            <a:stCxn id="101" idx="0"/>
          </p:cNvCxnSpPr>
          <p:nvPr/>
        </p:nvCxnSpPr>
        <p:spPr>
          <a:xfrm flipH="1" flipV="1">
            <a:off x="3619500" y="4229100"/>
            <a:ext cx="476250" cy="1046473"/>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3" name="직선 화살표 연결선 102">
            <a:extLst>
              <a:ext uri="{FF2B5EF4-FFF2-40B4-BE49-F238E27FC236}">
                <a16:creationId xmlns:a16="http://schemas.microsoft.com/office/drawing/2014/main" id="{111E0535-DF3C-0CD9-AF45-F178EB9F81C9}"/>
              </a:ext>
            </a:extLst>
          </p:cNvPr>
          <p:cNvCxnSpPr>
            <a:cxnSpLocks/>
            <a:stCxn id="96" idx="2"/>
          </p:cNvCxnSpPr>
          <p:nvPr/>
        </p:nvCxnSpPr>
        <p:spPr>
          <a:xfrm flipH="1">
            <a:off x="4581632" y="3161299"/>
            <a:ext cx="538110" cy="562976"/>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4" name="직선 화살표 연결선 103">
            <a:extLst>
              <a:ext uri="{FF2B5EF4-FFF2-40B4-BE49-F238E27FC236}">
                <a16:creationId xmlns:a16="http://schemas.microsoft.com/office/drawing/2014/main" id="{A8B5E4D8-BC5F-B06D-D987-619A06368B00}"/>
              </a:ext>
            </a:extLst>
          </p:cNvPr>
          <p:cNvCxnSpPr>
            <a:cxnSpLocks/>
            <a:stCxn id="98" idx="2"/>
          </p:cNvCxnSpPr>
          <p:nvPr/>
        </p:nvCxnSpPr>
        <p:spPr>
          <a:xfrm>
            <a:off x="3461295" y="3161300"/>
            <a:ext cx="0" cy="472928"/>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5" name="직선 화살표 연결선 104">
            <a:extLst>
              <a:ext uri="{FF2B5EF4-FFF2-40B4-BE49-F238E27FC236}">
                <a16:creationId xmlns:a16="http://schemas.microsoft.com/office/drawing/2014/main" id="{17F12587-5D9C-CB74-8F68-3B7A40EC69C4}"/>
              </a:ext>
            </a:extLst>
          </p:cNvPr>
          <p:cNvCxnSpPr>
            <a:cxnSpLocks/>
            <a:stCxn id="99" idx="2"/>
          </p:cNvCxnSpPr>
          <p:nvPr/>
        </p:nvCxnSpPr>
        <p:spPr>
          <a:xfrm>
            <a:off x="2163345" y="3233969"/>
            <a:ext cx="783600" cy="803691"/>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6" name="직선 화살표 연결선 105">
            <a:extLst>
              <a:ext uri="{FF2B5EF4-FFF2-40B4-BE49-F238E27FC236}">
                <a16:creationId xmlns:a16="http://schemas.microsoft.com/office/drawing/2014/main" id="{BB84E9B6-DF6F-EE9E-C0C2-561122850F6C}"/>
              </a:ext>
            </a:extLst>
          </p:cNvPr>
          <p:cNvCxnSpPr>
            <a:cxnSpLocks/>
            <a:stCxn id="100" idx="2"/>
          </p:cNvCxnSpPr>
          <p:nvPr/>
        </p:nvCxnSpPr>
        <p:spPr>
          <a:xfrm>
            <a:off x="1189172" y="3157024"/>
            <a:ext cx="833210" cy="1008179"/>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sp>
        <p:nvSpPr>
          <p:cNvPr id="107" name="TextBox 106">
            <a:extLst>
              <a:ext uri="{FF2B5EF4-FFF2-40B4-BE49-F238E27FC236}">
                <a16:creationId xmlns:a16="http://schemas.microsoft.com/office/drawing/2014/main" id="{9B2286F4-EEB7-A724-C83C-D51E111FBDA2}"/>
              </a:ext>
            </a:extLst>
          </p:cNvPr>
          <p:cNvSpPr txBox="1"/>
          <p:nvPr/>
        </p:nvSpPr>
        <p:spPr>
          <a:xfrm>
            <a:off x="1605777" y="4479886"/>
            <a:ext cx="1454637"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PCB Substrate</a:t>
            </a:r>
            <a:endParaRPr lang="ko-KR" altLang="en-US" sz="1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305719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TextBox 69">
            <a:extLst>
              <a:ext uri="{FF2B5EF4-FFF2-40B4-BE49-F238E27FC236}">
                <a16:creationId xmlns:a16="http://schemas.microsoft.com/office/drawing/2014/main" id="{83968C52-2D17-46C0-A84D-B482DF945C71}"/>
              </a:ext>
            </a:extLst>
          </p:cNvPr>
          <p:cNvSpPr txBox="1"/>
          <p:nvPr/>
        </p:nvSpPr>
        <p:spPr>
          <a:xfrm>
            <a:off x="404559"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Footprint</a:t>
            </a: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B01886F8-833F-E7C8-64D7-3229101F9CC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25" name="표 124">
            <a:extLst>
              <a:ext uri="{FF2B5EF4-FFF2-40B4-BE49-F238E27FC236}">
                <a16:creationId xmlns:a16="http://schemas.microsoft.com/office/drawing/2014/main" id="{E3689C04-284C-7CFA-F6B5-52DEDC412AD3}"/>
              </a:ext>
            </a:extLst>
          </p:cNvPr>
          <p:cNvGraphicFramePr>
            <a:graphicFrameLocks noGrp="1"/>
          </p:cNvGraphicFramePr>
          <p:nvPr>
            <p:extLst>
              <p:ext uri="{D42A27DB-BD31-4B8C-83A1-F6EECF244321}">
                <p14:modId xmlns:p14="http://schemas.microsoft.com/office/powerpoint/2010/main" val="2530182438"/>
              </p:ext>
            </p:extLst>
          </p:nvPr>
        </p:nvGraphicFramePr>
        <p:xfrm>
          <a:off x="4385187" y="1659382"/>
          <a:ext cx="2067994" cy="2400935"/>
        </p:xfrm>
        <a:graphic>
          <a:graphicData uri="http://schemas.openxmlformats.org/drawingml/2006/table">
            <a:tbl>
              <a:tblPr/>
              <a:tblGrid>
                <a:gridCol w="612310">
                  <a:extLst>
                    <a:ext uri="{9D8B030D-6E8A-4147-A177-3AD203B41FA5}">
                      <a16:colId xmlns:a16="http://schemas.microsoft.com/office/drawing/2014/main" val="277156858"/>
                    </a:ext>
                  </a:extLst>
                </a:gridCol>
                <a:gridCol w="485228">
                  <a:extLst>
                    <a:ext uri="{9D8B030D-6E8A-4147-A177-3AD203B41FA5}">
                      <a16:colId xmlns:a16="http://schemas.microsoft.com/office/drawing/2014/main" val="1529212435"/>
                    </a:ext>
                  </a:extLst>
                </a:gridCol>
                <a:gridCol w="485228">
                  <a:extLst>
                    <a:ext uri="{9D8B030D-6E8A-4147-A177-3AD203B41FA5}">
                      <a16:colId xmlns:a16="http://schemas.microsoft.com/office/drawing/2014/main" val="3403192241"/>
                    </a:ext>
                  </a:extLst>
                </a:gridCol>
                <a:gridCol w="485228">
                  <a:extLst>
                    <a:ext uri="{9D8B030D-6E8A-4147-A177-3AD203B41FA5}">
                      <a16:colId xmlns:a16="http://schemas.microsoft.com/office/drawing/2014/main" val="2690407686"/>
                    </a:ext>
                  </a:extLst>
                </a:gridCol>
              </a:tblGrid>
              <a:tr h="322592">
                <a:tc rowSpan="2">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Symbol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Dimensions in mm</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483013432"/>
                  </a:ext>
                </a:extLst>
              </a:tr>
              <a:tr h="230927">
                <a:tc vMerge="1">
                  <a:txBody>
                    <a:bodyPr/>
                    <a:lstStyle/>
                    <a:p>
                      <a:pPr latinLnBrk="1"/>
                      <a:endParaRPr lang="ko-KR" altLang="en-US"/>
                    </a:p>
                  </a:txBody>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Min</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Nom</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Max</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99100475"/>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B</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0.22</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554096"/>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r>
                        <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7.80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endPar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0480048"/>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028676"/>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r>
                        <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7.80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endPar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7560338"/>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021289"/>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48408802"/>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K</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0.45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926513765"/>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0.7</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2825556"/>
                  </a:ext>
                </a:extLst>
              </a:tr>
            </a:tbl>
          </a:graphicData>
        </a:graphic>
      </p:graphicFrame>
      <p:sp>
        <p:nvSpPr>
          <p:cNvPr id="6" name="object 7">
            <a:extLst>
              <a:ext uri="{FF2B5EF4-FFF2-40B4-BE49-F238E27FC236}">
                <a16:creationId xmlns:a16="http://schemas.microsoft.com/office/drawing/2014/main" id="{E341A732-C6E2-95E9-9270-325FD1E343FC}"/>
              </a:ext>
            </a:extLst>
          </p:cNvPr>
          <p:cNvSpPr txBox="1"/>
          <p:nvPr/>
        </p:nvSpPr>
        <p:spPr>
          <a:xfrm>
            <a:off x="404553" y="5663562"/>
            <a:ext cx="6048622" cy="322590"/>
          </a:xfrm>
          <a:prstGeom prst="rect">
            <a:avLst/>
          </a:prstGeom>
        </p:spPr>
        <p:txBody>
          <a:bodyPr vert="horz" wrap="square" lIns="0" tIns="19750" rIns="0" bIns="0" rtlCol="0">
            <a:spAutoFit/>
          </a:bodyPr>
          <a:lstStyle/>
          <a:p>
            <a:pPr marL="11286" marR="4515" defTabSz="895327" fontAlgn="auto">
              <a:spcBef>
                <a:spcPts val="156"/>
              </a:spcBef>
              <a:spcAft>
                <a:spcPts val="0"/>
              </a:spcAft>
            </a:pPr>
            <a:r>
              <a:rPr kumimoji="0" sz="900" spc="-5" dirty="0">
                <a:solidFill>
                  <a:prstClr val="black"/>
                </a:solidFill>
                <a:latin typeface="Arial"/>
                <a:ea typeface="+mn-ea"/>
                <a:cs typeface="Arial"/>
              </a:rPr>
              <a:t>Note</a:t>
            </a:r>
            <a:r>
              <a:rPr kumimoji="0" lang="en-US" sz="900" spc="-5" dirty="0">
                <a:solidFill>
                  <a:prstClr val="black"/>
                </a:solidFill>
                <a:latin typeface="Arial"/>
                <a:ea typeface="+mn-ea"/>
                <a:cs typeface="Arial"/>
              </a:rPr>
              <a:t> </a:t>
            </a:r>
            <a:r>
              <a:rPr kumimoji="0" sz="900" spc="-5" dirty="0">
                <a:solidFill>
                  <a:prstClr val="black"/>
                </a:solidFill>
                <a:latin typeface="Arial"/>
                <a:ea typeface="+mn-ea"/>
                <a:cs typeface="Arial"/>
              </a:rPr>
              <a:t>: The</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reflow</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peak</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soldering</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temperature</a:t>
            </a:r>
            <a:r>
              <a:rPr kumimoji="0" sz="900" spc="14" dirty="0">
                <a:solidFill>
                  <a:prstClr val="black"/>
                </a:solidFill>
                <a:latin typeface="Arial"/>
                <a:ea typeface="+mn-ea"/>
                <a:cs typeface="Arial"/>
              </a:rPr>
              <a:t> </a:t>
            </a:r>
            <a:r>
              <a:rPr kumimoji="0" sz="900" spc="-9" dirty="0">
                <a:solidFill>
                  <a:prstClr val="black"/>
                </a:solidFill>
                <a:latin typeface="Arial"/>
                <a:ea typeface="+mn-ea"/>
                <a:cs typeface="Arial"/>
              </a:rPr>
              <a:t>is</a:t>
            </a:r>
            <a:r>
              <a:rPr kumimoji="0" sz="900" spc="23" dirty="0">
                <a:solidFill>
                  <a:prstClr val="black"/>
                </a:solidFill>
                <a:latin typeface="Arial"/>
                <a:ea typeface="+mn-ea"/>
                <a:cs typeface="Arial"/>
              </a:rPr>
              <a:t> </a:t>
            </a:r>
            <a:r>
              <a:rPr kumimoji="0" sz="900" spc="-9" dirty="0">
                <a:solidFill>
                  <a:prstClr val="black"/>
                </a:solidFill>
                <a:latin typeface="Arial"/>
                <a:ea typeface="+mn-ea"/>
                <a:cs typeface="Arial"/>
              </a:rPr>
              <a:t>peak</a:t>
            </a:r>
            <a:r>
              <a:rPr kumimoji="0" sz="900" spc="26" dirty="0">
                <a:solidFill>
                  <a:prstClr val="black"/>
                </a:solidFill>
                <a:latin typeface="Arial"/>
                <a:ea typeface="+mn-ea"/>
                <a:cs typeface="Arial"/>
              </a:rPr>
              <a:t> </a:t>
            </a:r>
            <a:r>
              <a:rPr kumimoji="0" sz="900" spc="-5" dirty="0">
                <a:solidFill>
                  <a:prstClr val="black"/>
                </a:solidFill>
                <a:latin typeface="Arial"/>
                <a:ea typeface="+mn-ea"/>
                <a:cs typeface="Arial"/>
              </a:rPr>
              <a:t>260°C</a:t>
            </a:r>
            <a:r>
              <a:rPr kumimoji="0" sz="900" spc="17" dirty="0">
                <a:solidFill>
                  <a:prstClr val="black"/>
                </a:solidFill>
                <a:latin typeface="Arial"/>
                <a:ea typeface="+mn-ea"/>
                <a:cs typeface="Arial"/>
              </a:rPr>
              <a:t> </a:t>
            </a:r>
            <a:r>
              <a:rPr kumimoji="0" sz="900" spc="-5" dirty="0">
                <a:solidFill>
                  <a:prstClr val="black"/>
                </a:solidFill>
                <a:latin typeface="Arial"/>
                <a:ea typeface="+mn-ea"/>
                <a:cs typeface="Arial"/>
              </a:rPr>
              <a:t>and</a:t>
            </a:r>
            <a:r>
              <a:rPr kumimoji="0" sz="900" spc="14" dirty="0">
                <a:solidFill>
                  <a:prstClr val="black"/>
                </a:solidFill>
                <a:latin typeface="Arial"/>
                <a:ea typeface="+mn-ea"/>
                <a:cs typeface="Arial"/>
              </a:rPr>
              <a:t> </a:t>
            </a:r>
            <a:r>
              <a:rPr kumimoji="0" sz="900" spc="-9" dirty="0">
                <a:solidFill>
                  <a:prstClr val="black"/>
                </a:solidFill>
                <a:latin typeface="Arial"/>
                <a:ea typeface="+mn-ea"/>
                <a:cs typeface="Arial"/>
              </a:rPr>
              <a:t>it</a:t>
            </a:r>
            <a:r>
              <a:rPr kumimoji="0" sz="900" spc="17" dirty="0">
                <a:solidFill>
                  <a:prstClr val="black"/>
                </a:solidFill>
                <a:latin typeface="Arial"/>
                <a:ea typeface="+mn-ea"/>
                <a:cs typeface="Arial"/>
              </a:rPr>
              <a:t> </a:t>
            </a:r>
            <a:r>
              <a:rPr kumimoji="0" sz="900" spc="-9" dirty="0">
                <a:solidFill>
                  <a:prstClr val="black"/>
                </a:solidFill>
                <a:latin typeface="Arial"/>
                <a:ea typeface="+mn-ea"/>
                <a:cs typeface="Arial"/>
              </a:rPr>
              <a:t>is</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specified</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based</a:t>
            </a:r>
            <a:r>
              <a:rPr kumimoji="0" sz="900" spc="5" dirty="0">
                <a:solidFill>
                  <a:prstClr val="black"/>
                </a:solidFill>
                <a:latin typeface="Arial"/>
                <a:ea typeface="+mn-ea"/>
                <a:cs typeface="Arial"/>
              </a:rPr>
              <a:t> </a:t>
            </a:r>
            <a:r>
              <a:rPr kumimoji="0" sz="900" dirty="0">
                <a:solidFill>
                  <a:prstClr val="black"/>
                </a:solidFill>
                <a:latin typeface="Arial"/>
                <a:ea typeface="+mn-ea"/>
                <a:cs typeface="Arial"/>
              </a:rPr>
              <a:t>on</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IPC/JEDEC</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J-STD- </a:t>
            </a:r>
            <a:r>
              <a:rPr kumimoji="0" sz="900" spc="-231" dirty="0">
                <a:solidFill>
                  <a:prstClr val="black"/>
                </a:solidFill>
                <a:latin typeface="Arial"/>
                <a:ea typeface="+mn-ea"/>
                <a:cs typeface="Arial"/>
              </a:rPr>
              <a:t> </a:t>
            </a:r>
            <a:r>
              <a:rPr kumimoji="0" sz="900" spc="-9" dirty="0">
                <a:solidFill>
                  <a:prstClr val="black"/>
                </a:solidFill>
                <a:latin typeface="Arial"/>
                <a:ea typeface="+mn-ea"/>
                <a:cs typeface="Arial"/>
              </a:rPr>
              <a:t>020</a:t>
            </a:r>
            <a:r>
              <a:rPr kumimoji="0" sz="900" dirty="0">
                <a:solidFill>
                  <a:prstClr val="black"/>
                </a:solidFill>
                <a:latin typeface="Arial"/>
                <a:ea typeface="+mn-ea"/>
                <a:cs typeface="Arial"/>
              </a:rPr>
              <a:t> </a:t>
            </a:r>
            <a:r>
              <a:rPr kumimoji="0" lang="en-US" sz="900" dirty="0">
                <a:solidFill>
                  <a:prstClr val="black"/>
                </a:solidFill>
                <a:latin typeface="Arial"/>
                <a:ea typeface="+mn-ea"/>
                <a:cs typeface="Arial"/>
              </a:rPr>
              <a:t>   </a:t>
            </a:r>
          </a:p>
          <a:p>
            <a:pPr marL="11286" marR="4515" defTabSz="895327" fontAlgn="auto">
              <a:spcBef>
                <a:spcPts val="156"/>
              </a:spcBef>
              <a:spcAft>
                <a:spcPts val="0"/>
              </a:spcAft>
            </a:pPr>
            <a:r>
              <a:rPr lang="en-US" sz="900" spc="-5" dirty="0">
                <a:solidFill>
                  <a:prstClr val="black"/>
                </a:solidFill>
                <a:latin typeface="Arial"/>
                <a:cs typeface="Arial"/>
              </a:rPr>
              <a:t>           </a:t>
            </a:r>
            <a:r>
              <a:rPr kumimoji="0" sz="900" spc="-5" dirty="0">
                <a:solidFill>
                  <a:prstClr val="black"/>
                </a:solidFill>
                <a:latin typeface="Arial"/>
                <a:ea typeface="+mn-ea"/>
                <a:cs typeface="Arial"/>
              </a:rPr>
              <a:t>“Moisture/Reflow</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Sensitivity</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Classification</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for</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Non-Hermetic</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Solid</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State</a:t>
            </a:r>
            <a:r>
              <a:rPr kumimoji="0" sz="900" spc="5" dirty="0">
                <a:solidFill>
                  <a:prstClr val="black"/>
                </a:solidFill>
                <a:latin typeface="Arial"/>
                <a:ea typeface="+mn-ea"/>
                <a:cs typeface="Arial"/>
              </a:rPr>
              <a:t> </a:t>
            </a:r>
            <a:r>
              <a:rPr kumimoji="0" sz="900" dirty="0">
                <a:solidFill>
                  <a:prstClr val="black"/>
                </a:solidFill>
                <a:latin typeface="Arial"/>
                <a:ea typeface="+mn-ea"/>
                <a:cs typeface="Arial"/>
              </a:rPr>
              <a:t>Surface </a:t>
            </a:r>
            <a:r>
              <a:rPr kumimoji="0" sz="900" spc="-5" dirty="0">
                <a:solidFill>
                  <a:prstClr val="black"/>
                </a:solidFill>
                <a:latin typeface="Arial"/>
                <a:ea typeface="+mn-ea"/>
                <a:cs typeface="Arial"/>
              </a:rPr>
              <a:t>Mount</a:t>
            </a:r>
            <a:r>
              <a:rPr kumimoji="0" sz="900" spc="5" dirty="0">
                <a:solidFill>
                  <a:prstClr val="black"/>
                </a:solidFill>
                <a:latin typeface="Arial"/>
                <a:ea typeface="+mn-ea"/>
                <a:cs typeface="Arial"/>
              </a:rPr>
              <a:t> </a:t>
            </a:r>
            <a:r>
              <a:rPr kumimoji="0" sz="900" dirty="0">
                <a:solidFill>
                  <a:prstClr val="black"/>
                </a:solidFill>
                <a:latin typeface="Arial"/>
                <a:ea typeface="+mn-ea"/>
                <a:cs typeface="Arial"/>
              </a:rPr>
              <a:t>Devices”</a:t>
            </a:r>
          </a:p>
        </p:txBody>
      </p:sp>
      <p:sp>
        <p:nvSpPr>
          <p:cNvPr id="7" name="object 84">
            <a:extLst>
              <a:ext uri="{FF2B5EF4-FFF2-40B4-BE49-F238E27FC236}">
                <a16:creationId xmlns:a16="http://schemas.microsoft.com/office/drawing/2014/main" id="{4D824AF9-7415-5C70-68C4-6AFC04930AC3}"/>
              </a:ext>
            </a:extLst>
          </p:cNvPr>
          <p:cNvSpPr txBox="1"/>
          <p:nvPr/>
        </p:nvSpPr>
        <p:spPr>
          <a:xfrm>
            <a:off x="2512914" y="5185319"/>
            <a:ext cx="2017219" cy="153567"/>
          </a:xfrm>
          <a:prstGeom prst="rect">
            <a:avLst/>
          </a:prstGeom>
        </p:spPr>
        <p:txBody>
          <a:bodyPr vert="horz" wrap="none" lIns="0" tIns="14922"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cs typeface="Arial" panose="020B0604020202020204" pitchFamily="34" charset="0"/>
              </a:rPr>
              <a:t>Fig</a:t>
            </a:r>
            <a:r>
              <a:rPr lang="en-US" sz="900" b="1" spc="15" dirty="0">
                <a:solidFill>
                  <a:prstClr val="black"/>
                </a:solidFill>
                <a:latin typeface="Arial" panose="020B0604020202020204" pitchFamily="34" charset="0"/>
                <a:cs typeface="Arial" panose="020B0604020202020204" pitchFamily="34" charset="0"/>
              </a:rPr>
              <a:t>ure</a:t>
            </a:r>
            <a:r>
              <a:rPr kumimoji="0" lang="en-US" sz="900" b="1" spc="15" dirty="0">
                <a:solidFill>
                  <a:prstClr val="black"/>
                </a:solidFill>
                <a:latin typeface="Arial" panose="020B0604020202020204" pitchFamily="34" charset="0"/>
                <a:cs typeface="Arial" panose="020B0604020202020204" pitchFamily="34" charset="0"/>
              </a:rPr>
              <a:t> 33. Recommended Footprint</a:t>
            </a:r>
          </a:p>
        </p:txBody>
      </p:sp>
      <p:grpSp>
        <p:nvGrpSpPr>
          <p:cNvPr id="8" name="그룹 7">
            <a:extLst>
              <a:ext uri="{FF2B5EF4-FFF2-40B4-BE49-F238E27FC236}">
                <a16:creationId xmlns:a16="http://schemas.microsoft.com/office/drawing/2014/main" id="{61159BAC-3A93-A790-328A-1EBC1C8AA66C}"/>
              </a:ext>
            </a:extLst>
          </p:cNvPr>
          <p:cNvGrpSpPr/>
          <p:nvPr/>
        </p:nvGrpSpPr>
        <p:grpSpPr>
          <a:xfrm>
            <a:off x="404813" y="6815059"/>
            <a:ext cx="6048622" cy="2070308"/>
            <a:chOff x="291219" y="7273957"/>
            <a:chExt cx="6048622" cy="2070308"/>
          </a:xfrm>
        </p:grpSpPr>
        <p:grpSp>
          <p:nvGrpSpPr>
            <p:cNvPr id="10" name="그룹 9">
              <a:extLst>
                <a:ext uri="{FF2B5EF4-FFF2-40B4-BE49-F238E27FC236}">
                  <a16:creationId xmlns:a16="http://schemas.microsoft.com/office/drawing/2014/main" id="{D40FAEC3-C8D4-9A87-52DF-E700F47D6AE2}"/>
                </a:ext>
              </a:extLst>
            </p:cNvPr>
            <p:cNvGrpSpPr/>
            <p:nvPr/>
          </p:nvGrpSpPr>
          <p:grpSpPr>
            <a:xfrm>
              <a:off x="291219" y="7273957"/>
              <a:ext cx="6048622" cy="2070308"/>
              <a:chOff x="291219" y="7273957"/>
              <a:chExt cx="6048622" cy="2070308"/>
            </a:xfrm>
          </p:grpSpPr>
          <p:sp>
            <p:nvSpPr>
              <p:cNvPr id="13" name="Rectangle 12">
                <a:extLst>
                  <a:ext uri="{FF2B5EF4-FFF2-40B4-BE49-F238E27FC236}">
                    <a16:creationId xmlns:a16="http://schemas.microsoft.com/office/drawing/2014/main" id="{851EEA1F-FBF6-6745-A4E8-221CFA469659}"/>
                  </a:ext>
                </a:extLst>
              </p:cNvPr>
              <p:cNvSpPr>
                <a:spLocks noChangeArrowheads="1"/>
              </p:cNvSpPr>
              <p:nvPr/>
            </p:nvSpPr>
            <p:spPr bwMode="auto">
              <a:xfrm>
                <a:off x="291219" y="7273957"/>
                <a:ext cx="6048622" cy="55399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defTabSz="914400" eaLnBrk="0" fontAlgn="base" hangingPunct="0">
                  <a:spcBef>
                    <a:spcPct val="0"/>
                  </a:spcBef>
                  <a:spcAft>
                    <a:spcPct val="0"/>
                  </a:spcAft>
                </a:pPr>
                <a:r>
                  <a:rPr lang="en-US" altLang="ko-KR" sz="600" dirty="0">
                    <a:latin typeface="Arial" panose="020B0604020202020204" pitchFamily="34" charset="0"/>
                    <a:ea typeface="맑은 고딕" panose="020B0503020000020004" pitchFamily="50" charset="-127"/>
                    <a:cs typeface="Arial" panose="020B0604020202020204" pitchFamily="34" charset="0"/>
                  </a:rPr>
                  <a:t>    is the trademark of Global Technologies Co., Ltd. or its subsidiaries in the Republic of Korea and/or other countries. The products of Global Technologies reserve the right to make changes without further notice to any products herein. Global Technologies makes no warranty, representation or guarantee regarding the suitability of its products for any particular purpose, nor does Global Technologies assume any liability arising out of the application or use of any product or circuit, and specifically disclaims any and all liability, including without limitation special, consequential or incidental damages. Global Technologies does not convey any license under its patent rights nor the rights of others.</a:t>
                </a:r>
                <a:endParaRPr lang="en-US" altLang="ko-KR" sz="600" dirty="0">
                  <a:latin typeface="Arial" panose="020B0604020202020204" pitchFamily="34" charset="0"/>
                  <a:cs typeface="Arial" panose="020B0604020202020204" pitchFamily="34" charset="0"/>
                </a:endParaRPr>
              </a:p>
            </p:txBody>
          </p:sp>
          <p:sp>
            <p:nvSpPr>
              <p:cNvPr id="14" name="Rectangle 15">
                <a:extLst>
                  <a:ext uri="{FF2B5EF4-FFF2-40B4-BE49-F238E27FC236}">
                    <a16:creationId xmlns:a16="http://schemas.microsoft.com/office/drawing/2014/main" id="{A5BD5EC7-F684-F52C-D3F0-5B4D15B68B3A}"/>
                  </a:ext>
                </a:extLst>
              </p:cNvPr>
              <p:cNvSpPr>
                <a:spLocks noChangeArrowheads="1"/>
              </p:cNvSpPr>
              <p:nvPr/>
            </p:nvSpPr>
            <p:spPr bwMode="auto">
              <a:xfrm>
                <a:off x="291219" y="7866937"/>
                <a:ext cx="6048622" cy="147732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defTabSz="914400" eaLnBrk="0" fontAlgn="base" hangingPunct="0">
                  <a:spcBef>
                    <a:spcPct val="0"/>
                  </a:spcBef>
                  <a:spcAft>
                    <a:spcPct val="0"/>
                  </a:spcAft>
                </a:pPr>
                <a:r>
                  <a:rPr lang="en-US" altLang="ko-KR" sz="600" dirty="0">
                    <a:latin typeface="Arial" panose="020B0604020202020204" pitchFamily="34" charset="0"/>
                    <a:ea typeface="맑은 고딕" panose="020B0503020000020004" pitchFamily="50" charset="-127"/>
                    <a:cs typeface="Arial" panose="020B0604020202020204" pitchFamily="34" charset="0"/>
                  </a:rPr>
                  <a:t>    is the trademark of Global Technologies Co., Ltd. or its subsidiaries in the Republic of Korea and/or other countries. Global Technologies owns the rights to a number of patents, trademarks, copyrights, trade secrets, and other intellectual property.  Global Technologies reserves the right to make changes without further notice to any products herein. Global Technologies makes no warranty, representation or guarantee regarding the suitability of its products for any particular purpose, nor does Global Technologies assume any liability arising out of the application or use of any product or circuit, and specifically disclaims any and all liability, including without limitation special, consequential or incidental damages. Buyer is responsible for its products and applications using Global Technologies products, including compliance with all laws, regulations and safety requirements or standards, regardless of any support or applications information provided by Global Technologies. “Typical” parameters which may be provided in Global Technologies data sheets and/or specifications can and do vary in different applications and actual performance may vary over time. All operating parameters, including “Typical” must be validated for each customer application by customer’s technical experts. Global Technologies does not convey any license under its patent rights nor the rights of others. Global Technologies products are not designed, intended, or authorized for use as a critical component in life support systems or any FDA Class 3 medical devices or medical devices with a same or similar classification in a foreign jurisdiction or any devices intended for implantation in the human body. Should Buyer purchase or use Global Technologies products for any such unintended or unauthorized application, Buyer shall indemnify and hold Global Technologies and its officers, employees, subsidiaries, affiliates, and distributors harmless against all claims, costs, damages, and expenses, and reasonable attorney fees arising out of, directly or indirectly, any claim of personal injury or death associated with such unintended or unauthorized use, even if such claim alleges that Global Technologies was negligent regarding the design or manufacture of the part. Global Technologies is an Equal Opportunity/Affirmative Action Employer. This literature is subject to all applicable copyright laws and is not for resale in any manner.</a:t>
                </a:r>
                <a:endParaRPr lang="en-US" altLang="ko-KR" sz="600" dirty="0">
                  <a:latin typeface="Arial" panose="020B0604020202020204" pitchFamily="34" charset="0"/>
                  <a:cs typeface="Arial" panose="020B0604020202020204" pitchFamily="34" charset="0"/>
                </a:endParaRPr>
              </a:p>
            </p:txBody>
          </p:sp>
        </p:grpSp>
        <p:pic>
          <p:nvPicPr>
            <p:cNvPr id="11" name="그림 1">
              <a:extLst>
                <a:ext uri="{FF2B5EF4-FFF2-40B4-BE49-F238E27FC236}">
                  <a16:creationId xmlns:a16="http://schemas.microsoft.com/office/drawing/2014/main" id="{16EDF1EF-0F28-0658-8825-DDAA471A514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798" y="7299759"/>
              <a:ext cx="100553" cy="146962"/>
            </a:xfrm>
            <a:prstGeom prst="rect">
              <a:avLst/>
            </a:prstGeom>
            <a:noFill/>
            <a:extLst>
              <a:ext uri="{909E8E84-426E-40DD-AFC4-6F175D3DCCD1}">
                <a14:hiddenFill xmlns:a14="http://schemas.microsoft.com/office/drawing/2010/main">
                  <a:solidFill>
                    <a:srgbClr val="FFFFFF"/>
                  </a:solidFill>
                </a14:hiddenFill>
              </a:ext>
            </a:extLst>
          </p:spPr>
        </p:pic>
        <p:pic>
          <p:nvPicPr>
            <p:cNvPr id="12" name="그림 1">
              <a:extLst>
                <a:ext uri="{FF2B5EF4-FFF2-40B4-BE49-F238E27FC236}">
                  <a16:creationId xmlns:a16="http://schemas.microsoft.com/office/drawing/2014/main" id="{55032826-6EA7-00A0-37EE-04DAFEBCCE8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798" y="7902810"/>
              <a:ext cx="91652" cy="13395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21" name="그룹 320">
            <a:extLst>
              <a:ext uri="{FF2B5EF4-FFF2-40B4-BE49-F238E27FC236}">
                <a16:creationId xmlns:a16="http://schemas.microsoft.com/office/drawing/2014/main" id="{C47B98EB-5BBF-CF97-4F8F-D3AE6F55AC98}"/>
              </a:ext>
            </a:extLst>
          </p:cNvPr>
          <p:cNvGrpSpPr/>
          <p:nvPr/>
        </p:nvGrpSpPr>
        <p:grpSpPr>
          <a:xfrm>
            <a:off x="464528" y="1494367"/>
            <a:ext cx="3489935" cy="3417358"/>
            <a:chOff x="464528" y="1494367"/>
            <a:chExt cx="3489935" cy="3417358"/>
          </a:xfrm>
        </p:grpSpPr>
        <p:sp>
          <p:nvSpPr>
            <p:cNvPr id="322" name="직사각형 321">
              <a:extLst>
                <a:ext uri="{FF2B5EF4-FFF2-40B4-BE49-F238E27FC236}">
                  <a16:creationId xmlns:a16="http://schemas.microsoft.com/office/drawing/2014/main" id="{A4C44756-CB8A-188F-7AF9-BB31099A5267}"/>
                </a:ext>
              </a:extLst>
            </p:cNvPr>
            <p:cNvSpPr/>
            <p:nvPr/>
          </p:nvSpPr>
          <p:spPr>
            <a:xfrm rot="5400000">
              <a:off x="1446533" y="2086625"/>
              <a:ext cx="1659801" cy="168229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800" dirty="0">
                <a:latin typeface="Arial" panose="020B0604020202020204" pitchFamily="34" charset="0"/>
                <a:cs typeface="Arial" panose="020B0604020202020204" pitchFamily="34" charset="0"/>
              </a:endParaRPr>
            </a:p>
          </p:txBody>
        </p:sp>
        <p:sp>
          <p:nvSpPr>
            <p:cNvPr id="323" name="직사각형 322">
              <a:extLst>
                <a:ext uri="{FF2B5EF4-FFF2-40B4-BE49-F238E27FC236}">
                  <a16:creationId xmlns:a16="http://schemas.microsoft.com/office/drawing/2014/main" id="{A0960D40-6CFF-3F81-EC8F-21C8688D6893}"/>
                </a:ext>
              </a:extLst>
            </p:cNvPr>
            <p:cNvSpPr/>
            <p:nvPr/>
          </p:nvSpPr>
          <p:spPr>
            <a:xfrm rot="5400000">
              <a:off x="1372432" y="2053501"/>
              <a:ext cx="358670" cy="3756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800" dirty="0">
                <a:latin typeface="Arial" panose="020B0604020202020204" pitchFamily="34" charset="0"/>
                <a:cs typeface="Arial" panose="020B0604020202020204" pitchFamily="34" charset="0"/>
              </a:endParaRPr>
            </a:p>
          </p:txBody>
        </p:sp>
        <p:cxnSp>
          <p:nvCxnSpPr>
            <p:cNvPr id="324" name="직선 연결선 323">
              <a:extLst>
                <a:ext uri="{FF2B5EF4-FFF2-40B4-BE49-F238E27FC236}">
                  <a16:creationId xmlns:a16="http://schemas.microsoft.com/office/drawing/2014/main" id="{F518873A-171E-2B23-9F3B-CFFA26639117}"/>
                </a:ext>
              </a:extLst>
            </p:cNvPr>
            <p:cNvCxnSpPr>
              <a:cxnSpLocks/>
            </p:cNvCxnSpPr>
            <p:nvPr/>
          </p:nvCxnSpPr>
          <p:spPr>
            <a:xfrm rot="5400000">
              <a:off x="1427041" y="2106923"/>
              <a:ext cx="323346" cy="308888"/>
            </a:xfrm>
            <a:prstGeom prst="line">
              <a:avLst/>
            </a:prstGeom>
            <a:ln w="12700">
              <a:solidFill>
                <a:srgbClr val="2F528F"/>
              </a:solidFill>
            </a:ln>
          </p:spPr>
          <p:style>
            <a:lnRef idx="1">
              <a:schemeClr val="dk1"/>
            </a:lnRef>
            <a:fillRef idx="0">
              <a:schemeClr val="dk1"/>
            </a:fillRef>
            <a:effectRef idx="0">
              <a:schemeClr val="dk1"/>
            </a:effectRef>
            <a:fontRef idx="minor">
              <a:schemeClr val="tx1"/>
            </a:fontRef>
          </p:style>
        </p:cxnSp>
        <p:cxnSp>
          <p:nvCxnSpPr>
            <p:cNvPr id="325" name="직선 연결선 324">
              <a:extLst>
                <a:ext uri="{FF2B5EF4-FFF2-40B4-BE49-F238E27FC236}">
                  <a16:creationId xmlns:a16="http://schemas.microsoft.com/office/drawing/2014/main" id="{E816E440-D145-0E4B-D280-E619DA7AD2C2}"/>
                </a:ext>
              </a:extLst>
            </p:cNvPr>
            <p:cNvCxnSpPr>
              <a:cxnSpLocks/>
            </p:cNvCxnSpPr>
            <p:nvPr/>
          </p:nvCxnSpPr>
          <p:spPr>
            <a:xfrm flipV="1">
              <a:off x="1065606" y="3812745"/>
              <a:ext cx="0" cy="65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6" name="직선 연결선 325">
              <a:extLst>
                <a:ext uri="{FF2B5EF4-FFF2-40B4-BE49-F238E27FC236}">
                  <a16:creationId xmlns:a16="http://schemas.microsoft.com/office/drawing/2014/main" id="{C163CFE4-23DB-6034-FC1C-AAA6ABA167B8}"/>
                </a:ext>
              </a:extLst>
            </p:cNvPr>
            <p:cNvCxnSpPr>
              <a:cxnSpLocks/>
            </p:cNvCxnSpPr>
            <p:nvPr/>
          </p:nvCxnSpPr>
          <p:spPr>
            <a:xfrm rot="10800000">
              <a:off x="3191743" y="4118781"/>
              <a:ext cx="0" cy="2200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7" name="직선 연결선 326">
              <a:extLst>
                <a:ext uri="{FF2B5EF4-FFF2-40B4-BE49-F238E27FC236}">
                  <a16:creationId xmlns:a16="http://schemas.microsoft.com/office/drawing/2014/main" id="{250D9EE2-E94A-5961-AB91-3545FDA9ED93}"/>
                </a:ext>
              </a:extLst>
            </p:cNvPr>
            <p:cNvCxnSpPr>
              <a:cxnSpLocks/>
            </p:cNvCxnSpPr>
            <p:nvPr/>
          </p:nvCxnSpPr>
          <p:spPr>
            <a:xfrm rot="10800000">
              <a:off x="3135715" y="4118877"/>
              <a:ext cx="0" cy="2200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직선 연결선 327">
              <a:extLst>
                <a:ext uri="{FF2B5EF4-FFF2-40B4-BE49-F238E27FC236}">
                  <a16:creationId xmlns:a16="http://schemas.microsoft.com/office/drawing/2014/main" id="{52C0DB5D-4AF9-D29A-ED94-6365AE8C1274}"/>
                </a:ext>
              </a:extLst>
            </p:cNvPr>
            <p:cNvCxnSpPr>
              <a:cxnSpLocks/>
            </p:cNvCxnSpPr>
            <p:nvPr/>
          </p:nvCxnSpPr>
          <p:spPr>
            <a:xfrm flipV="1">
              <a:off x="1227987" y="3808294"/>
              <a:ext cx="1" cy="6569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9" name="TextBox 328">
              <a:extLst>
                <a:ext uri="{FF2B5EF4-FFF2-40B4-BE49-F238E27FC236}">
                  <a16:creationId xmlns:a16="http://schemas.microsoft.com/office/drawing/2014/main" id="{E23FA239-B31E-C874-02F5-671B0FCEC046}"/>
                </a:ext>
              </a:extLst>
            </p:cNvPr>
            <p:cNvSpPr txBox="1"/>
            <p:nvPr/>
          </p:nvSpPr>
          <p:spPr>
            <a:xfrm>
              <a:off x="3112721" y="4341998"/>
              <a:ext cx="107023" cy="159462"/>
            </a:xfrm>
            <a:prstGeom prst="rect">
              <a:avLst/>
            </a:prstGeom>
            <a:noFill/>
          </p:spPr>
          <p:txBody>
            <a:bodyPr wrap="square" lIns="0" tIns="0" rIns="0" bIns="36000" rtlCol="0" anchor="ctr" anchorCtr="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B</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30" name="직선 화살표 연결선 329">
              <a:extLst>
                <a:ext uri="{FF2B5EF4-FFF2-40B4-BE49-F238E27FC236}">
                  <a16:creationId xmlns:a16="http://schemas.microsoft.com/office/drawing/2014/main" id="{A3980865-70F3-15C6-7112-D754C78884EE}"/>
                </a:ext>
              </a:extLst>
            </p:cNvPr>
            <p:cNvCxnSpPr>
              <a:cxnSpLocks/>
            </p:cNvCxnSpPr>
            <p:nvPr/>
          </p:nvCxnSpPr>
          <p:spPr>
            <a:xfrm rot="10800000">
              <a:off x="1437526" y="2543514"/>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1" name="직선 화살표 연결선 330">
              <a:extLst>
                <a:ext uri="{FF2B5EF4-FFF2-40B4-BE49-F238E27FC236}">
                  <a16:creationId xmlns:a16="http://schemas.microsoft.com/office/drawing/2014/main" id="{390A0242-58BB-EBC7-3E6E-DF9D705B04D2}"/>
                </a:ext>
              </a:extLst>
            </p:cNvPr>
            <p:cNvCxnSpPr>
              <a:cxnSpLocks/>
            </p:cNvCxnSpPr>
            <p:nvPr/>
          </p:nvCxnSpPr>
          <p:spPr>
            <a:xfrm>
              <a:off x="1104510" y="2542429"/>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2" name="TextBox 331">
              <a:extLst>
                <a:ext uri="{FF2B5EF4-FFF2-40B4-BE49-F238E27FC236}">
                  <a16:creationId xmlns:a16="http://schemas.microsoft.com/office/drawing/2014/main" id="{C3E7C1B2-38FA-2506-F8E3-45D7BBE72987}"/>
                </a:ext>
              </a:extLst>
            </p:cNvPr>
            <p:cNvSpPr txBox="1"/>
            <p:nvPr/>
          </p:nvSpPr>
          <p:spPr>
            <a:xfrm>
              <a:off x="1288427" y="2483476"/>
              <a:ext cx="69022" cy="123111"/>
            </a:xfrm>
            <a:prstGeom prst="rect">
              <a:avLst/>
            </a:prstGeom>
            <a:noFill/>
          </p:spPr>
          <p:txBody>
            <a:bodyPr wrap="squar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K</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333" name="TextBox 332">
              <a:extLst>
                <a:ext uri="{FF2B5EF4-FFF2-40B4-BE49-F238E27FC236}">
                  <a16:creationId xmlns:a16="http://schemas.microsoft.com/office/drawing/2014/main" id="{D0F1204D-D160-56D9-C95A-2542CF18E3E9}"/>
                </a:ext>
              </a:extLst>
            </p:cNvPr>
            <p:cNvSpPr txBox="1"/>
            <p:nvPr/>
          </p:nvSpPr>
          <p:spPr>
            <a:xfrm>
              <a:off x="838925" y="4166311"/>
              <a:ext cx="50100" cy="123111"/>
            </a:xfrm>
            <a:prstGeom prst="rect">
              <a:avLst/>
            </a:prstGeom>
            <a:solidFill>
              <a:schemeClr val="bg1"/>
            </a:solidFill>
          </p:spPr>
          <p:txBody>
            <a:bodyPr wrap="square" lIns="0" tIns="0" rIns="0" bIns="0" rtlCol="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L</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334" name="TextBox 333">
              <a:extLst>
                <a:ext uri="{FF2B5EF4-FFF2-40B4-BE49-F238E27FC236}">
                  <a16:creationId xmlns:a16="http://schemas.microsoft.com/office/drawing/2014/main" id="{D1123FB8-1202-A379-EA05-33E51330E85D}"/>
                </a:ext>
              </a:extLst>
            </p:cNvPr>
            <p:cNvSpPr txBox="1"/>
            <p:nvPr/>
          </p:nvSpPr>
          <p:spPr>
            <a:xfrm>
              <a:off x="464528" y="1734438"/>
              <a:ext cx="753411" cy="123111"/>
            </a:xfrm>
            <a:prstGeom prst="rect">
              <a:avLst/>
            </a:prstGeom>
            <a:noFill/>
          </p:spPr>
          <p:txBody>
            <a:bodyPr wrap="non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PIN #1 0.40x45</a:t>
              </a:r>
              <a:r>
                <a:rPr lang="en-US" altLang="ko-KR" sz="800" dirty="0">
                  <a:solidFill>
                    <a:prstClr val="black"/>
                  </a:solidFill>
                  <a:latin typeface="Arial" panose="020B0604020202020204" pitchFamily="34" charset="0"/>
                  <a:cs typeface="Arial" panose="020B0604020202020204" pitchFamily="34" charset="0"/>
                </a:rPr>
                <a:t>°</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35" name="직선 연결선 334">
              <a:extLst>
                <a:ext uri="{FF2B5EF4-FFF2-40B4-BE49-F238E27FC236}">
                  <a16:creationId xmlns:a16="http://schemas.microsoft.com/office/drawing/2014/main" id="{0319E8AB-B6E4-6CB7-D7F7-2D6C0AEC46EE}"/>
                </a:ext>
              </a:extLst>
            </p:cNvPr>
            <p:cNvCxnSpPr>
              <a:cxnSpLocks/>
            </p:cNvCxnSpPr>
            <p:nvPr/>
          </p:nvCxnSpPr>
          <p:spPr>
            <a:xfrm rot="5400000" flipH="1">
              <a:off x="1904713" y="2938005"/>
              <a:ext cx="76270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6" name="직선 연결선 335">
              <a:extLst>
                <a:ext uri="{FF2B5EF4-FFF2-40B4-BE49-F238E27FC236}">
                  <a16:creationId xmlns:a16="http://schemas.microsoft.com/office/drawing/2014/main" id="{BC11A158-5047-61E9-2250-5A854FFF8FCE}"/>
                </a:ext>
              </a:extLst>
            </p:cNvPr>
            <p:cNvCxnSpPr>
              <a:cxnSpLocks/>
            </p:cNvCxnSpPr>
            <p:nvPr/>
          </p:nvCxnSpPr>
          <p:spPr>
            <a:xfrm rot="10800000" flipH="1">
              <a:off x="1904027" y="2934064"/>
              <a:ext cx="76408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7" name="직선 화살표 연결선 336">
              <a:extLst>
                <a:ext uri="{FF2B5EF4-FFF2-40B4-BE49-F238E27FC236}">
                  <a16:creationId xmlns:a16="http://schemas.microsoft.com/office/drawing/2014/main" id="{DF307DDB-0514-319C-3D66-81AB333A1D1A}"/>
                </a:ext>
              </a:extLst>
            </p:cNvPr>
            <p:cNvCxnSpPr>
              <a:cxnSpLocks/>
            </p:cNvCxnSpPr>
            <p:nvPr/>
          </p:nvCxnSpPr>
          <p:spPr>
            <a:xfrm rot="5400000" flipH="1">
              <a:off x="2145739" y="2927536"/>
              <a:ext cx="1641681"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8" name="TextBox 337">
              <a:extLst>
                <a:ext uri="{FF2B5EF4-FFF2-40B4-BE49-F238E27FC236}">
                  <a16:creationId xmlns:a16="http://schemas.microsoft.com/office/drawing/2014/main" id="{831D0502-7920-69CC-B512-41DDBDD56A0D}"/>
                </a:ext>
              </a:extLst>
            </p:cNvPr>
            <p:cNvSpPr txBox="1"/>
            <p:nvPr/>
          </p:nvSpPr>
          <p:spPr>
            <a:xfrm>
              <a:off x="2888521" y="2864041"/>
              <a:ext cx="176168" cy="123111"/>
            </a:xfrm>
            <a:prstGeom prst="rect">
              <a:avLst/>
            </a:prstGeom>
            <a:solidFill>
              <a:schemeClr val="bg1"/>
            </a:solidFill>
          </p:spPr>
          <p:txBody>
            <a:bodyPr wrap="squar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D1</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39" name="직선 화살표 연결선 338">
              <a:extLst>
                <a:ext uri="{FF2B5EF4-FFF2-40B4-BE49-F238E27FC236}">
                  <a16:creationId xmlns:a16="http://schemas.microsoft.com/office/drawing/2014/main" id="{6C6250B8-7590-2D8B-FF7C-EAD54BA3EA1D}"/>
                </a:ext>
              </a:extLst>
            </p:cNvPr>
            <p:cNvCxnSpPr>
              <a:cxnSpLocks/>
            </p:cNvCxnSpPr>
            <p:nvPr/>
          </p:nvCxnSpPr>
          <p:spPr>
            <a:xfrm rot="5400000" flipH="1" flipV="1">
              <a:off x="2261705" y="2694129"/>
              <a:ext cx="8595" cy="1650912"/>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0" name="TextBox 339">
              <a:extLst>
                <a:ext uri="{FF2B5EF4-FFF2-40B4-BE49-F238E27FC236}">
                  <a16:creationId xmlns:a16="http://schemas.microsoft.com/office/drawing/2014/main" id="{2712D597-9C71-5151-4E54-46DEB9E03621}"/>
                </a:ext>
              </a:extLst>
            </p:cNvPr>
            <p:cNvSpPr txBox="1"/>
            <p:nvPr/>
          </p:nvSpPr>
          <p:spPr>
            <a:xfrm>
              <a:off x="2211800" y="3455348"/>
              <a:ext cx="173396" cy="123111"/>
            </a:xfrm>
            <a:prstGeom prst="rect">
              <a:avLst/>
            </a:prstGeom>
            <a:solidFill>
              <a:schemeClr val="bg1"/>
            </a:solidFill>
          </p:spPr>
          <p:txBody>
            <a:bodyPr wrap="squar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E1</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41" name="직선 화살표 연결선 340">
              <a:extLst>
                <a:ext uri="{FF2B5EF4-FFF2-40B4-BE49-F238E27FC236}">
                  <a16:creationId xmlns:a16="http://schemas.microsoft.com/office/drawing/2014/main" id="{EFB28488-1128-B539-27DA-5CB521729A1A}"/>
                </a:ext>
              </a:extLst>
            </p:cNvPr>
            <p:cNvCxnSpPr>
              <a:cxnSpLocks/>
            </p:cNvCxnSpPr>
            <p:nvPr/>
          </p:nvCxnSpPr>
          <p:spPr>
            <a:xfrm>
              <a:off x="1173727" y="1864240"/>
              <a:ext cx="404435" cy="40274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2" name="직선 연결선 341">
              <a:extLst>
                <a:ext uri="{FF2B5EF4-FFF2-40B4-BE49-F238E27FC236}">
                  <a16:creationId xmlns:a16="http://schemas.microsoft.com/office/drawing/2014/main" id="{9A3196BD-E814-2BEC-12D4-5446B2B6A7F7}"/>
                </a:ext>
              </a:extLst>
            </p:cNvPr>
            <p:cNvCxnSpPr>
              <a:cxnSpLocks/>
            </p:cNvCxnSpPr>
            <p:nvPr/>
          </p:nvCxnSpPr>
          <p:spPr>
            <a:xfrm rot="10800000">
              <a:off x="3164743" y="1494367"/>
              <a:ext cx="0" cy="3300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3" name="직선 연결선 342">
              <a:extLst>
                <a:ext uri="{FF2B5EF4-FFF2-40B4-BE49-F238E27FC236}">
                  <a16:creationId xmlns:a16="http://schemas.microsoft.com/office/drawing/2014/main" id="{BF93F361-2D3C-BFA7-82A0-56F857DDB8B7}"/>
                </a:ext>
              </a:extLst>
            </p:cNvPr>
            <p:cNvCxnSpPr>
              <a:cxnSpLocks/>
            </p:cNvCxnSpPr>
            <p:nvPr/>
          </p:nvCxnSpPr>
          <p:spPr>
            <a:xfrm rot="10800000">
              <a:off x="3055241" y="1494367"/>
              <a:ext cx="0" cy="3300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44" name="TextBox 343">
              <a:extLst>
                <a:ext uri="{FF2B5EF4-FFF2-40B4-BE49-F238E27FC236}">
                  <a16:creationId xmlns:a16="http://schemas.microsoft.com/office/drawing/2014/main" id="{E219B70D-836A-DAF2-6C55-D3B5A9F1832D}"/>
                </a:ext>
              </a:extLst>
            </p:cNvPr>
            <p:cNvSpPr txBox="1"/>
            <p:nvPr/>
          </p:nvSpPr>
          <p:spPr>
            <a:xfrm>
              <a:off x="3080658" y="1536271"/>
              <a:ext cx="58668" cy="123111"/>
            </a:xfrm>
            <a:prstGeom prst="rect">
              <a:avLst/>
            </a:prstGeom>
            <a:solidFill>
              <a:schemeClr val="bg1"/>
            </a:solidFill>
          </p:spPr>
          <p:txBody>
            <a:bodyPr wrap="square" lIns="0" tIns="0" rIns="0" bIns="0" rtlCol="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e</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45" name="직선 화살표 연결선 344">
              <a:extLst>
                <a:ext uri="{FF2B5EF4-FFF2-40B4-BE49-F238E27FC236}">
                  <a16:creationId xmlns:a16="http://schemas.microsoft.com/office/drawing/2014/main" id="{E950E508-2010-0EAE-E76E-7B5B8B5ADCF0}"/>
                </a:ext>
              </a:extLst>
            </p:cNvPr>
            <p:cNvCxnSpPr>
              <a:cxnSpLocks/>
            </p:cNvCxnSpPr>
            <p:nvPr/>
          </p:nvCxnSpPr>
          <p:spPr>
            <a:xfrm rot="5400000">
              <a:off x="3245322" y="1533690"/>
              <a:ext cx="0" cy="1646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6" name="직선 화살표 연결선 345">
              <a:extLst>
                <a:ext uri="{FF2B5EF4-FFF2-40B4-BE49-F238E27FC236}">
                  <a16:creationId xmlns:a16="http://schemas.microsoft.com/office/drawing/2014/main" id="{A6BBC22D-9DE9-0006-7E4E-F43DCEEF9308}"/>
                </a:ext>
              </a:extLst>
            </p:cNvPr>
            <p:cNvCxnSpPr>
              <a:cxnSpLocks/>
            </p:cNvCxnSpPr>
            <p:nvPr/>
          </p:nvCxnSpPr>
          <p:spPr>
            <a:xfrm rot="5400000" flipV="1">
              <a:off x="2976605" y="1533690"/>
              <a:ext cx="0" cy="1646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7" name="직선 화살표 연결선 346">
              <a:extLst>
                <a:ext uri="{FF2B5EF4-FFF2-40B4-BE49-F238E27FC236}">
                  <a16:creationId xmlns:a16="http://schemas.microsoft.com/office/drawing/2014/main" id="{FBEEE432-64A5-9768-721C-6276DAFB274B}"/>
                </a:ext>
              </a:extLst>
            </p:cNvPr>
            <p:cNvCxnSpPr>
              <a:cxnSpLocks/>
            </p:cNvCxnSpPr>
            <p:nvPr/>
          </p:nvCxnSpPr>
          <p:spPr>
            <a:xfrm rot="10800000">
              <a:off x="1230033" y="4219086"/>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8" name="직선 화살표 연결선 347">
              <a:extLst>
                <a:ext uri="{FF2B5EF4-FFF2-40B4-BE49-F238E27FC236}">
                  <a16:creationId xmlns:a16="http://schemas.microsoft.com/office/drawing/2014/main" id="{8AEA1A06-26A5-CAF8-7B79-1F225678417D}"/>
                </a:ext>
              </a:extLst>
            </p:cNvPr>
            <p:cNvCxnSpPr>
              <a:cxnSpLocks/>
            </p:cNvCxnSpPr>
            <p:nvPr/>
          </p:nvCxnSpPr>
          <p:spPr>
            <a:xfrm>
              <a:off x="937998" y="4224756"/>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9" name="직선 화살표 연결선 348">
              <a:extLst>
                <a:ext uri="{FF2B5EF4-FFF2-40B4-BE49-F238E27FC236}">
                  <a16:creationId xmlns:a16="http://schemas.microsoft.com/office/drawing/2014/main" id="{EDA22730-44AF-5317-8FB3-D8C03D449244}"/>
                </a:ext>
              </a:extLst>
            </p:cNvPr>
            <p:cNvCxnSpPr>
              <a:cxnSpLocks/>
            </p:cNvCxnSpPr>
            <p:nvPr/>
          </p:nvCxnSpPr>
          <p:spPr>
            <a:xfrm rot="10800000">
              <a:off x="3194648" y="4252459"/>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0" name="직선 화살표 연결선 349">
              <a:extLst>
                <a:ext uri="{FF2B5EF4-FFF2-40B4-BE49-F238E27FC236}">
                  <a16:creationId xmlns:a16="http://schemas.microsoft.com/office/drawing/2014/main" id="{750CAE52-7D0C-29D0-8557-C83C10F78080}"/>
                </a:ext>
              </a:extLst>
            </p:cNvPr>
            <p:cNvCxnSpPr>
              <a:cxnSpLocks/>
            </p:cNvCxnSpPr>
            <p:nvPr/>
          </p:nvCxnSpPr>
          <p:spPr>
            <a:xfrm>
              <a:off x="3008048" y="4253077"/>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1" name="직선 연결선 350">
              <a:extLst>
                <a:ext uri="{FF2B5EF4-FFF2-40B4-BE49-F238E27FC236}">
                  <a16:creationId xmlns:a16="http://schemas.microsoft.com/office/drawing/2014/main" id="{072BD10B-6934-D200-D118-5DDE8FDEFD65}"/>
                </a:ext>
              </a:extLst>
            </p:cNvPr>
            <p:cNvCxnSpPr>
              <a:cxnSpLocks/>
              <a:endCxn id="4" idx="3"/>
            </p:cNvCxnSpPr>
            <p:nvPr/>
          </p:nvCxnSpPr>
          <p:spPr>
            <a:xfrm flipV="1">
              <a:off x="3423762" y="3857749"/>
              <a:ext cx="0" cy="10539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2" name="직선 화살표 연결선 351">
              <a:extLst>
                <a:ext uri="{FF2B5EF4-FFF2-40B4-BE49-F238E27FC236}">
                  <a16:creationId xmlns:a16="http://schemas.microsoft.com/office/drawing/2014/main" id="{0B83CC95-373F-DDB0-18BB-F954E73CB128}"/>
                </a:ext>
              </a:extLst>
            </p:cNvPr>
            <p:cNvCxnSpPr>
              <a:cxnSpLocks/>
            </p:cNvCxnSpPr>
            <p:nvPr/>
          </p:nvCxnSpPr>
          <p:spPr>
            <a:xfrm>
              <a:off x="1149350" y="4751078"/>
              <a:ext cx="227965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53" name="직선 연결선 352">
              <a:extLst>
                <a:ext uri="{FF2B5EF4-FFF2-40B4-BE49-F238E27FC236}">
                  <a16:creationId xmlns:a16="http://schemas.microsoft.com/office/drawing/2014/main" id="{857142A2-55CE-1AC2-21A7-35DBF538695F}"/>
                </a:ext>
              </a:extLst>
            </p:cNvPr>
            <p:cNvCxnSpPr>
              <a:cxnSpLocks/>
            </p:cNvCxnSpPr>
            <p:nvPr/>
          </p:nvCxnSpPr>
          <p:spPr>
            <a:xfrm flipH="1">
              <a:off x="3261278" y="1829956"/>
              <a:ext cx="68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4" name="직선 연결선 353">
              <a:extLst>
                <a:ext uri="{FF2B5EF4-FFF2-40B4-BE49-F238E27FC236}">
                  <a16:creationId xmlns:a16="http://schemas.microsoft.com/office/drawing/2014/main" id="{E6A1C87D-5133-F411-FE4C-22ECD5AA7EC6}"/>
                </a:ext>
              </a:extLst>
            </p:cNvPr>
            <p:cNvCxnSpPr>
              <a:cxnSpLocks/>
              <a:endCxn id="5" idx="1"/>
            </p:cNvCxnSpPr>
            <p:nvPr/>
          </p:nvCxnSpPr>
          <p:spPr>
            <a:xfrm flipH="1">
              <a:off x="3189551" y="4062890"/>
              <a:ext cx="76491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5" name="직선 화살표 연결선 354">
              <a:extLst>
                <a:ext uri="{FF2B5EF4-FFF2-40B4-BE49-F238E27FC236}">
                  <a16:creationId xmlns:a16="http://schemas.microsoft.com/office/drawing/2014/main" id="{7ACEE208-9F08-7FD1-E109-D4C9FA5F97DF}"/>
                </a:ext>
              </a:extLst>
            </p:cNvPr>
            <p:cNvCxnSpPr>
              <a:cxnSpLocks/>
            </p:cNvCxnSpPr>
            <p:nvPr/>
          </p:nvCxnSpPr>
          <p:spPr>
            <a:xfrm>
              <a:off x="3869647" y="1828449"/>
              <a:ext cx="0" cy="223237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56" name="TextBox 355">
              <a:extLst>
                <a:ext uri="{FF2B5EF4-FFF2-40B4-BE49-F238E27FC236}">
                  <a16:creationId xmlns:a16="http://schemas.microsoft.com/office/drawing/2014/main" id="{4263FBCC-8635-F6B8-EAE3-5B3B8848B1B7}"/>
                </a:ext>
              </a:extLst>
            </p:cNvPr>
            <p:cNvSpPr txBox="1"/>
            <p:nvPr/>
          </p:nvSpPr>
          <p:spPr>
            <a:xfrm>
              <a:off x="3833191" y="2862307"/>
              <a:ext cx="73738" cy="123111"/>
            </a:xfrm>
            <a:prstGeom prst="rect">
              <a:avLst/>
            </a:prstGeom>
            <a:solidFill>
              <a:schemeClr val="bg1"/>
            </a:solidFill>
          </p:spPr>
          <p:txBody>
            <a:bodyPr wrap="none" lIns="0" tIns="0" rIns="0" bIns="0" rtlCol="0" anchor="ctr" anchorCtr="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D</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357" name="TextBox 356">
              <a:extLst>
                <a:ext uri="{FF2B5EF4-FFF2-40B4-BE49-F238E27FC236}">
                  <a16:creationId xmlns:a16="http://schemas.microsoft.com/office/drawing/2014/main" id="{D4C57F58-A02D-754A-9627-9A21FFA114FC}"/>
                </a:ext>
              </a:extLst>
            </p:cNvPr>
            <p:cNvSpPr txBox="1"/>
            <p:nvPr/>
          </p:nvSpPr>
          <p:spPr>
            <a:xfrm>
              <a:off x="2161327" y="4616593"/>
              <a:ext cx="178827" cy="123111"/>
            </a:xfrm>
            <a:prstGeom prst="rect">
              <a:avLst/>
            </a:prstGeom>
            <a:solidFill>
              <a:schemeClr val="bg1"/>
            </a:solidFill>
          </p:spPr>
          <p:txBody>
            <a:bodyPr wrap="square" lIns="0" tIns="0" rIns="0" bIns="0" rtlCol="0" anchor="ctr" anchorCtr="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E</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grpSp>
          <p:nvGrpSpPr>
            <p:cNvPr id="358" name="그룹 357">
              <a:extLst>
                <a:ext uri="{FF2B5EF4-FFF2-40B4-BE49-F238E27FC236}">
                  <a16:creationId xmlns:a16="http://schemas.microsoft.com/office/drawing/2014/main" id="{3EA6E351-27CB-D068-D9DE-61A2CD752506}"/>
                </a:ext>
              </a:extLst>
            </p:cNvPr>
            <p:cNvGrpSpPr/>
            <p:nvPr/>
          </p:nvGrpSpPr>
          <p:grpSpPr>
            <a:xfrm>
              <a:off x="1064700" y="2017628"/>
              <a:ext cx="163354" cy="1822369"/>
              <a:chOff x="2887428" y="5995209"/>
              <a:chExt cx="163354" cy="1822369"/>
            </a:xfrm>
          </p:grpSpPr>
          <p:sp>
            <p:nvSpPr>
              <p:cNvPr id="413" name="직사각형 412">
                <a:extLst>
                  <a:ext uri="{FF2B5EF4-FFF2-40B4-BE49-F238E27FC236}">
                    <a16:creationId xmlns:a16="http://schemas.microsoft.com/office/drawing/2014/main" id="{F11830BA-7E44-1106-DC4C-C92A74DCB4B3}"/>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4" name="직사각형 413">
                <a:extLst>
                  <a:ext uri="{FF2B5EF4-FFF2-40B4-BE49-F238E27FC236}">
                    <a16:creationId xmlns:a16="http://schemas.microsoft.com/office/drawing/2014/main" id="{2DDD8352-DCC7-41B4-079A-466F6D971677}"/>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5" name="직사각형 414">
                <a:extLst>
                  <a:ext uri="{FF2B5EF4-FFF2-40B4-BE49-F238E27FC236}">
                    <a16:creationId xmlns:a16="http://schemas.microsoft.com/office/drawing/2014/main" id="{BF292765-35ED-6A4A-5619-4A1D6C798EA8}"/>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6" name="직사각형 415">
                <a:extLst>
                  <a:ext uri="{FF2B5EF4-FFF2-40B4-BE49-F238E27FC236}">
                    <a16:creationId xmlns:a16="http://schemas.microsoft.com/office/drawing/2014/main" id="{B49A8957-7C05-78F0-2728-593513BF7765}"/>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7" name="직사각형 416">
                <a:extLst>
                  <a:ext uri="{FF2B5EF4-FFF2-40B4-BE49-F238E27FC236}">
                    <a16:creationId xmlns:a16="http://schemas.microsoft.com/office/drawing/2014/main" id="{D2766612-7F2D-49AB-6A19-138AFF2EE60F}"/>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8" name="직사각형 417">
                <a:extLst>
                  <a:ext uri="{FF2B5EF4-FFF2-40B4-BE49-F238E27FC236}">
                    <a16:creationId xmlns:a16="http://schemas.microsoft.com/office/drawing/2014/main" id="{FE35CA8D-C22E-A16B-EA5E-182FE8791008}"/>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9" name="직사각형 418">
                <a:extLst>
                  <a:ext uri="{FF2B5EF4-FFF2-40B4-BE49-F238E27FC236}">
                    <a16:creationId xmlns:a16="http://schemas.microsoft.com/office/drawing/2014/main" id="{A59C6ACC-8BF4-0E17-BB93-37E71369C423}"/>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0" name="직사각형 419">
                <a:extLst>
                  <a:ext uri="{FF2B5EF4-FFF2-40B4-BE49-F238E27FC236}">
                    <a16:creationId xmlns:a16="http://schemas.microsoft.com/office/drawing/2014/main" id="{CC685667-F9DF-CBD6-25D7-1FFABF31E3EE}"/>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1" name="직사각형 420">
                <a:extLst>
                  <a:ext uri="{FF2B5EF4-FFF2-40B4-BE49-F238E27FC236}">
                    <a16:creationId xmlns:a16="http://schemas.microsoft.com/office/drawing/2014/main" id="{B50BD1F5-963C-A7EA-6F17-0523A4F937DB}"/>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2" name="직사각형 421">
                <a:extLst>
                  <a:ext uri="{FF2B5EF4-FFF2-40B4-BE49-F238E27FC236}">
                    <a16:creationId xmlns:a16="http://schemas.microsoft.com/office/drawing/2014/main" id="{546E0071-E1FE-DED8-1288-ABCF47B78A8D}"/>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5" name="직사각형 424">
                <a:extLst>
                  <a:ext uri="{FF2B5EF4-FFF2-40B4-BE49-F238E27FC236}">
                    <a16:creationId xmlns:a16="http://schemas.microsoft.com/office/drawing/2014/main" id="{9450B3EB-DBA6-2ACA-7660-FC26450FBAA8}"/>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6" name="직사각형 425">
                <a:extLst>
                  <a:ext uri="{FF2B5EF4-FFF2-40B4-BE49-F238E27FC236}">
                    <a16:creationId xmlns:a16="http://schemas.microsoft.com/office/drawing/2014/main" id="{88E17AF6-5D58-C3EE-4568-AB1AADBE4E81}"/>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7" name="직사각형 426">
                <a:extLst>
                  <a:ext uri="{FF2B5EF4-FFF2-40B4-BE49-F238E27FC236}">
                    <a16:creationId xmlns:a16="http://schemas.microsoft.com/office/drawing/2014/main" id="{FDE9E711-CE6B-CAF4-A12A-353B4737E64C}"/>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8" name="직사각형 427">
                <a:extLst>
                  <a:ext uri="{FF2B5EF4-FFF2-40B4-BE49-F238E27FC236}">
                    <a16:creationId xmlns:a16="http://schemas.microsoft.com/office/drawing/2014/main" id="{9509F67F-CA2B-7D61-7CBB-2EC7493B11CE}"/>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9" name="직사각형 428">
                <a:extLst>
                  <a:ext uri="{FF2B5EF4-FFF2-40B4-BE49-F238E27FC236}">
                    <a16:creationId xmlns:a16="http://schemas.microsoft.com/office/drawing/2014/main" id="{5E779854-E764-9F3B-FC16-4644B553158F}"/>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3" name="직사각형 22">
                <a:extLst>
                  <a:ext uri="{FF2B5EF4-FFF2-40B4-BE49-F238E27FC236}">
                    <a16:creationId xmlns:a16="http://schemas.microsoft.com/office/drawing/2014/main" id="{AB874A5E-4826-BC5F-AB4D-B52F972C33CF}"/>
                  </a:ext>
                </a:extLst>
              </p:cNvPr>
              <p:cNvSpPr/>
              <p:nvPr/>
            </p:nvSpPr>
            <p:spPr>
              <a:xfrm rot="5400000">
                <a:off x="2943443" y="593919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5" name="직사각형 24">
                <a:extLst>
                  <a:ext uri="{FF2B5EF4-FFF2-40B4-BE49-F238E27FC236}">
                    <a16:creationId xmlns:a16="http://schemas.microsoft.com/office/drawing/2014/main" id="{4F3BCB81-52EA-4E02-AE6E-0B9448C78A60}"/>
                  </a:ext>
                </a:extLst>
              </p:cNvPr>
              <p:cNvSpPr/>
              <p:nvPr/>
            </p:nvSpPr>
            <p:spPr>
              <a:xfrm rot="5400000">
                <a:off x="2943443" y="77102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grpSp>
          <p:nvGrpSpPr>
            <p:cNvPr id="359" name="그룹 358">
              <a:extLst>
                <a:ext uri="{FF2B5EF4-FFF2-40B4-BE49-F238E27FC236}">
                  <a16:creationId xmlns:a16="http://schemas.microsoft.com/office/drawing/2014/main" id="{52E173E2-A2BC-7E48-5605-0384306A2E84}"/>
                </a:ext>
              </a:extLst>
            </p:cNvPr>
            <p:cNvGrpSpPr/>
            <p:nvPr/>
          </p:nvGrpSpPr>
          <p:grpSpPr>
            <a:xfrm flipH="1">
              <a:off x="3342082" y="2024274"/>
              <a:ext cx="163832" cy="1833474"/>
              <a:chOff x="2886950" y="5995209"/>
              <a:chExt cx="163832" cy="1833474"/>
            </a:xfrm>
          </p:grpSpPr>
          <p:sp>
            <p:nvSpPr>
              <p:cNvPr id="396" name="직사각형 395">
                <a:extLst>
                  <a:ext uri="{FF2B5EF4-FFF2-40B4-BE49-F238E27FC236}">
                    <a16:creationId xmlns:a16="http://schemas.microsoft.com/office/drawing/2014/main" id="{D041580B-C542-0EC6-AC9F-4D8E2A84AE99}"/>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7" name="직사각형 396">
                <a:extLst>
                  <a:ext uri="{FF2B5EF4-FFF2-40B4-BE49-F238E27FC236}">
                    <a16:creationId xmlns:a16="http://schemas.microsoft.com/office/drawing/2014/main" id="{55F2FD3A-15FB-1003-452E-A03C84D9E22A}"/>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8" name="직사각형 397">
                <a:extLst>
                  <a:ext uri="{FF2B5EF4-FFF2-40B4-BE49-F238E27FC236}">
                    <a16:creationId xmlns:a16="http://schemas.microsoft.com/office/drawing/2014/main" id="{768D34C3-3589-0BF2-20FE-E60A90071813}"/>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9" name="직사각형 398">
                <a:extLst>
                  <a:ext uri="{FF2B5EF4-FFF2-40B4-BE49-F238E27FC236}">
                    <a16:creationId xmlns:a16="http://schemas.microsoft.com/office/drawing/2014/main" id="{1E896E8E-52A7-6229-DF83-8B607FED036C}"/>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0" name="직사각형 399">
                <a:extLst>
                  <a:ext uri="{FF2B5EF4-FFF2-40B4-BE49-F238E27FC236}">
                    <a16:creationId xmlns:a16="http://schemas.microsoft.com/office/drawing/2014/main" id="{84BFC8E7-B3C8-D0BE-F577-0B417B9057F9}"/>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1" name="직사각형 400">
                <a:extLst>
                  <a:ext uri="{FF2B5EF4-FFF2-40B4-BE49-F238E27FC236}">
                    <a16:creationId xmlns:a16="http://schemas.microsoft.com/office/drawing/2014/main" id="{416CF58E-F9F4-7536-7C06-4D1E41AA6237}"/>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2" name="직사각형 401">
                <a:extLst>
                  <a:ext uri="{FF2B5EF4-FFF2-40B4-BE49-F238E27FC236}">
                    <a16:creationId xmlns:a16="http://schemas.microsoft.com/office/drawing/2014/main" id="{16B3A8F8-91C0-8D6A-0BFB-E4413DC7A113}"/>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3" name="직사각형 402">
                <a:extLst>
                  <a:ext uri="{FF2B5EF4-FFF2-40B4-BE49-F238E27FC236}">
                    <a16:creationId xmlns:a16="http://schemas.microsoft.com/office/drawing/2014/main" id="{05D177BD-BB34-69AE-F5E2-E4CAC5358599}"/>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4" name="직사각형 403">
                <a:extLst>
                  <a:ext uri="{FF2B5EF4-FFF2-40B4-BE49-F238E27FC236}">
                    <a16:creationId xmlns:a16="http://schemas.microsoft.com/office/drawing/2014/main" id="{136EAFAD-CF58-C124-2060-BC6D43969829}"/>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5" name="직사각형 404">
                <a:extLst>
                  <a:ext uri="{FF2B5EF4-FFF2-40B4-BE49-F238E27FC236}">
                    <a16:creationId xmlns:a16="http://schemas.microsoft.com/office/drawing/2014/main" id="{E1BCAF63-B3BC-6419-012D-CC4F888451D3}"/>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8" name="직사각형 407">
                <a:extLst>
                  <a:ext uri="{FF2B5EF4-FFF2-40B4-BE49-F238E27FC236}">
                    <a16:creationId xmlns:a16="http://schemas.microsoft.com/office/drawing/2014/main" id="{19ED7A98-8C12-9FF1-0911-A76BE02D04D1}"/>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9" name="직사각형 408">
                <a:extLst>
                  <a:ext uri="{FF2B5EF4-FFF2-40B4-BE49-F238E27FC236}">
                    <a16:creationId xmlns:a16="http://schemas.microsoft.com/office/drawing/2014/main" id="{A4F168DF-6D71-947C-73AE-F7BBFDD45DD3}"/>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0" name="직사각형 409">
                <a:extLst>
                  <a:ext uri="{FF2B5EF4-FFF2-40B4-BE49-F238E27FC236}">
                    <a16:creationId xmlns:a16="http://schemas.microsoft.com/office/drawing/2014/main" id="{4601F769-F860-6EC2-C610-C8A1989EF7A8}"/>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1" name="직사각형 410">
                <a:extLst>
                  <a:ext uri="{FF2B5EF4-FFF2-40B4-BE49-F238E27FC236}">
                    <a16:creationId xmlns:a16="http://schemas.microsoft.com/office/drawing/2014/main" id="{991DFB12-D466-5BD1-95E3-30EFA3D3B178}"/>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2" name="직사각형 411">
                <a:extLst>
                  <a:ext uri="{FF2B5EF4-FFF2-40B4-BE49-F238E27FC236}">
                    <a16:creationId xmlns:a16="http://schemas.microsoft.com/office/drawing/2014/main" id="{06B6F67F-2C61-440D-D87E-0790BD767DD5}"/>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 name="직사각형 3">
                <a:extLst>
                  <a:ext uri="{FF2B5EF4-FFF2-40B4-BE49-F238E27FC236}">
                    <a16:creationId xmlns:a16="http://schemas.microsoft.com/office/drawing/2014/main" id="{3E5B0BBA-4FC0-CE05-D1E8-A343C64E6D85}"/>
                  </a:ext>
                </a:extLst>
              </p:cNvPr>
              <p:cNvSpPr/>
              <p:nvPr/>
            </p:nvSpPr>
            <p:spPr>
              <a:xfrm rot="5400000">
                <a:off x="2943441" y="7721345"/>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1" name="직사각형 20">
                <a:extLst>
                  <a:ext uri="{FF2B5EF4-FFF2-40B4-BE49-F238E27FC236}">
                    <a16:creationId xmlns:a16="http://schemas.microsoft.com/office/drawing/2014/main" id="{43A8E435-5EAD-982F-50E7-48510D912262}"/>
                  </a:ext>
                </a:extLst>
              </p:cNvPr>
              <p:cNvSpPr/>
              <p:nvPr/>
            </p:nvSpPr>
            <p:spPr>
              <a:xfrm rot="5400000">
                <a:off x="2942965" y="593919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grpSp>
          <p:nvGrpSpPr>
            <p:cNvPr id="360" name="그룹 359">
              <a:extLst>
                <a:ext uri="{FF2B5EF4-FFF2-40B4-BE49-F238E27FC236}">
                  <a16:creationId xmlns:a16="http://schemas.microsoft.com/office/drawing/2014/main" id="{F2219A21-8A8C-A399-E5CB-B1BBADAB4FCE}"/>
                </a:ext>
              </a:extLst>
            </p:cNvPr>
            <p:cNvGrpSpPr/>
            <p:nvPr/>
          </p:nvGrpSpPr>
          <p:grpSpPr>
            <a:xfrm rot="5400000" flipH="1">
              <a:off x="2195730" y="3150745"/>
              <a:ext cx="163354" cy="1824289"/>
              <a:chOff x="2887428" y="5998043"/>
              <a:chExt cx="163354" cy="1824289"/>
            </a:xfrm>
          </p:grpSpPr>
          <p:sp>
            <p:nvSpPr>
              <p:cNvPr id="379" name="직사각형 378">
                <a:extLst>
                  <a:ext uri="{FF2B5EF4-FFF2-40B4-BE49-F238E27FC236}">
                    <a16:creationId xmlns:a16="http://schemas.microsoft.com/office/drawing/2014/main" id="{56CC31D5-D1DA-7DB8-29D6-043EBEA8596A}"/>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0" name="직사각형 379">
                <a:extLst>
                  <a:ext uri="{FF2B5EF4-FFF2-40B4-BE49-F238E27FC236}">
                    <a16:creationId xmlns:a16="http://schemas.microsoft.com/office/drawing/2014/main" id="{CE3D1496-4610-E975-3354-BC5303DCF661}"/>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1" name="직사각형 380">
                <a:extLst>
                  <a:ext uri="{FF2B5EF4-FFF2-40B4-BE49-F238E27FC236}">
                    <a16:creationId xmlns:a16="http://schemas.microsoft.com/office/drawing/2014/main" id="{C19F58A5-DAC1-6FA2-8D9E-2C40565BA15D}"/>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2" name="직사각형 381">
                <a:extLst>
                  <a:ext uri="{FF2B5EF4-FFF2-40B4-BE49-F238E27FC236}">
                    <a16:creationId xmlns:a16="http://schemas.microsoft.com/office/drawing/2014/main" id="{40E78D34-5D08-329D-F85A-D2470786C339}"/>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3" name="직사각형 382">
                <a:extLst>
                  <a:ext uri="{FF2B5EF4-FFF2-40B4-BE49-F238E27FC236}">
                    <a16:creationId xmlns:a16="http://schemas.microsoft.com/office/drawing/2014/main" id="{224BC5A4-4C30-0050-4D06-1BC025F9A7A8}"/>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4" name="직사각형 383">
                <a:extLst>
                  <a:ext uri="{FF2B5EF4-FFF2-40B4-BE49-F238E27FC236}">
                    <a16:creationId xmlns:a16="http://schemas.microsoft.com/office/drawing/2014/main" id="{9C812E55-7315-0FC9-A29F-E9FB0DE99A07}"/>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5" name="직사각형 384">
                <a:extLst>
                  <a:ext uri="{FF2B5EF4-FFF2-40B4-BE49-F238E27FC236}">
                    <a16:creationId xmlns:a16="http://schemas.microsoft.com/office/drawing/2014/main" id="{E9926B67-76B5-08AC-99F5-D97080B6375B}"/>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6" name="직사각형 385">
                <a:extLst>
                  <a:ext uri="{FF2B5EF4-FFF2-40B4-BE49-F238E27FC236}">
                    <a16:creationId xmlns:a16="http://schemas.microsoft.com/office/drawing/2014/main" id="{CDFDD71C-5690-DCBE-9142-CB8AF4F8FF79}"/>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7" name="직사각형 386">
                <a:extLst>
                  <a:ext uri="{FF2B5EF4-FFF2-40B4-BE49-F238E27FC236}">
                    <a16:creationId xmlns:a16="http://schemas.microsoft.com/office/drawing/2014/main" id="{D885A176-C481-9DD3-DD46-EC763CEF4E02}"/>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8" name="직사각형 387">
                <a:extLst>
                  <a:ext uri="{FF2B5EF4-FFF2-40B4-BE49-F238E27FC236}">
                    <a16:creationId xmlns:a16="http://schemas.microsoft.com/office/drawing/2014/main" id="{45EB8A01-4484-CBEC-FB85-413868259192}"/>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1" name="직사각형 390">
                <a:extLst>
                  <a:ext uri="{FF2B5EF4-FFF2-40B4-BE49-F238E27FC236}">
                    <a16:creationId xmlns:a16="http://schemas.microsoft.com/office/drawing/2014/main" id="{47C84610-7B6D-3AFE-B13C-8A6056E63CB4}"/>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2" name="직사각형 391">
                <a:extLst>
                  <a:ext uri="{FF2B5EF4-FFF2-40B4-BE49-F238E27FC236}">
                    <a16:creationId xmlns:a16="http://schemas.microsoft.com/office/drawing/2014/main" id="{7D54E3BB-2A2D-E720-5DFD-098A28E70150}"/>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3" name="직사각형 392">
                <a:extLst>
                  <a:ext uri="{FF2B5EF4-FFF2-40B4-BE49-F238E27FC236}">
                    <a16:creationId xmlns:a16="http://schemas.microsoft.com/office/drawing/2014/main" id="{408D62BF-E182-028F-B6C7-BB271C1D914C}"/>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4" name="직사각형 393">
                <a:extLst>
                  <a:ext uri="{FF2B5EF4-FFF2-40B4-BE49-F238E27FC236}">
                    <a16:creationId xmlns:a16="http://schemas.microsoft.com/office/drawing/2014/main" id="{AEF72227-AF9E-7868-1EA1-F760AC81B3DE}"/>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5" name="직사각형 394">
                <a:extLst>
                  <a:ext uri="{FF2B5EF4-FFF2-40B4-BE49-F238E27FC236}">
                    <a16:creationId xmlns:a16="http://schemas.microsoft.com/office/drawing/2014/main" id="{61332634-CD52-A9E5-37E8-2D572CB45418}"/>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5" name="직사각형 4">
                <a:extLst>
                  <a:ext uri="{FF2B5EF4-FFF2-40B4-BE49-F238E27FC236}">
                    <a16:creationId xmlns:a16="http://schemas.microsoft.com/office/drawing/2014/main" id="{86B88B57-5F32-1DD2-BDA5-77258339B6F6}"/>
                  </a:ext>
                </a:extLst>
              </p:cNvPr>
              <p:cNvSpPr/>
              <p:nvPr/>
            </p:nvSpPr>
            <p:spPr>
              <a:xfrm rot="5400000">
                <a:off x="2943443" y="594202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4" name="직사각형 23">
                <a:extLst>
                  <a:ext uri="{FF2B5EF4-FFF2-40B4-BE49-F238E27FC236}">
                    <a16:creationId xmlns:a16="http://schemas.microsoft.com/office/drawing/2014/main" id="{614E1A4D-3A98-9AE6-4888-4C57B5542AA6}"/>
                  </a:ext>
                </a:extLst>
              </p:cNvPr>
              <p:cNvSpPr/>
              <p:nvPr/>
            </p:nvSpPr>
            <p:spPr>
              <a:xfrm rot="5400000">
                <a:off x="2943443" y="771499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grpSp>
          <p:nvGrpSpPr>
            <p:cNvPr id="361" name="그룹 360">
              <a:extLst>
                <a:ext uri="{FF2B5EF4-FFF2-40B4-BE49-F238E27FC236}">
                  <a16:creationId xmlns:a16="http://schemas.microsoft.com/office/drawing/2014/main" id="{9717F27D-F85C-A78E-8B38-F643E5EC3C3F}"/>
                </a:ext>
              </a:extLst>
            </p:cNvPr>
            <p:cNvGrpSpPr/>
            <p:nvPr/>
          </p:nvGrpSpPr>
          <p:grpSpPr>
            <a:xfrm rot="16200000" flipH="1" flipV="1">
              <a:off x="2192556" y="916661"/>
              <a:ext cx="164942" cy="1825875"/>
              <a:chOff x="2887428" y="5999631"/>
              <a:chExt cx="164942" cy="1825875"/>
            </a:xfrm>
          </p:grpSpPr>
          <p:sp>
            <p:nvSpPr>
              <p:cNvPr id="362" name="직사각형 361">
                <a:extLst>
                  <a:ext uri="{FF2B5EF4-FFF2-40B4-BE49-F238E27FC236}">
                    <a16:creationId xmlns:a16="http://schemas.microsoft.com/office/drawing/2014/main" id="{94907BFD-F311-8B1B-2E4F-8CA865CE16A3}"/>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3" name="직사각형 362">
                <a:extLst>
                  <a:ext uri="{FF2B5EF4-FFF2-40B4-BE49-F238E27FC236}">
                    <a16:creationId xmlns:a16="http://schemas.microsoft.com/office/drawing/2014/main" id="{97F1E2E6-D9F4-5E70-667F-3F474E663237}"/>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4" name="직사각형 363">
                <a:extLst>
                  <a:ext uri="{FF2B5EF4-FFF2-40B4-BE49-F238E27FC236}">
                    <a16:creationId xmlns:a16="http://schemas.microsoft.com/office/drawing/2014/main" id="{5876506E-9849-43BC-FD67-14585B7E8430}"/>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5" name="직사각형 364">
                <a:extLst>
                  <a:ext uri="{FF2B5EF4-FFF2-40B4-BE49-F238E27FC236}">
                    <a16:creationId xmlns:a16="http://schemas.microsoft.com/office/drawing/2014/main" id="{8851100A-9F0F-7FA4-680E-5EABDC86284E}"/>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6" name="직사각형 365">
                <a:extLst>
                  <a:ext uri="{FF2B5EF4-FFF2-40B4-BE49-F238E27FC236}">
                    <a16:creationId xmlns:a16="http://schemas.microsoft.com/office/drawing/2014/main" id="{7FE85F9E-36A3-978C-618D-41FA0A131B43}"/>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7" name="직사각형 366">
                <a:extLst>
                  <a:ext uri="{FF2B5EF4-FFF2-40B4-BE49-F238E27FC236}">
                    <a16:creationId xmlns:a16="http://schemas.microsoft.com/office/drawing/2014/main" id="{FF4F5B4B-5E24-4DC5-AD05-4AB8D0B37AB4}"/>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8" name="직사각형 367">
                <a:extLst>
                  <a:ext uri="{FF2B5EF4-FFF2-40B4-BE49-F238E27FC236}">
                    <a16:creationId xmlns:a16="http://schemas.microsoft.com/office/drawing/2014/main" id="{B0B97D05-1A39-89D6-9A63-6D8AB1D40DD3}"/>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9" name="직사각형 368">
                <a:extLst>
                  <a:ext uri="{FF2B5EF4-FFF2-40B4-BE49-F238E27FC236}">
                    <a16:creationId xmlns:a16="http://schemas.microsoft.com/office/drawing/2014/main" id="{E89DC133-666C-B2F9-9F9F-2782D417B13E}"/>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0" name="직사각형 369">
                <a:extLst>
                  <a:ext uri="{FF2B5EF4-FFF2-40B4-BE49-F238E27FC236}">
                    <a16:creationId xmlns:a16="http://schemas.microsoft.com/office/drawing/2014/main" id="{668767CB-03C3-7416-D936-4AD9621E7415}"/>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1" name="직사각형 370">
                <a:extLst>
                  <a:ext uri="{FF2B5EF4-FFF2-40B4-BE49-F238E27FC236}">
                    <a16:creationId xmlns:a16="http://schemas.microsoft.com/office/drawing/2014/main" id="{34D1BB28-D3C5-6280-06DC-E83B91B3D229}"/>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4" name="직사각형 373">
                <a:extLst>
                  <a:ext uri="{FF2B5EF4-FFF2-40B4-BE49-F238E27FC236}">
                    <a16:creationId xmlns:a16="http://schemas.microsoft.com/office/drawing/2014/main" id="{0C8682D4-205C-A43F-2EAC-D68940D6F931}"/>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5" name="직사각형 374">
                <a:extLst>
                  <a:ext uri="{FF2B5EF4-FFF2-40B4-BE49-F238E27FC236}">
                    <a16:creationId xmlns:a16="http://schemas.microsoft.com/office/drawing/2014/main" id="{7F379098-AAD4-B8FE-E6ED-0F62129756B4}"/>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6" name="직사각형 375">
                <a:extLst>
                  <a:ext uri="{FF2B5EF4-FFF2-40B4-BE49-F238E27FC236}">
                    <a16:creationId xmlns:a16="http://schemas.microsoft.com/office/drawing/2014/main" id="{8708ABBF-6010-CF3D-775E-288785F2C881}"/>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7" name="직사각형 376">
                <a:extLst>
                  <a:ext uri="{FF2B5EF4-FFF2-40B4-BE49-F238E27FC236}">
                    <a16:creationId xmlns:a16="http://schemas.microsoft.com/office/drawing/2014/main" id="{42B14547-61F7-2574-7940-46D12676BA76}"/>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8" name="직사각형 377">
                <a:extLst>
                  <a:ext uri="{FF2B5EF4-FFF2-40B4-BE49-F238E27FC236}">
                    <a16:creationId xmlns:a16="http://schemas.microsoft.com/office/drawing/2014/main" id="{BE850E70-5862-3903-2429-68FD604AB02E}"/>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0" name="직사각형 19">
                <a:extLst>
                  <a:ext uri="{FF2B5EF4-FFF2-40B4-BE49-F238E27FC236}">
                    <a16:creationId xmlns:a16="http://schemas.microsoft.com/office/drawing/2014/main" id="{BA2520F5-28D5-9D9F-AAAF-C97B31806CFB}"/>
                  </a:ext>
                </a:extLst>
              </p:cNvPr>
              <p:cNvSpPr/>
              <p:nvPr/>
            </p:nvSpPr>
            <p:spPr>
              <a:xfrm rot="5400000">
                <a:off x="2945031" y="5943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2" name="직사각형 21">
                <a:extLst>
                  <a:ext uri="{FF2B5EF4-FFF2-40B4-BE49-F238E27FC236}">
                    <a16:creationId xmlns:a16="http://schemas.microsoft.com/office/drawing/2014/main" id="{64BD6379-DE49-4410-F5FA-57AEA12CF90B}"/>
                  </a:ext>
                </a:extLst>
              </p:cNvPr>
              <p:cNvSpPr/>
              <p:nvPr/>
            </p:nvSpPr>
            <p:spPr>
              <a:xfrm rot="5400000">
                <a:off x="2943445" y="771816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cxnSp>
          <p:nvCxnSpPr>
            <p:cNvPr id="28" name="직선 연결선 27">
              <a:extLst>
                <a:ext uri="{FF2B5EF4-FFF2-40B4-BE49-F238E27FC236}">
                  <a16:creationId xmlns:a16="http://schemas.microsoft.com/office/drawing/2014/main" id="{B7ACB7E2-1855-C8C9-E43E-EFC5E59902FE}"/>
                </a:ext>
              </a:extLst>
            </p:cNvPr>
            <p:cNvCxnSpPr>
              <a:cxnSpLocks/>
              <a:endCxn id="25" idx="3"/>
            </p:cNvCxnSpPr>
            <p:nvPr/>
          </p:nvCxnSpPr>
          <p:spPr>
            <a:xfrm flipH="1" flipV="1">
              <a:off x="1146377" y="3839998"/>
              <a:ext cx="1779" cy="1058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710280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문서" ma:contentTypeID="0x010100013CB816B14AF74FB96D4B7FD844454E" ma:contentTypeVersion="4" ma:contentTypeDescription="새 문서를 만듭니다." ma:contentTypeScope="" ma:versionID="2c861091205fb4dd7b2899e6aaabf91e">
  <xsd:schema xmlns:xsd="http://www.w3.org/2001/XMLSchema" xmlns:xs="http://www.w3.org/2001/XMLSchema" xmlns:p="http://schemas.microsoft.com/office/2006/metadata/properties" xmlns:ns3="079f0d6d-6aa3-4da6-8cd5-16eddd7b8016" targetNamespace="http://schemas.microsoft.com/office/2006/metadata/properties" ma:root="true" ma:fieldsID="a50a075b86fa68e2f01f86abab82f9a2" ns3:_="">
    <xsd:import namespace="079f0d6d-6aa3-4da6-8cd5-16eddd7b8016"/>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9f0d6d-6aa3-4da6-8cd5-16eddd7b8016"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콘텐츠 형식"/>
        <xsd:element ref="dc:title" minOccurs="0" maxOccurs="1" ma:index="4" ma:displayName="제목"/>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21499D0-6826-4EB6-B33C-C3FB6934EB1C}">
  <ds:schemaRefs>
    <ds:schemaRef ds:uri="http://schemas.microsoft.com/sharepoint/v3/contenttype/forms"/>
  </ds:schemaRefs>
</ds:datastoreItem>
</file>

<file path=customXml/itemProps2.xml><?xml version="1.0" encoding="utf-8"?>
<ds:datastoreItem xmlns:ds="http://schemas.openxmlformats.org/officeDocument/2006/customXml" ds:itemID="{1A89FADA-1EB9-406B-B6F7-642A64CB0D80}">
  <ds:schemaRefs>
    <ds:schemaRef ds:uri="http://purl.org/dc/terms/"/>
    <ds:schemaRef ds:uri="http://www.w3.org/XML/1998/namespace"/>
    <ds:schemaRef ds:uri="079f0d6d-6aa3-4da6-8cd5-16eddd7b8016"/>
    <ds:schemaRef ds:uri="http://schemas.microsoft.com/office/2006/documentManagement/types"/>
    <ds:schemaRef ds:uri="http://schemas.microsoft.com/office/2006/metadata/properties"/>
    <ds:schemaRef ds:uri="http://purl.org/dc/dcmitype/"/>
    <ds:schemaRef ds:uri="http://schemas.microsoft.com/office/infopath/2007/PartnerControls"/>
    <ds:schemaRef ds:uri="http://schemas.openxmlformats.org/package/2006/metadata/core-properties"/>
    <ds:schemaRef ds:uri="http://purl.org/dc/elements/1.1/"/>
  </ds:schemaRefs>
</ds:datastoreItem>
</file>

<file path=customXml/itemProps3.xml><?xml version="1.0" encoding="utf-8"?>
<ds:datastoreItem xmlns:ds="http://schemas.openxmlformats.org/officeDocument/2006/customXml" ds:itemID="{927A6A95-3122-43D2-843B-79B32ED35F0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9f0d6d-6aa3-4da6-8cd5-16eddd7b801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51050</TotalTime>
  <Words>32342</Words>
  <Application>Microsoft Office PowerPoint</Application>
  <PresentationFormat>A4 용지(210x297mm)</PresentationFormat>
  <Paragraphs>8837</Paragraphs>
  <Slides>100</Slides>
  <Notes>8</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100</vt:i4>
      </vt:variant>
    </vt:vector>
  </HeadingPairs>
  <TitlesOfParts>
    <vt:vector size="107" baseType="lpstr">
      <vt:lpstr>굴림</vt:lpstr>
      <vt:lpstr>맑은 고딕</vt:lpstr>
      <vt:lpstr>Arial</vt:lpstr>
      <vt:lpstr>Calibri</vt:lpstr>
      <vt:lpstr>Calibri Light</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엄윤섭</dc:creator>
  <cp:lastModifiedBy>이 준영</cp:lastModifiedBy>
  <cp:revision>1813</cp:revision>
  <cp:lastPrinted>2023-08-01T07:21:23Z</cp:lastPrinted>
  <dcterms:created xsi:type="dcterms:W3CDTF">2020-06-17T04:27:48Z</dcterms:created>
  <dcterms:modified xsi:type="dcterms:W3CDTF">2026-07-06T00:31:31Z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0x010100013CB816B14AF74FB96D4B7FD844454E</vt:lpwstr>
  </property>
</Properties>
</file>