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588F0-7080-3A90-188E-EC87C8075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252D0E-92CC-3364-D908-8C436E5B9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197AF9-3D32-F2FF-63FC-C21B2B44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D3DC-8D96-42D0-B3C5-5FEFE0C2657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BEE0A9-4664-BCB3-F026-088B6BED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40EA25-4F7E-BD41-14A7-6D85EB81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1973-60B1-4985-9E87-88A70F5B2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55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3A653-13CB-0A4A-E357-32EF16B58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DEB90E-477A-A172-1B21-4CC8260C3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11B079-04B1-1EAC-275D-FDB6231D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D3DC-8D96-42D0-B3C5-5FEFE0C2657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15E30D-8955-3822-376B-7CC31527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E6FD1-5B87-5D32-E0C5-531AB794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1973-60B1-4985-9E87-88A70F5B2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645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E443D-C371-6855-3B9D-2C79D081D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F442AC-C650-2966-D010-407FC5A3F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993427-8E68-8CC2-6C82-40AA749FA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D3DC-8D96-42D0-B3C5-5FEFE0C2657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FBDF9-51CF-8B72-86EA-56ABE7E1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F72D5-A414-D4CA-551E-0DFCBF35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1973-60B1-4985-9E87-88A70F5B2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322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91DB5-7570-314C-5CFC-9B55897D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C2BB9C-3A43-506F-C605-7A4D9C3AA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44C23B-66EB-FC0B-2A53-AD5DAA043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E5CA4A-F846-0141-FEE9-3C35F885F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D3DC-8D96-42D0-B3C5-5FEFE0C2657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218F81-E02C-B559-9EF7-A8895AE08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76648E-BE84-8979-A1F4-E65FEB5A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1973-60B1-4985-9E87-88A70F5B2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191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0BE1D-3CA9-C4DD-4337-D0A305816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817EB-C00E-7286-2306-19D902CC5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2B4609-70CB-6D61-EA21-F6916DF12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ED579B-6B04-C720-DA95-812AFE08D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5D34D8-E990-05E5-9C4C-79C98DCEA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8B739A9-9C02-B10C-45F8-3F719AE4A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D3DC-8D96-42D0-B3C5-5FEFE0C2657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9C0863-90B6-E82B-32DD-FE2BAC2AD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346567-F554-0A11-1223-F8CB1E34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1973-60B1-4985-9E87-88A70F5B2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00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B7122-1F3C-526B-0338-8FFA38767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6EE0D6-416B-6840-309C-C62B1B5F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D3DC-8D96-42D0-B3C5-5FEFE0C2657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87D83F-7A8B-53C6-FC81-44E29296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6F503F-92F7-3B9A-4109-A7DD6859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1973-60B1-4985-9E87-88A70F5B2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72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F13EB2-2F14-CCC7-BE61-82CED317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D3DC-8D96-42D0-B3C5-5FEFE0C2657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75D4DE-5C43-1D5D-CE20-17577AB9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BC86DD-9BD1-CF67-85EB-ACEDA643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1973-60B1-4985-9E87-88A70F5B2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58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E3A8B-3411-AF94-36A4-7A427A78D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7A5C2E-C034-B2A4-6FDA-A1F9B42A9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CD8985-D8A5-5AD6-9FBC-EF0C72129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4BEDB0-783F-4FB9-2FAA-246783576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D3DC-8D96-42D0-B3C5-5FEFE0C2657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07D114-2666-359B-EA25-F12A54B79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978FFE-F933-70F3-B95F-834FEE0B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1973-60B1-4985-9E87-88A70F5B2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926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EB1DA2-86A3-0EE8-5C82-5394439B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D08B70-1C25-CF2E-F59C-96E101AF2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CB922-592F-11A3-C2F7-AFBF1F7B3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FA8E61-AFDE-8AE4-451F-08AF528A0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D3DC-8D96-42D0-B3C5-5FEFE0C2657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A734CC-113A-90E0-9968-52154C43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1A941F-581D-1F2F-65FD-FE6A90BE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1973-60B1-4985-9E87-88A70F5B2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01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E05F6-081C-B295-44C4-A4185BE6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E57C76-775A-7488-AA1A-FBACE2D35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1AEA5-B215-DFD4-ACD6-E9CCB3F8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D3DC-8D96-42D0-B3C5-5FEFE0C2657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1396D7-E50F-1792-8E0A-BDCDA97C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66140B-A286-5C6A-9E6A-4C3C4D0B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1973-60B1-4985-9E87-88A70F5B2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642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DC8173-76AD-8F04-1D5A-4A379F32B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857C15-4CBC-4CCF-1EE9-4EA69BCA0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1B25D1-BA1B-2DB0-AD5B-C1E98A0B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D3DC-8D96-42D0-B3C5-5FEFE0C2657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A3C4FD-9CBD-75EA-FDCB-84252D9B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9680EC-02CC-A510-FE22-FDBF167B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1973-60B1-4985-9E87-88A70F5B2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329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8800FF-4D69-4322-F422-240DF2FD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F034A-2F71-115C-294B-6E007ABC5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3A1F37-0D8F-E5D0-4B6A-B7E17090A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FD3DC-8D96-42D0-B3C5-5FEFE0C2657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EFB12-D617-4A9C-917E-A85815D7C9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C3FCD0-90AB-67A4-3E5D-8E44685E0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81973-60B1-4985-9E87-88A70F5B2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90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A62FDAA-EA3E-C6B7-D136-B910065D361E}"/>
              </a:ext>
            </a:extLst>
          </p:cNvPr>
          <p:cNvSpPr/>
          <p:nvPr/>
        </p:nvSpPr>
        <p:spPr>
          <a:xfrm>
            <a:off x="141375" y="1390722"/>
            <a:ext cx="9427494" cy="536105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27C57-C04A-1DC6-6996-2F35310412B2}"/>
              </a:ext>
            </a:extLst>
          </p:cNvPr>
          <p:cNvSpPr txBox="1"/>
          <p:nvPr/>
        </p:nvSpPr>
        <p:spPr>
          <a:xfrm>
            <a:off x="0" y="0"/>
            <a:ext cx="4179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/>
              <a:t>XD12R DEMO BD </a:t>
            </a:r>
            <a:r>
              <a:rPr lang="ko-KR" altLang="en-US" sz="2800" b="1"/>
              <a:t>배치</a:t>
            </a:r>
            <a:endParaRPr lang="en-US" altLang="ko-KR" sz="2800" b="1" dirty="0"/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354223E2-5FFB-AB51-993F-ADBF27995CF2}"/>
              </a:ext>
            </a:extLst>
          </p:cNvPr>
          <p:cNvCxnSpPr>
            <a:cxnSpLocks/>
          </p:cNvCxnSpPr>
          <p:nvPr/>
        </p:nvCxnSpPr>
        <p:spPr>
          <a:xfrm>
            <a:off x="173195" y="1163782"/>
            <a:ext cx="9220186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4D2AEEBD-D7FF-99B3-BF9E-A48F727968F5}"/>
              </a:ext>
            </a:extLst>
          </p:cNvPr>
          <p:cNvSpPr txBox="1"/>
          <p:nvPr/>
        </p:nvSpPr>
        <p:spPr>
          <a:xfrm>
            <a:off x="3181945" y="734353"/>
            <a:ext cx="3864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SIZE = </a:t>
            </a:r>
            <a:r>
              <a:rPr lang="ko-KR" altLang="en-US" b="1"/>
              <a:t>부품 배치에 맞게 조정</a:t>
            </a: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6CEE9595-5024-1532-A771-C4448FB63681}"/>
              </a:ext>
            </a:extLst>
          </p:cNvPr>
          <p:cNvCxnSpPr/>
          <p:nvPr/>
        </p:nvCxnSpPr>
        <p:spPr>
          <a:xfrm>
            <a:off x="9781311" y="1390722"/>
            <a:ext cx="0" cy="5361059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F209CE-0188-49C1-C64A-149CF8379578}"/>
              </a:ext>
            </a:extLst>
          </p:cNvPr>
          <p:cNvSpPr/>
          <p:nvPr/>
        </p:nvSpPr>
        <p:spPr>
          <a:xfrm>
            <a:off x="1018642" y="5366327"/>
            <a:ext cx="3542201" cy="12796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POWER</a:t>
            </a:r>
          </a:p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LOGIC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06B53C-79A4-0B38-B87C-937FDA722C8E}"/>
              </a:ext>
            </a:extLst>
          </p:cNvPr>
          <p:cNvSpPr/>
          <p:nvPr/>
        </p:nvSpPr>
        <p:spPr>
          <a:xfrm>
            <a:off x="260892" y="5366327"/>
            <a:ext cx="638234" cy="566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CN1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6D6CD2A-7607-089C-4F9A-655A989213CC}"/>
              </a:ext>
            </a:extLst>
          </p:cNvPr>
          <p:cNvSpPr/>
          <p:nvPr/>
        </p:nvSpPr>
        <p:spPr>
          <a:xfrm>
            <a:off x="6688450" y="4300961"/>
            <a:ext cx="2704931" cy="23326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MCU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EC1D31-147E-B5A5-EF8D-8E230F1E78F8}"/>
              </a:ext>
            </a:extLst>
          </p:cNvPr>
          <p:cNvSpPr/>
          <p:nvPr/>
        </p:nvSpPr>
        <p:spPr>
          <a:xfrm>
            <a:off x="4680359" y="5366326"/>
            <a:ext cx="1914405" cy="12643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GATE DRIVER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5FAB97-678B-35F8-3158-EFC020ECF5E8}"/>
              </a:ext>
            </a:extLst>
          </p:cNvPr>
          <p:cNvSpPr/>
          <p:nvPr/>
        </p:nvSpPr>
        <p:spPr>
          <a:xfrm>
            <a:off x="1018642" y="4313382"/>
            <a:ext cx="5576122" cy="9471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XD12R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A2C582-FE53-8486-D8DD-1305B989455E}"/>
              </a:ext>
            </a:extLst>
          </p:cNvPr>
          <p:cNvSpPr/>
          <p:nvPr/>
        </p:nvSpPr>
        <p:spPr>
          <a:xfrm>
            <a:off x="260892" y="1531579"/>
            <a:ext cx="9132490" cy="26409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LED </a:t>
            </a:r>
            <a:r>
              <a:rPr lang="ko-KR" altLang="en-US" sz="1400" b="1">
                <a:solidFill>
                  <a:schemeClr val="tx1"/>
                </a:solidFill>
              </a:rPr>
              <a:t>배치</a:t>
            </a:r>
            <a:endParaRPr lang="en-US" altLang="ko-KR" sz="1400" b="1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BAEEA4-8787-FA14-B29C-868E3BB3ECBD}"/>
              </a:ext>
            </a:extLst>
          </p:cNvPr>
          <p:cNvSpPr/>
          <p:nvPr/>
        </p:nvSpPr>
        <p:spPr>
          <a:xfrm>
            <a:off x="358335" y="1642708"/>
            <a:ext cx="426756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LED1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D0C9A03-DDC9-4BF1-C3A5-B8310FEAB872}"/>
              </a:ext>
            </a:extLst>
          </p:cNvPr>
          <p:cNvSpPr/>
          <p:nvPr/>
        </p:nvSpPr>
        <p:spPr>
          <a:xfrm>
            <a:off x="4179456" y="1636345"/>
            <a:ext cx="512616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LED8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7B6CE2-20C1-3112-CFD4-298B2DE2B43E}"/>
              </a:ext>
            </a:extLst>
          </p:cNvPr>
          <p:cNvSpPr/>
          <p:nvPr/>
        </p:nvSpPr>
        <p:spPr>
          <a:xfrm>
            <a:off x="358335" y="2042613"/>
            <a:ext cx="426756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LED9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03F301-F6AF-24F6-CF3C-3F89267D19A0}"/>
              </a:ext>
            </a:extLst>
          </p:cNvPr>
          <p:cNvSpPr/>
          <p:nvPr/>
        </p:nvSpPr>
        <p:spPr>
          <a:xfrm>
            <a:off x="4179455" y="2036250"/>
            <a:ext cx="512617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LED16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5847579-554C-13DB-E799-AE1603759011}"/>
              </a:ext>
            </a:extLst>
          </p:cNvPr>
          <p:cNvSpPr/>
          <p:nvPr/>
        </p:nvSpPr>
        <p:spPr>
          <a:xfrm>
            <a:off x="358335" y="3711822"/>
            <a:ext cx="512616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LED65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F6905A4-C2EA-CCBC-DADD-49BDBA2789DC}"/>
              </a:ext>
            </a:extLst>
          </p:cNvPr>
          <p:cNvSpPr/>
          <p:nvPr/>
        </p:nvSpPr>
        <p:spPr>
          <a:xfrm>
            <a:off x="4179455" y="3705459"/>
            <a:ext cx="512617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LED72</a:t>
            </a:r>
            <a:endParaRPr lang="ko-KR" altLang="en-US" sz="80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76AD92F-415D-D94D-765D-071646536260}"/>
              </a:ext>
            </a:extLst>
          </p:cNvPr>
          <p:cNvCxnSpPr/>
          <p:nvPr/>
        </p:nvCxnSpPr>
        <p:spPr>
          <a:xfrm>
            <a:off x="1101770" y="1773382"/>
            <a:ext cx="2795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D6CAF5B-445A-7E5F-8F15-E009ADF9C630}"/>
              </a:ext>
            </a:extLst>
          </p:cNvPr>
          <p:cNvCxnSpPr/>
          <p:nvPr/>
        </p:nvCxnSpPr>
        <p:spPr>
          <a:xfrm>
            <a:off x="1101770" y="2184400"/>
            <a:ext cx="2795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7B2B16D-C7FA-49A7-B11F-1CE859EA007F}"/>
              </a:ext>
            </a:extLst>
          </p:cNvPr>
          <p:cNvCxnSpPr/>
          <p:nvPr/>
        </p:nvCxnSpPr>
        <p:spPr>
          <a:xfrm>
            <a:off x="1101770" y="3893127"/>
            <a:ext cx="2795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DAE0C67-B471-1211-BD53-0DBDE16EE50F}"/>
              </a:ext>
            </a:extLst>
          </p:cNvPr>
          <p:cNvSpPr/>
          <p:nvPr/>
        </p:nvSpPr>
        <p:spPr>
          <a:xfrm>
            <a:off x="4857769" y="1637743"/>
            <a:ext cx="512615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LED73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AB308B8-DD8D-A5C0-FD1A-CDD53257A3E0}"/>
              </a:ext>
            </a:extLst>
          </p:cNvPr>
          <p:cNvSpPr/>
          <p:nvPr/>
        </p:nvSpPr>
        <p:spPr>
          <a:xfrm>
            <a:off x="8678891" y="1631380"/>
            <a:ext cx="512616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LED80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F412EE-B7F8-A50D-D058-77327A690D36}"/>
              </a:ext>
            </a:extLst>
          </p:cNvPr>
          <p:cNvSpPr/>
          <p:nvPr/>
        </p:nvSpPr>
        <p:spPr>
          <a:xfrm>
            <a:off x="4857770" y="2037648"/>
            <a:ext cx="512614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LED81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2CB96C5-8B9C-2FDD-5763-D7FC9EB41C83}"/>
              </a:ext>
            </a:extLst>
          </p:cNvPr>
          <p:cNvSpPr/>
          <p:nvPr/>
        </p:nvSpPr>
        <p:spPr>
          <a:xfrm>
            <a:off x="8678890" y="2031285"/>
            <a:ext cx="512617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LED88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2E50253-D5C2-8DC8-95BD-B577885E4F2B}"/>
              </a:ext>
            </a:extLst>
          </p:cNvPr>
          <p:cNvSpPr/>
          <p:nvPr/>
        </p:nvSpPr>
        <p:spPr>
          <a:xfrm>
            <a:off x="4857770" y="3706857"/>
            <a:ext cx="541560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LED137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F166A35-E2BB-45A4-9C3E-0B62084B7B08}"/>
              </a:ext>
            </a:extLst>
          </p:cNvPr>
          <p:cNvSpPr/>
          <p:nvPr/>
        </p:nvSpPr>
        <p:spPr>
          <a:xfrm>
            <a:off x="8678890" y="3700494"/>
            <a:ext cx="541560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LED144</a:t>
            </a:r>
            <a:endParaRPr lang="ko-KR" altLang="en-US" sz="800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2F08A83-DDCC-B595-0BB1-0836BD55223C}"/>
              </a:ext>
            </a:extLst>
          </p:cNvPr>
          <p:cNvCxnSpPr/>
          <p:nvPr/>
        </p:nvCxnSpPr>
        <p:spPr>
          <a:xfrm>
            <a:off x="5601205" y="1768417"/>
            <a:ext cx="2795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65220DC-3E1A-E687-9457-89DAF7F557B8}"/>
              </a:ext>
            </a:extLst>
          </p:cNvPr>
          <p:cNvCxnSpPr/>
          <p:nvPr/>
        </p:nvCxnSpPr>
        <p:spPr>
          <a:xfrm>
            <a:off x="5601205" y="2179435"/>
            <a:ext cx="2795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CFB43C4-130E-3AC9-DB95-206EEC2BAA45}"/>
              </a:ext>
            </a:extLst>
          </p:cNvPr>
          <p:cNvCxnSpPr/>
          <p:nvPr/>
        </p:nvCxnSpPr>
        <p:spPr>
          <a:xfrm>
            <a:off x="5601205" y="3888162"/>
            <a:ext cx="2795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349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1837</TotalTime>
  <Words>31</Words>
  <Application>Microsoft Office PowerPoint</Application>
  <PresentationFormat>와이드스크린</PresentationFormat>
  <Paragraphs>21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임 재호</dc:creator>
  <cp:lastModifiedBy>박 찬근</cp:lastModifiedBy>
  <cp:revision>13</cp:revision>
  <dcterms:created xsi:type="dcterms:W3CDTF">2022-06-02T01:30:57Z</dcterms:created>
  <dcterms:modified xsi:type="dcterms:W3CDTF">2026-02-20T03:16:32Z</dcterms:modified>
</cp:coreProperties>
</file>