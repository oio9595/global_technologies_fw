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56" r:id="rId3"/>
    <p:sldId id="277" r:id="rId4"/>
    <p:sldId id="257" r:id="rId5"/>
    <p:sldId id="259" r:id="rId6"/>
    <p:sldId id="281" r:id="rId7"/>
    <p:sldId id="258" r:id="rId8"/>
    <p:sldId id="260" r:id="rId9"/>
    <p:sldId id="282" r:id="rId10"/>
    <p:sldId id="261" r:id="rId11"/>
    <p:sldId id="262" r:id="rId12"/>
    <p:sldId id="283" r:id="rId13"/>
    <p:sldId id="284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864005-E83B-D427-4F83-8478EA53A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D6126D-A5E9-27D5-29B9-705C2F63C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B386DC-F13B-2C5A-BDDF-8CC94DDB1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44B2-5887-4AC2-94E6-E82DE94F9D5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B6C442-FD0D-7900-A534-7DB88C137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F8AF82-7610-060C-3384-476B08C9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E4A6-4985-4E54-A9E3-EBDF29809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631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F5B1E-1277-F98E-DEE6-D7DD969D6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8E2D57-2BBE-56F8-691C-49C18C964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D32F2A-C61A-0A86-B9FB-5E0907A35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44B2-5887-4AC2-94E6-E82DE94F9D5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2C35AD-8635-4FB7-7AC3-73726E78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16E4FC-7042-AD79-FEF3-796E8B95A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E4A6-4985-4E54-A9E3-EBDF29809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688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D4E0D-0CCF-A735-B7FD-C54BDFF62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E75B49-6D9D-DA5C-63D4-E12BF504C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A10A48-5269-8A0A-BDE9-F31D596D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44B2-5887-4AC2-94E6-E82DE94F9D5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459411-5C9A-19BE-C481-D178F9ADE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2B1B15-F9E9-4930-2E6B-A8943D79D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E4A6-4985-4E54-A9E3-EBDF29809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552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5C89FD-6B87-AA04-6452-C04CA2E96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1CE4DD-5888-917B-ECCC-0E18C8AC3C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D3D83A-91DF-D805-BFF1-DE9E2C2A1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7BFA2E-4A8E-000C-90D7-DDFEF0EC1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44B2-5887-4AC2-94E6-E82DE94F9D5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BFB4E1-2FD3-9789-607E-CF35858D6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D2B949-9892-6B13-46CA-7B9B5E610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E4A6-4985-4E54-A9E3-EBDF29809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921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6BEE86-CFD5-545A-3085-B8B77AC9E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0054E3-B080-3B8C-ACCA-1D38989F0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ECCFDC-0F65-016A-629B-6E3F92FFA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7BD5E66-F4BC-3E2E-F2A0-83605239CD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02B948A-DB85-DC1A-5CDF-B9C9735CBF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F667349-9A01-EF33-ADBF-75ECBA644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44B2-5887-4AC2-94E6-E82DE94F9D5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BFF7A8-5E8B-1238-2481-D8075CDB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1A4834C-8B46-B3A0-D0B0-5450047B2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E4A6-4985-4E54-A9E3-EBDF29809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486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ED0F8-65ED-E7AD-0517-4F616557B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D07D1A-0FED-EEB6-1319-0447AF1E9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44B2-5887-4AC2-94E6-E82DE94F9D5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0A1752-9436-D0DD-C7C3-0F81365D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793D51-3E74-37AE-93E5-BDB711C10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E4A6-4985-4E54-A9E3-EBDF29809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91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98B0449-7D26-60BB-1676-663ABA28C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44B2-5887-4AC2-94E6-E82DE94F9D5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9E44B1-B676-7E5B-ADFF-9C24CFCED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0BF565-22AB-D216-3B18-8E340BB78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E4A6-4985-4E54-A9E3-EBDF29809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121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BEF0A4-B033-1CE0-B502-F9BB3CA1C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64AA5B-7AE8-ABA7-A3DD-5B8DFAAE1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F6A3D1-8AF5-56D7-75E5-A9B6B63BB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D4882C-73CF-9C79-520A-C7FE86305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44B2-5887-4AC2-94E6-E82DE94F9D5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EB1834-D65D-2F96-463F-914CE24F7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30C022-14AF-9D12-5CCF-001D2F462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E4A6-4985-4E54-A9E3-EBDF29809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628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BBAF64-1D33-C8E7-358F-8E18A0298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CE44A65-C33F-17FE-8D88-BE0AE98A20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A6240D-D839-C0EC-F19C-B0EC4DE8B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234FB5-7BCA-AB96-2D5D-6C8CF39D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44B2-5887-4AC2-94E6-E82DE94F9D5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9DECB2-0E4C-85CD-3C20-9BE9B5989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AB99DA-2183-8780-1B09-B1F7DFF13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E4A6-4985-4E54-A9E3-EBDF29809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09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C23DEC-0835-8DAE-F3C9-4FDF8EDB0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5DAD01-DF81-BC85-4FA6-3C3CBBF6A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710BB0-B201-F517-8AED-F6207E998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44B2-5887-4AC2-94E6-E82DE94F9D5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E2BF05-4CCB-EA6B-8787-66C69B741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7DB7E3-2645-1B99-6652-F29A47EC2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E4A6-4985-4E54-A9E3-EBDF29809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411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3B2688B-B05B-A91E-588F-24EABD1A38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722368-A017-9178-81B4-A159B0904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2D5898-2D21-E81A-4052-5910267BD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44B2-5887-4AC2-94E6-E82DE94F9D5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E8CA80-A91C-8C40-CFEB-2A131FC6D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77F1C2-4382-0CBB-89BE-D3E92B2C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E4A6-4985-4E54-A9E3-EBDF29809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1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BF162D-7E7E-4C4A-DFFA-D7FEB87C8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93526B-CB0A-B67C-525B-852371B65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B6690E-6D4D-741B-1B48-07807F88C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F844B2-5887-4AC2-94E6-E82DE94F9D5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127D10-8BE9-014C-497A-8A397CDE85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91EA2F-099E-2E1C-D196-493471651D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03E4A6-4985-4E54-A9E3-EBDF29809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360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0485A-4B51-1FF8-DEAE-1914C1162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FE12B5-1301-2406-530F-0DD51F74E320}"/>
              </a:ext>
            </a:extLst>
          </p:cNvPr>
          <p:cNvSpPr txBox="1"/>
          <p:nvPr/>
        </p:nvSpPr>
        <p:spPr>
          <a:xfrm>
            <a:off x="1687994" y="1538496"/>
            <a:ext cx="8816011" cy="3008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4400" b="1" dirty="0">
                <a:solidFill>
                  <a:srgbClr val="000099"/>
                </a:solidFill>
              </a:rPr>
              <a:t>Protocol Sequence</a:t>
            </a:r>
          </a:p>
          <a:p>
            <a:pPr algn="ctr">
              <a:lnSpc>
                <a:spcPct val="150000"/>
              </a:lnSpc>
            </a:pPr>
            <a:r>
              <a:rPr lang="en-US" altLang="ko-KR" sz="4400" b="1" dirty="0">
                <a:solidFill>
                  <a:srgbClr val="000099"/>
                </a:solidFill>
              </a:rPr>
              <a:t>For</a:t>
            </a:r>
          </a:p>
          <a:p>
            <a:pPr algn="ctr">
              <a:lnSpc>
                <a:spcPct val="150000"/>
              </a:lnSpc>
            </a:pPr>
            <a:r>
              <a:rPr lang="en-US" altLang="ko-KR" sz="4400" b="1" dirty="0">
                <a:solidFill>
                  <a:srgbClr val="000099"/>
                </a:solidFill>
              </a:rPr>
              <a:t>Each Test Items</a:t>
            </a:r>
          </a:p>
        </p:txBody>
      </p:sp>
    </p:spTree>
    <p:extLst>
      <p:ext uri="{BB962C8B-B14F-4D97-AF65-F5344CB8AC3E}">
        <p14:creationId xmlns:p14="http://schemas.microsoft.com/office/powerpoint/2010/main" val="417258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534C7BE-8718-2432-2F8C-008EB49F8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92023"/>
              </p:ext>
            </p:extLst>
          </p:nvPr>
        </p:nvGraphicFramePr>
        <p:xfrm>
          <a:off x="85725" y="0"/>
          <a:ext cx="11458577" cy="5133971"/>
        </p:xfrm>
        <a:graphic>
          <a:graphicData uri="http://schemas.openxmlformats.org/drawingml/2006/table">
            <a:tbl>
              <a:tblPr/>
              <a:tblGrid>
                <a:gridCol w="182244">
                  <a:extLst>
                    <a:ext uri="{9D8B030D-6E8A-4147-A177-3AD203B41FA5}">
                      <a16:colId xmlns:a16="http://schemas.microsoft.com/office/drawing/2014/main" val="3811337803"/>
                    </a:ext>
                  </a:extLst>
                </a:gridCol>
                <a:gridCol w="603683">
                  <a:extLst>
                    <a:ext uri="{9D8B030D-6E8A-4147-A177-3AD203B41FA5}">
                      <a16:colId xmlns:a16="http://schemas.microsoft.com/office/drawing/2014/main" val="3389103912"/>
                    </a:ext>
                  </a:extLst>
                </a:gridCol>
                <a:gridCol w="1252926">
                  <a:extLst>
                    <a:ext uri="{9D8B030D-6E8A-4147-A177-3AD203B41FA5}">
                      <a16:colId xmlns:a16="http://schemas.microsoft.com/office/drawing/2014/main" val="200691341"/>
                    </a:ext>
                  </a:extLst>
                </a:gridCol>
                <a:gridCol w="353097">
                  <a:extLst>
                    <a:ext uri="{9D8B030D-6E8A-4147-A177-3AD203B41FA5}">
                      <a16:colId xmlns:a16="http://schemas.microsoft.com/office/drawing/2014/main" val="2875870609"/>
                    </a:ext>
                  </a:extLst>
                </a:gridCol>
                <a:gridCol w="4749728">
                  <a:extLst>
                    <a:ext uri="{9D8B030D-6E8A-4147-A177-3AD203B41FA5}">
                      <a16:colId xmlns:a16="http://schemas.microsoft.com/office/drawing/2014/main" val="1859499741"/>
                    </a:ext>
                  </a:extLst>
                </a:gridCol>
                <a:gridCol w="4134655">
                  <a:extLst>
                    <a:ext uri="{9D8B030D-6E8A-4147-A177-3AD203B41FA5}">
                      <a16:colId xmlns:a16="http://schemas.microsoft.com/office/drawing/2014/main" val="622281741"/>
                    </a:ext>
                  </a:extLst>
                </a:gridCol>
                <a:gridCol w="182244">
                  <a:extLst>
                    <a:ext uri="{9D8B030D-6E8A-4147-A177-3AD203B41FA5}">
                      <a16:colId xmlns:a16="http://schemas.microsoft.com/office/drawing/2014/main" val="3906469175"/>
                    </a:ext>
                  </a:extLst>
                </a:gridCol>
              </a:tblGrid>
              <a:tr h="2264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431714"/>
                  </a:ext>
                </a:extLst>
              </a:tr>
              <a:tr h="339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Protocol Sequence</a:t>
                      </a: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806979"/>
                  </a:ext>
                </a:extLst>
              </a:tr>
              <a:tr h="2264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892450"/>
                  </a:ext>
                </a:extLst>
              </a:tr>
              <a:tr h="2330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Test CH Dependency</a:t>
                      </a: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708658"/>
                  </a:ext>
                </a:extLst>
              </a:tr>
              <a:tr h="2264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Sequence</a:t>
                      </a:r>
                    </a:p>
                  </a:txBody>
                  <a:tcPr marL="5226" marR="5226" marT="52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command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 Do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Note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118380"/>
                  </a:ext>
                </a:extLst>
              </a:tr>
              <a:tr h="4594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226" marR="5226" marT="52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CH Dependency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Compare the LED brightness between all LEDs on and individual LEDs on. 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No brightness difference is allowed between the two conditions.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352141"/>
                  </a:ext>
                </a:extLst>
              </a:tr>
              <a:tr h="2264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137187"/>
                  </a:ext>
                </a:extLst>
              </a:tr>
              <a:tr h="2264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035612"/>
                  </a:ext>
                </a:extLst>
              </a:tr>
              <a:tr h="2330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Test SCAN No.</a:t>
                      </a: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523164"/>
                  </a:ext>
                </a:extLst>
              </a:tr>
              <a:tr h="2264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Sequence</a:t>
                      </a:r>
                    </a:p>
                  </a:txBody>
                  <a:tcPr marL="5226" marR="5226" marT="52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command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 Do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Note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901186"/>
                  </a:ext>
                </a:extLst>
              </a:tr>
              <a:tr h="2264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226" marR="5226" marT="52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Initial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The pattern is 1.0s ON → 0.1s OFF, repeated. 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No brightness difference is allowed between ON-OFF cycles.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There is no history of this type of defect occurring. (26.04.20)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After 17s, test is stopped.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49665"/>
                  </a:ext>
                </a:extLst>
              </a:tr>
              <a:tr h="2264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5226" marR="5226" marT="52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 On Select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461495"/>
                  </a:ext>
                </a:extLst>
              </a:tr>
              <a:tr h="2330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226" marR="5226" marT="52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SCAN No.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129901"/>
                  </a:ext>
                </a:extLst>
              </a:tr>
              <a:tr h="2264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657294"/>
                  </a:ext>
                </a:extLst>
              </a:tr>
              <a:tr h="2264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192059"/>
                  </a:ext>
                </a:extLst>
              </a:tr>
              <a:tr h="2330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Test Line Delay</a:t>
                      </a: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54508"/>
                  </a:ext>
                </a:extLst>
              </a:tr>
              <a:tr h="2264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Sequence</a:t>
                      </a:r>
                    </a:p>
                  </a:txBody>
                  <a:tcPr marL="5226" marR="5226" marT="52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command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 Do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Note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10880"/>
                  </a:ext>
                </a:extLst>
              </a:tr>
              <a:tr h="2264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226" marR="5226" marT="52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Initial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The brightness must be maintained without any variation.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OFF or low brightness for more than 0.5 seconds is considered a defect.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Minor flicker is a transient effect caused by line delay switching.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After 7s, test is stopped.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864258"/>
                  </a:ext>
                </a:extLst>
              </a:tr>
              <a:tr h="2264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5226" marR="5226" marT="52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 On Select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951033"/>
                  </a:ext>
                </a:extLst>
              </a:tr>
              <a:tr h="2330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226" marR="5226" marT="52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Line Delay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226" marR="5226" marT="52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947014"/>
                  </a:ext>
                </a:extLst>
              </a:tr>
              <a:tr h="2264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226" marR="5226" marT="52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443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945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4EE67-A601-5429-012E-18C77ECBC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1D1B76-57B0-9570-8DE6-DD241A3A298D}"/>
              </a:ext>
            </a:extLst>
          </p:cNvPr>
          <p:cNvSpPr txBox="1"/>
          <p:nvPr/>
        </p:nvSpPr>
        <p:spPr>
          <a:xfrm>
            <a:off x="1687995" y="2705725"/>
            <a:ext cx="88160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000099"/>
                </a:solidFill>
              </a:rPr>
              <a:t>Test</a:t>
            </a:r>
          </a:p>
          <a:p>
            <a:pPr algn="ctr"/>
            <a:r>
              <a:rPr lang="en-US" altLang="ko-KR" sz="4400" b="1" dirty="0">
                <a:solidFill>
                  <a:srgbClr val="000099"/>
                </a:solidFill>
              </a:rPr>
              <a:t>CH Dependency</a:t>
            </a:r>
          </a:p>
        </p:txBody>
      </p:sp>
    </p:spTree>
    <p:extLst>
      <p:ext uri="{BB962C8B-B14F-4D97-AF65-F5344CB8AC3E}">
        <p14:creationId xmlns:p14="http://schemas.microsoft.com/office/powerpoint/2010/main" val="3229772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D0C93-79C0-E9D1-2735-5528FF411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CD0ED18-4B7E-F4E9-A103-C4DA8BA25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061547"/>
              </p:ext>
            </p:extLst>
          </p:nvPr>
        </p:nvGraphicFramePr>
        <p:xfrm>
          <a:off x="238125" y="0"/>
          <a:ext cx="10410827" cy="6059057"/>
        </p:xfrm>
        <a:graphic>
          <a:graphicData uri="http://schemas.openxmlformats.org/drawingml/2006/table">
            <a:tbl>
              <a:tblPr/>
              <a:tblGrid>
                <a:gridCol w="1362075">
                  <a:extLst>
                    <a:ext uri="{9D8B030D-6E8A-4147-A177-3AD203B41FA5}">
                      <a16:colId xmlns:a16="http://schemas.microsoft.com/office/drawing/2014/main" val="1344461188"/>
                    </a:ext>
                  </a:extLst>
                </a:gridCol>
                <a:gridCol w="1131094">
                  <a:extLst>
                    <a:ext uri="{9D8B030D-6E8A-4147-A177-3AD203B41FA5}">
                      <a16:colId xmlns:a16="http://schemas.microsoft.com/office/drawing/2014/main" val="542063374"/>
                    </a:ext>
                  </a:extLst>
                </a:gridCol>
                <a:gridCol w="1131094">
                  <a:extLst>
                    <a:ext uri="{9D8B030D-6E8A-4147-A177-3AD203B41FA5}">
                      <a16:colId xmlns:a16="http://schemas.microsoft.com/office/drawing/2014/main" val="1770088113"/>
                    </a:ext>
                  </a:extLst>
                </a:gridCol>
                <a:gridCol w="1131094">
                  <a:extLst>
                    <a:ext uri="{9D8B030D-6E8A-4147-A177-3AD203B41FA5}">
                      <a16:colId xmlns:a16="http://schemas.microsoft.com/office/drawing/2014/main" val="1835750184"/>
                    </a:ext>
                  </a:extLst>
                </a:gridCol>
                <a:gridCol w="1131094">
                  <a:extLst>
                    <a:ext uri="{9D8B030D-6E8A-4147-A177-3AD203B41FA5}">
                      <a16:colId xmlns:a16="http://schemas.microsoft.com/office/drawing/2014/main" val="3448695884"/>
                    </a:ext>
                  </a:extLst>
                </a:gridCol>
                <a:gridCol w="1131094">
                  <a:extLst>
                    <a:ext uri="{9D8B030D-6E8A-4147-A177-3AD203B41FA5}">
                      <a16:colId xmlns:a16="http://schemas.microsoft.com/office/drawing/2014/main" val="1195843700"/>
                    </a:ext>
                  </a:extLst>
                </a:gridCol>
                <a:gridCol w="1131094">
                  <a:extLst>
                    <a:ext uri="{9D8B030D-6E8A-4147-A177-3AD203B41FA5}">
                      <a16:colId xmlns:a16="http://schemas.microsoft.com/office/drawing/2014/main" val="1103007944"/>
                    </a:ext>
                  </a:extLst>
                </a:gridCol>
                <a:gridCol w="1131094">
                  <a:extLst>
                    <a:ext uri="{9D8B030D-6E8A-4147-A177-3AD203B41FA5}">
                      <a16:colId xmlns:a16="http://schemas.microsoft.com/office/drawing/2014/main" val="2467194641"/>
                    </a:ext>
                  </a:extLst>
                </a:gridCol>
                <a:gridCol w="1131094">
                  <a:extLst>
                    <a:ext uri="{9D8B030D-6E8A-4147-A177-3AD203B41FA5}">
                      <a16:colId xmlns:a16="http://schemas.microsoft.com/office/drawing/2014/main" val="3199418020"/>
                    </a:ext>
                  </a:extLst>
                </a:gridCol>
              </a:tblGrid>
              <a:tr h="631950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Test CH Dependency</a:t>
                      </a: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493307"/>
                  </a:ext>
                </a:extLst>
              </a:tr>
              <a:tr h="376937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case) normal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65456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Sequence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 #1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 #2</a:t>
                      </a:r>
                    </a:p>
                  </a:txBody>
                  <a:tcPr marL="6245" marR="6245" marT="62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3484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1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2</a:t>
                      </a:r>
                    </a:p>
                  </a:txBody>
                  <a:tcPr marL="6245" marR="6245" marT="62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3</a:t>
                      </a:r>
                    </a:p>
                  </a:txBody>
                  <a:tcPr marL="6245" marR="6245" marT="62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4</a:t>
                      </a:r>
                    </a:p>
                  </a:txBody>
                  <a:tcPr marL="6245" marR="6245" marT="62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5</a:t>
                      </a:r>
                    </a:p>
                  </a:txBody>
                  <a:tcPr marL="6245" marR="6245" marT="62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6</a:t>
                      </a:r>
                    </a:p>
                  </a:txBody>
                  <a:tcPr marL="6245" marR="6245" marT="62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7</a:t>
                      </a:r>
                    </a:p>
                  </a:txBody>
                  <a:tcPr marL="6245" marR="6245" marT="62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8</a:t>
                      </a:r>
                    </a:p>
                  </a:txBody>
                  <a:tcPr marL="6245" marR="6245" marT="62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851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884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618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645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847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380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273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457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255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97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11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981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256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57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5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828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631023"/>
                  </a:ext>
                </a:extLst>
              </a:tr>
            </a:tbl>
          </a:graphicData>
        </a:graphic>
      </p:graphicFrame>
      <p:sp>
        <p:nvSpPr>
          <p:cNvPr id="4" name="화살표: 왼쪽으로 구부러짐 3">
            <a:extLst>
              <a:ext uri="{FF2B5EF4-FFF2-40B4-BE49-F238E27FC236}">
                <a16:creationId xmlns:a16="http://schemas.microsoft.com/office/drawing/2014/main" id="{409B7DC6-16C8-DEB3-50DE-E43E2696687F}"/>
              </a:ext>
            </a:extLst>
          </p:cNvPr>
          <p:cNvSpPr/>
          <p:nvPr/>
        </p:nvSpPr>
        <p:spPr>
          <a:xfrm>
            <a:off x="2352675" y="1635041"/>
            <a:ext cx="247650" cy="47625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4AF9DF-8F56-974B-3C5C-2F528BCFAE0C}"/>
              </a:ext>
            </a:extLst>
          </p:cNvPr>
          <p:cNvSpPr txBox="1"/>
          <p:nvPr/>
        </p:nvSpPr>
        <p:spPr>
          <a:xfrm>
            <a:off x="2352675" y="1355809"/>
            <a:ext cx="764953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solidFill>
                  <a:srgbClr val="FF0000"/>
                </a:solidFill>
              </a:rPr>
              <a:t>Compare</a:t>
            </a:r>
            <a:endParaRPr lang="ko-KR" altLang="en-US" sz="1050" b="1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B423C5-3AA0-75A6-35AB-D6C98B42F680}"/>
              </a:ext>
            </a:extLst>
          </p:cNvPr>
          <p:cNvSpPr txBox="1"/>
          <p:nvPr/>
        </p:nvSpPr>
        <p:spPr>
          <a:xfrm>
            <a:off x="6943725" y="0"/>
            <a:ext cx="5347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※ Should be no difference between sequence.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F9E233-ABAE-0E13-A80B-0CE12201CA4E}"/>
              </a:ext>
            </a:extLst>
          </p:cNvPr>
          <p:cNvSpPr txBox="1"/>
          <p:nvPr/>
        </p:nvSpPr>
        <p:spPr>
          <a:xfrm>
            <a:off x="228378" y="6084373"/>
            <a:ext cx="5610447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1. Compare the LED brightness between all LEDs on and individual LEDs on. 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2. No brightness difference is allowed between the two conditions.</a:t>
            </a:r>
            <a:endParaRPr lang="ko-KR" altLang="en-US" sz="1200" dirty="0"/>
          </a:p>
        </p:txBody>
      </p:sp>
      <p:sp>
        <p:nvSpPr>
          <p:cNvPr id="2" name="화살표: 왼쪽으로 구부러짐 1">
            <a:extLst>
              <a:ext uri="{FF2B5EF4-FFF2-40B4-BE49-F238E27FC236}">
                <a16:creationId xmlns:a16="http://schemas.microsoft.com/office/drawing/2014/main" id="{AA843E74-9FDB-61AC-A782-38DC6161E6E1}"/>
              </a:ext>
            </a:extLst>
          </p:cNvPr>
          <p:cNvSpPr/>
          <p:nvPr/>
        </p:nvSpPr>
        <p:spPr>
          <a:xfrm>
            <a:off x="3457575" y="2187491"/>
            <a:ext cx="247650" cy="47625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화살표: 왼쪽으로 구부러짐 7">
            <a:extLst>
              <a:ext uri="{FF2B5EF4-FFF2-40B4-BE49-F238E27FC236}">
                <a16:creationId xmlns:a16="http://schemas.microsoft.com/office/drawing/2014/main" id="{006D1D5E-AA61-C55A-2879-08214AAEBD89}"/>
              </a:ext>
            </a:extLst>
          </p:cNvPr>
          <p:cNvSpPr/>
          <p:nvPr/>
        </p:nvSpPr>
        <p:spPr>
          <a:xfrm>
            <a:off x="4552950" y="2772353"/>
            <a:ext cx="247650" cy="47625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화살표: 왼쪽으로 구부러짐 8">
            <a:extLst>
              <a:ext uri="{FF2B5EF4-FFF2-40B4-BE49-F238E27FC236}">
                <a16:creationId xmlns:a16="http://schemas.microsoft.com/office/drawing/2014/main" id="{BC5E88E4-6E0C-F983-0AFA-8196B0D1A33B}"/>
              </a:ext>
            </a:extLst>
          </p:cNvPr>
          <p:cNvSpPr/>
          <p:nvPr/>
        </p:nvSpPr>
        <p:spPr>
          <a:xfrm>
            <a:off x="5715000" y="3334328"/>
            <a:ext cx="247650" cy="47625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화살표: 왼쪽으로 구부러짐 9">
            <a:extLst>
              <a:ext uri="{FF2B5EF4-FFF2-40B4-BE49-F238E27FC236}">
                <a16:creationId xmlns:a16="http://schemas.microsoft.com/office/drawing/2014/main" id="{7248597B-4ED5-C943-14A0-04E0B478F8A5}"/>
              </a:ext>
            </a:extLst>
          </p:cNvPr>
          <p:cNvSpPr/>
          <p:nvPr/>
        </p:nvSpPr>
        <p:spPr>
          <a:xfrm>
            <a:off x="6819900" y="3886778"/>
            <a:ext cx="247650" cy="47625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화살표: 왼쪽으로 구부러짐 10">
            <a:extLst>
              <a:ext uri="{FF2B5EF4-FFF2-40B4-BE49-F238E27FC236}">
                <a16:creationId xmlns:a16="http://schemas.microsoft.com/office/drawing/2014/main" id="{5A66402F-15AA-6EE3-EA9A-0BF777F3E92F}"/>
              </a:ext>
            </a:extLst>
          </p:cNvPr>
          <p:cNvSpPr/>
          <p:nvPr/>
        </p:nvSpPr>
        <p:spPr>
          <a:xfrm>
            <a:off x="7991475" y="4448753"/>
            <a:ext cx="247650" cy="47625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화살표: 왼쪽으로 구부러짐 12">
            <a:extLst>
              <a:ext uri="{FF2B5EF4-FFF2-40B4-BE49-F238E27FC236}">
                <a16:creationId xmlns:a16="http://schemas.microsoft.com/office/drawing/2014/main" id="{301941E9-B3D6-FB21-D987-34AFD6231392}"/>
              </a:ext>
            </a:extLst>
          </p:cNvPr>
          <p:cNvSpPr/>
          <p:nvPr/>
        </p:nvSpPr>
        <p:spPr>
          <a:xfrm>
            <a:off x="9096375" y="5020253"/>
            <a:ext cx="247650" cy="47625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화살표: 왼쪽으로 구부러짐 13">
            <a:extLst>
              <a:ext uri="{FF2B5EF4-FFF2-40B4-BE49-F238E27FC236}">
                <a16:creationId xmlns:a16="http://schemas.microsoft.com/office/drawing/2014/main" id="{07DB8B60-D6ED-5FE9-B652-20B7CBF67AEF}"/>
              </a:ext>
            </a:extLst>
          </p:cNvPr>
          <p:cNvSpPr/>
          <p:nvPr/>
        </p:nvSpPr>
        <p:spPr>
          <a:xfrm>
            <a:off x="10220325" y="5582807"/>
            <a:ext cx="247650" cy="47625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019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A491F-FD54-8C94-2984-F39B907A7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0263BCB-D8D7-F955-388F-BE81EE477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331460"/>
              </p:ext>
            </p:extLst>
          </p:nvPr>
        </p:nvGraphicFramePr>
        <p:xfrm>
          <a:off x="238125" y="0"/>
          <a:ext cx="10410827" cy="6059057"/>
        </p:xfrm>
        <a:graphic>
          <a:graphicData uri="http://schemas.openxmlformats.org/drawingml/2006/table">
            <a:tbl>
              <a:tblPr/>
              <a:tblGrid>
                <a:gridCol w="1362075">
                  <a:extLst>
                    <a:ext uri="{9D8B030D-6E8A-4147-A177-3AD203B41FA5}">
                      <a16:colId xmlns:a16="http://schemas.microsoft.com/office/drawing/2014/main" val="1344461188"/>
                    </a:ext>
                  </a:extLst>
                </a:gridCol>
                <a:gridCol w="1131094">
                  <a:extLst>
                    <a:ext uri="{9D8B030D-6E8A-4147-A177-3AD203B41FA5}">
                      <a16:colId xmlns:a16="http://schemas.microsoft.com/office/drawing/2014/main" val="542063374"/>
                    </a:ext>
                  </a:extLst>
                </a:gridCol>
                <a:gridCol w="1131094">
                  <a:extLst>
                    <a:ext uri="{9D8B030D-6E8A-4147-A177-3AD203B41FA5}">
                      <a16:colId xmlns:a16="http://schemas.microsoft.com/office/drawing/2014/main" val="1770088113"/>
                    </a:ext>
                  </a:extLst>
                </a:gridCol>
                <a:gridCol w="1131094">
                  <a:extLst>
                    <a:ext uri="{9D8B030D-6E8A-4147-A177-3AD203B41FA5}">
                      <a16:colId xmlns:a16="http://schemas.microsoft.com/office/drawing/2014/main" val="1835750184"/>
                    </a:ext>
                  </a:extLst>
                </a:gridCol>
                <a:gridCol w="1131094">
                  <a:extLst>
                    <a:ext uri="{9D8B030D-6E8A-4147-A177-3AD203B41FA5}">
                      <a16:colId xmlns:a16="http://schemas.microsoft.com/office/drawing/2014/main" val="3448695884"/>
                    </a:ext>
                  </a:extLst>
                </a:gridCol>
                <a:gridCol w="1131094">
                  <a:extLst>
                    <a:ext uri="{9D8B030D-6E8A-4147-A177-3AD203B41FA5}">
                      <a16:colId xmlns:a16="http://schemas.microsoft.com/office/drawing/2014/main" val="1195843700"/>
                    </a:ext>
                  </a:extLst>
                </a:gridCol>
                <a:gridCol w="1131094">
                  <a:extLst>
                    <a:ext uri="{9D8B030D-6E8A-4147-A177-3AD203B41FA5}">
                      <a16:colId xmlns:a16="http://schemas.microsoft.com/office/drawing/2014/main" val="1103007944"/>
                    </a:ext>
                  </a:extLst>
                </a:gridCol>
                <a:gridCol w="1131094">
                  <a:extLst>
                    <a:ext uri="{9D8B030D-6E8A-4147-A177-3AD203B41FA5}">
                      <a16:colId xmlns:a16="http://schemas.microsoft.com/office/drawing/2014/main" val="2467194641"/>
                    </a:ext>
                  </a:extLst>
                </a:gridCol>
                <a:gridCol w="1131094">
                  <a:extLst>
                    <a:ext uri="{9D8B030D-6E8A-4147-A177-3AD203B41FA5}">
                      <a16:colId xmlns:a16="http://schemas.microsoft.com/office/drawing/2014/main" val="3199418020"/>
                    </a:ext>
                  </a:extLst>
                </a:gridCol>
              </a:tblGrid>
              <a:tr h="631950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Test CH Dependency</a:t>
                      </a: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493307"/>
                  </a:ext>
                </a:extLst>
              </a:tr>
              <a:tr h="376937">
                <a:tc gridSpan="9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case) defect (High Brightness)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65456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Sequence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 #1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 #2</a:t>
                      </a:r>
                    </a:p>
                  </a:txBody>
                  <a:tcPr marL="6245" marR="6245" marT="62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3484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1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2</a:t>
                      </a:r>
                    </a:p>
                  </a:txBody>
                  <a:tcPr marL="6245" marR="6245" marT="62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3</a:t>
                      </a:r>
                    </a:p>
                  </a:txBody>
                  <a:tcPr marL="6245" marR="6245" marT="62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4</a:t>
                      </a:r>
                    </a:p>
                  </a:txBody>
                  <a:tcPr marL="6245" marR="6245" marT="62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5</a:t>
                      </a:r>
                    </a:p>
                  </a:txBody>
                  <a:tcPr marL="6245" marR="6245" marT="62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6</a:t>
                      </a:r>
                    </a:p>
                  </a:txBody>
                  <a:tcPr marL="6245" marR="6245" marT="62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7</a:t>
                      </a:r>
                    </a:p>
                  </a:txBody>
                  <a:tcPr marL="6245" marR="6245" marT="62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8</a:t>
                      </a:r>
                    </a:p>
                  </a:txBody>
                  <a:tcPr marL="6245" marR="6245" marT="62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851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884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618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645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High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847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380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273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457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High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255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97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11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981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256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570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High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5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828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245" marR="6245" marT="624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631023"/>
                  </a:ext>
                </a:extLst>
              </a:tr>
            </a:tbl>
          </a:graphicData>
        </a:graphic>
      </p:graphicFrame>
      <p:sp>
        <p:nvSpPr>
          <p:cNvPr id="4" name="화살표: 왼쪽으로 구부러짐 3">
            <a:extLst>
              <a:ext uri="{FF2B5EF4-FFF2-40B4-BE49-F238E27FC236}">
                <a16:creationId xmlns:a16="http://schemas.microsoft.com/office/drawing/2014/main" id="{951BC850-CA42-87DF-45B9-747C65FF8A36}"/>
              </a:ext>
            </a:extLst>
          </p:cNvPr>
          <p:cNvSpPr/>
          <p:nvPr/>
        </p:nvSpPr>
        <p:spPr>
          <a:xfrm>
            <a:off x="3648075" y="2219325"/>
            <a:ext cx="180975" cy="40005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화살표: 왼쪽으로 구부러짐 4">
            <a:extLst>
              <a:ext uri="{FF2B5EF4-FFF2-40B4-BE49-F238E27FC236}">
                <a16:creationId xmlns:a16="http://schemas.microsoft.com/office/drawing/2014/main" id="{A6938EC1-7F42-0EFD-47C4-DCF14FA3B759}"/>
              </a:ext>
            </a:extLst>
          </p:cNvPr>
          <p:cNvSpPr/>
          <p:nvPr/>
        </p:nvSpPr>
        <p:spPr>
          <a:xfrm>
            <a:off x="5915025" y="3343275"/>
            <a:ext cx="180975" cy="40005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화살표: 왼쪽으로 구부러짐 5">
            <a:extLst>
              <a:ext uri="{FF2B5EF4-FFF2-40B4-BE49-F238E27FC236}">
                <a16:creationId xmlns:a16="http://schemas.microsoft.com/office/drawing/2014/main" id="{10C45F2D-0491-DAA3-865D-1EB36A315475}"/>
              </a:ext>
            </a:extLst>
          </p:cNvPr>
          <p:cNvSpPr/>
          <p:nvPr/>
        </p:nvSpPr>
        <p:spPr>
          <a:xfrm>
            <a:off x="9277350" y="5029200"/>
            <a:ext cx="180975" cy="40005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117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81F0D-D2AA-C4EE-80A2-97A71EB9A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18BB33-AC1E-5992-326F-3E23ECEEE465}"/>
              </a:ext>
            </a:extLst>
          </p:cNvPr>
          <p:cNvSpPr txBox="1"/>
          <p:nvPr/>
        </p:nvSpPr>
        <p:spPr>
          <a:xfrm>
            <a:off x="1687995" y="2705725"/>
            <a:ext cx="88160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000099"/>
                </a:solidFill>
              </a:rPr>
              <a:t>Test</a:t>
            </a:r>
          </a:p>
          <a:p>
            <a:pPr algn="ctr"/>
            <a:r>
              <a:rPr lang="en-US" altLang="ko-KR" sz="4400" b="1" dirty="0">
                <a:solidFill>
                  <a:srgbClr val="000099"/>
                </a:solidFill>
              </a:rPr>
              <a:t>SCAN No.</a:t>
            </a:r>
          </a:p>
        </p:txBody>
      </p:sp>
    </p:spTree>
    <p:extLst>
      <p:ext uri="{BB962C8B-B14F-4D97-AF65-F5344CB8AC3E}">
        <p14:creationId xmlns:p14="http://schemas.microsoft.com/office/powerpoint/2010/main" val="3796484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2838B-B7A3-386E-B391-E3D03C146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D7D9013-A653-98DE-356F-E637FF6A0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963483"/>
              </p:ext>
            </p:extLst>
          </p:nvPr>
        </p:nvGraphicFramePr>
        <p:xfrm>
          <a:off x="-498476" y="-250190"/>
          <a:ext cx="10995021" cy="5135754"/>
        </p:xfrm>
        <a:graphic>
          <a:graphicData uri="http://schemas.openxmlformats.org/drawingml/2006/table">
            <a:tbl>
              <a:tblPr/>
              <a:tblGrid>
                <a:gridCol w="776822">
                  <a:extLst>
                    <a:ext uri="{9D8B030D-6E8A-4147-A177-3AD203B41FA5}">
                      <a16:colId xmlns:a16="http://schemas.microsoft.com/office/drawing/2014/main" val="1753408019"/>
                    </a:ext>
                  </a:extLst>
                </a:gridCol>
                <a:gridCol w="2151201">
                  <a:extLst>
                    <a:ext uri="{9D8B030D-6E8A-4147-A177-3AD203B41FA5}">
                      <a16:colId xmlns:a16="http://schemas.microsoft.com/office/drawing/2014/main" val="3430000903"/>
                    </a:ext>
                  </a:extLst>
                </a:gridCol>
                <a:gridCol w="911272">
                  <a:extLst>
                    <a:ext uri="{9D8B030D-6E8A-4147-A177-3AD203B41FA5}">
                      <a16:colId xmlns:a16="http://schemas.microsoft.com/office/drawing/2014/main" val="3040870393"/>
                    </a:ext>
                  </a:extLst>
                </a:gridCol>
                <a:gridCol w="911272">
                  <a:extLst>
                    <a:ext uri="{9D8B030D-6E8A-4147-A177-3AD203B41FA5}">
                      <a16:colId xmlns:a16="http://schemas.microsoft.com/office/drawing/2014/main" val="2833287855"/>
                    </a:ext>
                  </a:extLst>
                </a:gridCol>
                <a:gridCol w="911272">
                  <a:extLst>
                    <a:ext uri="{9D8B030D-6E8A-4147-A177-3AD203B41FA5}">
                      <a16:colId xmlns:a16="http://schemas.microsoft.com/office/drawing/2014/main" val="3981173941"/>
                    </a:ext>
                  </a:extLst>
                </a:gridCol>
                <a:gridCol w="911272">
                  <a:extLst>
                    <a:ext uri="{9D8B030D-6E8A-4147-A177-3AD203B41FA5}">
                      <a16:colId xmlns:a16="http://schemas.microsoft.com/office/drawing/2014/main" val="3666531483"/>
                    </a:ext>
                  </a:extLst>
                </a:gridCol>
                <a:gridCol w="911272">
                  <a:extLst>
                    <a:ext uri="{9D8B030D-6E8A-4147-A177-3AD203B41FA5}">
                      <a16:colId xmlns:a16="http://schemas.microsoft.com/office/drawing/2014/main" val="1702388404"/>
                    </a:ext>
                  </a:extLst>
                </a:gridCol>
                <a:gridCol w="911272">
                  <a:extLst>
                    <a:ext uri="{9D8B030D-6E8A-4147-A177-3AD203B41FA5}">
                      <a16:colId xmlns:a16="http://schemas.microsoft.com/office/drawing/2014/main" val="4271830579"/>
                    </a:ext>
                  </a:extLst>
                </a:gridCol>
                <a:gridCol w="911272">
                  <a:extLst>
                    <a:ext uri="{9D8B030D-6E8A-4147-A177-3AD203B41FA5}">
                      <a16:colId xmlns:a16="http://schemas.microsoft.com/office/drawing/2014/main" val="917879032"/>
                    </a:ext>
                  </a:extLst>
                </a:gridCol>
                <a:gridCol w="911272">
                  <a:extLst>
                    <a:ext uri="{9D8B030D-6E8A-4147-A177-3AD203B41FA5}">
                      <a16:colId xmlns:a16="http://schemas.microsoft.com/office/drawing/2014/main" val="4179900894"/>
                    </a:ext>
                  </a:extLst>
                </a:gridCol>
                <a:gridCol w="776822">
                  <a:extLst>
                    <a:ext uri="{9D8B030D-6E8A-4147-A177-3AD203B41FA5}">
                      <a16:colId xmlns:a16="http://schemas.microsoft.com/office/drawing/2014/main" val="1357573619"/>
                    </a:ext>
                  </a:extLst>
                </a:gridCol>
              </a:tblGrid>
              <a:tr h="3233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077167"/>
                  </a:ext>
                </a:extLst>
              </a:tr>
              <a:tr h="4945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Test SCAN No.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653336"/>
                  </a:ext>
                </a:extLst>
              </a:tr>
              <a:tr h="5040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case) normal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013822"/>
                  </a:ext>
                </a:extLst>
              </a:tr>
              <a:tr h="4945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 #1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 #2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053078"/>
                  </a:ext>
                </a:extLst>
              </a:tr>
              <a:tr h="5040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8334672"/>
                  </a:ext>
                </a:extLst>
              </a:tr>
              <a:tr h="4945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(scan_no : 0)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729636"/>
                  </a:ext>
                </a:extLst>
              </a:tr>
              <a:tr h="4945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(mute)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265068"/>
                  </a:ext>
                </a:extLst>
              </a:tr>
              <a:tr h="4945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 (scan_no : 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292865"/>
                  </a:ext>
                </a:extLst>
              </a:tr>
              <a:tr h="5040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 (mute)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008792"/>
                  </a:ext>
                </a:extLst>
              </a:tr>
              <a:tr h="5040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Repeat (8-times)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Repeat Sequence (1 ~ 4, 5-times)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881503"/>
                  </a:ext>
                </a:extLst>
              </a:tr>
              <a:tr h="3233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294671"/>
                  </a:ext>
                </a:extLst>
              </a:tr>
            </a:tbl>
          </a:graphicData>
        </a:graphic>
      </p:graphicFrame>
      <p:sp>
        <p:nvSpPr>
          <p:cNvPr id="4" name="화살표: 왼쪽으로 구부러짐 3">
            <a:extLst>
              <a:ext uri="{FF2B5EF4-FFF2-40B4-BE49-F238E27FC236}">
                <a16:creationId xmlns:a16="http://schemas.microsoft.com/office/drawing/2014/main" id="{8D2A0170-0394-14F9-E844-2E3E80C09AF2}"/>
              </a:ext>
            </a:extLst>
          </p:cNvPr>
          <p:cNvSpPr/>
          <p:nvPr/>
        </p:nvSpPr>
        <p:spPr>
          <a:xfrm>
            <a:off x="3019425" y="2314055"/>
            <a:ext cx="219075" cy="106732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화살표: 왼쪽으로 구부러짐 22">
            <a:extLst>
              <a:ext uri="{FF2B5EF4-FFF2-40B4-BE49-F238E27FC236}">
                <a16:creationId xmlns:a16="http://schemas.microsoft.com/office/drawing/2014/main" id="{A6303AA4-191A-5858-E6AD-9E903C3CDE07}"/>
              </a:ext>
            </a:extLst>
          </p:cNvPr>
          <p:cNvSpPr/>
          <p:nvPr/>
        </p:nvSpPr>
        <p:spPr>
          <a:xfrm>
            <a:off x="3946124" y="2314055"/>
            <a:ext cx="219075" cy="106732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화살표: 왼쪽으로 구부러짐 23">
            <a:extLst>
              <a:ext uri="{FF2B5EF4-FFF2-40B4-BE49-F238E27FC236}">
                <a16:creationId xmlns:a16="http://schemas.microsoft.com/office/drawing/2014/main" id="{36E8F603-0C6F-8E71-6473-FB3D3A6AEDAB}"/>
              </a:ext>
            </a:extLst>
          </p:cNvPr>
          <p:cNvSpPr/>
          <p:nvPr/>
        </p:nvSpPr>
        <p:spPr>
          <a:xfrm>
            <a:off x="4834723" y="2314055"/>
            <a:ext cx="219075" cy="106732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화살표: 왼쪽으로 구부러짐 24">
            <a:extLst>
              <a:ext uri="{FF2B5EF4-FFF2-40B4-BE49-F238E27FC236}">
                <a16:creationId xmlns:a16="http://schemas.microsoft.com/office/drawing/2014/main" id="{2C7AC21C-56F0-AEDF-849C-E81376BE97F3}"/>
              </a:ext>
            </a:extLst>
          </p:cNvPr>
          <p:cNvSpPr/>
          <p:nvPr/>
        </p:nvSpPr>
        <p:spPr>
          <a:xfrm>
            <a:off x="5761422" y="2314055"/>
            <a:ext cx="219075" cy="106732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화살표: 왼쪽으로 구부러짐 25">
            <a:extLst>
              <a:ext uri="{FF2B5EF4-FFF2-40B4-BE49-F238E27FC236}">
                <a16:creationId xmlns:a16="http://schemas.microsoft.com/office/drawing/2014/main" id="{02967E44-799F-54C5-04C7-DB08C0046E9A}"/>
              </a:ext>
            </a:extLst>
          </p:cNvPr>
          <p:cNvSpPr/>
          <p:nvPr/>
        </p:nvSpPr>
        <p:spPr>
          <a:xfrm>
            <a:off x="6653686" y="2314055"/>
            <a:ext cx="219075" cy="106732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화살표: 왼쪽으로 구부러짐 26">
            <a:extLst>
              <a:ext uri="{FF2B5EF4-FFF2-40B4-BE49-F238E27FC236}">
                <a16:creationId xmlns:a16="http://schemas.microsoft.com/office/drawing/2014/main" id="{F14898F2-5B8F-96CD-6B5F-442C7A7E41E8}"/>
              </a:ext>
            </a:extLst>
          </p:cNvPr>
          <p:cNvSpPr/>
          <p:nvPr/>
        </p:nvSpPr>
        <p:spPr>
          <a:xfrm>
            <a:off x="7580385" y="2314055"/>
            <a:ext cx="219075" cy="106732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화살표: 왼쪽으로 구부러짐 27">
            <a:extLst>
              <a:ext uri="{FF2B5EF4-FFF2-40B4-BE49-F238E27FC236}">
                <a16:creationId xmlns:a16="http://schemas.microsoft.com/office/drawing/2014/main" id="{D68D19F6-C156-5364-69A7-7001B612EF98}"/>
              </a:ext>
            </a:extLst>
          </p:cNvPr>
          <p:cNvSpPr/>
          <p:nvPr/>
        </p:nvSpPr>
        <p:spPr>
          <a:xfrm>
            <a:off x="8468984" y="2314055"/>
            <a:ext cx="219075" cy="106732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화살표: 왼쪽으로 구부러짐 28">
            <a:extLst>
              <a:ext uri="{FF2B5EF4-FFF2-40B4-BE49-F238E27FC236}">
                <a16:creationId xmlns:a16="http://schemas.microsoft.com/office/drawing/2014/main" id="{BDB68611-66BA-E8FF-1832-66EBEE2D7299}"/>
              </a:ext>
            </a:extLst>
          </p:cNvPr>
          <p:cNvSpPr/>
          <p:nvPr/>
        </p:nvSpPr>
        <p:spPr>
          <a:xfrm>
            <a:off x="9395683" y="2314055"/>
            <a:ext cx="219075" cy="106732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EF3AC5-CDC6-746F-3B08-DBC65BF253DB}"/>
              </a:ext>
            </a:extLst>
          </p:cNvPr>
          <p:cNvSpPr txBox="1"/>
          <p:nvPr/>
        </p:nvSpPr>
        <p:spPr>
          <a:xfrm>
            <a:off x="3009900" y="2022039"/>
            <a:ext cx="764953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solidFill>
                  <a:srgbClr val="FF0000"/>
                </a:solidFill>
              </a:rPr>
              <a:t>Compare</a:t>
            </a:r>
            <a:endParaRPr lang="ko-KR" altLang="en-US" sz="1050" b="1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9E0A44-3322-B037-57DE-346903862B66}"/>
              </a:ext>
            </a:extLst>
          </p:cNvPr>
          <p:cNvSpPr txBox="1"/>
          <p:nvPr/>
        </p:nvSpPr>
        <p:spPr>
          <a:xfrm>
            <a:off x="6096000" y="62436"/>
            <a:ext cx="61085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※ Should be no difference between sequence.</a:t>
            </a:r>
            <a:endParaRPr lang="ko-KR" altLang="en-US" b="1" dirty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※ There is no history of this type of defect occurring.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94E356-77E7-0CFF-0A3C-51AE9A63D250}"/>
              </a:ext>
            </a:extLst>
          </p:cNvPr>
          <p:cNvSpPr txBox="1"/>
          <p:nvPr/>
        </p:nvSpPr>
        <p:spPr>
          <a:xfrm>
            <a:off x="222435" y="4618356"/>
            <a:ext cx="4612288" cy="61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1. The pattern is 1.0s ON → 0.1s OFF, repeated. 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2. No brightness difference is allowed between ON-OFF cycles.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71004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E54AB-D719-2DA5-B38E-656755265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95C94CC-8231-2749-0970-4E2AC6B0C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678471"/>
              </p:ext>
            </p:extLst>
          </p:nvPr>
        </p:nvGraphicFramePr>
        <p:xfrm>
          <a:off x="-498476" y="-250190"/>
          <a:ext cx="10995021" cy="5135754"/>
        </p:xfrm>
        <a:graphic>
          <a:graphicData uri="http://schemas.openxmlformats.org/drawingml/2006/table">
            <a:tbl>
              <a:tblPr/>
              <a:tblGrid>
                <a:gridCol w="776822">
                  <a:extLst>
                    <a:ext uri="{9D8B030D-6E8A-4147-A177-3AD203B41FA5}">
                      <a16:colId xmlns:a16="http://schemas.microsoft.com/office/drawing/2014/main" val="1753408019"/>
                    </a:ext>
                  </a:extLst>
                </a:gridCol>
                <a:gridCol w="2151201">
                  <a:extLst>
                    <a:ext uri="{9D8B030D-6E8A-4147-A177-3AD203B41FA5}">
                      <a16:colId xmlns:a16="http://schemas.microsoft.com/office/drawing/2014/main" val="3430000903"/>
                    </a:ext>
                  </a:extLst>
                </a:gridCol>
                <a:gridCol w="911272">
                  <a:extLst>
                    <a:ext uri="{9D8B030D-6E8A-4147-A177-3AD203B41FA5}">
                      <a16:colId xmlns:a16="http://schemas.microsoft.com/office/drawing/2014/main" val="3040870393"/>
                    </a:ext>
                  </a:extLst>
                </a:gridCol>
                <a:gridCol w="911272">
                  <a:extLst>
                    <a:ext uri="{9D8B030D-6E8A-4147-A177-3AD203B41FA5}">
                      <a16:colId xmlns:a16="http://schemas.microsoft.com/office/drawing/2014/main" val="2833287855"/>
                    </a:ext>
                  </a:extLst>
                </a:gridCol>
                <a:gridCol w="911272">
                  <a:extLst>
                    <a:ext uri="{9D8B030D-6E8A-4147-A177-3AD203B41FA5}">
                      <a16:colId xmlns:a16="http://schemas.microsoft.com/office/drawing/2014/main" val="3981173941"/>
                    </a:ext>
                  </a:extLst>
                </a:gridCol>
                <a:gridCol w="911272">
                  <a:extLst>
                    <a:ext uri="{9D8B030D-6E8A-4147-A177-3AD203B41FA5}">
                      <a16:colId xmlns:a16="http://schemas.microsoft.com/office/drawing/2014/main" val="3666531483"/>
                    </a:ext>
                  </a:extLst>
                </a:gridCol>
                <a:gridCol w="911272">
                  <a:extLst>
                    <a:ext uri="{9D8B030D-6E8A-4147-A177-3AD203B41FA5}">
                      <a16:colId xmlns:a16="http://schemas.microsoft.com/office/drawing/2014/main" val="1702388404"/>
                    </a:ext>
                  </a:extLst>
                </a:gridCol>
                <a:gridCol w="911272">
                  <a:extLst>
                    <a:ext uri="{9D8B030D-6E8A-4147-A177-3AD203B41FA5}">
                      <a16:colId xmlns:a16="http://schemas.microsoft.com/office/drawing/2014/main" val="4271830579"/>
                    </a:ext>
                  </a:extLst>
                </a:gridCol>
                <a:gridCol w="911272">
                  <a:extLst>
                    <a:ext uri="{9D8B030D-6E8A-4147-A177-3AD203B41FA5}">
                      <a16:colId xmlns:a16="http://schemas.microsoft.com/office/drawing/2014/main" val="917879032"/>
                    </a:ext>
                  </a:extLst>
                </a:gridCol>
                <a:gridCol w="911272">
                  <a:extLst>
                    <a:ext uri="{9D8B030D-6E8A-4147-A177-3AD203B41FA5}">
                      <a16:colId xmlns:a16="http://schemas.microsoft.com/office/drawing/2014/main" val="4179900894"/>
                    </a:ext>
                  </a:extLst>
                </a:gridCol>
                <a:gridCol w="776822">
                  <a:extLst>
                    <a:ext uri="{9D8B030D-6E8A-4147-A177-3AD203B41FA5}">
                      <a16:colId xmlns:a16="http://schemas.microsoft.com/office/drawing/2014/main" val="1357573619"/>
                    </a:ext>
                  </a:extLst>
                </a:gridCol>
              </a:tblGrid>
              <a:tr h="3233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077167"/>
                  </a:ext>
                </a:extLst>
              </a:tr>
              <a:tr h="4945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Test SCAN No.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653336"/>
                  </a:ext>
                </a:extLst>
              </a:tr>
              <a:tr h="5040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case) expected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defect (flicker or OFF)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013822"/>
                  </a:ext>
                </a:extLst>
              </a:tr>
              <a:tr h="4945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 #1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 #2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053078"/>
                  </a:ext>
                </a:extLst>
              </a:tr>
              <a:tr h="5040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8334672"/>
                  </a:ext>
                </a:extLst>
              </a:tr>
              <a:tr h="4945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(scan_no : 0)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729636"/>
                  </a:ext>
                </a:extLst>
              </a:tr>
              <a:tr h="4945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(mute)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265068"/>
                  </a:ext>
                </a:extLst>
              </a:tr>
              <a:tr h="4945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 (scan_no : 3)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Flicker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OFF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292865"/>
                  </a:ext>
                </a:extLst>
              </a:tr>
              <a:tr h="5040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 (mute)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008792"/>
                  </a:ext>
                </a:extLst>
              </a:tr>
              <a:tr h="5040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Repeat (8-times)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Repeat Sequence (1 ~ 4, 5-times)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465005"/>
                  </a:ext>
                </a:extLst>
              </a:tr>
              <a:tr h="3233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294671"/>
                  </a:ext>
                </a:extLst>
              </a:tr>
            </a:tbl>
          </a:graphicData>
        </a:graphic>
      </p:graphicFrame>
      <p:sp>
        <p:nvSpPr>
          <p:cNvPr id="23" name="화살표: 왼쪽으로 구부러짐 22">
            <a:extLst>
              <a:ext uri="{FF2B5EF4-FFF2-40B4-BE49-F238E27FC236}">
                <a16:creationId xmlns:a16="http://schemas.microsoft.com/office/drawing/2014/main" id="{D24F8013-2065-380A-9D61-3F811FC54EB8}"/>
              </a:ext>
            </a:extLst>
          </p:cNvPr>
          <p:cNvSpPr/>
          <p:nvPr/>
        </p:nvSpPr>
        <p:spPr>
          <a:xfrm>
            <a:off x="3946124" y="2314055"/>
            <a:ext cx="219075" cy="106732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화살표: 왼쪽으로 구부러짐 27">
            <a:extLst>
              <a:ext uri="{FF2B5EF4-FFF2-40B4-BE49-F238E27FC236}">
                <a16:creationId xmlns:a16="http://schemas.microsoft.com/office/drawing/2014/main" id="{A44732D5-604A-AEF5-026C-83C898A36976}"/>
              </a:ext>
            </a:extLst>
          </p:cNvPr>
          <p:cNvSpPr/>
          <p:nvPr/>
        </p:nvSpPr>
        <p:spPr>
          <a:xfrm>
            <a:off x="8468984" y="2314055"/>
            <a:ext cx="219075" cy="106732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469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8E96B-7159-F8E8-192F-F02E0DE4C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4C0C8E-3FE1-F974-B89D-78B9F02D606F}"/>
              </a:ext>
            </a:extLst>
          </p:cNvPr>
          <p:cNvSpPr txBox="1"/>
          <p:nvPr/>
        </p:nvSpPr>
        <p:spPr>
          <a:xfrm>
            <a:off x="1687995" y="2705725"/>
            <a:ext cx="88160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000099"/>
                </a:solidFill>
              </a:rPr>
              <a:t>Test</a:t>
            </a:r>
          </a:p>
          <a:p>
            <a:pPr algn="ctr"/>
            <a:r>
              <a:rPr lang="en-US" altLang="ko-KR" sz="4400" b="1" dirty="0">
                <a:solidFill>
                  <a:srgbClr val="000099"/>
                </a:solidFill>
              </a:rPr>
              <a:t>Line Delay</a:t>
            </a:r>
          </a:p>
        </p:txBody>
      </p:sp>
    </p:spTree>
    <p:extLst>
      <p:ext uri="{BB962C8B-B14F-4D97-AF65-F5344CB8AC3E}">
        <p14:creationId xmlns:p14="http://schemas.microsoft.com/office/powerpoint/2010/main" val="1068639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4E52B-32BA-1E4E-C5FC-2C468F8EB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60CDA4E-70B9-D190-61BA-954B3F601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770359"/>
              </p:ext>
            </p:extLst>
          </p:nvPr>
        </p:nvGraphicFramePr>
        <p:xfrm>
          <a:off x="-288925" y="0"/>
          <a:ext cx="11391897" cy="6075965"/>
        </p:xfrm>
        <a:graphic>
          <a:graphicData uri="http://schemas.openxmlformats.org/drawingml/2006/table">
            <a:tbl>
              <a:tblPr/>
              <a:tblGrid>
                <a:gridCol w="698560">
                  <a:extLst>
                    <a:ext uri="{9D8B030D-6E8A-4147-A177-3AD203B41FA5}">
                      <a16:colId xmlns:a16="http://schemas.microsoft.com/office/drawing/2014/main" val="1174912470"/>
                    </a:ext>
                  </a:extLst>
                </a:gridCol>
                <a:gridCol w="1410554">
                  <a:extLst>
                    <a:ext uri="{9D8B030D-6E8A-4147-A177-3AD203B41FA5}">
                      <a16:colId xmlns:a16="http://schemas.microsoft.com/office/drawing/2014/main" val="3993870434"/>
                    </a:ext>
                  </a:extLst>
                </a:gridCol>
                <a:gridCol w="2028511">
                  <a:extLst>
                    <a:ext uri="{9D8B030D-6E8A-4147-A177-3AD203B41FA5}">
                      <a16:colId xmlns:a16="http://schemas.microsoft.com/office/drawing/2014/main" val="165804734"/>
                    </a:ext>
                  </a:extLst>
                </a:gridCol>
                <a:gridCol w="819464">
                  <a:extLst>
                    <a:ext uri="{9D8B030D-6E8A-4147-A177-3AD203B41FA5}">
                      <a16:colId xmlns:a16="http://schemas.microsoft.com/office/drawing/2014/main" val="3545116810"/>
                    </a:ext>
                  </a:extLst>
                </a:gridCol>
                <a:gridCol w="819464">
                  <a:extLst>
                    <a:ext uri="{9D8B030D-6E8A-4147-A177-3AD203B41FA5}">
                      <a16:colId xmlns:a16="http://schemas.microsoft.com/office/drawing/2014/main" val="2097267800"/>
                    </a:ext>
                  </a:extLst>
                </a:gridCol>
                <a:gridCol w="819464">
                  <a:extLst>
                    <a:ext uri="{9D8B030D-6E8A-4147-A177-3AD203B41FA5}">
                      <a16:colId xmlns:a16="http://schemas.microsoft.com/office/drawing/2014/main" val="777484272"/>
                    </a:ext>
                  </a:extLst>
                </a:gridCol>
                <a:gridCol w="819464">
                  <a:extLst>
                    <a:ext uri="{9D8B030D-6E8A-4147-A177-3AD203B41FA5}">
                      <a16:colId xmlns:a16="http://schemas.microsoft.com/office/drawing/2014/main" val="1613383981"/>
                    </a:ext>
                  </a:extLst>
                </a:gridCol>
                <a:gridCol w="819464">
                  <a:extLst>
                    <a:ext uri="{9D8B030D-6E8A-4147-A177-3AD203B41FA5}">
                      <a16:colId xmlns:a16="http://schemas.microsoft.com/office/drawing/2014/main" val="3545797712"/>
                    </a:ext>
                  </a:extLst>
                </a:gridCol>
                <a:gridCol w="819464">
                  <a:extLst>
                    <a:ext uri="{9D8B030D-6E8A-4147-A177-3AD203B41FA5}">
                      <a16:colId xmlns:a16="http://schemas.microsoft.com/office/drawing/2014/main" val="701078388"/>
                    </a:ext>
                  </a:extLst>
                </a:gridCol>
                <a:gridCol w="819464">
                  <a:extLst>
                    <a:ext uri="{9D8B030D-6E8A-4147-A177-3AD203B41FA5}">
                      <a16:colId xmlns:a16="http://schemas.microsoft.com/office/drawing/2014/main" val="3742279238"/>
                    </a:ext>
                  </a:extLst>
                </a:gridCol>
                <a:gridCol w="819464">
                  <a:extLst>
                    <a:ext uri="{9D8B030D-6E8A-4147-A177-3AD203B41FA5}">
                      <a16:colId xmlns:a16="http://schemas.microsoft.com/office/drawing/2014/main" val="1392352050"/>
                    </a:ext>
                  </a:extLst>
                </a:gridCol>
                <a:gridCol w="698560">
                  <a:extLst>
                    <a:ext uri="{9D8B030D-6E8A-4147-A177-3AD203B41FA5}">
                      <a16:colId xmlns:a16="http://schemas.microsoft.com/office/drawing/2014/main" val="1373627064"/>
                    </a:ext>
                  </a:extLst>
                </a:gridCol>
              </a:tblGrid>
              <a:tr h="1981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527454"/>
                  </a:ext>
                </a:extLst>
              </a:tr>
              <a:tr h="3030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Test Line Delay</a:t>
                      </a:r>
                    </a:p>
                  </a:txBody>
                  <a:tcPr marL="4287" marR="4287" marT="4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270440"/>
                  </a:ext>
                </a:extLst>
              </a:tr>
              <a:tr h="3088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case) normal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080371"/>
                  </a:ext>
                </a:extLst>
              </a:tr>
              <a:tr h="3030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Sequence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 for</a:t>
                      </a:r>
                      <a:b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Line Delay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 #1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 #2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977440"/>
                  </a:ext>
                </a:extLst>
              </a:tr>
              <a:tr h="3088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1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2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3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4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5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6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7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8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700485"/>
                  </a:ext>
                </a:extLst>
              </a:tr>
              <a:tr h="3030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90002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968986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437901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902167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512443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502483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547025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70210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3279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135089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132548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333624"/>
                  </a:ext>
                </a:extLst>
              </a:tr>
              <a:tr h="3380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839221"/>
                  </a:ext>
                </a:extLst>
              </a:tr>
              <a:tr h="1981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5004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CCA32B3-CD44-D9FD-3C5E-2D7E48883778}"/>
              </a:ext>
            </a:extLst>
          </p:cNvPr>
          <p:cNvSpPr txBox="1"/>
          <p:nvPr/>
        </p:nvSpPr>
        <p:spPr>
          <a:xfrm>
            <a:off x="4621210" y="0"/>
            <a:ext cx="7570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※ Should be no difference between sequence.</a:t>
            </a:r>
            <a:endParaRPr lang="ko-KR" altLang="en-US" b="1" dirty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※ Minor flicker is a transient effect caused by line delay switching.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99655C-36F2-3ABB-8CE5-1EC4B6BFF674}"/>
              </a:ext>
            </a:extLst>
          </p:cNvPr>
          <p:cNvSpPr txBox="1"/>
          <p:nvPr/>
        </p:nvSpPr>
        <p:spPr>
          <a:xfrm>
            <a:off x="371660" y="5846857"/>
            <a:ext cx="5454185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1. The brightness must be maintained without any variation.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2. OFF or low brightness for more than 0.5 seconds is considered a defect.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289446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2ABD8-2647-78FA-9560-BB0DE2DE4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BCE5B28-F4A4-4D9D-7502-41C72138F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130632"/>
              </p:ext>
            </p:extLst>
          </p:nvPr>
        </p:nvGraphicFramePr>
        <p:xfrm>
          <a:off x="-327025" y="117475"/>
          <a:ext cx="11391897" cy="6075965"/>
        </p:xfrm>
        <a:graphic>
          <a:graphicData uri="http://schemas.openxmlformats.org/drawingml/2006/table">
            <a:tbl>
              <a:tblPr/>
              <a:tblGrid>
                <a:gridCol w="698560">
                  <a:extLst>
                    <a:ext uri="{9D8B030D-6E8A-4147-A177-3AD203B41FA5}">
                      <a16:colId xmlns:a16="http://schemas.microsoft.com/office/drawing/2014/main" val="1174912470"/>
                    </a:ext>
                  </a:extLst>
                </a:gridCol>
                <a:gridCol w="1410554">
                  <a:extLst>
                    <a:ext uri="{9D8B030D-6E8A-4147-A177-3AD203B41FA5}">
                      <a16:colId xmlns:a16="http://schemas.microsoft.com/office/drawing/2014/main" val="3993870434"/>
                    </a:ext>
                  </a:extLst>
                </a:gridCol>
                <a:gridCol w="2028511">
                  <a:extLst>
                    <a:ext uri="{9D8B030D-6E8A-4147-A177-3AD203B41FA5}">
                      <a16:colId xmlns:a16="http://schemas.microsoft.com/office/drawing/2014/main" val="165804734"/>
                    </a:ext>
                  </a:extLst>
                </a:gridCol>
                <a:gridCol w="819464">
                  <a:extLst>
                    <a:ext uri="{9D8B030D-6E8A-4147-A177-3AD203B41FA5}">
                      <a16:colId xmlns:a16="http://schemas.microsoft.com/office/drawing/2014/main" val="3545116810"/>
                    </a:ext>
                  </a:extLst>
                </a:gridCol>
                <a:gridCol w="819464">
                  <a:extLst>
                    <a:ext uri="{9D8B030D-6E8A-4147-A177-3AD203B41FA5}">
                      <a16:colId xmlns:a16="http://schemas.microsoft.com/office/drawing/2014/main" val="2097267800"/>
                    </a:ext>
                  </a:extLst>
                </a:gridCol>
                <a:gridCol w="819464">
                  <a:extLst>
                    <a:ext uri="{9D8B030D-6E8A-4147-A177-3AD203B41FA5}">
                      <a16:colId xmlns:a16="http://schemas.microsoft.com/office/drawing/2014/main" val="777484272"/>
                    </a:ext>
                  </a:extLst>
                </a:gridCol>
                <a:gridCol w="819464">
                  <a:extLst>
                    <a:ext uri="{9D8B030D-6E8A-4147-A177-3AD203B41FA5}">
                      <a16:colId xmlns:a16="http://schemas.microsoft.com/office/drawing/2014/main" val="1613383981"/>
                    </a:ext>
                  </a:extLst>
                </a:gridCol>
                <a:gridCol w="819464">
                  <a:extLst>
                    <a:ext uri="{9D8B030D-6E8A-4147-A177-3AD203B41FA5}">
                      <a16:colId xmlns:a16="http://schemas.microsoft.com/office/drawing/2014/main" val="3545797712"/>
                    </a:ext>
                  </a:extLst>
                </a:gridCol>
                <a:gridCol w="819464">
                  <a:extLst>
                    <a:ext uri="{9D8B030D-6E8A-4147-A177-3AD203B41FA5}">
                      <a16:colId xmlns:a16="http://schemas.microsoft.com/office/drawing/2014/main" val="701078388"/>
                    </a:ext>
                  </a:extLst>
                </a:gridCol>
                <a:gridCol w="819464">
                  <a:extLst>
                    <a:ext uri="{9D8B030D-6E8A-4147-A177-3AD203B41FA5}">
                      <a16:colId xmlns:a16="http://schemas.microsoft.com/office/drawing/2014/main" val="3742279238"/>
                    </a:ext>
                  </a:extLst>
                </a:gridCol>
                <a:gridCol w="819464">
                  <a:extLst>
                    <a:ext uri="{9D8B030D-6E8A-4147-A177-3AD203B41FA5}">
                      <a16:colId xmlns:a16="http://schemas.microsoft.com/office/drawing/2014/main" val="1392352050"/>
                    </a:ext>
                  </a:extLst>
                </a:gridCol>
                <a:gridCol w="698560">
                  <a:extLst>
                    <a:ext uri="{9D8B030D-6E8A-4147-A177-3AD203B41FA5}">
                      <a16:colId xmlns:a16="http://schemas.microsoft.com/office/drawing/2014/main" val="1373627064"/>
                    </a:ext>
                  </a:extLst>
                </a:gridCol>
              </a:tblGrid>
              <a:tr h="1981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527454"/>
                  </a:ext>
                </a:extLst>
              </a:tr>
              <a:tr h="3030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Test Line Delay</a:t>
                      </a:r>
                    </a:p>
                  </a:txBody>
                  <a:tcPr marL="4287" marR="4287" marT="4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270440"/>
                  </a:ext>
                </a:extLst>
              </a:tr>
              <a:tr h="3088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case) defect (OFF or Low Brightness)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45" marR="6245" marT="624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080371"/>
                  </a:ext>
                </a:extLst>
              </a:tr>
              <a:tr h="3030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Sequence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 for</a:t>
                      </a:r>
                      <a:b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Line Delay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 #1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 #2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977440"/>
                  </a:ext>
                </a:extLst>
              </a:tr>
              <a:tr h="3088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1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2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3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4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5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6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7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8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700485"/>
                  </a:ext>
                </a:extLst>
              </a:tr>
              <a:tr h="3030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90002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968986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OFF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437901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902167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Low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512443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Low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502483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OFF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Low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547025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OFF</a:t>
                      </a:r>
                      <a:endParaRPr kumimoji="0" lang="en-US" altLang="ko-K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70210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OFF</a:t>
                      </a:r>
                      <a:endParaRPr kumimoji="0" lang="en-US" altLang="ko-K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3279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OFF</a:t>
                      </a:r>
                      <a:endParaRPr kumimoji="0" lang="en-US" altLang="ko-K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OFF</a:t>
                      </a:r>
                      <a:endParaRPr kumimoji="0" lang="en-US" altLang="ko-K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135089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OFF</a:t>
                      </a:r>
                      <a:endParaRPr kumimoji="0" lang="en-US" altLang="ko-K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OFF</a:t>
                      </a:r>
                      <a:endParaRPr kumimoji="0" lang="en-US" altLang="ko-K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132548"/>
                  </a:ext>
                </a:extLst>
              </a:tr>
              <a:tr h="332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OFF</a:t>
                      </a:r>
                      <a:endParaRPr kumimoji="0" lang="en-US" altLang="ko-K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OFF</a:t>
                      </a:r>
                      <a:endParaRPr kumimoji="0" lang="en-US" altLang="ko-K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333624"/>
                  </a:ext>
                </a:extLst>
              </a:tr>
              <a:tr h="3380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en-US" altLang="ko-KR" sz="18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OFF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OFF</a:t>
                      </a:r>
                    </a:p>
                  </a:txBody>
                  <a:tcPr marL="4287" marR="4287" marT="42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839221"/>
                  </a:ext>
                </a:extLst>
              </a:tr>
              <a:tr h="1981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87" marR="4287" marT="42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500486"/>
                  </a:ext>
                </a:extLst>
              </a:tr>
            </a:tbl>
          </a:graphicData>
        </a:graphic>
      </p:graphicFrame>
      <p:sp>
        <p:nvSpPr>
          <p:cNvPr id="2" name="별: 꼭짓점 5개 1">
            <a:extLst>
              <a:ext uri="{FF2B5EF4-FFF2-40B4-BE49-F238E27FC236}">
                <a16:creationId xmlns:a16="http://schemas.microsoft.com/office/drawing/2014/main" id="{9A73242E-2D51-DF58-34CA-E1A82A96CD33}"/>
              </a:ext>
            </a:extLst>
          </p:cNvPr>
          <p:cNvSpPr/>
          <p:nvPr/>
        </p:nvSpPr>
        <p:spPr>
          <a:xfrm>
            <a:off x="3863975" y="2289175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별: 꼭짓점 5개 6">
            <a:extLst>
              <a:ext uri="{FF2B5EF4-FFF2-40B4-BE49-F238E27FC236}">
                <a16:creationId xmlns:a16="http://schemas.microsoft.com/office/drawing/2014/main" id="{C01EEAE5-7F5B-A680-A7DB-B82F19E6EEDA}"/>
              </a:ext>
            </a:extLst>
          </p:cNvPr>
          <p:cNvSpPr/>
          <p:nvPr/>
        </p:nvSpPr>
        <p:spPr>
          <a:xfrm>
            <a:off x="5511800" y="3654400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별: 꼭짓점 5개 7">
            <a:extLst>
              <a:ext uri="{FF2B5EF4-FFF2-40B4-BE49-F238E27FC236}">
                <a16:creationId xmlns:a16="http://schemas.microsoft.com/office/drawing/2014/main" id="{4277EF40-57A9-FF69-C9DB-2ED9E19A2816}"/>
              </a:ext>
            </a:extLst>
          </p:cNvPr>
          <p:cNvSpPr/>
          <p:nvPr/>
        </p:nvSpPr>
        <p:spPr>
          <a:xfrm>
            <a:off x="7140575" y="2978125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별: 꼭짓점 5개 8">
            <a:extLst>
              <a:ext uri="{FF2B5EF4-FFF2-40B4-BE49-F238E27FC236}">
                <a16:creationId xmlns:a16="http://schemas.microsoft.com/office/drawing/2014/main" id="{66D9FEAF-F53E-436C-47FD-26FCE23B038B}"/>
              </a:ext>
            </a:extLst>
          </p:cNvPr>
          <p:cNvSpPr/>
          <p:nvPr/>
        </p:nvSpPr>
        <p:spPr>
          <a:xfrm>
            <a:off x="9598025" y="4635475"/>
            <a:ext cx="108000" cy="108000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564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79B4B-CE6F-2396-B2DC-3F0F8B458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F1C7A7-1173-CAAA-D41E-5B4B1766C780}"/>
              </a:ext>
            </a:extLst>
          </p:cNvPr>
          <p:cNvSpPr txBox="1"/>
          <p:nvPr/>
        </p:nvSpPr>
        <p:spPr>
          <a:xfrm>
            <a:off x="1687994" y="2705725"/>
            <a:ext cx="88160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000099"/>
                </a:solidFill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068610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010B519-F67A-0AB3-25AF-7D7AAB5D6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348501"/>
              </p:ext>
            </p:extLst>
          </p:nvPr>
        </p:nvGraphicFramePr>
        <p:xfrm>
          <a:off x="2057400" y="1081455"/>
          <a:ext cx="6957648" cy="180336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3072">
                  <a:extLst>
                    <a:ext uri="{9D8B030D-6E8A-4147-A177-3AD203B41FA5}">
                      <a16:colId xmlns:a16="http://schemas.microsoft.com/office/drawing/2014/main" val="2265664217"/>
                    </a:ext>
                  </a:extLst>
                </a:gridCol>
                <a:gridCol w="773072">
                  <a:extLst>
                    <a:ext uri="{9D8B030D-6E8A-4147-A177-3AD203B41FA5}">
                      <a16:colId xmlns:a16="http://schemas.microsoft.com/office/drawing/2014/main" val="3294515681"/>
                    </a:ext>
                  </a:extLst>
                </a:gridCol>
                <a:gridCol w="773072">
                  <a:extLst>
                    <a:ext uri="{9D8B030D-6E8A-4147-A177-3AD203B41FA5}">
                      <a16:colId xmlns:a16="http://schemas.microsoft.com/office/drawing/2014/main" val="1607297910"/>
                    </a:ext>
                  </a:extLst>
                </a:gridCol>
                <a:gridCol w="773072">
                  <a:extLst>
                    <a:ext uri="{9D8B030D-6E8A-4147-A177-3AD203B41FA5}">
                      <a16:colId xmlns:a16="http://schemas.microsoft.com/office/drawing/2014/main" val="122509998"/>
                    </a:ext>
                  </a:extLst>
                </a:gridCol>
                <a:gridCol w="773072">
                  <a:extLst>
                    <a:ext uri="{9D8B030D-6E8A-4147-A177-3AD203B41FA5}">
                      <a16:colId xmlns:a16="http://schemas.microsoft.com/office/drawing/2014/main" val="195575797"/>
                    </a:ext>
                  </a:extLst>
                </a:gridCol>
                <a:gridCol w="773072">
                  <a:extLst>
                    <a:ext uri="{9D8B030D-6E8A-4147-A177-3AD203B41FA5}">
                      <a16:colId xmlns:a16="http://schemas.microsoft.com/office/drawing/2014/main" val="90104847"/>
                    </a:ext>
                  </a:extLst>
                </a:gridCol>
                <a:gridCol w="773072">
                  <a:extLst>
                    <a:ext uri="{9D8B030D-6E8A-4147-A177-3AD203B41FA5}">
                      <a16:colId xmlns:a16="http://schemas.microsoft.com/office/drawing/2014/main" val="2945690143"/>
                    </a:ext>
                  </a:extLst>
                </a:gridCol>
                <a:gridCol w="773072">
                  <a:extLst>
                    <a:ext uri="{9D8B030D-6E8A-4147-A177-3AD203B41FA5}">
                      <a16:colId xmlns:a16="http://schemas.microsoft.com/office/drawing/2014/main" val="4227277953"/>
                    </a:ext>
                  </a:extLst>
                </a:gridCol>
                <a:gridCol w="773072">
                  <a:extLst>
                    <a:ext uri="{9D8B030D-6E8A-4147-A177-3AD203B41FA5}">
                      <a16:colId xmlns:a16="http://schemas.microsoft.com/office/drawing/2014/main" val="3580339290"/>
                    </a:ext>
                  </a:extLst>
                </a:gridCol>
              </a:tblGrid>
              <a:tr h="3163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Inch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IC1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IC2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985610"/>
                  </a:ext>
                </a:extLst>
              </a:tr>
              <a:tr h="2974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50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ch2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30554890"/>
                  </a:ext>
                </a:extLst>
              </a:tr>
              <a:tr h="2974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55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ch1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35284216"/>
                  </a:ext>
                </a:extLst>
              </a:tr>
              <a:tr h="2974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ch4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75149965"/>
                  </a:ext>
                </a:extLst>
              </a:tr>
              <a:tr h="2974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75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2107500"/>
                  </a:ext>
                </a:extLst>
              </a:tr>
              <a:tr h="2974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85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ch3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ch4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ch2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0014554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F84285A6-05CF-55F3-A258-F0A0224D6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063" y="3225995"/>
            <a:ext cx="2930566" cy="29381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FA76E0-710B-D0D9-7BE1-C5FF2FD28C37}"/>
              </a:ext>
            </a:extLst>
          </p:cNvPr>
          <p:cNvSpPr txBox="1"/>
          <p:nvPr/>
        </p:nvSpPr>
        <p:spPr>
          <a:xfrm>
            <a:off x="3015762" y="378069"/>
            <a:ext cx="4149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/>
              <a:t>Channel Mapping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18529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1299</Words>
  <Application>Microsoft Office PowerPoint</Application>
  <PresentationFormat>와이드스크린</PresentationFormat>
  <Paragraphs>823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 준영</dc:creator>
  <cp:lastModifiedBy>정 용민</cp:lastModifiedBy>
  <cp:revision>6</cp:revision>
  <dcterms:created xsi:type="dcterms:W3CDTF">2026-04-20T01:00:31Z</dcterms:created>
  <dcterms:modified xsi:type="dcterms:W3CDTF">2026-04-20T09:55:19Z</dcterms:modified>
</cp:coreProperties>
</file>