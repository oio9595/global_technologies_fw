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544" r:id="rId3"/>
    <p:sldId id="555" r:id="rId4"/>
    <p:sldId id="537" r:id="rId5"/>
    <p:sldId id="549" r:id="rId6"/>
    <p:sldId id="556" r:id="rId7"/>
    <p:sldId id="535" r:id="rId8"/>
    <p:sldId id="553" r:id="rId9"/>
    <p:sldId id="557" r:id="rId10"/>
    <p:sldId id="547" r:id="rId11"/>
    <p:sldId id="551" r:id="rId12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4"/>
            <p14:sldId id="555"/>
            <p14:sldId id="537"/>
            <p14:sldId id="549"/>
            <p14:sldId id="556"/>
            <p14:sldId id="535"/>
            <p14:sldId id="553"/>
            <p14:sldId id="557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86" y="4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810" y="1122362"/>
            <a:ext cx="10681335" cy="3888550"/>
          </a:xfrm>
        </p:spPr>
        <p:txBody>
          <a:bodyPr>
            <a:normAutofit/>
          </a:bodyPr>
          <a:lstStyle/>
          <a:p>
            <a:r>
              <a:rPr lang="en-US" altLang="ko-KR" dirty="0"/>
              <a:t>XDIC 4CH PWM Trimming</a:t>
            </a:r>
            <a:br>
              <a:rPr lang="en-US" altLang="ko-KR" dirty="0"/>
            </a:br>
            <a:r>
              <a:rPr lang="en-US" altLang="ko-KR" dirty="0"/>
              <a:t>(Digital Part)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(GT1007A5R0)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10911"/>
            <a:ext cx="9144000" cy="1098423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2025. 3.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20784"/>
            <a:ext cx="181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04DFA-0B59-8530-CCAA-16F1E1E7CB35}"/>
              </a:ext>
            </a:extLst>
          </p:cNvPr>
          <p:cNvSpPr txBox="1"/>
          <p:nvPr/>
        </p:nvSpPr>
        <p:spPr>
          <a:xfrm>
            <a:off x="285750" y="88742"/>
            <a:ext cx="3520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XDIC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4CH PWM</a:t>
            </a:r>
            <a:endParaRPr lang="ko-KR" altLang="en-US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C99DD9-1CD8-BB46-B3F2-8B2CA1DFF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1324914"/>
            <a:ext cx="7048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44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D666FC-83ED-6A1D-E4CD-0695F6388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735" y="3052257"/>
            <a:ext cx="7307749" cy="31485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DFF24B5-74CA-9B3D-F970-A5306DF6F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240" y="1084438"/>
            <a:ext cx="4069520" cy="2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1E6BD9-8BBC-DDAB-039C-58CD73A652DC}"/>
              </a:ext>
            </a:extLst>
          </p:cNvPr>
          <p:cNvSpPr txBox="1"/>
          <p:nvPr/>
        </p:nvSpPr>
        <p:spPr>
          <a:xfrm>
            <a:off x="1642108" y="5578670"/>
            <a:ext cx="3236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Support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ld</a:t>
            </a:r>
            <a:r>
              <a:rPr lang="en-US" altLang="ko-KR" sz="1200" dirty="0"/>
              <a:t> transfer @id_width=’11’ only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3D6292-ADE7-4CFE-7BFC-F5BBB6A4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61" y="1140830"/>
            <a:ext cx="8728478" cy="433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6548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External VSYNC and Daisy Feedback Input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04DFA-0B59-8530-CCAA-16F1E1E7CB35}"/>
              </a:ext>
            </a:extLst>
          </p:cNvPr>
          <p:cNvSpPr txBox="1"/>
          <p:nvPr/>
        </p:nvSpPr>
        <p:spPr>
          <a:xfrm>
            <a:off x="285750" y="88742"/>
            <a:ext cx="3520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XDIC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4CH PWM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8DFF64-A1F3-BB95-6240-26187C697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44" y="3054096"/>
            <a:ext cx="9239911" cy="32535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F94620C-2A7A-26D0-39B7-9D03ABADD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1088004"/>
            <a:ext cx="8225945" cy="19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42F157-49DE-D35E-F895-9F0F78B52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1" y="1331599"/>
            <a:ext cx="6213709" cy="45202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AF0BB8-3A64-2333-11B9-5DBE85C0C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310" y="1331599"/>
            <a:ext cx="4345059" cy="396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3A036B-6375-E900-9B61-86588350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0" y="1584884"/>
            <a:ext cx="11972260" cy="381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4D7ADB-DBBC-25A5-A8F5-DC2BF9D4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20" y="1719379"/>
            <a:ext cx="8294559" cy="34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4B50-13AC-CB44-EC1F-249AB113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149543A-9BDA-3D6F-18E3-701375782602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OTP</a:t>
            </a:r>
            <a:r>
              <a:rPr lang="ko-KR" altLang="en-US"/>
              <a:t> </a:t>
            </a:r>
            <a:r>
              <a:rPr lang="en-US" altLang="ko-KR"/>
              <a:t>Write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D3479A9C-CD59-579F-0E8F-0371AEC31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67FF5-32CF-6455-5103-29F3F8E57401}"/>
              </a:ext>
            </a:extLst>
          </p:cNvPr>
          <p:cNvSpPr txBox="1"/>
          <p:nvPr/>
        </p:nvSpPr>
        <p:spPr>
          <a:xfrm>
            <a:off x="274320" y="1275268"/>
            <a:ext cx="580485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400"/>
              <a:t>Before setting the OTP_PG_S field of 0x3D address to ‘1’,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set the appropriate value in the register from 0x01 to 0x26 address.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If the OTP_PG_S field is set to ‘1’, data from 0x01 to 0x26 address is written to the OTP.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400"/>
              <a:t>To set the register from 0x01 to 0x26 address,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the OTP_PROTECT register of 0x3E address should be set to “0xA5A” and the ADDR_EXT field of the 0x3F address should be set ‘1’.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400"/>
              <a:t>It is recommended that the OTP_ACCESS1, OTP_ACCESS2, and OTP_WRITE registers use default values.</a:t>
            </a:r>
          </a:p>
          <a:p>
            <a:pPr marL="171450" indent="-171450">
              <a:buFontTx/>
              <a:buChar char="-"/>
            </a:pPr>
            <a:endParaRPr lang="en-US" altLang="ko-KR" sz="14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0x3A : OTP_PG_ACCESS_CYCLE[15:12] = 0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0x3B : OTP_PG_ACCESS_CYCLE[11:0] = 0x3FF (decimal 1023)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0x3C : OTP_WSEL[3:0] = 0x4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…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…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0x3D : OTP_PG_S = 1 (OTP write)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0496FA-5560-FAD3-4204-5345DA659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92" y="1275268"/>
            <a:ext cx="5432388" cy="368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3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22AB50-A8FB-D8A0-C74A-A7DA3D236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24" y="535347"/>
            <a:ext cx="9218831" cy="581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ABD37D-BF39-B5E6-9FDD-9B7B652F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0" y="804672"/>
            <a:ext cx="10548625" cy="546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8464</TotalTime>
  <Words>249</Words>
  <Application>Microsoft Office PowerPoint</Application>
  <PresentationFormat>와이드스크린</PresentationFormat>
  <Paragraphs>47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XDIC 4CH PWM Trimming (Digital Part)  (GT1007A5R0)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Tom Cho</cp:lastModifiedBy>
  <cp:revision>41</cp:revision>
  <dcterms:created xsi:type="dcterms:W3CDTF">2024-06-18T04:48:30Z</dcterms:created>
  <dcterms:modified xsi:type="dcterms:W3CDTF">2025-03-20T02:36:53Z</dcterms:modified>
</cp:coreProperties>
</file>