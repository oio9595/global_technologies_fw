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00FF"/>
    <a:srgbClr val="FF66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B641F-4E06-41D1-A5E5-F25166C55F9C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EBE16-A2A0-4A72-9545-891DB2BA6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9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71071-B60B-5EBD-D365-10BF81E85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AB8632-90DC-710C-DD51-FEF2D1C6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46CB4-3E0D-22FB-EA27-71E58EEE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5600" y="6356350"/>
            <a:ext cx="1955800" cy="365125"/>
          </a:xfrm>
        </p:spPr>
        <p:txBody>
          <a:bodyPr/>
          <a:lstStyle/>
          <a:p>
            <a:fld id="{1736A4F1-AC09-43AF-AD0F-670676091463}" type="datetime1">
              <a:rPr lang="ko-KR" altLang="en-US" smtClean="0"/>
              <a:t>2025-09-24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F3BE9-02E0-A498-C445-2D82F14E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8575E-8425-E1B0-0ADB-88250BCD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5399"/>
            <a:ext cx="1807633" cy="365125"/>
          </a:xfrm>
        </p:spPr>
        <p:txBody>
          <a:bodyPr/>
          <a:lstStyle/>
          <a:p>
            <a:fld id="{CA25BFFE-6A0B-4524-8279-66A8FB651E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EB153097-2857-949B-5DE3-E7725C9EF722}"/>
              </a:ext>
            </a:extLst>
          </p:cNvPr>
          <p:cNvSpPr txBox="1">
            <a:spLocks/>
          </p:cNvSpPr>
          <p:nvPr userDrawn="1"/>
        </p:nvSpPr>
        <p:spPr>
          <a:xfrm>
            <a:off x="0" y="6354152"/>
            <a:ext cx="16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b="0" dirty="0">
              <a:solidFill>
                <a:srgbClr val="FF00FF"/>
              </a:solidFill>
              <a:effectLst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35C9FE-E6E4-B4E0-84CA-8657263CD02B}"/>
              </a:ext>
            </a:extLst>
          </p:cNvPr>
          <p:cNvGrpSpPr/>
          <p:nvPr userDrawn="1"/>
        </p:nvGrpSpPr>
        <p:grpSpPr>
          <a:xfrm>
            <a:off x="10612804" y="6387414"/>
            <a:ext cx="1515701" cy="396512"/>
            <a:chOff x="10612804" y="6387414"/>
            <a:chExt cx="1515701" cy="3965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68C8827-A010-D846-38FF-A0D6000B1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83"/>
            <a:stretch/>
          </p:blipFill>
          <p:spPr>
            <a:xfrm>
              <a:off x="10612804" y="6387414"/>
              <a:ext cx="1515701" cy="39651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856EEA-589D-4787-39C2-3DC3B606B2A7}"/>
                </a:ext>
              </a:extLst>
            </p:cNvPr>
            <p:cNvSpPr txBox="1"/>
            <p:nvPr userDrawn="1"/>
          </p:nvSpPr>
          <p:spPr>
            <a:xfrm>
              <a:off x="11012478" y="6678510"/>
              <a:ext cx="873957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610" b="1" kern="900" spc="-60" baseline="0" dirty="0"/>
                <a:t>주식회사 글로벌테크놀로지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81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06611668-CE36-792A-3FD9-0C4953C3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6466" y="6361860"/>
            <a:ext cx="1222323" cy="365125"/>
          </a:xfrm>
        </p:spPr>
        <p:txBody>
          <a:bodyPr/>
          <a:lstStyle/>
          <a:p>
            <a:fld id="{2DD7ED02-9FCE-426A-9ED1-A0AE596AA5D3}" type="datetime1">
              <a:rPr lang="ko-KR" altLang="en-US" smtClean="0"/>
              <a:t>2025-09-24</a:t>
            </a:fld>
            <a:endParaRPr lang="ko-KR" altLang="en-US" dirty="0"/>
          </a:p>
        </p:txBody>
      </p:sp>
      <p:sp>
        <p:nvSpPr>
          <p:cNvPr id="9" name="날짜 개체 틀 1">
            <a:extLst>
              <a:ext uri="{FF2B5EF4-FFF2-40B4-BE49-F238E27FC236}">
                <a16:creationId xmlns:a16="http://schemas.microsoft.com/office/drawing/2014/main" id="{A5ECFB65-5155-E825-8B88-F55EDA0D1E23}"/>
              </a:ext>
            </a:extLst>
          </p:cNvPr>
          <p:cNvSpPr txBox="1">
            <a:spLocks/>
          </p:cNvSpPr>
          <p:nvPr userDrawn="1"/>
        </p:nvSpPr>
        <p:spPr>
          <a:xfrm>
            <a:off x="0" y="6354152"/>
            <a:ext cx="16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FF00FF"/>
                </a:solidFill>
                <a:effectLst/>
              </a:rPr>
              <a:t>GT</a:t>
            </a:r>
            <a:r>
              <a:rPr lang="ko-KR" altLang="en-US" b="0" dirty="0">
                <a:solidFill>
                  <a:srgbClr val="FF00FF"/>
                </a:solidFill>
                <a:effectLst/>
              </a:rPr>
              <a:t> </a:t>
            </a:r>
            <a:r>
              <a:rPr lang="en-US" altLang="ko-KR" b="0" dirty="0">
                <a:solidFill>
                  <a:srgbClr val="FF00FF"/>
                </a:solidFill>
                <a:effectLst/>
              </a:rPr>
              <a:t>Confidential</a:t>
            </a:r>
            <a:endParaRPr lang="ko-KR" altLang="en-US" b="0" dirty="0">
              <a:solidFill>
                <a:srgbClr val="FF00FF"/>
              </a:solidFill>
              <a:effectLst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EBF902C-A35B-C79B-6698-C5BD7C5A33A9}"/>
              </a:ext>
            </a:extLst>
          </p:cNvPr>
          <p:cNvGrpSpPr/>
          <p:nvPr userDrawn="1"/>
        </p:nvGrpSpPr>
        <p:grpSpPr>
          <a:xfrm>
            <a:off x="10612804" y="6387414"/>
            <a:ext cx="1515701" cy="396512"/>
            <a:chOff x="10612804" y="6387414"/>
            <a:chExt cx="1515701" cy="39651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CC7E163-C4EE-4C24-9A05-EA212EAC93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83"/>
            <a:stretch/>
          </p:blipFill>
          <p:spPr>
            <a:xfrm>
              <a:off x="10612804" y="6387414"/>
              <a:ext cx="1515701" cy="3965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3A06FC-CD63-439F-D9B1-F9C31EAE4293}"/>
                </a:ext>
              </a:extLst>
            </p:cNvPr>
            <p:cNvSpPr txBox="1"/>
            <p:nvPr userDrawn="1"/>
          </p:nvSpPr>
          <p:spPr>
            <a:xfrm>
              <a:off x="11012478" y="6678510"/>
              <a:ext cx="873957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610" b="1" kern="900" spc="-60" baseline="0" dirty="0"/>
                <a:t>주식회사 글로벌테크놀로지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039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85C662-3871-8E42-F819-03A20FD8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CD63C-803F-6AED-C645-8CD2475E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err="1"/>
              <a:t>ㅎㅎ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9F3BB-9925-7DB1-A5FD-ACD0454FF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55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DFD9-24F1-4D35-B58F-B9F9358B5C10}" type="datetime1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748FD-FC6F-DD4A-390F-EB56500C2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029DB-262A-10D4-449D-048D835E2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5BFFE-6A0B-4524-8279-66A8FB651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51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62303-9792-795D-B730-E0FCEF3F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59" y="67615"/>
            <a:ext cx="3313710" cy="440094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XD04 Control BD </a:t>
            </a:r>
            <a:r>
              <a:rPr lang="ko-KR" altLang="en-US" b="1"/>
              <a:t>제작</a:t>
            </a:r>
            <a:r>
              <a:rPr lang="en-US" altLang="ko-KR" b="1"/>
              <a:t> </a:t>
            </a:r>
            <a:endParaRPr lang="ko-KR" altLang="en-US" b="1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6CDA221-6509-C09E-655D-F28A32245AEF}"/>
              </a:ext>
            </a:extLst>
          </p:cNvPr>
          <p:cNvSpPr/>
          <p:nvPr/>
        </p:nvSpPr>
        <p:spPr>
          <a:xfrm>
            <a:off x="234676" y="2269797"/>
            <a:ext cx="1226023" cy="204315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CD4E2B0-FFD4-A15F-7FCC-3B7CB2F91E52}"/>
              </a:ext>
            </a:extLst>
          </p:cNvPr>
          <p:cNvSpPr/>
          <p:nvPr/>
        </p:nvSpPr>
        <p:spPr>
          <a:xfrm>
            <a:off x="6186073" y="2307705"/>
            <a:ext cx="1253280" cy="204315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A845C76-E598-CB33-9196-1923B1C59ABF}"/>
              </a:ext>
            </a:extLst>
          </p:cNvPr>
          <p:cNvSpPr/>
          <p:nvPr/>
        </p:nvSpPr>
        <p:spPr>
          <a:xfrm>
            <a:off x="2335641" y="2307705"/>
            <a:ext cx="3106423" cy="204315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49" name="TextBox 67">
            <a:extLst>
              <a:ext uri="{FF2B5EF4-FFF2-40B4-BE49-F238E27FC236}">
                <a16:creationId xmlns:a16="http://schemas.microsoft.com/office/drawing/2014/main" id="{36F7658F-A706-7AD4-BDB4-16CE7A0F48B3}"/>
              </a:ext>
            </a:extLst>
          </p:cNvPr>
          <p:cNvSpPr txBox="1"/>
          <p:nvPr/>
        </p:nvSpPr>
        <p:spPr>
          <a:xfrm>
            <a:off x="3213432" y="1877500"/>
            <a:ext cx="1350839" cy="22698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FF00FF"/>
                </a:solidFill>
              </a:rPr>
              <a:t>XD04 Control BD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5EC00F8-3997-56BF-73D8-D79E777966AA}"/>
              </a:ext>
            </a:extLst>
          </p:cNvPr>
          <p:cNvSpPr/>
          <p:nvPr/>
        </p:nvSpPr>
        <p:spPr>
          <a:xfrm>
            <a:off x="5173614" y="2542071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040B530-9DAD-D9EF-8C8E-663EE42AAA2C}"/>
              </a:ext>
            </a:extLst>
          </p:cNvPr>
          <p:cNvSpPr/>
          <p:nvPr/>
        </p:nvSpPr>
        <p:spPr>
          <a:xfrm>
            <a:off x="6020934" y="2542071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2D21F7C2-00A8-0FFF-C71A-32C82B99D1BE}"/>
              </a:ext>
            </a:extLst>
          </p:cNvPr>
          <p:cNvSpPr/>
          <p:nvPr/>
        </p:nvSpPr>
        <p:spPr>
          <a:xfrm>
            <a:off x="5658052" y="2720630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BF0FF7AC-BE14-4F82-FD29-F9504181D084}"/>
              </a:ext>
            </a:extLst>
          </p:cNvPr>
          <p:cNvSpPr/>
          <p:nvPr/>
        </p:nvSpPr>
        <p:spPr>
          <a:xfrm>
            <a:off x="5658052" y="3855809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2" name="자유형: 도형 71">
            <a:extLst>
              <a:ext uri="{FF2B5EF4-FFF2-40B4-BE49-F238E27FC236}">
                <a16:creationId xmlns:a16="http://schemas.microsoft.com/office/drawing/2014/main" id="{E2E1DEEB-4364-1E9A-9B63-C08F8AE8B5A0}"/>
              </a:ext>
            </a:extLst>
          </p:cNvPr>
          <p:cNvSpPr/>
          <p:nvPr/>
        </p:nvSpPr>
        <p:spPr>
          <a:xfrm>
            <a:off x="5658052" y="3279377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C0E7F54-D325-08F7-5BAD-A262D6592434}"/>
              </a:ext>
            </a:extLst>
          </p:cNvPr>
          <p:cNvSpPr/>
          <p:nvPr/>
        </p:nvSpPr>
        <p:spPr>
          <a:xfrm>
            <a:off x="3586091" y="3014300"/>
            <a:ext cx="612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MCU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B110CFE-30B9-A5BA-9938-A14F61212020}"/>
              </a:ext>
            </a:extLst>
          </p:cNvPr>
          <p:cNvSpPr/>
          <p:nvPr/>
        </p:nvSpPr>
        <p:spPr>
          <a:xfrm>
            <a:off x="7061015" y="2446564"/>
            <a:ext cx="503885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63328D9-E422-65B3-99AA-8232137AF2A2}"/>
              </a:ext>
            </a:extLst>
          </p:cNvPr>
          <p:cNvSpPr/>
          <p:nvPr/>
        </p:nvSpPr>
        <p:spPr>
          <a:xfrm>
            <a:off x="8101099" y="2354663"/>
            <a:ext cx="3840070" cy="4729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14696703-D260-F0B5-0588-9BCE66C864C1}"/>
              </a:ext>
            </a:extLst>
          </p:cNvPr>
          <p:cNvSpPr/>
          <p:nvPr/>
        </p:nvSpPr>
        <p:spPr>
          <a:xfrm>
            <a:off x="7552072" y="2557429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E52FA6FD-7E12-99B7-161C-689594C641E1}"/>
              </a:ext>
            </a:extLst>
          </p:cNvPr>
          <p:cNvSpPr/>
          <p:nvPr/>
        </p:nvSpPr>
        <p:spPr>
          <a:xfrm>
            <a:off x="7560572" y="2644973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2798CAC-76DC-0D94-E058-7CD8F93CD991}"/>
              </a:ext>
            </a:extLst>
          </p:cNvPr>
          <p:cNvCxnSpPr>
            <a:cxnSpLocks/>
          </p:cNvCxnSpPr>
          <p:nvPr/>
        </p:nvCxnSpPr>
        <p:spPr>
          <a:xfrm>
            <a:off x="7491395" y="2446564"/>
            <a:ext cx="0" cy="154013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8D949E9-73EB-E387-7BAF-A72FE8D2E451}"/>
              </a:ext>
            </a:extLst>
          </p:cNvPr>
          <p:cNvSpPr/>
          <p:nvPr/>
        </p:nvSpPr>
        <p:spPr>
          <a:xfrm>
            <a:off x="8829384" y="2441858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#1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AB8D328-AFC2-25B4-1F4D-A043CFC413D5}"/>
              </a:ext>
            </a:extLst>
          </p:cNvPr>
          <p:cNvSpPr/>
          <p:nvPr/>
        </p:nvSpPr>
        <p:spPr>
          <a:xfrm>
            <a:off x="7857367" y="2436044"/>
            <a:ext cx="500493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</a:rPr>
              <a:t>Conn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D1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0B0F9CC1-1382-B956-C035-F23C7CEAEB90}"/>
              </a:ext>
            </a:extLst>
          </p:cNvPr>
          <p:cNvSpPr/>
          <p:nvPr/>
        </p:nvSpPr>
        <p:spPr>
          <a:xfrm>
            <a:off x="7061015" y="3948902"/>
            <a:ext cx="503885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CE64BCC-F1A7-D797-E8EE-49452AB38637}"/>
              </a:ext>
            </a:extLst>
          </p:cNvPr>
          <p:cNvSpPr/>
          <p:nvPr/>
        </p:nvSpPr>
        <p:spPr>
          <a:xfrm>
            <a:off x="8109983" y="3898162"/>
            <a:ext cx="3831186" cy="4729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EDA5038E-8D62-438A-B2FD-67CBED35D10F}"/>
              </a:ext>
            </a:extLst>
          </p:cNvPr>
          <p:cNvSpPr/>
          <p:nvPr/>
        </p:nvSpPr>
        <p:spPr>
          <a:xfrm>
            <a:off x="7552072" y="4059767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0E64F00B-6BEB-B829-AAE2-D277BCD020E7}"/>
              </a:ext>
            </a:extLst>
          </p:cNvPr>
          <p:cNvSpPr/>
          <p:nvPr/>
        </p:nvSpPr>
        <p:spPr>
          <a:xfrm>
            <a:off x="7560572" y="4147310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59FFC88-D4AD-6CF9-24AD-71EC7148C78D}"/>
              </a:ext>
            </a:extLst>
          </p:cNvPr>
          <p:cNvSpPr/>
          <p:nvPr/>
        </p:nvSpPr>
        <p:spPr>
          <a:xfrm>
            <a:off x="7866251" y="3979543"/>
            <a:ext cx="491611" cy="31855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</a:rPr>
              <a:t>Conn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D20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9" name="TextBox 67">
            <a:extLst>
              <a:ext uri="{FF2B5EF4-FFF2-40B4-BE49-F238E27FC236}">
                <a16:creationId xmlns:a16="http://schemas.microsoft.com/office/drawing/2014/main" id="{654C0CED-C645-55F2-CD3C-9AFD3E23CF67}"/>
              </a:ext>
            </a:extLst>
          </p:cNvPr>
          <p:cNvSpPr txBox="1"/>
          <p:nvPr/>
        </p:nvSpPr>
        <p:spPr>
          <a:xfrm>
            <a:off x="6678930" y="3006451"/>
            <a:ext cx="726204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>
                <a:solidFill>
                  <a:srgbClr val="00B0F0"/>
                </a:solidFill>
              </a:rPr>
              <a:t>XC_D1</a:t>
            </a:r>
          </a:p>
          <a:p>
            <a:r>
              <a:rPr lang="en-US" sz="900">
                <a:solidFill>
                  <a:srgbClr val="00B0F0"/>
                </a:solidFill>
              </a:rPr>
              <a:t>… </a:t>
            </a:r>
          </a:p>
          <a:p>
            <a:r>
              <a:rPr lang="en-US" sz="900">
                <a:solidFill>
                  <a:srgbClr val="00B0F0"/>
                </a:solidFill>
              </a:rPr>
              <a:t>XC_D20</a:t>
            </a:r>
          </a:p>
          <a:p>
            <a:r>
              <a:rPr lang="en-US" sz="900"/>
              <a:t>GND</a:t>
            </a:r>
            <a:endParaRPr lang="en-US" sz="900" dirty="0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AEBEC9-E9CF-967C-381D-5F8CD2ADA105}"/>
              </a:ext>
            </a:extLst>
          </p:cNvPr>
          <p:cNvCxnSpPr/>
          <p:nvPr/>
        </p:nvCxnSpPr>
        <p:spPr>
          <a:xfrm>
            <a:off x="7745363" y="2893929"/>
            <a:ext cx="0" cy="944305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FEA875C-03B3-4420-ABAC-3B3B32269831}"/>
              </a:ext>
            </a:extLst>
          </p:cNvPr>
          <p:cNvSpPr/>
          <p:nvPr/>
        </p:nvSpPr>
        <p:spPr>
          <a:xfrm>
            <a:off x="331776" y="2756952"/>
            <a:ext cx="827987" cy="489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Test </a:t>
            </a:r>
            <a:r>
              <a:rPr lang="ko-KR" altLang="en-US" sz="1200">
                <a:solidFill>
                  <a:sysClr val="windowText" lastClr="000000"/>
                </a:solidFill>
              </a:rPr>
              <a:t>장비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2A07713-CEF0-5902-A104-E20F11843A4C}"/>
              </a:ext>
            </a:extLst>
          </p:cNvPr>
          <p:cNvSpPr/>
          <p:nvPr/>
        </p:nvSpPr>
        <p:spPr>
          <a:xfrm>
            <a:off x="331775" y="3286100"/>
            <a:ext cx="827987" cy="4894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PC+UI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2" name="TextBox 67">
            <a:extLst>
              <a:ext uri="{FF2B5EF4-FFF2-40B4-BE49-F238E27FC236}">
                <a16:creationId xmlns:a16="http://schemas.microsoft.com/office/drawing/2014/main" id="{3C9F4415-681F-9EE2-012D-E22BA46819F2}"/>
              </a:ext>
            </a:extLst>
          </p:cNvPr>
          <p:cNvSpPr txBox="1"/>
          <p:nvPr/>
        </p:nvSpPr>
        <p:spPr>
          <a:xfrm>
            <a:off x="440909" y="1876594"/>
            <a:ext cx="813556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FF00FF"/>
                </a:solidFill>
              </a:rPr>
              <a:t>Test </a:t>
            </a:r>
            <a:r>
              <a:rPr lang="ko-KR" altLang="en-US" sz="1200">
                <a:solidFill>
                  <a:srgbClr val="FF00FF"/>
                </a:solidFill>
              </a:rPr>
              <a:t>장비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146" name="TextBox 67">
            <a:extLst>
              <a:ext uri="{FF2B5EF4-FFF2-40B4-BE49-F238E27FC236}">
                <a16:creationId xmlns:a16="http://schemas.microsoft.com/office/drawing/2014/main" id="{1ACF2BCB-BE2C-8C1E-2326-628766275356}"/>
              </a:ext>
            </a:extLst>
          </p:cNvPr>
          <p:cNvSpPr txBox="1"/>
          <p:nvPr/>
        </p:nvSpPr>
        <p:spPr>
          <a:xfrm>
            <a:off x="7766549" y="3254230"/>
            <a:ext cx="1627777" cy="2539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/>
              <a:t>최대</a:t>
            </a:r>
            <a:r>
              <a:rPr lang="en-US" altLang="ko-KR" sz="1050"/>
              <a:t> 20</a:t>
            </a:r>
            <a:r>
              <a:rPr lang="ko-KR" altLang="en-US" sz="1050"/>
              <a:t>개 </a:t>
            </a:r>
            <a:r>
              <a:rPr lang="en-US" altLang="ko-KR" sz="1050"/>
              <a:t>bar </a:t>
            </a:r>
            <a:r>
              <a:rPr lang="ko-KR" altLang="en-US" sz="1050"/>
              <a:t>연결가능</a:t>
            </a:r>
            <a:endParaRPr lang="en-US" sz="105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0D4A098-8B00-4118-3C03-3EAD69CFD8A2}"/>
              </a:ext>
            </a:extLst>
          </p:cNvPr>
          <p:cNvSpPr txBox="1"/>
          <p:nvPr/>
        </p:nvSpPr>
        <p:spPr>
          <a:xfrm>
            <a:off x="76759" y="532812"/>
            <a:ext cx="2012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Block Diagram</a:t>
            </a:r>
            <a:endParaRPr lang="ko-KR" altLang="en-US" sz="1600"/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5C421393-33F3-34CF-A9FB-20735F2E3E4D}"/>
              </a:ext>
            </a:extLst>
          </p:cNvPr>
          <p:cNvGrpSpPr/>
          <p:nvPr/>
        </p:nvGrpSpPr>
        <p:grpSpPr>
          <a:xfrm>
            <a:off x="9322580" y="2414214"/>
            <a:ext cx="336427" cy="369617"/>
            <a:chOff x="9488775" y="3903852"/>
            <a:chExt cx="351218" cy="307777"/>
          </a:xfrm>
        </p:grpSpPr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898F211D-E96D-B110-B506-B2A88BE53E5B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4C9EE15E-5451-7F5F-0AB8-6E710ACC6059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BEE4E032-2525-277B-F04C-DFB2994D110D}"/>
              </a:ext>
            </a:extLst>
          </p:cNvPr>
          <p:cNvGrpSpPr/>
          <p:nvPr/>
        </p:nvGrpSpPr>
        <p:grpSpPr>
          <a:xfrm>
            <a:off x="9734524" y="2406333"/>
            <a:ext cx="336427" cy="369617"/>
            <a:chOff x="9488775" y="3903852"/>
            <a:chExt cx="351218" cy="307777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819718EB-FA41-E8FB-525F-2D759A6AA191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E361969C-4891-10BF-E006-332FF7F3B023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ADDAF4D1-4C25-2FDC-B418-1D3E2A4A3952}"/>
              </a:ext>
            </a:extLst>
          </p:cNvPr>
          <p:cNvGrpSpPr/>
          <p:nvPr/>
        </p:nvGrpSpPr>
        <p:grpSpPr>
          <a:xfrm>
            <a:off x="8406440" y="2413596"/>
            <a:ext cx="336427" cy="369617"/>
            <a:chOff x="9488775" y="3903852"/>
            <a:chExt cx="351218" cy="307777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6C92152D-40FD-0E0C-6D2A-77E5AD9C6BAF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C788D29C-AE1B-E210-26AA-A508191FF7C7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9B491DB0-C871-B23D-60D4-DD4C7731DB47}"/>
              </a:ext>
            </a:extLst>
          </p:cNvPr>
          <p:cNvSpPr/>
          <p:nvPr/>
        </p:nvSpPr>
        <p:spPr>
          <a:xfrm>
            <a:off x="10567403" y="2438346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#2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3CE5CB4D-98F5-FC3D-9330-DD1843CFC8F6}"/>
              </a:ext>
            </a:extLst>
          </p:cNvPr>
          <p:cNvGrpSpPr/>
          <p:nvPr/>
        </p:nvGrpSpPr>
        <p:grpSpPr>
          <a:xfrm>
            <a:off x="11060599" y="2410702"/>
            <a:ext cx="336427" cy="369617"/>
            <a:chOff x="9488775" y="3903852"/>
            <a:chExt cx="351218" cy="307777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0BA5BC55-C4C8-3C4E-DB6F-5B9A5D4EBBE7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CD531A4C-1E97-0BEC-D527-DF2441C2A268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4E2FCEC7-F56D-D344-FB99-E19E48CDC273}"/>
              </a:ext>
            </a:extLst>
          </p:cNvPr>
          <p:cNvGrpSpPr/>
          <p:nvPr/>
        </p:nvGrpSpPr>
        <p:grpSpPr>
          <a:xfrm>
            <a:off x="11472543" y="2402821"/>
            <a:ext cx="336427" cy="369617"/>
            <a:chOff x="9488775" y="3903852"/>
            <a:chExt cx="351218" cy="307777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88A2EDFB-9B53-4FDC-4D48-2B7C214BD890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CE85F665-8B9C-DDDA-FEC6-4D6EDB9FEC3C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E86DA977-870E-153B-6109-D24C17271B5F}"/>
              </a:ext>
            </a:extLst>
          </p:cNvPr>
          <p:cNvGrpSpPr/>
          <p:nvPr/>
        </p:nvGrpSpPr>
        <p:grpSpPr>
          <a:xfrm>
            <a:off x="10144459" y="2410084"/>
            <a:ext cx="336427" cy="369617"/>
            <a:chOff x="9488775" y="3903852"/>
            <a:chExt cx="351218" cy="307777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710D63B4-71FA-8125-925C-2AE1D84B8E07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A4B34F3-360F-AA7E-B161-7B911355AF79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E35097FB-FA2D-DE97-BE12-3287F2C5898E}"/>
              </a:ext>
            </a:extLst>
          </p:cNvPr>
          <p:cNvSpPr/>
          <p:nvPr/>
        </p:nvSpPr>
        <p:spPr>
          <a:xfrm>
            <a:off x="8826755" y="3979543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#1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0705625D-7F1F-75E8-DDAD-9D94FCE592CB}"/>
              </a:ext>
            </a:extLst>
          </p:cNvPr>
          <p:cNvGrpSpPr/>
          <p:nvPr/>
        </p:nvGrpSpPr>
        <p:grpSpPr>
          <a:xfrm>
            <a:off x="9319951" y="3951899"/>
            <a:ext cx="336427" cy="369617"/>
            <a:chOff x="9488775" y="3903852"/>
            <a:chExt cx="351218" cy="307777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77808511-B72A-00FD-4F22-D4D7879AEC15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513A7983-1E18-526A-829C-9E9A1A569369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F5D2DB8D-7C72-4C17-CE1C-684C5D7750A2}"/>
              </a:ext>
            </a:extLst>
          </p:cNvPr>
          <p:cNvGrpSpPr/>
          <p:nvPr/>
        </p:nvGrpSpPr>
        <p:grpSpPr>
          <a:xfrm>
            <a:off x="9731895" y="3944018"/>
            <a:ext cx="336427" cy="369617"/>
            <a:chOff x="9488775" y="3903852"/>
            <a:chExt cx="351218" cy="307777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B4FFF7DD-CFE2-4D49-8C80-9653D456DDBA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E707DF0C-FEEB-16B0-0497-D64116316C2B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9B98E2EA-A733-E2D2-3027-1BB5C3130D2D}"/>
              </a:ext>
            </a:extLst>
          </p:cNvPr>
          <p:cNvGrpSpPr/>
          <p:nvPr/>
        </p:nvGrpSpPr>
        <p:grpSpPr>
          <a:xfrm>
            <a:off x="8403811" y="3951281"/>
            <a:ext cx="336427" cy="369617"/>
            <a:chOff x="9488775" y="3903852"/>
            <a:chExt cx="351218" cy="307777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81769E87-567D-AD21-AE6A-705571E52D77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8201B137-7C08-BAC6-1ED1-23DE2F460108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E32D5036-3DAC-191F-8119-CE6EB5604D4E}"/>
              </a:ext>
            </a:extLst>
          </p:cNvPr>
          <p:cNvSpPr/>
          <p:nvPr/>
        </p:nvSpPr>
        <p:spPr>
          <a:xfrm>
            <a:off x="10564774" y="3976031"/>
            <a:ext cx="403473" cy="31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>
                <a:solidFill>
                  <a:sysClr val="windowText" lastClr="000000"/>
                </a:solidFill>
              </a:rPr>
              <a:t>XD04</a:t>
            </a:r>
          </a:p>
          <a:p>
            <a:pPr algn="ctr"/>
            <a:r>
              <a:rPr lang="en-US" sz="700">
                <a:solidFill>
                  <a:sysClr val="windowText" lastClr="000000"/>
                </a:solidFill>
              </a:rPr>
              <a:t>#2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5A58BD82-FCD3-6A80-190A-9BB34848CF6D}"/>
              </a:ext>
            </a:extLst>
          </p:cNvPr>
          <p:cNvGrpSpPr/>
          <p:nvPr/>
        </p:nvGrpSpPr>
        <p:grpSpPr>
          <a:xfrm>
            <a:off x="11057970" y="3948387"/>
            <a:ext cx="336427" cy="369617"/>
            <a:chOff x="9488775" y="3903852"/>
            <a:chExt cx="351218" cy="307777"/>
          </a:xfrm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6BC39B9F-445A-6906-9D0C-BE0BE7C74639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2C82F5B5-1893-E94D-FE75-E562C12EE903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67A9D80A-D40A-F0EF-8761-8F4F32BFAB45}"/>
              </a:ext>
            </a:extLst>
          </p:cNvPr>
          <p:cNvGrpSpPr/>
          <p:nvPr/>
        </p:nvGrpSpPr>
        <p:grpSpPr>
          <a:xfrm>
            <a:off x="11469914" y="3940506"/>
            <a:ext cx="336427" cy="369617"/>
            <a:chOff x="9488775" y="3903852"/>
            <a:chExt cx="351218" cy="307777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A1BF9F44-D424-146E-C964-F2EDD04BFFD9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CF79CAF7-4084-D5E1-895E-AB2BD808521B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878EC7D-535E-9246-5F0A-DC6535820152}"/>
              </a:ext>
            </a:extLst>
          </p:cNvPr>
          <p:cNvGrpSpPr/>
          <p:nvPr/>
        </p:nvGrpSpPr>
        <p:grpSpPr>
          <a:xfrm>
            <a:off x="10141830" y="3947769"/>
            <a:ext cx="336427" cy="369617"/>
            <a:chOff x="9488775" y="3903852"/>
            <a:chExt cx="351218" cy="307777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3B04E9FD-3AB7-A4D9-427E-BAD3F7070B8F}"/>
                </a:ext>
              </a:extLst>
            </p:cNvPr>
            <p:cNvSpPr/>
            <p:nvPr/>
          </p:nvSpPr>
          <p:spPr>
            <a:xfrm>
              <a:off x="9488776" y="3968401"/>
              <a:ext cx="351217" cy="178677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>
                  <a:solidFill>
                    <a:sysClr val="windowText" lastClr="000000"/>
                  </a:solidFill>
                </a:rPr>
                <a:t>LED</a:t>
              </a:r>
              <a:endParaRPr lang="en-US" sz="7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E3665737-C1B1-A145-18EF-1FB082200BBD}"/>
                </a:ext>
              </a:extLst>
            </p:cNvPr>
            <p:cNvSpPr/>
            <p:nvPr/>
          </p:nvSpPr>
          <p:spPr>
            <a:xfrm>
              <a:off x="9488775" y="3903852"/>
              <a:ext cx="351218" cy="30777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3" name="TextBox 67">
            <a:extLst>
              <a:ext uri="{FF2B5EF4-FFF2-40B4-BE49-F238E27FC236}">
                <a16:creationId xmlns:a16="http://schemas.microsoft.com/office/drawing/2014/main" id="{4D1A855E-79FD-2930-039B-C05E5574B6FA}"/>
              </a:ext>
            </a:extLst>
          </p:cNvPr>
          <p:cNvSpPr txBox="1"/>
          <p:nvPr/>
        </p:nvSpPr>
        <p:spPr>
          <a:xfrm>
            <a:off x="6510750" y="4350856"/>
            <a:ext cx="603925" cy="22698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FF00FF"/>
                </a:solidFill>
              </a:rPr>
              <a:t>I/F BD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226" name="왼쪽 중괄호 225">
            <a:extLst>
              <a:ext uri="{FF2B5EF4-FFF2-40B4-BE49-F238E27FC236}">
                <a16:creationId xmlns:a16="http://schemas.microsoft.com/office/drawing/2014/main" id="{1B9C2E09-A8CE-4129-C67E-1E8162F8BD7D}"/>
              </a:ext>
            </a:extLst>
          </p:cNvPr>
          <p:cNvSpPr/>
          <p:nvPr/>
        </p:nvSpPr>
        <p:spPr>
          <a:xfrm>
            <a:off x="6460765" y="3092036"/>
            <a:ext cx="256975" cy="45548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E5554E9A-9BB5-7891-198B-8F5C6C1212C7}"/>
              </a:ext>
            </a:extLst>
          </p:cNvPr>
          <p:cNvSpPr/>
          <p:nvPr/>
        </p:nvSpPr>
        <p:spPr>
          <a:xfrm>
            <a:off x="1218623" y="2528734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5BEBD498-4A8C-12C2-EAB6-9B9B55615125}"/>
              </a:ext>
            </a:extLst>
          </p:cNvPr>
          <p:cNvSpPr/>
          <p:nvPr/>
        </p:nvSpPr>
        <p:spPr>
          <a:xfrm>
            <a:off x="2065943" y="2528734"/>
            <a:ext cx="503885" cy="154013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31" name="자유형: 도형 230">
            <a:extLst>
              <a:ext uri="{FF2B5EF4-FFF2-40B4-BE49-F238E27FC236}">
                <a16:creationId xmlns:a16="http://schemas.microsoft.com/office/drawing/2014/main" id="{3FCBE85D-9CD2-4BC2-F33F-B30F822B5C3C}"/>
              </a:ext>
            </a:extLst>
          </p:cNvPr>
          <p:cNvSpPr/>
          <p:nvPr/>
        </p:nvSpPr>
        <p:spPr>
          <a:xfrm>
            <a:off x="1703061" y="3842472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2" name="자유형: 도형 231">
            <a:extLst>
              <a:ext uri="{FF2B5EF4-FFF2-40B4-BE49-F238E27FC236}">
                <a16:creationId xmlns:a16="http://schemas.microsoft.com/office/drawing/2014/main" id="{6E045B0E-6F5F-BBBD-EF90-0F08B0A4B8A2}"/>
              </a:ext>
            </a:extLst>
          </p:cNvPr>
          <p:cNvSpPr/>
          <p:nvPr/>
        </p:nvSpPr>
        <p:spPr>
          <a:xfrm>
            <a:off x="1703061" y="3266040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3" name="자유형: 도형 232">
            <a:extLst>
              <a:ext uri="{FF2B5EF4-FFF2-40B4-BE49-F238E27FC236}">
                <a16:creationId xmlns:a16="http://schemas.microsoft.com/office/drawing/2014/main" id="{CD8337D2-2356-6172-818A-6B151A03901C}"/>
              </a:ext>
            </a:extLst>
          </p:cNvPr>
          <p:cNvSpPr/>
          <p:nvPr/>
        </p:nvSpPr>
        <p:spPr>
          <a:xfrm>
            <a:off x="1703061" y="2727142"/>
            <a:ext cx="369581" cy="86705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D884DAED-C72A-05B3-92F7-5A04E985E2C0}"/>
              </a:ext>
            </a:extLst>
          </p:cNvPr>
          <p:cNvSpPr/>
          <p:nvPr/>
        </p:nvSpPr>
        <p:spPr>
          <a:xfrm>
            <a:off x="1976476" y="2178000"/>
            <a:ext cx="3782700" cy="2319894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TextBox 67">
            <a:extLst>
              <a:ext uri="{FF2B5EF4-FFF2-40B4-BE49-F238E27FC236}">
                <a16:creationId xmlns:a16="http://schemas.microsoft.com/office/drawing/2014/main" id="{6136A188-A086-F994-A7CF-3C959393C02A}"/>
              </a:ext>
            </a:extLst>
          </p:cNvPr>
          <p:cNvSpPr txBox="1"/>
          <p:nvPr/>
        </p:nvSpPr>
        <p:spPr>
          <a:xfrm>
            <a:off x="5013992" y="1825403"/>
            <a:ext cx="743986" cy="276999"/>
          </a:xfrm>
          <a:prstGeom prst="rect">
            <a:avLst/>
          </a:prstGeom>
          <a:solidFill>
            <a:srgbClr val="66FFFF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FF00FF"/>
                </a:solidFill>
              </a:rPr>
              <a:t>GT </a:t>
            </a:r>
            <a:r>
              <a:rPr lang="ko-KR" altLang="en-US" sz="1200" b="1">
                <a:solidFill>
                  <a:srgbClr val="FF00FF"/>
                </a:solidFill>
              </a:rPr>
              <a:t>제작</a:t>
            </a:r>
            <a:endParaRPr lang="en-US" sz="1200" b="1" dirty="0">
              <a:solidFill>
                <a:srgbClr val="FF00FF"/>
              </a:solidFill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A0B796CB-765E-B3DB-F6DC-2A4051A56936}"/>
              </a:ext>
            </a:extLst>
          </p:cNvPr>
          <p:cNvSpPr/>
          <p:nvPr/>
        </p:nvSpPr>
        <p:spPr>
          <a:xfrm>
            <a:off x="6186073" y="1579127"/>
            <a:ext cx="688024" cy="375339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412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14300" dist="381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50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87468CF-1ED9-39C5-375F-B7BB8AE6EAC8}"/>
              </a:ext>
            </a:extLst>
          </p:cNvPr>
          <p:cNvSpPr/>
          <p:nvPr/>
        </p:nvSpPr>
        <p:spPr>
          <a:xfrm>
            <a:off x="6281457" y="2230548"/>
            <a:ext cx="503885" cy="18304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B11B4211-DAD0-B257-404C-F4DE0AB1C2F0}"/>
              </a:ext>
            </a:extLst>
          </p:cNvPr>
          <p:cNvSpPr/>
          <p:nvPr/>
        </p:nvSpPr>
        <p:spPr>
          <a:xfrm>
            <a:off x="6281457" y="1856010"/>
            <a:ext cx="503885" cy="18304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241" name="자유형: 도형 240">
            <a:extLst>
              <a:ext uri="{FF2B5EF4-FFF2-40B4-BE49-F238E27FC236}">
                <a16:creationId xmlns:a16="http://schemas.microsoft.com/office/drawing/2014/main" id="{FE43D873-15CB-412C-5F1E-F48344468DA5}"/>
              </a:ext>
            </a:extLst>
          </p:cNvPr>
          <p:cNvSpPr/>
          <p:nvPr/>
        </p:nvSpPr>
        <p:spPr>
          <a:xfrm rot="5400000">
            <a:off x="6366503" y="2096728"/>
            <a:ext cx="223347" cy="76154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2" name="자유형: 도형 241">
            <a:extLst>
              <a:ext uri="{FF2B5EF4-FFF2-40B4-BE49-F238E27FC236}">
                <a16:creationId xmlns:a16="http://schemas.microsoft.com/office/drawing/2014/main" id="{7436DA32-837B-6983-B484-A00E99FB7B4A}"/>
              </a:ext>
            </a:extLst>
          </p:cNvPr>
          <p:cNvSpPr/>
          <p:nvPr/>
        </p:nvSpPr>
        <p:spPr>
          <a:xfrm rot="5400000">
            <a:off x="6455259" y="2096727"/>
            <a:ext cx="223347" cy="76154"/>
          </a:xfrm>
          <a:custGeom>
            <a:avLst/>
            <a:gdLst>
              <a:gd name="connsiteX0" fmla="*/ 0 w 422910"/>
              <a:gd name="connsiteY0" fmla="*/ 49650 h 119784"/>
              <a:gd name="connsiteX1" fmla="*/ 106680 w 422910"/>
              <a:gd name="connsiteY1" fmla="*/ 120 h 119784"/>
              <a:gd name="connsiteX2" fmla="*/ 171450 w 422910"/>
              <a:gd name="connsiteY2" fmla="*/ 38220 h 119784"/>
              <a:gd name="connsiteX3" fmla="*/ 236220 w 422910"/>
              <a:gd name="connsiteY3" fmla="*/ 114420 h 119784"/>
              <a:gd name="connsiteX4" fmla="*/ 289560 w 422910"/>
              <a:gd name="connsiteY4" fmla="*/ 110610 h 119784"/>
              <a:gd name="connsiteX5" fmla="*/ 331470 w 422910"/>
              <a:gd name="connsiteY5" fmla="*/ 87750 h 119784"/>
              <a:gd name="connsiteX6" fmla="*/ 422910 w 422910"/>
              <a:gd name="connsiteY6" fmla="*/ 22980 h 11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910" h="119784">
                <a:moveTo>
                  <a:pt x="0" y="49650"/>
                </a:moveTo>
                <a:cubicBezTo>
                  <a:pt x="39052" y="25837"/>
                  <a:pt x="78105" y="2025"/>
                  <a:pt x="106680" y="120"/>
                </a:cubicBezTo>
                <a:cubicBezTo>
                  <a:pt x="135255" y="-1785"/>
                  <a:pt x="149860" y="19170"/>
                  <a:pt x="171450" y="38220"/>
                </a:cubicBezTo>
                <a:cubicBezTo>
                  <a:pt x="193040" y="57270"/>
                  <a:pt x="216535" y="102355"/>
                  <a:pt x="236220" y="114420"/>
                </a:cubicBezTo>
                <a:cubicBezTo>
                  <a:pt x="255905" y="126485"/>
                  <a:pt x="273685" y="115055"/>
                  <a:pt x="289560" y="110610"/>
                </a:cubicBezTo>
                <a:cubicBezTo>
                  <a:pt x="305435" y="106165"/>
                  <a:pt x="309245" y="102355"/>
                  <a:pt x="331470" y="87750"/>
                </a:cubicBezTo>
                <a:cubicBezTo>
                  <a:pt x="353695" y="73145"/>
                  <a:pt x="412115" y="120"/>
                  <a:pt x="422910" y="229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5" name="TextBox 67">
            <a:extLst>
              <a:ext uri="{FF2B5EF4-FFF2-40B4-BE49-F238E27FC236}">
                <a16:creationId xmlns:a16="http://schemas.microsoft.com/office/drawing/2014/main" id="{6919A267-1ABF-7422-CFA2-AF2531B54AB5}"/>
              </a:ext>
            </a:extLst>
          </p:cNvPr>
          <p:cNvSpPr txBox="1"/>
          <p:nvPr/>
        </p:nvSpPr>
        <p:spPr>
          <a:xfrm>
            <a:off x="6285642" y="1594713"/>
            <a:ext cx="492443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FF00FF"/>
                </a:solidFill>
              </a:rPr>
              <a:t>전원</a:t>
            </a:r>
            <a:endParaRPr lang="en-US" sz="1200" dirty="0">
              <a:solidFill>
                <a:srgbClr val="FF00FF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9CDA4D-3442-C95E-6145-A9BF287E4A0C}"/>
              </a:ext>
            </a:extLst>
          </p:cNvPr>
          <p:cNvSpPr txBox="1">
            <a:spLocks/>
          </p:cNvSpPr>
          <p:nvPr/>
        </p:nvSpPr>
        <p:spPr>
          <a:xfrm>
            <a:off x="11089341" y="194258"/>
            <a:ext cx="984075" cy="33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b="1" dirty="0"/>
              <a:t>25. 09. 24 </a:t>
            </a:r>
            <a:endParaRPr lang="ko-KR" altLang="en-US" sz="1400" b="1" dirty="0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B6F007B7-FB42-D04D-E6CA-141F8DE5A864}"/>
              </a:ext>
            </a:extLst>
          </p:cNvPr>
          <p:cNvCxnSpPr>
            <a:cxnSpLocks/>
          </p:cNvCxnSpPr>
          <p:nvPr/>
        </p:nvCxnSpPr>
        <p:spPr>
          <a:xfrm>
            <a:off x="6687234" y="2278952"/>
            <a:ext cx="465844" cy="335223"/>
          </a:xfrm>
          <a:prstGeom prst="bentConnector3">
            <a:avLst>
              <a:gd name="adj1" fmla="val 189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B21491-ABC5-00A5-81A8-AE3442E89E41}"/>
              </a:ext>
            </a:extLst>
          </p:cNvPr>
          <p:cNvSpPr txBox="1"/>
          <p:nvPr/>
        </p:nvSpPr>
        <p:spPr>
          <a:xfrm>
            <a:off x="6684222" y="2354977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VLED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1AE03-E922-54FE-D0A6-3513D2F6A685}"/>
              </a:ext>
            </a:extLst>
          </p:cNvPr>
          <p:cNvSpPr txBox="1"/>
          <p:nvPr/>
        </p:nvSpPr>
        <p:spPr>
          <a:xfrm>
            <a:off x="2327141" y="230788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12V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99C2808-11FE-2D3E-E152-B9AA9B585D97}"/>
              </a:ext>
            </a:extLst>
          </p:cNvPr>
          <p:cNvCxnSpPr>
            <a:cxnSpLocks/>
          </p:cNvCxnSpPr>
          <p:nvPr/>
        </p:nvCxnSpPr>
        <p:spPr>
          <a:xfrm>
            <a:off x="5402347" y="3726684"/>
            <a:ext cx="2698752" cy="416751"/>
          </a:xfrm>
          <a:prstGeom prst="bentConnector3">
            <a:avLst>
              <a:gd name="adj1" fmla="val 3106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18048D-49E9-5EE0-7184-48B44E130677}"/>
              </a:ext>
            </a:extLst>
          </p:cNvPr>
          <p:cNvSpPr txBox="1"/>
          <p:nvPr/>
        </p:nvSpPr>
        <p:spPr>
          <a:xfrm>
            <a:off x="6294502" y="3685865"/>
            <a:ext cx="4908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VDD</a:t>
            </a:r>
          </a:p>
          <a:p>
            <a:r>
              <a:rPr lang="en-US" altLang="ko-KR" sz="1100" b="1" dirty="0">
                <a:solidFill>
                  <a:srgbClr val="FF0000"/>
                </a:solidFill>
              </a:rPr>
              <a:t>5V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7C258D-9BAC-2F2A-9FA8-CAFDD5F53335}"/>
              </a:ext>
            </a:extLst>
          </p:cNvPr>
          <p:cNvSpPr/>
          <p:nvPr/>
        </p:nvSpPr>
        <p:spPr>
          <a:xfrm>
            <a:off x="4482735" y="3016261"/>
            <a:ext cx="612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XC24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7A0E4F-DA13-A4F9-5997-F8F6F1885D1C}"/>
              </a:ext>
            </a:extLst>
          </p:cNvPr>
          <p:cNvSpPr/>
          <p:nvPr/>
        </p:nvSpPr>
        <p:spPr>
          <a:xfrm>
            <a:off x="2690567" y="3010718"/>
            <a:ext cx="612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RS233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to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TTL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E80A02A-F37B-2405-FF7D-1B05F5D6A230}"/>
              </a:ext>
            </a:extLst>
          </p:cNvPr>
          <p:cNvCxnSpPr>
            <a:cxnSpLocks/>
            <a:stCxn id="30" idx="3"/>
            <a:endCxn id="79" idx="1"/>
          </p:cNvCxnSpPr>
          <p:nvPr/>
        </p:nvCxnSpPr>
        <p:spPr>
          <a:xfrm>
            <a:off x="3302567" y="3316718"/>
            <a:ext cx="283524" cy="3582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2E73F07-0DD0-A44C-14AD-CFC22C5B6C8E}"/>
              </a:ext>
            </a:extLst>
          </p:cNvPr>
          <p:cNvCxnSpPr>
            <a:cxnSpLocks/>
            <a:stCxn id="79" idx="3"/>
            <a:endCxn id="29" idx="1"/>
          </p:cNvCxnSpPr>
          <p:nvPr/>
        </p:nvCxnSpPr>
        <p:spPr>
          <a:xfrm>
            <a:off x="4198091" y="3320300"/>
            <a:ext cx="284644" cy="1961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D794A055-3D10-2EFC-2FDD-28E5636B1CE3}"/>
              </a:ext>
            </a:extLst>
          </p:cNvPr>
          <p:cNvCxnSpPr>
            <a:cxnSpLocks/>
            <a:stCxn id="237" idx="1"/>
            <a:endCxn id="19" idx="0"/>
          </p:cNvCxnSpPr>
          <p:nvPr/>
        </p:nvCxnSpPr>
        <p:spPr>
          <a:xfrm rot="10800000" flipV="1">
            <a:off x="2548517" y="1766797"/>
            <a:ext cx="3637557" cy="54108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58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2989</TotalTime>
  <Words>86</Words>
  <Application>Microsoft Office PowerPoint</Application>
  <PresentationFormat>와이드스크린</PresentationFormat>
  <Paragraphs>56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XD04 Control BD 제작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YG Kim</dc:creator>
  <cp:lastModifiedBy>이 준영</cp:lastModifiedBy>
  <cp:revision>154</cp:revision>
  <dcterms:created xsi:type="dcterms:W3CDTF">2023-08-24T23:02:20Z</dcterms:created>
  <dcterms:modified xsi:type="dcterms:W3CDTF">2025-09-24T08:23:19Z</dcterms:modified>
</cp:coreProperties>
</file>