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442AE-1E55-52CB-BC0E-7154DB8C5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D97791-318A-7646-0C6D-7E3257141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8DE0E0-DB09-0FAC-62B4-0E37CD67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B077F-D1F9-56C6-B0DC-F3AEB301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D40859-61B8-5910-C4EC-588BFDF6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74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5707A-5A5B-2769-5E59-B50E92804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48DF3-9557-772D-51B0-70D74C7B6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F6615E-2C0A-46AA-7456-F9B81F82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AFBE9-8275-D730-B580-9CEDD324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9BE-5DD4-765C-47EC-0B206594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9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6123A-C33F-09B6-663E-92CFCB81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509987-4966-C225-664D-182E69E43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5ACF7-6D9A-9CDF-6E89-D36CD42FD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AFE83A-7674-9387-977C-21E59EF0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AB0DFE-9587-F544-AB56-9D77F1AC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09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DA159-3A3A-3D1E-3A45-71B0B04B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8CF64-70E3-F7EC-10DE-72A8BC3D9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2A5EEF-4508-9F4B-7857-86AC47D7E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CF8831-261C-2F8F-4C01-C95A3313E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8C8678-7A0A-9C88-0A88-C95524BC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ECD5F0-EB55-0B1B-43E3-0320218C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56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C324A-3800-C759-3749-4AC8E03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279189-3D13-E830-DB7F-1E2900098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E5F1F0-4271-4B44-C602-ED6E7E600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E250AC-3995-A1EA-4438-0B9653220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5E1AE0B-87AD-97D8-3DDE-6F16882FC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1300AE9-A794-3FEA-C33F-3026E82C2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E18D5C-4431-A6E2-61FD-8A7D7A84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BDA61E-5ACD-BBB7-B58A-0AA9EC49E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0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9559F-8F8D-B028-76D9-1EE7C4DD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F9C03A-4886-CCC5-A994-17DF782B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17E215-A7CD-3E15-6EC4-ECE36692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939C4C-79EC-7D9D-0705-472B32BA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51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9E91FB-63E5-3324-C91D-154A663B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87A27E-0535-F31D-8020-BA978316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792DE-797D-6C0C-0C69-6073F64E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97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8CA1A-4D64-77F0-73FC-F93AAD0F3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EFB83F-4985-2ED6-CAD4-D41AE5B06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9C16C6-5E2B-E17A-9390-86A56B7D9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C87D6C-FDE6-A2AC-2917-62356CE0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3670F6-5DDC-2306-DCFB-0183427D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62D2ED-349A-F9F0-0365-19E08FB5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16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1094F-571F-05DC-F20B-FECC7FC5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A6FB45-F6BD-AA88-FD35-97E7449CD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761D4E-5E34-A9A6-031D-50D0E4161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BA10C8-D4FE-57FE-AA92-FD8462AC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7FF7A1-EE87-2538-0696-6EEB2F1C6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F9E2F9-D4D5-9684-BCAF-10971B69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962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D2531-DB18-60CC-AF81-18FA1E1E2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6F1E0C-E7CA-E22A-3DDF-09A80509A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77C9A0-7B7F-421D-0FEE-158CD0ED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9540B9-928F-4AF3-E755-9FD6B826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27539F-BE54-FC29-28AE-7BB54E58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6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C938E2-344B-998B-2F2A-083EE2DFF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9E6B53-9FFA-DB26-6F39-A5C5931BA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0480B6-45C7-96CA-E407-0902377C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D374-52C8-1803-D0D1-00E5ACCC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00AE65-3F4C-AC75-6725-FD15663F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8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C06AD8-24C7-FB9A-A49B-E4BDF5AA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0539A5-2C87-D24B-2D8B-AB6EE9A8F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BCC61-FF7A-99AA-4034-4279869FD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B25AF-4AC5-4EE7-A10A-858D77A9C9DC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23C765-D485-AA0D-6B70-2939C0C31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9FE258-B4A7-173A-B637-6F2B834AE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0A055-8E12-4BC0-998B-C947CFA0A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48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8D8574-66B7-D7F6-7D2A-C4D8C6A7C739}"/>
              </a:ext>
            </a:extLst>
          </p:cNvPr>
          <p:cNvSpPr txBox="1"/>
          <p:nvPr/>
        </p:nvSpPr>
        <p:spPr>
          <a:xfrm>
            <a:off x="276225" y="457200"/>
            <a:ext cx="4980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https://github.com/eoleedi/TimeTree-exporter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AEF7E9-9257-5DED-9F15-0A4703BE5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063608"/>
            <a:ext cx="8696325" cy="13156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1C6596-3608-26ED-4E1B-55C97F3AA927}"/>
              </a:ext>
            </a:extLst>
          </p:cNvPr>
          <p:cNvSpPr txBox="1"/>
          <p:nvPr/>
        </p:nvSpPr>
        <p:spPr>
          <a:xfrm>
            <a:off x="439762" y="2531970"/>
            <a:ext cx="3750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 err="1"/>
              <a:t>timetree-exporter</a:t>
            </a:r>
            <a:r>
              <a:rPr lang="ko-KR" altLang="ko-KR" dirty="0"/>
              <a:t> -</a:t>
            </a:r>
            <a:r>
              <a:rPr lang="ko-KR" altLang="ko-KR" dirty="0" err="1"/>
              <a:t>o</a:t>
            </a:r>
            <a:r>
              <a:rPr lang="ko-KR" altLang="ko-KR" dirty="0"/>
              <a:t> ./timetree.ics</a:t>
            </a:r>
            <a:endParaRPr lang="ko-KR" altLang="en-US" dirty="0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6913D560-D1AA-4FAB-9518-23D1BDD775BA}"/>
              </a:ext>
            </a:extLst>
          </p:cNvPr>
          <p:cNvSpPr/>
          <p:nvPr/>
        </p:nvSpPr>
        <p:spPr>
          <a:xfrm flipH="1">
            <a:off x="4371975" y="2651972"/>
            <a:ext cx="1085850" cy="2493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3B104-777B-4DAE-FBDE-2F17DD01F0E9}"/>
              </a:ext>
            </a:extLst>
          </p:cNvPr>
          <p:cNvSpPr txBox="1"/>
          <p:nvPr/>
        </p:nvSpPr>
        <p:spPr>
          <a:xfrm>
            <a:off x="5639909" y="2591971"/>
            <a:ext cx="578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파이썬 명령어를 실행한 경로에 </a:t>
            </a:r>
            <a:r>
              <a:rPr lang="en-US" altLang="ko-KR" dirty="0"/>
              <a:t>timetree.ics </a:t>
            </a:r>
            <a:r>
              <a:rPr lang="ko-KR" altLang="en-US" dirty="0"/>
              <a:t>파일 생성</a:t>
            </a:r>
          </a:p>
        </p:txBody>
      </p:sp>
    </p:spTree>
    <p:extLst>
      <p:ext uri="{BB962C8B-B14F-4D97-AF65-F5344CB8AC3E}">
        <p14:creationId xmlns:p14="http://schemas.microsoft.com/office/powerpoint/2010/main" val="2090208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2</cp:revision>
  <dcterms:created xsi:type="dcterms:W3CDTF">2026-07-02T06:30:08Z</dcterms:created>
  <dcterms:modified xsi:type="dcterms:W3CDTF">2026-07-02T06:57:53Z</dcterms:modified>
</cp:coreProperties>
</file>