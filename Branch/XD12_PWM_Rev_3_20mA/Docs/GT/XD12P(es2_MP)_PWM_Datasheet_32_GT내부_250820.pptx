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81_FC17E64D.xml" ContentType="application/vnd.ms-powerpoint.comments+xml"/>
  <Override PartName="/ppt/comments/modernComment_1A2_D9762BB4.xml" ContentType="application/vnd.ms-powerpoint.comments+xml"/>
  <Override PartName="/ppt/comments/modernComment_11F_6EF7015F.xml" ContentType="application/vnd.ms-powerpoint.comments+xml"/>
  <Override PartName="/ppt/comments/modernComment_19C_FFF69E1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8"/>
  </p:notesMasterIdLst>
  <p:handoutMasterIdLst>
    <p:handoutMasterId r:id="rId39"/>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431" r:id="rId18"/>
    <p:sldId id="428" r:id="rId19"/>
    <p:sldId id="432" r:id="rId20"/>
    <p:sldId id="293" r:id="rId21"/>
    <p:sldId id="427" r:id="rId22"/>
    <p:sldId id="330" r:id="rId23"/>
    <p:sldId id="412" r:id="rId24"/>
    <p:sldId id="414" r:id="rId25"/>
    <p:sldId id="407" r:id="rId26"/>
    <p:sldId id="353" r:id="rId27"/>
    <p:sldId id="409" r:id="rId28"/>
    <p:sldId id="422" r:id="rId29"/>
    <p:sldId id="435" r:id="rId30"/>
    <p:sldId id="415" r:id="rId31"/>
    <p:sldId id="410" r:id="rId32"/>
    <p:sldId id="425" r:id="rId33"/>
    <p:sldId id="426" r:id="rId34"/>
    <p:sldId id="413" r:id="rId35"/>
    <p:sldId id="421" r:id="rId36"/>
    <p:sldId id="348" r:id="rId37"/>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3" pos="1988" userDrawn="1">
          <p15:clr>
            <a:srgbClr val="A4A3A4"/>
          </p15:clr>
        </p15:guide>
        <p15:guide id="14" pos="2511"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20" orient="horz" pos="5229"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EB"/>
    <a:srgbClr val="EFEFEF"/>
    <a:srgbClr val="EBEBEB"/>
    <a:srgbClr val="E6E6E6"/>
    <a:srgbClr val="FFFFD9"/>
    <a:srgbClr val="EFF5FB"/>
    <a:srgbClr val="E5EDFB"/>
    <a:srgbClr val="FFFFB3"/>
    <a:srgbClr val="EC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77" autoAdjust="0"/>
    <p:restoredTop sz="95388" autoAdjust="0"/>
  </p:normalViewPr>
  <p:slideViewPr>
    <p:cSldViewPr snapToGrid="0">
      <p:cViewPr varScale="1">
        <p:scale>
          <a:sx n="75" d="100"/>
          <a:sy n="75" d="100"/>
        </p:scale>
        <p:origin x="3690" y="54"/>
      </p:cViewPr>
      <p:guideLst>
        <p:guide orient="horz" pos="240"/>
        <p:guide orient="horz" pos="5910"/>
        <p:guide pos="4110"/>
        <p:guide orient="horz" pos="2689"/>
        <p:guide pos="255"/>
        <p:guide pos="1988"/>
        <p:guide pos="2511"/>
        <p:guide orient="horz" pos="943"/>
        <p:guide orient="horz" pos="2054"/>
        <p:guide orient="horz" pos="3800"/>
        <p:guide orient="horz" pos="5229"/>
        <p:guide orient="horz" pos="1419"/>
        <p:guide orient="horz" pos="1056"/>
        <p:guide orient="horz" pos="7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1A2_D9762BB4.xml><?xml version="1.0" encoding="utf-8"?>
<p188:cmLst xmlns:a="http://schemas.openxmlformats.org/drawingml/2006/main" xmlns:r="http://schemas.openxmlformats.org/officeDocument/2006/relationships" xmlns:p188="http://schemas.microsoft.com/office/powerpoint/2018/8/main">
  <p188:cm id="{FA076F5D-5483-4F74-A02B-D678B63FAAEA}" authorId="{5E03ACD7-6916-F275-5442-2DA38665A9F9}" created="2025-08-05T03:12:13.133">
    <pc:sldMkLst xmlns:pc="http://schemas.microsoft.com/office/powerpoint/2013/main/command">
      <pc:docMk/>
      <pc:sldMk cId="3648400308" sldId="418"/>
    </pc:sldMkLst>
    <p188:replyLst>
      <p188:reply id="{FEE163B4-FC65-4980-90B8-BC3D0D702C77}" authorId="{5E03ACD7-6916-F275-5442-2DA38665A9F9}" created="2025-08-05T03:12:26.124">
        <p188:txBody>
          <a:bodyPr/>
          <a:lstStyle/>
          <a:p>
            <a:r>
              <a:rPr lang="ko-KR" altLang="en-US"/>
              <a:t>[08/04] (Room temperature at 25℃) 추가</a:t>
            </a:r>
          </a:p>
        </p188:txBody>
      </p188:reply>
      <p188:reply id="{49886F2D-67C4-4A6A-B5A6-9AC9586142BA}" authorId="{5E03ACD7-6916-F275-5442-2DA38665A9F9}" created="2025-08-05T04:16:14.864">
        <p188:txBody>
          <a:bodyPr/>
          <a:lstStyle/>
          <a:p>
            <a:r>
              <a:rPr lang="ko-KR" altLang="en-US"/>
              <a:t>[08/05] 윤진수전무 Current accuracy 1.0%</a:t>
            </a:r>
          </a:p>
        </p188:txBody>
      </p188:reply>
    </p188:replyLst>
    <p188:txBody>
      <a:bodyPr/>
      <a:lstStyle/>
      <a:p>
        <a:r>
          <a:rPr lang="ko-KR" altLang="en-US"/>
          <a:t>[08/04] Current accuracy 2개항목 삭제
         Trim point 1개항목만 기재
         대표이사 지시사항</a:t>
        </a:r>
      </a:p>
    </p188:txBody>
  </p188:cm>
</p188:cmLst>
</file>

<file path=ppt/comments/modernComment_11F_6EF7015F.xml><?xml version="1.0" encoding="utf-8"?>
<p188:cmLst xmlns:a="http://schemas.openxmlformats.org/drawingml/2006/main" xmlns:r="http://schemas.openxmlformats.org/officeDocument/2006/relationships" xmlns:p188="http://schemas.microsoft.com/office/powerpoint/2018/8/main">
  <p188:cm id="{4747096F-98E7-40DF-856C-EC38E645BBF2}" authorId="{5E03ACD7-6916-F275-5442-2DA38665A9F9}" created="2025-08-12T23:46:27.620">
    <pc:sldMkLst xmlns:pc="http://schemas.microsoft.com/office/powerpoint/2013/main/command">
      <pc:docMk/>
      <pc:sldMk cId="1861681503" sldId="287"/>
    </pc:sldMkLst>
    <p188:txBody>
      <a:bodyPr/>
      <a:lstStyle/>
      <a:p>
        <a:r>
          <a:rPr lang="ko-KR" altLang="en-US"/>
          <a:t>[08/13] 윤진수전무 Tvdd 1.2ms -&gt; 2.5ms</a:t>
        </a:r>
      </a:p>
    </p188:txBody>
  </p188:cm>
</p188:cmLst>
</file>

<file path=ppt/comments/modernComment_19C_FFF69E12.xml><?xml version="1.0" encoding="utf-8"?>
<p188:cmLst xmlns:a="http://schemas.openxmlformats.org/drawingml/2006/main" xmlns:r="http://schemas.openxmlformats.org/officeDocument/2006/relationships" xmlns:p188="http://schemas.microsoft.com/office/powerpoint/2018/8/main">
  <p188:cm id="{7920FF15-E4B8-4D20-A240-BA4D4FE85408}" authorId="{5E03ACD7-6916-F275-5442-2DA38665A9F9}" created="2025-08-05T03:00:10.404">
    <pc:sldMkLst xmlns:pc="http://schemas.microsoft.com/office/powerpoint/2013/main/command">
      <pc:docMk/>
      <pc:sldMk cId="4294352402" sldId="412"/>
    </pc:sldMkLst>
    <p188:txBody>
      <a:bodyPr/>
      <a:lstStyle/>
      <a:p>
        <a:r>
          <a:rPr lang="ko-KR" altLang="en-US"/>
          <a:t>[08/05] 김영훈수석 
 1. XD12 specsheet A6(현재 version) 기준으로 수정함.
2. O_SLEW bit 설명삭제
3. Max current 46mA, 64mA 추가
4. FB_Level 추가</a:t>
        </a:r>
      </a:p>
    </p188:txBody>
  </p188:cm>
</p188:cmLst>
</file>

<file path=ppt/comments/modernComment_181_FC17E64D.xml><?xml version="1.0" encoding="utf-8"?>
<p188:cmLst xmlns:a="http://schemas.openxmlformats.org/drawingml/2006/main" xmlns:r="http://schemas.openxmlformats.org/officeDocument/2006/relationships" xmlns:p188="http://schemas.microsoft.com/office/powerpoint/2018/8/main">
  <p188:cm id="{C9BF6E43-D894-449C-A497-0ADC0598C7D6}" authorId="{5E03ACD7-6916-F275-5442-2DA38665A9F9}" created="2025-08-05T09:40:48.659">
    <pc:sldMkLst xmlns:pc="http://schemas.microsoft.com/office/powerpoint/2013/main/command">
      <pc:docMk/>
      <pc:sldMk cId="4229424717" sldId="385"/>
    </pc:sldMkLst>
    <p188:txBody>
      <a:bodyPr/>
      <a:lstStyle/>
      <a:p>
        <a:r>
          <a:rPr lang="ko-KR" altLang="en-US"/>
          <a:t>[08/04] Sink current accuracy 항목 delete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2025-08-20 (Wed)</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2025-08-20 (Wed)</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XD12P</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2025-08-20 (Wed)</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25. July.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81_FC17E64D.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A2_D9762BB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F_6EF7015F.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9C_FFF69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00036"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XD12P</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XD12P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driver for mini-LED Backlight display applications in AM direct driving methodology. It supports max 32mA and 40V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control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XD12P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551952"/>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(4/8/12/16/24/32mA)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12-bit or 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 </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(JEDEC JS-001-2017 Human Body Model) : ±2KV</a:t>
            </a:r>
          </a:p>
        </p:txBody>
      </p:sp>
    </p:spTree>
    <p:extLst>
      <p:ext uri="{BB962C8B-B14F-4D97-AF65-F5344CB8AC3E}">
        <p14:creationId xmlns:p14="http://schemas.microsoft.com/office/powerpoint/2010/main" val="422942471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4" name="그림 3">
            <a:extLst>
              <a:ext uri="{FF2B5EF4-FFF2-40B4-BE49-F238E27FC236}">
                <a16:creationId xmlns:a16="http://schemas.microsoft.com/office/drawing/2014/main" id="{F5280FC5-A9E3-087F-16BE-6C796615E757}"/>
              </a:ext>
            </a:extLst>
          </p:cNvPr>
          <p:cNvPicPr>
            <a:picLocks noChangeAspect="1"/>
          </p:cNvPicPr>
          <p:nvPr/>
        </p:nvPicPr>
        <p:blipFill>
          <a:blip r:embed="rId2"/>
          <a:stretch>
            <a:fillRect/>
          </a:stretch>
        </p:blipFill>
        <p:spPr>
          <a:xfrm>
            <a:off x="1539000" y="1243864"/>
            <a:ext cx="3780000" cy="3501784"/>
          </a:xfrm>
          <a:prstGeom prst="rect">
            <a:avLst/>
          </a:prstGeom>
        </p:spPr>
      </p:pic>
      <p:pic>
        <p:nvPicPr>
          <p:cNvPr id="2" name="그림 1">
            <a:extLst>
              <a:ext uri="{FF2B5EF4-FFF2-40B4-BE49-F238E27FC236}">
                <a16:creationId xmlns:a16="http://schemas.microsoft.com/office/drawing/2014/main" id="{0FE6CB85-A469-E76A-2383-984ECEB032AF}"/>
              </a:ext>
            </a:extLst>
          </p:cNvPr>
          <p:cNvPicPr>
            <a:picLocks noChangeAspect="1"/>
          </p:cNvPicPr>
          <p:nvPr/>
        </p:nvPicPr>
        <p:blipFill>
          <a:blip r:embed="rId3"/>
          <a:stretch>
            <a:fillRect/>
          </a:stretch>
        </p:blipFill>
        <p:spPr>
          <a:xfrm>
            <a:off x="413545" y="6032500"/>
            <a:ext cx="6111080" cy="2272313"/>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188038242"/>
              </p:ext>
            </p:extLst>
          </p:nvPr>
        </p:nvGraphicFramePr>
        <p:xfrm>
          <a:off x="404813" y="4709945"/>
          <a:ext cx="6042618" cy="4086562"/>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434">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376154">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311179">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3342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79" name="그룹 78">
            <a:extLst>
              <a:ext uri="{FF2B5EF4-FFF2-40B4-BE49-F238E27FC236}">
                <a16:creationId xmlns:a16="http://schemas.microsoft.com/office/drawing/2014/main" id="{2DA48ED1-F843-8B87-3961-01F598A7B270}"/>
              </a:ext>
            </a:extLst>
          </p:cNvPr>
          <p:cNvGrpSpPr/>
          <p:nvPr/>
        </p:nvGrpSpPr>
        <p:grpSpPr>
          <a:xfrm>
            <a:off x="2154935" y="1326169"/>
            <a:ext cx="2467939" cy="2434200"/>
            <a:chOff x="2212806" y="1353654"/>
            <a:chExt cx="2467939" cy="2434200"/>
          </a:xfrm>
        </p:grpSpPr>
        <p:sp>
          <p:nvSpPr>
            <p:cNvPr id="4" name="직사각형 3">
              <a:extLst>
                <a:ext uri="{FF2B5EF4-FFF2-40B4-BE49-F238E27FC236}">
                  <a16:creationId xmlns:a16="http://schemas.microsoft.com/office/drawing/2014/main" id="{10BEFC6D-2279-90DD-5D1C-DDD376E75550}"/>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BA1BF045-C8C9-3383-DEF7-5B16D7BDD4B4}"/>
                </a:ext>
              </a:extLst>
            </p:cNvPr>
            <p:cNvGrpSpPr/>
            <p:nvPr/>
          </p:nvGrpSpPr>
          <p:grpSpPr>
            <a:xfrm>
              <a:off x="2608988" y="3480251"/>
              <a:ext cx="1665977" cy="307603"/>
              <a:chOff x="2608988" y="3515561"/>
              <a:chExt cx="1665977" cy="307603"/>
            </a:xfrm>
          </p:grpSpPr>
          <p:sp>
            <p:nvSpPr>
              <p:cNvPr id="39" name="직사각형 38">
                <a:extLst>
                  <a:ext uri="{FF2B5EF4-FFF2-40B4-BE49-F238E27FC236}">
                    <a16:creationId xmlns:a16="http://schemas.microsoft.com/office/drawing/2014/main" id="{FA051048-6E56-1C06-FA00-88E848077C4D}"/>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BBD879E9-BBB0-8DAC-D116-BC57C6664CCF}"/>
                  </a:ext>
                </a:extLst>
              </p:cNvPr>
              <p:cNvGrpSpPr/>
              <p:nvPr/>
            </p:nvGrpSpPr>
            <p:grpSpPr>
              <a:xfrm>
                <a:off x="2608988" y="3515561"/>
                <a:ext cx="223838" cy="306640"/>
                <a:chOff x="2608988" y="3515561"/>
                <a:chExt cx="223838" cy="306640"/>
              </a:xfrm>
            </p:grpSpPr>
            <p:sp>
              <p:nvSpPr>
                <p:cNvPr id="47" name="사각형: 잘린 한쪽 모서리 46">
                  <a:extLst>
                    <a:ext uri="{FF2B5EF4-FFF2-40B4-BE49-F238E27FC236}">
                      <a16:creationId xmlns:a16="http://schemas.microsoft.com/office/drawing/2014/main" id="{BCD106BC-541B-5315-F1D4-4DF46DE22057}"/>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4" name="그룹 43">
                <a:extLst>
                  <a:ext uri="{FF2B5EF4-FFF2-40B4-BE49-F238E27FC236}">
                    <a16:creationId xmlns:a16="http://schemas.microsoft.com/office/drawing/2014/main" id="{279519CF-4071-B73F-CF91-8FF2939686D8}"/>
                  </a:ext>
                </a:extLst>
              </p:cNvPr>
              <p:cNvGrpSpPr/>
              <p:nvPr/>
            </p:nvGrpSpPr>
            <p:grpSpPr>
              <a:xfrm>
                <a:off x="4051127" y="3515563"/>
                <a:ext cx="223838" cy="307601"/>
                <a:chOff x="4051127" y="3515563"/>
                <a:chExt cx="223838" cy="307601"/>
              </a:xfrm>
            </p:grpSpPr>
            <p:sp>
              <p:nvSpPr>
                <p:cNvPr id="45" name="사각형: 잘린 한쪽 모서리 44">
                  <a:extLst>
                    <a:ext uri="{FF2B5EF4-FFF2-40B4-BE49-F238E27FC236}">
                      <a16:creationId xmlns:a16="http://schemas.microsoft.com/office/drawing/2014/main" id="{D77BD9FB-05F1-DC04-B60E-6173FDA0DB97}"/>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9" name="그룹 48">
              <a:extLst>
                <a:ext uri="{FF2B5EF4-FFF2-40B4-BE49-F238E27FC236}">
                  <a16:creationId xmlns:a16="http://schemas.microsoft.com/office/drawing/2014/main" id="{39E6921C-EF45-1866-D841-0C1BD954D8AB}"/>
                </a:ext>
              </a:extLst>
            </p:cNvPr>
            <p:cNvGrpSpPr/>
            <p:nvPr/>
          </p:nvGrpSpPr>
          <p:grpSpPr>
            <a:xfrm rot="16200000">
              <a:off x="3693955" y="2412975"/>
              <a:ext cx="1665977" cy="307603"/>
              <a:chOff x="2608988" y="3515561"/>
              <a:chExt cx="1665977" cy="307603"/>
            </a:xfrm>
          </p:grpSpPr>
          <p:sp>
            <p:nvSpPr>
              <p:cNvPr id="50" name="직사각형 49">
                <a:extLst>
                  <a:ext uri="{FF2B5EF4-FFF2-40B4-BE49-F238E27FC236}">
                    <a16:creationId xmlns:a16="http://schemas.microsoft.com/office/drawing/2014/main" id="{962093A6-89CE-FC42-EA15-EC74914A138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608988" y="3515561"/>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51127" y="3515563"/>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60" name="그룹 59">
              <a:extLst>
                <a:ext uri="{FF2B5EF4-FFF2-40B4-BE49-F238E27FC236}">
                  <a16:creationId xmlns:a16="http://schemas.microsoft.com/office/drawing/2014/main" id="{9ACE47E8-2981-FC27-8469-2A8DF09E211D}"/>
                </a:ext>
              </a:extLst>
            </p:cNvPr>
            <p:cNvGrpSpPr/>
            <p:nvPr/>
          </p:nvGrpSpPr>
          <p:grpSpPr>
            <a:xfrm rot="5400000">
              <a:off x="1535989" y="2428593"/>
              <a:ext cx="1665977" cy="307603"/>
              <a:chOff x="2608988" y="3515561"/>
              <a:chExt cx="1665977" cy="307603"/>
            </a:xfrm>
          </p:grpSpPr>
          <p:sp>
            <p:nvSpPr>
              <p:cNvPr id="61" name="직사각형 60">
                <a:extLst>
                  <a:ext uri="{FF2B5EF4-FFF2-40B4-BE49-F238E27FC236}">
                    <a16:creationId xmlns:a16="http://schemas.microsoft.com/office/drawing/2014/main" id="{C6513BF3-3B8D-1A5B-8878-3E81D2C5241E}"/>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5" name="그룹 64">
                <a:extLst>
                  <a:ext uri="{FF2B5EF4-FFF2-40B4-BE49-F238E27FC236}">
                    <a16:creationId xmlns:a16="http://schemas.microsoft.com/office/drawing/2014/main" id="{C2432D1C-E4EC-8B4A-0B3F-1A6229C1D65A}"/>
                  </a:ext>
                </a:extLst>
              </p:cNvPr>
              <p:cNvGrpSpPr/>
              <p:nvPr/>
            </p:nvGrpSpPr>
            <p:grpSpPr>
              <a:xfrm>
                <a:off x="2608988" y="3515561"/>
                <a:ext cx="223838" cy="306640"/>
                <a:chOff x="2608988" y="3515561"/>
                <a:chExt cx="223838" cy="306640"/>
              </a:xfrm>
            </p:grpSpPr>
            <p:sp>
              <p:nvSpPr>
                <p:cNvPr id="69" name="사각형: 잘린 한쪽 모서리 68">
                  <a:extLst>
                    <a:ext uri="{FF2B5EF4-FFF2-40B4-BE49-F238E27FC236}">
                      <a16:creationId xmlns:a16="http://schemas.microsoft.com/office/drawing/2014/main" id="{47BF5BD8-3BA4-5976-3128-182D9136BD46}"/>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6" name="그룹 65">
                <a:extLst>
                  <a:ext uri="{FF2B5EF4-FFF2-40B4-BE49-F238E27FC236}">
                    <a16:creationId xmlns:a16="http://schemas.microsoft.com/office/drawing/2014/main" id="{225E1801-DE7C-54A4-5702-FA0815512FE9}"/>
                  </a:ext>
                </a:extLst>
              </p:cNvPr>
              <p:cNvGrpSpPr/>
              <p:nvPr/>
            </p:nvGrpSpPr>
            <p:grpSpPr>
              <a:xfrm>
                <a:off x="4051127" y="3515563"/>
                <a:ext cx="223838" cy="307601"/>
                <a:chOff x="4051127" y="3515563"/>
                <a:chExt cx="223838" cy="307601"/>
              </a:xfrm>
            </p:grpSpPr>
            <p:sp>
              <p:nvSpPr>
                <p:cNvPr id="67" name="사각형: 잘린 한쪽 모서리 66">
                  <a:extLst>
                    <a:ext uri="{FF2B5EF4-FFF2-40B4-BE49-F238E27FC236}">
                      <a16:creationId xmlns:a16="http://schemas.microsoft.com/office/drawing/2014/main" id="{66327C7A-2876-6B74-AFD1-FCA8E35994B3}"/>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1" name="그룹 70">
              <a:extLst>
                <a:ext uri="{FF2B5EF4-FFF2-40B4-BE49-F238E27FC236}">
                  <a16:creationId xmlns:a16="http://schemas.microsoft.com/office/drawing/2014/main" id="{FA5153BD-7577-9B0C-4AB0-636CA4061C6C}"/>
                </a:ext>
              </a:extLst>
            </p:cNvPr>
            <p:cNvGrpSpPr/>
            <p:nvPr/>
          </p:nvGrpSpPr>
          <p:grpSpPr>
            <a:xfrm>
              <a:off x="2608988" y="1357613"/>
              <a:ext cx="223838" cy="307601"/>
              <a:chOff x="2608988" y="1395304"/>
              <a:chExt cx="223838" cy="307601"/>
            </a:xfrm>
          </p:grpSpPr>
          <p:sp>
            <p:nvSpPr>
              <p:cNvPr id="72" name="사각형: 잘린 한쪽 모서리 71">
                <a:extLst>
                  <a:ext uri="{FF2B5EF4-FFF2-40B4-BE49-F238E27FC236}">
                    <a16:creationId xmlns:a16="http://schemas.microsoft.com/office/drawing/2014/main" id="{344D9631-1509-6F9F-7501-BD3CA9C18B20}"/>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4" name="그룹 73">
              <a:extLst>
                <a:ext uri="{FF2B5EF4-FFF2-40B4-BE49-F238E27FC236}">
                  <a16:creationId xmlns:a16="http://schemas.microsoft.com/office/drawing/2014/main" id="{1BE63099-508E-8E6C-3220-C505DEB66FD9}"/>
                </a:ext>
              </a:extLst>
            </p:cNvPr>
            <p:cNvGrpSpPr/>
            <p:nvPr/>
          </p:nvGrpSpPr>
          <p:grpSpPr>
            <a:xfrm>
              <a:off x="4051127" y="1354141"/>
              <a:ext cx="223838" cy="307601"/>
              <a:chOff x="4051127" y="1389451"/>
              <a:chExt cx="223838" cy="307601"/>
            </a:xfrm>
          </p:grpSpPr>
          <p:sp>
            <p:nvSpPr>
              <p:cNvPr id="75" name="사각형: 잘린 한쪽 모서리 74">
                <a:extLst>
                  <a:ext uri="{FF2B5EF4-FFF2-40B4-BE49-F238E27FC236}">
                    <a16:creationId xmlns:a16="http://schemas.microsoft.com/office/drawing/2014/main" id="{D02F29FC-05DF-7B55-A3F7-5FA06294CC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77" name="TextBox 76">
              <a:extLst>
                <a:ext uri="{FF2B5EF4-FFF2-40B4-BE49-F238E27FC236}">
                  <a16:creationId xmlns:a16="http://schemas.microsoft.com/office/drawing/2014/main" id="{D8539796-98D7-4CFC-6D78-EEE30F169D38}"/>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78" name="TextBox 77">
              <a:extLst>
                <a:ext uri="{FF2B5EF4-FFF2-40B4-BE49-F238E27FC236}">
                  <a16:creationId xmlns:a16="http://schemas.microsoft.com/office/drawing/2014/main" id="{A3F06153-51CF-A070-1E79-384524A9E328}"/>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001611307"/>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object 16">
            <a:extLst>
              <a:ext uri="{FF2B5EF4-FFF2-40B4-BE49-F238E27FC236}">
                <a16:creationId xmlns:a16="http://schemas.microsoft.com/office/drawing/2014/main" id="{1B9588A1-C9D4-BAE9-8BAB-3EE9754B6949}"/>
              </a:ext>
            </a:extLst>
          </p:cNvPr>
          <p:cNvSpPr txBox="1"/>
          <p:nvPr/>
        </p:nvSpPr>
        <p:spPr>
          <a:xfrm>
            <a:off x="404812" y="4345638"/>
            <a:ext cx="6048623"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59289"/>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25066034"/>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2" name="그림 61">
            <a:extLst>
              <a:ext uri="{FF2B5EF4-FFF2-40B4-BE49-F238E27FC236}">
                <a16:creationId xmlns:a16="http://schemas.microsoft.com/office/drawing/2014/main" id="{90EE61C3-FDE5-BA49-0D69-8E9390753A92}"/>
              </a:ext>
            </a:extLst>
          </p:cNvPr>
          <p:cNvPicPr>
            <a:picLocks noChangeAspect="1"/>
          </p:cNvPicPr>
          <p:nvPr/>
        </p:nvPicPr>
        <p:blipFill>
          <a:blip r:embed="rId4"/>
          <a:stretch>
            <a:fillRect/>
          </a:stretch>
        </p:blipFill>
        <p:spPr>
          <a:xfrm>
            <a:off x="2721895" y="6567253"/>
            <a:ext cx="1183605" cy="984325"/>
          </a:xfrm>
          <a:prstGeom prst="rect">
            <a:avLst/>
          </a:prstGeom>
        </p:spPr>
      </p:pic>
      <p:pic>
        <p:nvPicPr>
          <p:cNvPr id="63" name="그림 62">
            <a:extLst>
              <a:ext uri="{FF2B5EF4-FFF2-40B4-BE49-F238E27FC236}">
                <a16:creationId xmlns:a16="http://schemas.microsoft.com/office/drawing/2014/main" id="{C0FDAAEE-578F-4526-B68D-B30C5D4B4C09}"/>
              </a:ext>
            </a:extLst>
          </p:cNvPr>
          <p:cNvPicPr>
            <a:picLocks noChangeAspect="1"/>
          </p:cNvPicPr>
          <p:nvPr/>
        </p:nvPicPr>
        <p:blipFill>
          <a:blip r:embed="rId5"/>
          <a:stretch>
            <a:fillRect/>
          </a:stretch>
        </p:blipFill>
        <p:spPr>
          <a:xfrm>
            <a:off x="2767654" y="5420134"/>
            <a:ext cx="1077988"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2000726781"/>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571074"/>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&amp; Latch-up Ratings</a:t>
            </a:r>
          </a:p>
        </p:txBody>
      </p:sp>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4F64494B-AB45-76CD-5835-9C33F5AFF600}"/>
              </a:ext>
            </a:extLst>
          </p:cNvPr>
          <p:cNvSpPr txBox="1"/>
          <p:nvPr/>
        </p:nvSpPr>
        <p:spPr>
          <a:xfrm>
            <a:off x="2554451" y="8626005"/>
            <a:ext cx="1417824"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&amp; Latch-up </a:t>
            </a:r>
          </a:p>
        </p:txBody>
      </p:sp>
      <p:graphicFrame>
        <p:nvGraphicFramePr>
          <p:cNvPr id="9" name="표 8">
            <a:extLst>
              <a:ext uri="{FF2B5EF4-FFF2-40B4-BE49-F238E27FC236}">
                <a16:creationId xmlns:a16="http://schemas.microsoft.com/office/drawing/2014/main" id="{B7C946C0-A0F0-7C58-E344-82B149B44313}"/>
              </a:ext>
            </a:extLst>
          </p:cNvPr>
          <p:cNvGraphicFramePr>
            <a:graphicFrameLocks noGrp="1"/>
          </p:cNvGraphicFramePr>
          <p:nvPr>
            <p:extLst>
              <p:ext uri="{D42A27DB-BD31-4B8C-83A1-F6EECF244321}">
                <p14:modId xmlns:p14="http://schemas.microsoft.com/office/powerpoint/2010/main" val="52949310"/>
              </p:ext>
            </p:extLst>
          </p:nvPr>
        </p:nvGraphicFramePr>
        <p:xfrm>
          <a:off x="400853" y="6885148"/>
          <a:ext cx="6048621" cy="158067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r h="458110">
                <a:tc>
                  <a:txBody>
                    <a:bodyPr/>
                    <a:lstStyle/>
                    <a:p>
                      <a:pPr algn="ctr" latinLnBrk="0">
                        <a:lnSpc>
                          <a:spcPts val="1000"/>
                        </a:lnSpc>
                      </a:pPr>
                      <a:r>
                        <a:rPr lang="en-US" altLang="ko-KR" sz="900" kern="100" dirty="0">
                          <a:solidFill>
                            <a:schemeClr val="tx1"/>
                          </a:solidFill>
                          <a:effectLst/>
                          <a:latin typeface="Arial" panose="020B0604020202020204" pitchFamily="34" charset="0"/>
                          <a:ea typeface="+mn-ea"/>
                          <a:cs typeface="Arial" panose="020B0604020202020204" pitchFamily="34" charset="0"/>
                        </a:rPr>
                        <a:t>Input Current (latch-up immunity)</a:t>
                      </a: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I</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LU</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mA</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pl-PL" altLang="ko-KR" sz="900" kern="100" dirty="0">
                          <a:solidFill>
                            <a:schemeClr val="tx1"/>
                          </a:solidFill>
                          <a:effectLst/>
                          <a:latin typeface="Arial" panose="020B0604020202020204" pitchFamily="34" charset="0"/>
                          <a:ea typeface="+mn-ea"/>
                          <a:cs typeface="Arial" panose="020B0604020202020204" pitchFamily="34" charset="0"/>
                        </a:rPr>
                        <a:t>Norm: </a:t>
                      </a:r>
                    </a:p>
                    <a:p>
                      <a:pPr algn="ctr" latinLnBrk="0">
                        <a:lnSpc>
                          <a:spcPts val="1000"/>
                        </a:lnSpc>
                      </a:pPr>
                      <a:r>
                        <a:rPr lang="pl-PL" altLang="ko-KR" sz="900" kern="100" dirty="0">
                          <a:solidFill>
                            <a:schemeClr val="tx1"/>
                          </a:solidFill>
                          <a:effectLst/>
                          <a:latin typeface="Arial" panose="020B0604020202020204" pitchFamily="34" charset="0"/>
                          <a:ea typeface="+mn-ea"/>
                          <a:cs typeface="Arial" panose="020B0604020202020204" pitchFamily="34" charset="0"/>
                        </a:rPr>
                        <a:t>JEDEC JESD78D </a:t>
                      </a:r>
                      <a:endParaRPr lang="en-US" altLang="ko-KR" sz="900" kern="100" dirty="0">
                        <a:solidFill>
                          <a:schemeClr val="tx1"/>
                        </a:solidFill>
                        <a:effectLst/>
                        <a:latin typeface="Arial" panose="020B0604020202020204" pitchFamily="34" charset="0"/>
                        <a:ea typeface="+mn-ea"/>
                        <a:cs typeface="Arial" panose="020B0604020202020204" pitchFamily="34" charset="0"/>
                      </a:endParaRPr>
                    </a:p>
                    <a:p>
                      <a:pPr algn="ctr" latinLnBrk="0">
                        <a:lnSpc>
                          <a:spcPts val="1000"/>
                        </a:lnSpc>
                      </a:pPr>
                      <a:r>
                        <a:rPr lang="pl-PL" altLang="ko-KR" sz="900" kern="100" dirty="0">
                          <a:solidFill>
                            <a:schemeClr val="tx1"/>
                          </a:solidFill>
                          <a:effectLst/>
                          <a:latin typeface="Arial" panose="020B0604020202020204" pitchFamily="34" charset="0"/>
                          <a:ea typeface="+mn-ea"/>
                          <a:cs typeface="Arial" panose="020B0604020202020204" pitchFamily="34" charset="0"/>
                        </a:rPr>
                        <a:t>Nov 2011</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732912755"/>
              </p:ext>
            </p:extLst>
          </p:nvPr>
        </p:nvGraphicFramePr>
        <p:xfrm>
          <a:off x="404814" y="1146143"/>
          <a:ext cx="6048621" cy="6437458"/>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uA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a:t>
                      </a: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2.75</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2.89</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3.20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3.42</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167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duty sink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3.70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933960">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739474"/>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591453" y="6867738"/>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855891520"/>
              </p:ext>
            </p:extLst>
          </p:nvPr>
        </p:nvGraphicFramePr>
        <p:xfrm>
          <a:off x="411753" y="1136650"/>
          <a:ext cx="6041678" cy="6249092"/>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0.21V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0.24V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0.27V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0.32V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0.38V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3’b100 = 24mA, 3’b101 = 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1.0</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sz="900" spc="-5" dirty="0">
                          <a:solidFill>
                            <a:schemeClr val="tx1"/>
                          </a:solidFill>
                          <a:latin typeface="Arial"/>
                          <a:cs typeface="Arial"/>
                        </a:rPr>
                        <a:t>40V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7984468"/>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1815443628"/>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17 and 18 as possible in below.</a:t>
            </a:r>
          </a:p>
        </p:txBody>
      </p:sp>
      <p:sp>
        <p:nvSpPr>
          <p:cNvPr id="6" name="TextBox 5">
            <a:extLst>
              <a:ext uri="{FF2B5EF4-FFF2-40B4-BE49-F238E27FC236}">
                <a16:creationId xmlns:a16="http://schemas.microsoft.com/office/drawing/2014/main" id="{36F605F0-6237-2007-9567-399A62DA4FAF}"/>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rPr>
              <a:t>XD12P</a:t>
            </a:r>
            <a:r>
              <a:rPr kumimoji="0" lang="ko-KR" altLang="en-US" sz="1200" b="1" i="0" u="none" strike="noStrike" kern="0" cap="none" spc="0" normalizeH="0" baseline="0" noProof="0" dirty="0">
                <a:ln>
                  <a:noFill/>
                </a:ln>
                <a:solidFill>
                  <a:prstClr val="black"/>
                </a:solidFill>
                <a:effectLst/>
                <a:uLnTx/>
                <a:uFillTx/>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1-Layer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18" name="그룹 17">
            <a:extLst>
              <a:ext uri="{FF2B5EF4-FFF2-40B4-BE49-F238E27FC236}">
                <a16:creationId xmlns:a16="http://schemas.microsoft.com/office/drawing/2014/main" id="{61333A23-D6D0-09DE-ED59-EFFBE213BC61}"/>
              </a:ext>
            </a:extLst>
          </p:cNvPr>
          <p:cNvGrpSpPr/>
          <p:nvPr/>
        </p:nvGrpSpPr>
        <p:grpSpPr>
          <a:xfrm>
            <a:off x="4396752" y="4026642"/>
            <a:ext cx="1971514" cy="636798"/>
            <a:chOff x="4396752" y="4026642"/>
            <a:chExt cx="1971514" cy="636798"/>
          </a:xfrm>
        </p:grpSpPr>
        <p:grpSp>
          <p:nvGrpSpPr>
            <p:cNvPr id="10" name="그룹 9">
              <a:extLst>
                <a:ext uri="{FF2B5EF4-FFF2-40B4-BE49-F238E27FC236}">
                  <a16:creationId xmlns:a16="http://schemas.microsoft.com/office/drawing/2014/main" id="{CE0E07C9-CF32-8BD9-2FCC-BBB4D69025FD}"/>
                </a:ext>
              </a:extLst>
            </p:cNvPr>
            <p:cNvGrpSpPr/>
            <p:nvPr/>
          </p:nvGrpSpPr>
          <p:grpSpPr>
            <a:xfrm>
              <a:off x="4472939" y="4093604"/>
              <a:ext cx="1821373" cy="489021"/>
              <a:chOff x="4823969" y="5348036"/>
              <a:chExt cx="1821373" cy="489021"/>
            </a:xfrm>
          </p:grpSpPr>
          <p:sp>
            <p:nvSpPr>
              <p:cNvPr id="11" name="직사각형 10">
                <a:extLst>
                  <a:ext uri="{FF2B5EF4-FFF2-40B4-BE49-F238E27FC236}">
                    <a16:creationId xmlns:a16="http://schemas.microsoft.com/office/drawing/2014/main" id="{5FE1950D-E864-DF92-AFFD-796EB9713E97}"/>
                  </a:ext>
                </a:extLst>
              </p:cNvPr>
              <p:cNvSpPr/>
              <p:nvPr/>
            </p:nvSpPr>
            <p:spPr>
              <a:xfrm>
                <a:off x="5905082" y="5348036"/>
                <a:ext cx="740260" cy="21263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dirty="0"/>
              </a:p>
            </p:txBody>
          </p:sp>
          <p:sp>
            <p:nvSpPr>
              <p:cNvPr id="12" name="직사각형 11">
                <a:extLst>
                  <a:ext uri="{FF2B5EF4-FFF2-40B4-BE49-F238E27FC236}">
                    <a16:creationId xmlns:a16="http://schemas.microsoft.com/office/drawing/2014/main" id="{F0D13C68-F0F0-62AA-77F9-66F98ED50FD0}"/>
                  </a:ext>
                </a:extLst>
              </p:cNvPr>
              <p:cNvSpPr/>
              <p:nvPr/>
            </p:nvSpPr>
            <p:spPr>
              <a:xfrm>
                <a:off x="5905082" y="5624422"/>
                <a:ext cx="740260" cy="212635"/>
              </a:xfrm>
              <a:prstGeom prst="rect">
                <a:avLst/>
              </a:prstGeom>
              <a:solidFill>
                <a:srgbClr val="00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dirty="0"/>
              </a:p>
            </p:txBody>
          </p:sp>
          <p:sp>
            <p:nvSpPr>
              <p:cNvPr id="13" name="TextBox 12">
                <a:extLst>
                  <a:ext uri="{FF2B5EF4-FFF2-40B4-BE49-F238E27FC236}">
                    <a16:creationId xmlns:a16="http://schemas.microsoft.com/office/drawing/2014/main" id="{9EB52A69-770E-62E7-C678-C8D78B246076}"/>
                  </a:ext>
                </a:extLst>
              </p:cNvPr>
              <p:cNvSpPr txBox="1"/>
              <p:nvPr/>
            </p:nvSpPr>
            <p:spPr>
              <a:xfrm>
                <a:off x="4823969" y="5386212"/>
                <a:ext cx="909570" cy="176578"/>
              </a:xfrm>
              <a:prstGeom prst="rect">
                <a:avLst/>
              </a:prstGeom>
              <a:noFill/>
            </p:spPr>
            <p:txBody>
              <a:bodyPr wrap="square" lIns="0" tIns="36000" rIns="0" bIns="36000" rtlCol="0">
                <a:spAutoFit/>
              </a:bodyPr>
              <a:lstStyle/>
              <a:p>
                <a:pPr marL="0" marR="0" lvl="0" indent="0" algn="r" defTabSz="685800" rtl="0" eaLnBrk="1" fontAlgn="ctr" latinLnBrk="1" hangingPunct="1">
                  <a:lnSpc>
                    <a:spcPts val="800"/>
                  </a:lnSpc>
                  <a:spcBef>
                    <a:spcPts val="0"/>
                  </a:spcBef>
                  <a:spcAft>
                    <a:spcPts val="0"/>
                  </a:spcAft>
                  <a:buClrTx/>
                  <a:buSzTx/>
                  <a:buFontTx/>
                  <a:buNone/>
                  <a:tabLst/>
                  <a:defRPr/>
                </a:pPr>
                <a:r>
                  <a:rPr kumimoji="0" lang="en-US" altLang="ko-KR" sz="7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BOTTOM  Layer V</a:t>
                </a:r>
                <a:r>
                  <a:rPr kumimoji="0" lang="en-US" altLang="ko-KR" sz="700" i="0" u="none" strike="noStrike" kern="1200" cap="none" spc="0" normalizeH="0" baseline="-2500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DD</a:t>
                </a:r>
                <a:r>
                  <a:rPr kumimoji="0" lang="en-US" altLang="ko-KR" sz="7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 </a:t>
                </a:r>
              </a:p>
            </p:txBody>
          </p:sp>
        </p:grpSp>
        <p:sp>
          <p:nvSpPr>
            <p:cNvPr id="14" name="직사각형 13">
              <a:extLst>
                <a:ext uri="{FF2B5EF4-FFF2-40B4-BE49-F238E27FC236}">
                  <a16:creationId xmlns:a16="http://schemas.microsoft.com/office/drawing/2014/main" id="{FF96C63A-F0D8-F9A8-86B5-FBB9191EF9AF}"/>
                </a:ext>
              </a:extLst>
            </p:cNvPr>
            <p:cNvSpPr/>
            <p:nvPr/>
          </p:nvSpPr>
          <p:spPr>
            <a:xfrm>
              <a:off x="4396752" y="4026642"/>
              <a:ext cx="1971514" cy="636798"/>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sp>
          <p:nvSpPr>
            <p:cNvPr id="15" name="TextBox 14">
              <a:extLst>
                <a:ext uri="{FF2B5EF4-FFF2-40B4-BE49-F238E27FC236}">
                  <a16:creationId xmlns:a16="http://schemas.microsoft.com/office/drawing/2014/main" id="{4F06F8E2-53F7-4B82-31C5-9F0636E03FFB}"/>
                </a:ext>
              </a:extLst>
            </p:cNvPr>
            <p:cNvSpPr txBox="1"/>
            <p:nvPr/>
          </p:nvSpPr>
          <p:spPr>
            <a:xfrm>
              <a:off x="4472939" y="4423436"/>
              <a:ext cx="894965" cy="176578"/>
            </a:xfrm>
            <a:prstGeom prst="rect">
              <a:avLst/>
            </a:prstGeom>
            <a:noFill/>
          </p:spPr>
          <p:txBody>
            <a:bodyPr wrap="square" lIns="0" tIns="36000" rIns="0" bIns="36000" rtlCol="0">
              <a:spAutoFit/>
            </a:bodyPr>
            <a:lstStyle/>
            <a:p>
              <a:pPr marL="0" marR="0" lvl="0" indent="0" algn="r" defTabSz="685800" rtl="0" eaLnBrk="1" fontAlgn="ctr" latinLnBrk="1" hangingPunct="1">
                <a:lnSpc>
                  <a:spcPts val="800"/>
                </a:lnSpc>
                <a:spcBef>
                  <a:spcPts val="0"/>
                </a:spcBef>
                <a:spcAft>
                  <a:spcPts val="0"/>
                </a:spcAft>
                <a:buClrTx/>
                <a:buSzTx/>
                <a:buFontTx/>
                <a:buNone/>
                <a:tabLst/>
                <a:defRPr/>
              </a:pPr>
              <a:r>
                <a:rPr kumimoji="0" lang="en-US" altLang="ko-KR" sz="7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BOTTOM  Layer V</a:t>
              </a:r>
              <a:r>
                <a:rPr kumimoji="0" lang="en-US" altLang="ko-KR" sz="700" i="0" u="none" strike="noStrike" kern="1200" cap="none" spc="0" normalizeH="0" baseline="-2500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SS</a:t>
              </a:r>
              <a:r>
                <a:rPr kumimoji="0" lang="en-US" altLang="ko-KR" sz="7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rPr>
                <a:t> </a:t>
              </a:r>
            </a:p>
          </p:txBody>
        </p:sp>
      </p:grpSp>
      <p:pic>
        <p:nvPicPr>
          <p:cNvPr id="17" name="그림 16">
            <a:extLst>
              <a:ext uri="{FF2B5EF4-FFF2-40B4-BE49-F238E27FC236}">
                <a16:creationId xmlns:a16="http://schemas.microsoft.com/office/drawing/2014/main" id="{18EB52E2-56D0-5408-F40C-1676754D4914}"/>
              </a:ext>
            </a:extLst>
          </p:cNvPr>
          <p:cNvPicPr>
            <a:picLocks noChangeAspect="1"/>
          </p:cNvPicPr>
          <p:nvPr/>
        </p:nvPicPr>
        <p:blipFill>
          <a:blip r:embed="rId2"/>
          <a:stretch>
            <a:fillRect/>
          </a:stretch>
        </p:blipFill>
        <p:spPr>
          <a:xfrm>
            <a:off x="323850" y="5242561"/>
            <a:ext cx="6298679" cy="1465350"/>
          </a:xfrm>
          <a:prstGeom prst="rect">
            <a:avLst/>
          </a:prstGeom>
        </p:spPr>
      </p:pic>
      <p:sp>
        <p:nvSpPr>
          <p:cNvPr id="19" name="TextBox 18">
            <a:extLst>
              <a:ext uri="{FF2B5EF4-FFF2-40B4-BE49-F238E27FC236}">
                <a16:creationId xmlns:a16="http://schemas.microsoft.com/office/drawing/2014/main" id="{E61BC59A-49B3-437F-39C5-E4A636AAEA36}"/>
              </a:ext>
            </a:extLst>
          </p:cNvPr>
          <p:cNvSpPr txBox="1"/>
          <p:nvPr/>
        </p:nvSpPr>
        <p:spPr>
          <a:xfrm>
            <a:off x="553680" y="2427418"/>
            <a:ext cx="5937812" cy="1453539"/>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1</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0.2mm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pic>
        <p:nvPicPr>
          <p:cNvPr id="9" name="그림 8">
            <a:extLst>
              <a:ext uri="{FF2B5EF4-FFF2-40B4-BE49-F238E27FC236}">
                <a16:creationId xmlns:a16="http://schemas.microsoft.com/office/drawing/2014/main" id="{5471DFC7-63B0-6A42-A606-EB94940CE673}"/>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14568C1D-9930-2A2C-3785-E4B64061DAFD}"/>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7A77BCF1-3073-B721-BD09-2662B2DAC098}"/>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
        <p:nvSpPr>
          <p:cNvPr id="4" name="TextBox 3">
            <a:extLst>
              <a:ext uri="{FF2B5EF4-FFF2-40B4-BE49-F238E27FC236}">
                <a16:creationId xmlns:a16="http://schemas.microsoft.com/office/drawing/2014/main" id="{07ED3BEC-0215-1816-CA0B-2AE844A1C552}"/>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26" name="표 25">
            <a:extLst>
              <a:ext uri="{FF2B5EF4-FFF2-40B4-BE49-F238E27FC236}">
                <a16:creationId xmlns:a16="http://schemas.microsoft.com/office/drawing/2014/main" id="{27ECB6B5-D65C-4459-8075-2F59C8364001}"/>
              </a:ext>
            </a:extLst>
          </p:cNvPr>
          <p:cNvGraphicFramePr>
            <a:graphicFrameLocks noGrp="1"/>
          </p:cNvGraphicFramePr>
          <p:nvPr>
            <p:extLst>
              <p:ext uri="{D42A27DB-BD31-4B8C-83A1-F6EECF244321}">
                <p14:modId xmlns:p14="http://schemas.microsoft.com/office/powerpoint/2010/main" val="2198393254"/>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7" name="TextBox 26">
            <a:extLst>
              <a:ext uri="{FF2B5EF4-FFF2-40B4-BE49-F238E27FC236}">
                <a16:creationId xmlns:a16="http://schemas.microsoft.com/office/drawing/2014/main" id="{EC4EB98B-9AD1-3C74-EDD4-668FEA5F57E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29" name="그룹 28">
            <a:extLst>
              <a:ext uri="{FF2B5EF4-FFF2-40B4-BE49-F238E27FC236}">
                <a16:creationId xmlns:a16="http://schemas.microsoft.com/office/drawing/2014/main" id="{3EF029D1-8974-2AFB-4190-5AB7BE671A9D}"/>
              </a:ext>
            </a:extLst>
          </p:cNvPr>
          <p:cNvGrpSpPr/>
          <p:nvPr/>
        </p:nvGrpSpPr>
        <p:grpSpPr>
          <a:xfrm>
            <a:off x="4989784" y="1999581"/>
            <a:ext cx="1332255" cy="230832"/>
            <a:chOff x="4989784" y="5674847"/>
            <a:chExt cx="1332255" cy="230832"/>
          </a:xfrm>
        </p:grpSpPr>
        <p:sp>
          <p:nvSpPr>
            <p:cNvPr id="30" name="TextBox 29">
              <a:extLst>
                <a:ext uri="{FF2B5EF4-FFF2-40B4-BE49-F238E27FC236}">
                  <a16:creationId xmlns:a16="http://schemas.microsoft.com/office/drawing/2014/main" id="{B1741DE8-4988-2A5B-D396-15D9314EDF97}"/>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
        <p:nvSpPr>
          <p:cNvPr id="8" name="TextBox 7">
            <a:extLst>
              <a:ext uri="{FF2B5EF4-FFF2-40B4-BE49-F238E27FC236}">
                <a16:creationId xmlns:a16="http://schemas.microsoft.com/office/drawing/2014/main" id="{3DEBBD3D-2615-98BD-0B9E-03447B908E4C}"/>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sp>
        <p:nvSpPr>
          <p:cNvPr id="16" name="TextBox 15">
            <a:extLst>
              <a:ext uri="{FF2B5EF4-FFF2-40B4-BE49-F238E27FC236}">
                <a16:creationId xmlns:a16="http://schemas.microsoft.com/office/drawing/2014/main" id="{0AA6C556-3F63-02E3-4810-22EEF54595EE}"/>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7" name="TextBox 16">
            <a:extLst>
              <a:ext uri="{FF2B5EF4-FFF2-40B4-BE49-F238E27FC236}">
                <a16:creationId xmlns:a16="http://schemas.microsoft.com/office/drawing/2014/main" id="{04F92280-24D9-CFD5-9EA4-72B1855CA7CE}"/>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8" name="TextBox 17">
            <a:extLst>
              <a:ext uri="{FF2B5EF4-FFF2-40B4-BE49-F238E27FC236}">
                <a16:creationId xmlns:a16="http://schemas.microsoft.com/office/drawing/2014/main" id="{C6F5BE43-EAFA-25B3-3C05-BC4007D88A52}"/>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Tree>
    <p:extLst>
      <p:ext uri="{BB962C8B-B14F-4D97-AF65-F5344CB8AC3E}">
        <p14:creationId xmlns:p14="http://schemas.microsoft.com/office/powerpoint/2010/main" val="15119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grpSp>
        <p:nvGrpSpPr>
          <p:cNvPr id="105" name="그룹 104">
            <a:extLst>
              <a:ext uri="{FF2B5EF4-FFF2-40B4-BE49-F238E27FC236}">
                <a16:creationId xmlns:a16="http://schemas.microsoft.com/office/drawing/2014/main" id="{6B7C0134-75EF-6A07-0C11-9EFA5BF695CB}"/>
              </a:ext>
            </a:extLst>
          </p:cNvPr>
          <p:cNvGrpSpPr/>
          <p:nvPr/>
        </p:nvGrpSpPr>
        <p:grpSpPr>
          <a:xfrm>
            <a:off x="1710249" y="3656012"/>
            <a:ext cx="1260000" cy="1116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48848F8-82EC-6D71-C3B4-A15A50872B79}"/>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74" name="그룹 173">
            <a:extLst>
              <a:ext uri="{FF2B5EF4-FFF2-40B4-BE49-F238E27FC236}">
                <a16:creationId xmlns:a16="http://schemas.microsoft.com/office/drawing/2014/main" id="{E5314328-BCD0-ECCD-2974-8BDFD234178D}"/>
              </a:ext>
            </a:extLst>
          </p:cNvPr>
          <p:cNvGrpSpPr/>
          <p:nvPr/>
        </p:nvGrpSpPr>
        <p:grpSpPr>
          <a:xfrm>
            <a:off x="1707309" y="5520720"/>
            <a:ext cx="1260000" cy="1116000"/>
            <a:chOff x="1710249" y="5520720"/>
            <a:chExt cx="1425650" cy="1242000"/>
          </a:xfrm>
        </p:grpSpPr>
        <p:sp>
          <p:nvSpPr>
            <p:cNvPr id="98" name="직사각형 97">
              <a:extLst>
                <a:ext uri="{FF2B5EF4-FFF2-40B4-BE49-F238E27FC236}">
                  <a16:creationId xmlns:a16="http://schemas.microsoft.com/office/drawing/2014/main" id="{D6F64604-7F94-92C9-E9EF-494E2AE7F39E}"/>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727037" y="587756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978383" y="621798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25" name="직사각형 24">
              <a:extLst>
                <a:ext uri="{FF2B5EF4-FFF2-40B4-BE49-F238E27FC236}">
                  <a16:creationId xmlns:a16="http://schemas.microsoft.com/office/drawing/2014/main" id="{BC8FC5B2-878D-FF34-4A1A-CD26B23AA901}"/>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73" name="그룹 172">
            <a:extLst>
              <a:ext uri="{FF2B5EF4-FFF2-40B4-BE49-F238E27FC236}">
                <a16:creationId xmlns:a16="http://schemas.microsoft.com/office/drawing/2014/main" id="{1329F42C-EFA9-C9A2-224A-D8DDEB0BE702}"/>
              </a:ext>
            </a:extLst>
          </p:cNvPr>
          <p:cNvGrpSpPr/>
          <p:nvPr/>
        </p:nvGrpSpPr>
        <p:grpSpPr>
          <a:xfrm>
            <a:off x="3803983" y="5536434"/>
            <a:ext cx="1260000" cy="1116000"/>
            <a:chOff x="3851023" y="5521734"/>
            <a:chExt cx="1425650" cy="1243428"/>
          </a:xfrm>
        </p:grpSpPr>
        <p:sp>
          <p:nvSpPr>
            <p:cNvPr id="108" name="직사각형 107">
              <a:extLst>
                <a:ext uri="{FF2B5EF4-FFF2-40B4-BE49-F238E27FC236}">
                  <a16:creationId xmlns:a16="http://schemas.microsoft.com/office/drawing/2014/main" id="{475780EC-D250-1D65-E22D-59EA312C0A95}"/>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867811" y="588000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4119157" y="622043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7" name="TextBox 146">
              <a:extLst>
                <a:ext uri="{FF2B5EF4-FFF2-40B4-BE49-F238E27FC236}">
                  <a16:creationId xmlns:a16="http://schemas.microsoft.com/office/drawing/2014/main" id="{71C3F13E-DEA3-C1A0-C23E-7311AF2EC9E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35" name="직사각형 34">
              <a:extLst>
                <a:ext uri="{FF2B5EF4-FFF2-40B4-BE49-F238E27FC236}">
                  <a16:creationId xmlns:a16="http://schemas.microsoft.com/office/drawing/2014/main" id="{F0222C0C-AE68-F969-79CD-A97603DCE174}"/>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4" name="TextBox 3">
            <a:extLst>
              <a:ext uri="{FF2B5EF4-FFF2-40B4-BE49-F238E27FC236}">
                <a16:creationId xmlns:a16="http://schemas.microsoft.com/office/drawing/2014/main" id="{DEB6CB90-56D7-C8FA-E770-0283CC630E2F}"/>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5" name="표 4">
            <a:extLst>
              <a:ext uri="{FF2B5EF4-FFF2-40B4-BE49-F238E27FC236}">
                <a16:creationId xmlns:a16="http://schemas.microsoft.com/office/drawing/2014/main" id="{A65EC091-4560-B766-C668-15706F9E224E}"/>
              </a:ext>
            </a:extLst>
          </p:cNvPr>
          <p:cNvGraphicFramePr>
            <a:graphicFrameLocks noGrp="1"/>
          </p:cNvGraphicFramePr>
          <p:nvPr>
            <p:extLst>
              <p:ext uri="{D42A27DB-BD31-4B8C-83A1-F6EECF244321}">
                <p14:modId xmlns:p14="http://schemas.microsoft.com/office/powerpoint/2010/main" val="252520206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76" name="그룹 175">
            <a:extLst>
              <a:ext uri="{FF2B5EF4-FFF2-40B4-BE49-F238E27FC236}">
                <a16:creationId xmlns:a16="http://schemas.microsoft.com/office/drawing/2014/main" id="{CD8CA671-253F-DFEE-FA0A-7EEB5DF0E928}"/>
              </a:ext>
            </a:extLst>
          </p:cNvPr>
          <p:cNvGrpSpPr/>
          <p:nvPr/>
        </p:nvGrpSpPr>
        <p:grpSpPr>
          <a:xfrm>
            <a:off x="3803795" y="3669248"/>
            <a:ext cx="1260000" cy="1116000"/>
            <a:chOff x="3803795" y="3654548"/>
            <a:chExt cx="1260000" cy="1116000"/>
          </a:xfrm>
        </p:grpSpPr>
        <p:grpSp>
          <p:nvGrpSpPr>
            <p:cNvPr id="131" name="그룹 130">
              <a:extLst>
                <a:ext uri="{FF2B5EF4-FFF2-40B4-BE49-F238E27FC236}">
                  <a16:creationId xmlns:a16="http://schemas.microsoft.com/office/drawing/2014/main" id="{07D34400-D341-090C-C8D5-2EA3BBC6A5F8}"/>
                </a:ext>
              </a:extLst>
            </p:cNvPr>
            <p:cNvGrpSpPr/>
            <p:nvPr/>
          </p:nvGrpSpPr>
          <p:grpSpPr>
            <a:xfrm>
              <a:off x="3803795" y="3654548"/>
              <a:ext cx="1260000" cy="1116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TextBox 148">
              <a:extLst>
                <a:ext uri="{FF2B5EF4-FFF2-40B4-BE49-F238E27FC236}">
                  <a16:creationId xmlns:a16="http://schemas.microsoft.com/office/drawing/2014/main" id="{3F6B0F1D-FED5-0482-2333-AEFF6FCE2C58}"/>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6" name="직사각형 5">
              <a:extLst>
                <a:ext uri="{FF2B5EF4-FFF2-40B4-BE49-F238E27FC236}">
                  <a16:creationId xmlns:a16="http://schemas.microsoft.com/office/drawing/2014/main" id="{7FA68A16-C39C-E51B-1339-FCB6D7E2D6FD}"/>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8" name="TextBox 7">
            <a:extLst>
              <a:ext uri="{FF2B5EF4-FFF2-40B4-BE49-F238E27FC236}">
                <a16:creationId xmlns:a16="http://schemas.microsoft.com/office/drawing/2014/main" id="{65CFF9B5-BC72-3F69-CFE8-FD27103407CC}"/>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9" name="TextBox 8">
            <a:extLst>
              <a:ext uri="{FF2B5EF4-FFF2-40B4-BE49-F238E27FC236}">
                <a16:creationId xmlns:a16="http://schemas.microsoft.com/office/drawing/2014/main" id="{A3667EF6-E80D-FF1F-BB42-0E57FED04FDA}"/>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cxnSp>
        <p:nvCxnSpPr>
          <p:cNvPr id="154" name="직선 연결선 153">
            <a:extLst>
              <a:ext uri="{FF2B5EF4-FFF2-40B4-BE49-F238E27FC236}">
                <a16:creationId xmlns:a16="http://schemas.microsoft.com/office/drawing/2014/main" id="{FE45BE1A-658F-9D91-9750-0E8E850FC0CD}"/>
              </a:ext>
            </a:extLst>
          </p:cNvPr>
          <p:cNvCxnSpPr/>
          <p:nvPr/>
        </p:nvCxnSpPr>
        <p:spPr>
          <a:xfrm>
            <a:off x="2639223"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02D735AA-6191-CA3E-A7E7-5FA51D21C364}"/>
              </a:ext>
            </a:extLst>
          </p:cNvPr>
          <p:cNvSpPr txBox="1"/>
          <p:nvPr/>
        </p:nvSpPr>
        <p:spPr>
          <a:xfrm>
            <a:off x="2290553"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69" name="직선 연결선 168">
            <a:extLst>
              <a:ext uri="{FF2B5EF4-FFF2-40B4-BE49-F238E27FC236}">
                <a16:creationId xmlns:a16="http://schemas.microsoft.com/office/drawing/2014/main" id="{8D240104-0FC3-2358-2F02-CDFD863E6E45}"/>
              </a:ext>
            </a:extLst>
          </p:cNvPr>
          <p:cNvCxnSpPr>
            <a:cxnSpLocks/>
          </p:cNvCxnSpPr>
          <p:nvPr/>
        </p:nvCxnSpPr>
        <p:spPr>
          <a:xfrm flipH="1">
            <a:off x="4162267"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2CDCB947-AFD9-1ED4-A859-0726A55EAF0C}"/>
              </a:ext>
            </a:extLst>
          </p:cNvPr>
          <p:cNvSpPr txBox="1"/>
          <p:nvPr/>
        </p:nvSpPr>
        <p:spPr>
          <a:xfrm>
            <a:off x="4369966"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75" name="그룹 174">
            <a:extLst>
              <a:ext uri="{FF2B5EF4-FFF2-40B4-BE49-F238E27FC236}">
                <a16:creationId xmlns:a16="http://schemas.microsoft.com/office/drawing/2014/main" id="{317073E5-6ADB-10DD-60F1-BF59827E7544}"/>
              </a:ext>
            </a:extLst>
          </p:cNvPr>
          <p:cNvGrpSpPr/>
          <p:nvPr/>
        </p:nvGrpSpPr>
        <p:grpSpPr>
          <a:xfrm>
            <a:off x="2895027" y="7363609"/>
            <a:ext cx="1260000" cy="1116000"/>
            <a:chOff x="2988890" y="7363609"/>
            <a:chExt cx="1425650" cy="1242622"/>
          </a:xfrm>
        </p:grpSpPr>
        <p:sp>
          <p:nvSpPr>
            <p:cNvPr id="28" name="직사각형 27">
              <a:extLst>
                <a:ext uri="{FF2B5EF4-FFF2-40B4-BE49-F238E27FC236}">
                  <a16:creationId xmlns:a16="http://schemas.microsoft.com/office/drawing/2014/main" id="{65AAC109-8AEC-FB49-C50F-9C5FC3C4DF20}"/>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9" name="그림 28">
              <a:extLst>
                <a:ext uri="{FF2B5EF4-FFF2-40B4-BE49-F238E27FC236}">
                  <a16:creationId xmlns:a16="http://schemas.microsoft.com/office/drawing/2014/main" id="{91D52BBF-7B80-B7D8-903A-C0DBAD61C37F}"/>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31" name="직사각형 30">
              <a:extLst>
                <a:ext uri="{FF2B5EF4-FFF2-40B4-BE49-F238E27FC236}">
                  <a16:creationId xmlns:a16="http://schemas.microsoft.com/office/drawing/2014/main" id="{DA171BAC-63BA-E23F-033E-F08172B12502}"/>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5" name="그룹 44">
              <a:extLst>
                <a:ext uri="{FF2B5EF4-FFF2-40B4-BE49-F238E27FC236}">
                  <a16:creationId xmlns:a16="http://schemas.microsoft.com/office/drawing/2014/main" id="{4E2977FD-0498-4BC3-82E5-313DCF7CBC6D}"/>
                </a:ext>
              </a:extLst>
            </p:cNvPr>
            <p:cNvGrpSpPr/>
            <p:nvPr/>
          </p:nvGrpSpPr>
          <p:grpSpPr>
            <a:xfrm>
              <a:off x="3257024" y="8061500"/>
              <a:ext cx="234000" cy="399680"/>
              <a:chOff x="2505005" y="3797258"/>
              <a:chExt cx="234000" cy="399680"/>
            </a:xfrm>
          </p:grpSpPr>
          <p:pic>
            <p:nvPicPr>
              <p:cNvPr id="46" name="그림 45">
                <a:extLst>
                  <a:ext uri="{FF2B5EF4-FFF2-40B4-BE49-F238E27FC236}">
                    <a16:creationId xmlns:a16="http://schemas.microsoft.com/office/drawing/2014/main" id="{C7CD7081-2079-4A71-E312-8552A790EF01}"/>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47" name="그림 46">
                <a:extLst>
                  <a:ext uri="{FF2B5EF4-FFF2-40B4-BE49-F238E27FC236}">
                    <a16:creationId xmlns:a16="http://schemas.microsoft.com/office/drawing/2014/main" id="{97D696A2-680C-F211-ACC8-6DD2388C6B5C}"/>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55" name="직선 연결선 54">
                <a:extLst>
                  <a:ext uri="{FF2B5EF4-FFF2-40B4-BE49-F238E27FC236}">
                    <a16:creationId xmlns:a16="http://schemas.microsoft.com/office/drawing/2014/main" id="{905C21AB-205C-5C94-2C32-247111858C4D}"/>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B032E8A7-38CA-A23D-2E07-70FFF2DC48A4}"/>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8053D4F7-ED0D-04C5-FCD8-68C49BC2F047}"/>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직사각형 58">
              <a:extLst>
                <a:ext uri="{FF2B5EF4-FFF2-40B4-BE49-F238E27FC236}">
                  <a16:creationId xmlns:a16="http://schemas.microsoft.com/office/drawing/2014/main" id="{DFA0393D-26CB-5A03-C69C-CC2B42718447}"/>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62" name="직선 연결선 61">
              <a:extLst>
                <a:ext uri="{FF2B5EF4-FFF2-40B4-BE49-F238E27FC236}">
                  <a16:creationId xmlns:a16="http://schemas.microsoft.com/office/drawing/2014/main" id="{91F1AC6E-C7F1-E2C7-A324-8275282C9E19}"/>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직사각형 65">
              <a:extLst>
                <a:ext uri="{FF2B5EF4-FFF2-40B4-BE49-F238E27FC236}">
                  <a16:creationId xmlns:a16="http://schemas.microsoft.com/office/drawing/2014/main" id="{4FE550E2-2BA1-6C42-6F66-07CBA3643AD4}"/>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67" name="직선 연결선 66">
              <a:extLst>
                <a:ext uri="{FF2B5EF4-FFF2-40B4-BE49-F238E27FC236}">
                  <a16:creationId xmlns:a16="http://schemas.microsoft.com/office/drawing/2014/main" id="{DD788258-44F0-803A-3600-3D20A36D6ED0}"/>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FA5AC51D-9E0C-5098-159A-7BF1015E224F}"/>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타원 68">
              <a:extLst>
                <a:ext uri="{FF2B5EF4-FFF2-40B4-BE49-F238E27FC236}">
                  <a16:creationId xmlns:a16="http://schemas.microsoft.com/office/drawing/2014/main" id="{9E8C5A7E-9E0F-1593-02A7-27576EB151EF}"/>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2A8CDE41-E474-985E-5BF8-0F76BB0F1CDA}"/>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51" name="TextBox 150">
              <a:extLst>
                <a:ext uri="{FF2B5EF4-FFF2-40B4-BE49-F238E27FC236}">
                  <a16:creationId xmlns:a16="http://schemas.microsoft.com/office/drawing/2014/main" id="{2878F8E7-4A92-8359-B7EF-488C483EEB94}"/>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56" name="직사각형 155">
              <a:extLst>
                <a:ext uri="{FF2B5EF4-FFF2-40B4-BE49-F238E27FC236}">
                  <a16:creationId xmlns:a16="http://schemas.microsoft.com/office/drawing/2014/main" id="{8F5B2E39-FAAA-1980-2740-FA775113071F}"/>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8" name="직선 연결선 157">
              <a:extLst>
                <a:ext uri="{FF2B5EF4-FFF2-40B4-BE49-F238E27FC236}">
                  <a16:creationId xmlns:a16="http://schemas.microsoft.com/office/drawing/2014/main" id="{EA6E1023-934E-7A68-9F11-E2C804BA7870}"/>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798B48D2-BA49-3306-F49E-FCB3E5E4B761}"/>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직사각형 159">
              <a:extLst>
                <a:ext uri="{FF2B5EF4-FFF2-40B4-BE49-F238E27FC236}">
                  <a16:creationId xmlns:a16="http://schemas.microsoft.com/office/drawing/2014/main" id="{4DC10CEA-A6EB-915B-C739-A398BCE8851D}"/>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71" name="그림 170">
              <a:extLst>
                <a:ext uri="{FF2B5EF4-FFF2-40B4-BE49-F238E27FC236}">
                  <a16:creationId xmlns:a16="http://schemas.microsoft.com/office/drawing/2014/main" id="{86D338F4-312F-1155-9EF4-0C20E70BEB84}"/>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72" name="직선 연결선 171">
              <a:extLst>
                <a:ext uri="{FF2B5EF4-FFF2-40B4-BE49-F238E27FC236}">
                  <a16:creationId xmlns:a16="http://schemas.microsoft.com/office/drawing/2014/main" id="{E79B7099-4F32-EC28-47C9-A6975C7DE0CC}"/>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942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7" name="그림 6">
            <a:extLst>
              <a:ext uri="{FF2B5EF4-FFF2-40B4-BE49-F238E27FC236}">
                <a16:creationId xmlns:a16="http://schemas.microsoft.com/office/drawing/2014/main" id="{A8BB2C9D-A5CA-65F8-0879-23489E096ADE}"/>
              </a:ext>
            </a:extLst>
          </p:cNvPr>
          <p:cNvPicPr>
            <a:picLocks noChangeAspect="1"/>
          </p:cNvPicPr>
          <p:nvPr/>
        </p:nvPicPr>
        <p:blipFill>
          <a:blip r:embed="rId2"/>
          <a:stretch>
            <a:fillRect/>
          </a:stretch>
        </p:blipFill>
        <p:spPr>
          <a:xfrm rot="5400000">
            <a:off x="1763486" y="4096000"/>
            <a:ext cx="6858000" cy="2030955"/>
          </a:xfrm>
          <a:prstGeom prst="rect">
            <a:avLst/>
          </a:prstGeom>
        </p:spPr>
      </p:pic>
      <p:pic>
        <p:nvPicPr>
          <p:cNvPr id="10" name="그림 9">
            <a:extLst>
              <a:ext uri="{FF2B5EF4-FFF2-40B4-BE49-F238E27FC236}">
                <a16:creationId xmlns:a16="http://schemas.microsoft.com/office/drawing/2014/main" id="{6B397F65-414B-EC28-BC6D-A64A977148AB}"/>
              </a:ext>
            </a:extLst>
          </p:cNvPr>
          <p:cNvPicPr>
            <a:picLocks noChangeAspect="1"/>
          </p:cNvPicPr>
          <p:nvPr/>
        </p:nvPicPr>
        <p:blipFill>
          <a:blip r:embed="rId3"/>
          <a:stretch>
            <a:fillRect/>
          </a:stretch>
        </p:blipFill>
        <p:spPr>
          <a:xfrm rot="5400000">
            <a:off x="-1128337" y="3871201"/>
            <a:ext cx="6858000" cy="2480553"/>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891698"/>
              </p:ext>
            </p:extLst>
          </p:nvPr>
        </p:nvGraphicFramePr>
        <p:xfrm>
          <a:off x="404812" y="21563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XD12P will receive the ID-Gen command from the XC24 controller, then the ID value is automatically generated. The ID value is needed for proper reading, so, the ID-Gen command must be firstly executed by the XC24 controller before executing any commands.  If all XD12P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981035784"/>
              </p:ext>
            </p:extLst>
          </p:nvPr>
        </p:nvGraphicFramePr>
        <p:xfrm>
          <a:off x="408946" y="1577336"/>
          <a:ext cx="6053219" cy="6170213"/>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5360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6.</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024994717"/>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8193">
                  <a:extLst>
                    <a:ext uri="{9D8B030D-6E8A-4147-A177-3AD203B41FA5}">
                      <a16:colId xmlns:a16="http://schemas.microsoft.com/office/drawing/2014/main" val="3038050475"/>
                    </a:ext>
                  </a:extLst>
                </a:gridCol>
                <a:gridCol w="539970">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2" name="표 1">
            <a:extLst>
              <a:ext uri="{FF2B5EF4-FFF2-40B4-BE49-F238E27FC236}">
                <a16:creationId xmlns:a16="http://schemas.microsoft.com/office/drawing/2014/main" id="{E0D17130-D9BC-E2E0-37CE-5AD24A607220}"/>
              </a:ext>
            </a:extLst>
          </p:cNvPr>
          <p:cNvGraphicFramePr>
            <a:graphicFrameLocks noGrp="1"/>
          </p:cNvGraphicFramePr>
          <p:nvPr>
            <p:extLst>
              <p:ext uri="{D42A27DB-BD31-4B8C-83A1-F6EECF244321}">
                <p14:modId xmlns:p14="http://schemas.microsoft.com/office/powerpoint/2010/main" val="2687268655"/>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49689919"/>
              </p:ext>
            </p:extLst>
          </p:nvPr>
        </p:nvGraphicFramePr>
        <p:xfrm>
          <a:off x="389761" y="1549501"/>
          <a:ext cx="6053732" cy="201795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022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4215528067"/>
              </p:ext>
            </p:extLst>
          </p:nvPr>
        </p:nvGraphicFramePr>
        <p:xfrm>
          <a:off x="389761" y="520483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48437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789614620"/>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722887982"/>
              </p:ext>
            </p:extLst>
          </p:nvPr>
        </p:nvGraphicFramePr>
        <p:xfrm>
          <a:off x="394817" y="474989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375424" y="3642943"/>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697084111"/>
              </p:ext>
            </p:extLst>
          </p:nvPr>
        </p:nvGraphicFramePr>
        <p:xfrm>
          <a:off x="1920179" y="619158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620389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666498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656521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648289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647891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683431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7" name="표 16">
            <a:extLst>
              <a:ext uri="{FF2B5EF4-FFF2-40B4-BE49-F238E27FC236}">
                <a16:creationId xmlns:a16="http://schemas.microsoft.com/office/drawing/2014/main" id="{DB5508D1-C0F6-E985-D7DF-C94C5ECD1886}"/>
              </a:ext>
            </a:extLst>
          </p:cNvPr>
          <p:cNvGraphicFramePr>
            <a:graphicFrameLocks noGrp="1"/>
          </p:cNvGraphicFramePr>
          <p:nvPr>
            <p:extLst>
              <p:ext uri="{D42A27DB-BD31-4B8C-83A1-F6EECF244321}">
                <p14:modId xmlns:p14="http://schemas.microsoft.com/office/powerpoint/2010/main" val="1619356864"/>
              </p:ext>
            </p:extLst>
          </p:nvPr>
        </p:nvGraphicFramePr>
        <p:xfrm>
          <a:off x="1319384" y="2662028"/>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786,869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655,724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392,762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327,302</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655,844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393,338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327,782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157142189"/>
              </p:ext>
            </p:extLst>
          </p:nvPr>
        </p:nvGraphicFramePr>
        <p:xfrm>
          <a:off x="403136" y="6925386"/>
          <a:ext cx="6053977" cy="206280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3b’001 : max   8mA     3b’010 : max 12mA    3b’011 : max 16mA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24mA     3b’101 : max 32mA     </a:t>
                      </a:r>
                      <a:r>
                        <a:rPr lang="it-IT" altLang="ko-KR" sz="800" b="0" strike="sngStrike" baseline="0" dirty="0">
                          <a:solidFill>
                            <a:srgbClr val="FF0000"/>
                          </a:solidFill>
                          <a:latin typeface="Arial" panose="020B0604020202020204" pitchFamily="34" charset="0"/>
                          <a:ea typeface="+mn-ea"/>
                          <a:cs typeface="Arial" panose="020B0604020202020204" pitchFamily="34" charset="0"/>
                        </a:rPr>
                        <a:t>3b’110 : max 46mA    3b’111 : max 64mA </a:t>
                      </a:r>
                      <a:endParaRPr lang="en-US" altLang="ko-KR" sz="800" b="0" strike="sngStrike" baseline="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6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22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trike="sngStrike" baseline="0" dirty="0">
                          <a:solidFill>
                            <a:srgbClr val="FF0000"/>
                          </a:solidFill>
                          <a:latin typeface="Arial" panose="020B0604020202020204" pitchFamily="34" charset="0"/>
                          <a:ea typeface="+mn-ea"/>
                          <a:cs typeface="Arial" panose="020B0604020202020204" pitchFamily="34" charset="0"/>
                        </a:rPr>
                        <a:t>O_SLEW</a:t>
                      </a:r>
                      <a:endParaRPr lang="ko-KR" altLang="en-US" sz="900" b="0" strike="sngStrike" baseline="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strike="sngStrike" baseline="0" dirty="0">
                          <a:solidFill>
                            <a:srgbClr val="FF0000"/>
                          </a:solidFill>
                          <a:latin typeface="Arial" panose="020B0604020202020204" pitchFamily="34" charset="0"/>
                          <a:ea typeface="+mn-ea"/>
                          <a:cs typeface="Arial" panose="020B0604020202020204" pitchFamily="34" charset="0"/>
                        </a:rPr>
                        <a:t>‘0’ Fast    ‘1’ Slow</a:t>
                      </a:r>
                      <a:endParaRPr lang="en-US" altLang="ko-KR" sz="800" b="0" strike="sngStrike" baseline="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r h="22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rgbClr val="FF0000"/>
                          </a:solidFill>
                          <a:latin typeface="Arial" panose="020B0604020202020204" pitchFamily="34" charset="0"/>
                          <a:ea typeface="+mn-ea"/>
                          <a:cs typeface="Arial" panose="020B0604020202020204" pitchFamily="34" charset="0"/>
                        </a:rPr>
                        <a:t>      </a:t>
                      </a:r>
                      <a:r>
                        <a:rPr kumimoji="0" lang="en-US" altLang="ko-KR" sz="800" b="0" i="0" u="none" strike="sng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3b’100 : &lt;  0.90V         3b’101 : &lt;  1.05V        3b’110 : &lt;  1.20V        3b’111 : &lt;  1.35V</a:t>
                      </a:r>
                      <a:endParaRPr lang="en-US" altLang="ko-KR" sz="800" b="0" strike="sngStrike" baseline="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2916205"/>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24266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105458673"/>
              </p:ext>
            </p:extLst>
          </p:nvPr>
        </p:nvGraphicFramePr>
        <p:xfrm>
          <a:off x="403137" y="6507302"/>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sng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O_SLEW</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049989283"/>
              </p:ext>
            </p:extLst>
          </p:nvPr>
        </p:nvGraphicFramePr>
        <p:xfrm>
          <a:off x="404563" y="1528399"/>
          <a:ext cx="6047025" cy="46908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506762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1046121"/>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777951303"/>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661593433"/>
              </p:ext>
            </p:extLst>
          </p:nvPr>
        </p:nvGraphicFramePr>
        <p:xfrm>
          <a:off x="406838" y="1556231"/>
          <a:ext cx="6046597" cy="649176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3.2ms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63584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26837142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230664">
                  <a:extLst>
                    <a:ext uri="{9D8B030D-6E8A-4147-A177-3AD203B41FA5}">
                      <a16:colId xmlns:a16="http://schemas.microsoft.com/office/drawing/2014/main" val="2769999950"/>
                    </a:ext>
                  </a:extLst>
                </a:gridCol>
                <a:gridCol w="544726">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583868">
                  <a:extLst>
                    <a:ext uri="{9D8B030D-6E8A-4147-A177-3AD203B41FA5}">
                      <a16:colId xmlns:a16="http://schemas.microsoft.com/office/drawing/2014/main" val="1979433044"/>
                    </a:ext>
                  </a:extLst>
                </a:gridCol>
                <a:gridCol w="321291">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25475414"/>
              </p:ext>
            </p:extLst>
          </p:nvPr>
        </p:nvGraphicFramePr>
        <p:xfrm>
          <a:off x="404565" y="4297406"/>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1721540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DELAY_CH6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DELAY_CH5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9EAAD2EA-DB7D-81A0-D02C-137B61C75BB6}"/>
              </a:ext>
            </a:extLst>
          </p:cNvPr>
          <p:cNvGraphicFramePr>
            <a:graphicFrameLocks noGrp="1"/>
          </p:cNvGraphicFramePr>
          <p:nvPr>
            <p:extLst>
              <p:ext uri="{D42A27DB-BD31-4B8C-83A1-F6EECF244321}">
                <p14:modId xmlns:p14="http://schemas.microsoft.com/office/powerpoint/2010/main" val="273791637"/>
              </p:ext>
            </p:extLst>
          </p:nvPr>
        </p:nvGraphicFramePr>
        <p:xfrm>
          <a:off x="404811" y="3841656"/>
          <a:ext cx="6052392" cy="372600"/>
        </p:xfrm>
        <a:graphic>
          <a:graphicData uri="http://schemas.openxmlformats.org/drawingml/2006/table">
            <a:tbl>
              <a:tblPr firstRow="1" bandRow="1">
                <a:tableStyleId>{5C22544A-7EE6-4342-B048-85BDC9FD1C3A}</a:tableStyleId>
              </a:tblPr>
              <a:tblGrid>
                <a:gridCol w="351607">
                  <a:extLst>
                    <a:ext uri="{9D8B030D-6E8A-4147-A177-3AD203B41FA5}">
                      <a16:colId xmlns:a16="http://schemas.microsoft.com/office/drawing/2014/main" val="657570846"/>
                    </a:ext>
                  </a:extLst>
                </a:gridCol>
                <a:gridCol w="386604">
                  <a:extLst>
                    <a:ext uri="{9D8B030D-6E8A-4147-A177-3AD203B41FA5}">
                      <a16:colId xmlns:a16="http://schemas.microsoft.com/office/drawing/2014/main" val="3259894497"/>
                    </a:ext>
                  </a:extLst>
                </a:gridCol>
                <a:gridCol w="454361">
                  <a:extLst>
                    <a:ext uri="{9D8B030D-6E8A-4147-A177-3AD203B41FA5}">
                      <a16:colId xmlns:a16="http://schemas.microsoft.com/office/drawing/2014/main" val="4170535043"/>
                    </a:ext>
                  </a:extLst>
                </a:gridCol>
                <a:gridCol w="404985">
                  <a:extLst>
                    <a:ext uri="{9D8B030D-6E8A-4147-A177-3AD203B41FA5}">
                      <a16:colId xmlns:a16="http://schemas.microsoft.com/office/drawing/2014/main" val="2079070694"/>
                    </a:ext>
                  </a:extLst>
                </a:gridCol>
                <a:gridCol w="404985">
                  <a:extLst>
                    <a:ext uri="{9D8B030D-6E8A-4147-A177-3AD203B41FA5}">
                      <a16:colId xmlns:a16="http://schemas.microsoft.com/office/drawing/2014/main" val="4213315911"/>
                    </a:ext>
                  </a:extLst>
                </a:gridCol>
                <a:gridCol w="404985">
                  <a:extLst>
                    <a:ext uri="{9D8B030D-6E8A-4147-A177-3AD203B41FA5}">
                      <a16:colId xmlns:a16="http://schemas.microsoft.com/office/drawing/2014/main" val="2769999950"/>
                    </a:ext>
                  </a:extLst>
                </a:gridCol>
                <a:gridCol w="404985">
                  <a:extLst>
                    <a:ext uri="{9D8B030D-6E8A-4147-A177-3AD203B41FA5}">
                      <a16:colId xmlns:a16="http://schemas.microsoft.com/office/drawing/2014/main" val="135637185"/>
                    </a:ext>
                  </a:extLst>
                </a:gridCol>
                <a:gridCol w="404985">
                  <a:extLst>
                    <a:ext uri="{9D8B030D-6E8A-4147-A177-3AD203B41FA5}">
                      <a16:colId xmlns:a16="http://schemas.microsoft.com/office/drawing/2014/main" val="3038050475"/>
                    </a:ext>
                  </a:extLst>
                </a:gridCol>
                <a:gridCol w="404985">
                  <a:extLst>
                    <a:ext uri="{9D8B030D-6E8A-4147-A177-3AD203B41FA5}">
                      <a16:colId xmlns:a16="http://schemas.microsoft.com/office/drawing/2014/main" val="1979433044"/>
                    </a:ext>
                  </a:extLst>
                </a:gridCol>
                <a:gridCol w="404985">
                  <a:extLst>
                    <a:ext uri="{9D8B030D-6E8A-4147-A177-3AD203B41FA5}">
                      <a16:colId xmlns:a16="http://schemas.microsoft.com/office/drawing/2014/main" val="4270661649"/>
                    </a:ext>
                  </a:extLst>
                </a:gridCol>
                <a:gridCol w="404985">
                  <a:extLst>
                    <a:ext uri="{9D8B030D-6E8A-4147-A177-3AD203B41FA5}">
                      <a16:colId xmlns:a16="http://schemas.microsoft.com/office/drawing/2014/main" val="3027041370"/>
                    </a:ext>
                  </a:extLst>
                </a:gridCol>
                <a:gridCol w="404985">
                  <a:extLst>
                    <a:ext uri="{9D8B030D-6E8A-4147-A177-3AD203B41FA5}">
                      <a16:colId xmlns:a16="http://schemas.microsoft.com/office/drawing/2014/main" val="2852526216"/>
                    </a:ext>
                  </a:extLst>
                </a:gridCol>
                <a:gridCol w="404985">
                  <a:extLst>
                    <a:ext uri="{9D8B030D-6E8A-4147-A177-3AD203B41FA5}">
                      <a16:colId xmlns:a16="http://schemas.microsoft.com/office/drawing/2014/main" val="103420222"/>
                    </a:ext>
                  </a:extLst>
                </a:gridCol>
                <a:gridCol w="404985">
                  <a:extLst>
                    <a:ext uri="{9D8B030D-6E8A-4147-A177-3AD203B41FA5}">
                      <a16:colId xmlns:a16="http://schemas.microsoft.com/office/drawing/2014/main" val="1470405609"/>
                    </a:ext>
                  </a:extLst>
                </a:gridCol>
                <a:gridCol w="4049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DELAY_CH10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DELAY_CH9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DELAY_CH8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DELAY_CH7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85084" y="342266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79245" y="407807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69046" y="472599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69046" y="5372769"/>
            <a:ext cx="60490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68135" y="6008133"/>
            <a:ext cx="605819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68134" y="6643497"/>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3896320251"/>
              </p:ext>
            </p:extLst>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65018102"/>
              </p:ext>
            </p:extLst>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3189043572"/>
              </p:ext>
            </p:extLst>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2620623094"/>
              </p:ext>
            </p:extLst>
          </p:nvPr>
        </p:nvGraphicFramePr>
        <p:xfrm>
          <a:off x="380851" y="3644000"/>
          <a:ext cx="6052353"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78117">
                  <a:extLst>
                    <a:ext uri="{9D8B030D-6E8A-4147-A177-3AD203B41FA5}">
                      <a16:colId xmlns:a16="http://schemas.microsoft.com/office/drawing/2014/main" val="4170535043"/>
                    </a:ext>
                  </a:extLst>
                </a:gridCol>
                <a:gridCol w="441012">
                  <a:extLst>
                    <a:ext uri="{9D8B030D-6E8A-4147-A177-3AD203B41FA5}">
                      <a16:colId xmlns:a16="http://schemas.microsoft.com/office/drawing/2014/main" val="2079070694"/>
                    </a:ext>
                  </a:extLst>
                </a:gridCol>
                <a:gridCol w="455712">
                  <a:extLst>
                    <a:ext uri="{9D8B030D-6E8A-4147-A177-3AD203B41FA5}">
                      <a16:colId xmlns:a16="http://schemas.microsoft.com/office/drawing/2014/main" val="4213315911"/>
                    </a:ext>
                  </a:extLst>
                </a:gridCol>
                <a:gridCol w="426311">
                  <a:extLst>
                    <a:ext uri="{9D8B030D-6E8A-4147-A177-3AD203B41FA5}">
                      <a16:colId xmlns:a16="http://schemas.microsoft.com/office/drawing/2014/main" val="2769999950"/>
                    </a:ext>
                  </a:extLst>
                </a:gridCol>
                <a:gridCol w="4567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455411601"/>
              </p:ext>
            </p:extLst>
          </p:nvPr>
        </p:nvGraphicFramePr>
        <p:xfrm>
          <a:off x="375012" y="4297311"/>
          <a:ext cx="6052354"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317">
                  <a:extLst>
                    <a:ext uri="{9D8B030D-6E8A-4147-A177-3AD203B41FA5}">
                      <a16:colId xmlns:a16="http://schemas.microsoft.com/office/drawing/2014/main" val="4170535043"/>
                    </a:ext>
                  </a:extLst>
                </a:gridCol>
                <a:gridCol w="450812">
                  <a:extLst>
                    <a:ext uri="{9D8B030D-6E8A-4147-A177-3AD203B41FA5}">
                      <a16:colId xmlns:a16="http://schemas.microsoft.com/office/drawing/2014/main" val="2079070694"/>
                    </a:ext>
                  </a:extLst>
                </a:gridCol>
                <a:gridCol w="450812">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616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3763266457"/>
              </p:ext>
            </p:extLst>
          </p:nvPr>
        </p:nvGraphicFramePr>
        <p:xfrm>
          <a:off x="373972" y="4950109"/>
          <a:ext cx="6052355" cy="372600"/>
        </p:xfrm>
        <a:graphic>
          <a:graphicData uri="http://schemas.openxmlformats.org/drawingml/2006/table">
            <a:tbl>
              <a:tblPr firstRow="1" bandRow="1">
                <a:tableStyleId>{5C22544A-7EE6-4342-B048-85BDC9FD1C3A}</a:tableStyleId>
              </a:tblPr>
              <a:tblGrid>
                <a:gridCol w="298827">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979">
                  <a:extLst>
                    <a:ext uri="{9D8B030D-6E8A-4147-A177-3AD203B41FA5}">
                      <a16:colId xmlns:a16="http://schemas.microsoft.com/office/drawing/2014/main" val="4170535043"/>
                    </a:ext>
                  </a:extLst>
                </a:gridCol>
                <a:gridCol w="444627">
                  <a:extLst>
                    <a:ext uri="{9D8B030D-6E8A-4147-A177-3AD203B41FA5}">
                      <a16:colId xmlns:a16="http://schemas.microsoft.com/office/drawing/2014/main" val="2079070694"/>
                    </a:ext>
                  </a:extLst>
                </a:gridCol>
                <a:gridCol w="465513">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52507">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3929768716"/>
              </p:ext>
            </p:extLst>
          </p:nvPr>
        </p:nvGraphicFramePr>
        <p:xfrm>
          <a:off x="369046" y="5589850"/>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5">
                  <a:extLst>
                    <a:ext uri="{9D8B030D-6E8A-4147-A177-3AD203B41FA5}">
                      <a16:colId xmlns:a16="http://schemas.microsoft.com/office/drawing/2014/main" val="3259894497"/>
                    </a:ext>
                  </a:extLst>
                </a:gridCol>
                <a:gridCol w="469392">
                  <a:extLst>
                    <a:ext uri="{9D8B030D-6E8A-4147-A177-3AD203B41FA5}">
                      <a16:colId xmlns:a16="http://schemas.microsoft.com/office/drawing/2014/main" val="4170535043"/>
                    </a:ext>
                  </a:extLst>
                </a:gridCol>
                <a:gridCol w="440114">
                  <a:extLst>
                    <a:ext uri="{9D8B030D-6E8A-4147-A177-3AD203B41FA5}">
                      <a16:colId xmlns:a16="http://schemas.microsoft.com/office/drawing/2014/main" val="2079070694"/>
                    </a:ext>
                  </a:extLst>
                </a:gridCol>
                <a:gridCol w="470826">
                  <a:extLst>
                    <a:ext uri="{9D8B030D-6E8A-4147-A177-3AD203B41FA5}">
                      <a16:colId xmlns:a16="http://schemas.microsoft.com/office/drawing/2014/main" val="4213315911"/>
                    </a:ext>
                  </a:extLst>
                </a:gridCol>
                <a:gridCol w="416878">
                  <a:extLst>
                    <a:ext uri="{9D8B030D-6E8A-4147-A177-3AD203B41FA5}">
                      <a16:colId xmlns:a16="http://schemas.microsoft.com/office/drawing/2014/main" val="2769999950"/>
                    </a:ext>
                  </a:extLst>
                </a:gridCol>
                <a:gridCol w="462713">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3197072741"/>
              </p:ext>
            </p:extLst>
          </p:nvPr>
        </p:nvGraphicFramePr>
        <p:xfrm>
          <a:off x="368134" y="6228735"/>
          <a:ext cx="6049032" cy="372600"/>
        </p:xfrm>
        <a:graphic>
          <a:graphicData uri="http://schemas.openxmlformats.org/drawingml/2006/table">
            <a:tbl>
              <a:tblPr firstRow="1" bandRow="1">
                <a:tableStyleId>{5C22544A-7EE6-4342-B048-85BDC9FD1C3A}</a:tableStyleId>
              </a:tblPr>
              <a:tblGrid>
                <a:gridCol w="298663">
                  <a:extLst>
                    <a:ext uri="{9D8B030D-6E8A-4147-A177-3AD203B41FA5}">
                      <a16:colId xmlns:a16="http://schemas.microsoft.com/office/drawing/2014/main" val="657570846"/>
                    </a:ext>
                  </a:extLst>
                </a:gridCol>
                <a:gridCol w="349505">
                  <a:extLst>
                    <a:ext uri="{9D8B030D-6E8A-4147-A177-3AD203B41FA5}">
                      <a16:colId xmlns:a16="http://schemas.microsoft.com/office/drawing/2014/main" val="3259894497"/>
                    </a:ext>
                  </a:extLst>
                </a:gridCol>
                <a:gridCol w="477233">
                  <a:extLst>
                    <a:ext uri="{9D8B030D-6E8A-4147-A177-3AD203B41FA5}">
                      <a16:colId xmlns:a16="http://schemas.microsoft.com/office/drawing/2014/main" val="4170535043"/>
                    </a:ext>
                  </a:extLst>
                </a:gridCol>
                <a:gridCol w="430975">
                  <a:extLst>
                    <a:ext uri="{9D8B030D-6E8A-4147-A177-3AD203B41FA5}">
                      <a16:colId xmlns:a16="http://schemas.microsoft.com/office/drawing/2014/main" val="2079070694"/>
                    </a:ext>
                  </a:extLst>
                </a:gridCol>
                <a:gridCol w="465256">
                  <a:extLst>
                    <a:ext uri="{9D8B030D-6E8A-4147-A177-3AD203B41FA5}">
                      <a16:colId xmlns:a16="http://schemas.microsoft.com/office/drawing/2014/main" val="4213315911"/>
                    </a:ext>
                  </a:extLst>
                </a:gridCol>
                <a:gridCol w="411386">
                  <a:extLst>
                    <a:ext uri="{9D8B030D-6E8A-4147-A177-3AD203B41FA5}">
                      <a16:colId xmlns:a16="http://schemas.microsoft.com/office/drawing/2014/main" val="2769999950"/>
                    </a:ext>
                  </a:extLst>
                </a:gridCol>
                <a:gridCol w="471848">
                  <a:extLst>
                    <a:ext uri="{9D8B030D-6E8A-4147-A177-3AD203B41FA5}">
                      <a16:colId xmlns:a16="http://schemas.microsoft.com/office/drawing/2014/main" val="135637185"/>
                    </a:ext>
                  </a:extLst>
                </a:gridCol>
                <a:gridCol w="396818">
                  <a:extLst>
                    <a:ext uri="{9D8B030D-6E8A-4147-A177-3AD203B41FA5}">
                      <a16:colId xmlns:a16="http://schemas.microsoft.com/office/drawing/2014/main" val="3038050475"/>
                    </a:ext>
                  </a:extLst>
                </a:gridCol>
                <a:gridCol w="396818">
                  <a:extLst>
                    <a:ext uri="{9D8B030D-6E8A-4147-A177-3AD203B41FA5}">
                      <a16:colId xmlns:a16="http://schemas.microsoft.com/office/drawing/2014/main" val="1979433044"/>
                    </a:ext>
                  </a:extLst>
                </a:gridCol>
                <a:gridCol w="396818">
                  <a:extLst>
                    <a:ext uri="{9D8B030D-6E8A-4147-A177-3AD203B41FA5}">
                      <a16:colId xmlns:a16="http://schemas.microsoft.com/office/drawing/2014/main" val="4270661649"/>
                    </a:ext>
                  </a:extLst>
                </a:gridCol>
                <a:gridCol w="396818">
                  <a:extLst>
                    <a:ext uri="{9D8B030D-6E8A-4147-A177-3AD203B41FA5}">
                      <a16:colId xmlns:a16="http://schemas.microsoft.com/office/drawing/2014/main" val="3027041370"/>
                    </a:ext>
                  </a:extLst>
                </a:gridCol>
                <a:gridCol w="396818">
                  <a:extLst>
                    <a:ext uri="{9D8B030D-6E8A-4147-A177-3AD203B41FA5}">
                      <a16:colId xmlns:a16="http://schemas.microsoft.com/office/drawing/2014/main" val="2852526216"/>
                    </a:ext>
                  </a:extLst>
                </a:gridCol>
                <a:gridCol w="396818">
                  <a:extLst>
                    <a:ext uri="{9D8B030D-6E8A-4147-A177-3AD203B41FA5}">
                      <a16:colId xmlns:a16="http://schemas.microsoft.com/office/drawing/2014/main" val="103420222"/>
                    </a:ext>
                  </a:extLst>
                </a:gridCol>
                <a:gridCol w="396818">
                  <a:extLst>
                    <a:ext uri="{9D8B030D-6E8A-4147-A177-3AD203B41FA5}">
                      <a16:colId xmlns:a16="http://schemas.microsoft.com/office/drawing/2014/main" val="1470405609"/>
                    </a:ext>
                  </a:extLst>
                </a:gridCol>
                <a:gridCol w="36644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2564773099"/>
              </p:ext>
            </p:extLst>
          </p:nvPr>
        </p:nvGraphicFramePr>
        <p:xfrm>
          <a:off x="368134" y="6864295"/>
          <a:ext cx="6057574"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9">
                  <a:extLst>
                    <a:ext uri="{9D8B030D-6E8A-4147-A177-3AD203B41FA5}">
                      <a16:colId xmlns:a16="http://schemas.microsoft.com/office/drawing/2014/main" val="3259894497"/>
                    </a:ext>
                  </a:extLst>
                </a:gridCol>
                <a:gridCol w="473003">
                  <a:extLst>
                    <a:ext uri="{9D8B030D-6E8A-4147-A177-3AD203B41FA5}">
                      <a16:colId xmlns:a16="http://schemas.microsoft.com/office/drawing/2014/main" val="4170535043"/>
                    </a:ext>
                  </a:extLst>
                </a:gridCol>
                <a:gridCol w="431584">
                  <a:extLst>
                    <a:ext uri="{9D8B030D-6E8A-4147-A177-3AD203B41FA5}">
                      <a16:colId xmlns:a16="http://schemas.microsoft.com/office/drawing/2014/main" val="2079070694"/>
                    </a:ext>
                  </a:extLst>
                </a:gridCol>
                <a:gridCol w="465915">
                  <a:extLst>
                    <a:ext uri="{9D8B030D-6E8A-4147-A177-3AD203B41FA5}">
                      <a16:colId xmlns:a16="http://schemas.microsoft.com/office/drawing/2014/main" val="4213315911"/>
                    </a:ext>
                  </a:extLst>
                </a:gridCol>
                <a:gridCol w="416871">
                  <a:extLst>
                    <a:ext uri="{9D8B030D-6E8A-4147-A177-3AD203B41FA5}">
                      <a16:colId xmlns:a16="http://schemas.microsoft.com/office/drawing/2014/main" val="2769999950"/>
                    </a:ext>
                  </a:extLst>
                </a:gridCol>
                <a:gridCol w="472514">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2651469458"/>
              </p:ext>
            </p:extLst>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7" name="TextBox 6">
            <a:extLst>
              <a:ext uri="{FF2B5EF4-FFF2-40B4-BE49-F238E27FC236}">
                <a16:creationId xmlns:a16="http://schemas.microsoft.com/office/drawing/2014/main" id="{17A760CA-BE6E-8F4C-E260-D59C4A1FC936}"/>
              </a:ext>
            </a:extLst>
          </p:cNvPr>
          <p:cNvSpPr txBox="1"/>
          <p:nvPr/>
        </p:nvSpPr>
        <p:spPr>
          <a:xfrm>
            <a:off x="386389" y="727675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CH11</a:t>
            </a:r>
          </a:p>
        </p:txBody>
      </p:sp>
      <p:sp>
        <p:nvSpPr>
          <p:cNvPr id="9" name="TextBox 8">
            <a:extLst>
              <a:ext uri="{FF2B5EF4-FFF2-40B4-BE49-F238E27FC236}">
                <a16:creationId xmlns:a16="http://schemas.microsoft.com/office/drawing/2014/main" id="{C75134C3-3CF0-DB68-DF70-B7DF516CB91B}"/>
              </a:ext>
            </a:extLst>
          </p:cNvPr>
          <p:cNvSpPr txBox="1"/>
          <p:nvPr/>
        </p:nvSpPr>
        <p:spPr>
          <a:xfrm>
            <a:off x="380380" y="790751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CH12</a:t>
            </a:r>
          </a:p>
        </p:txBody>
      </p:sp>
      <p:graphicFrame>
        <p:nvGraphicFramePr>
          <p:cNvPr id="14" name="표 13">
            <a:extLst>
              <a:ext uri="{FF2B5EF4-FFF2-40B4-BE49-F238E27FC236}">
                <a16:creationId xmlns:a16="http://schemas.microsoft.com/office/drawing/2014/main" id="{12F3C28E-1CAE-74D8-447D-F48934F6454C}"/>
              </a:ext>
            </a:extLst>
          </p:cNvPr>
          <p:cNvGraphicFramePr>
            <a:graphicFrameLocks noGrp="1"/>
          </p:cNvGraphicFramePr>
          <p:nvPr>
            <p:extLst>
              <p:ext uri="{D42A27DB-BD31-4B8C-83A1-F6EECF244321}">
                <p14:modId xmlns:p14="http://schemas.microsoft.com/office/powerpoint/2010/main" val="2777105969"/>
              </p:ext>
            </p:extLst>
          </p:nvPr>
        </p:nvGraphicFramePr>
        <p:xfrm>
          <a:off x="368134" y="7494567"/>
          <a:ext cx="6057571"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8">
                  <a:extLst>
                    <a:ext uri="{9D8B030D-6E8A-4147-A177-3AD203B41FA5}">
                      <a16:colId xmlns:a16="http://schemas.microsoft.com/office/drawing/2014/main" val="3259894497"/>
                    </a:ext>
                  </a:extLst>
                </a:gridCol>
                <a:gridCol w="469384">
                  <a:extLst>
                    <a:ext uri="{9D8B030D-6E8A-4147-A177-3AD203B41FA5}">
                      <a16:colId xmlns:a16="http://schemas.microsoft.com/office/drawing/2014/main" val="4170535043"/>
                    </a:ext>
                  </a:extLst>
                </a:gridCol>
                <a:gridCol w="430921">
                  <a:extLst>
                    <a:ext uri="{9D8B030D-6E8A-4147-A177-3AD203B41FA5}">
                      <a16:colId xmlns:a16="http://schemas.microsoft.com/office/drawing/2014/main" val="2079070694"/>
                    </a:ext>
                  </a:extLst>
                </a:gridCol>
                <a:gridCol w="421774">
                  <a:extLst>
                    <a:ext uri="{9D8B030D-6E8A-4147-A177-3AD203B41FA5}">
                      <a16:colId xmlns:a16="http://schemas.microsoft.com/office/drawing/2014/main" val="4213315911"/>
                    </a:ext>
                  </a:extLst>
                </a:gridCol>
                <a:gridCol w="456106">
                  <a:extLst>
                    <a:ext uri="{9D8B030D-6E8A-4147-A177-3AD203B41FA5}">
                      <a16:colId xmlns:a16="http://schemas.microsoft.com/office/drawing/2014/main" val="2769999950"/>
                    </a:ext>
                  </a:extLst>
                </a:gridCol>
                <a:gridCol w="481700">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E167636-EA29-A587-2B08-2CF0B8595AC2}"/>
              </a:ext>
            </a:extLst>
          </p:cNvPr>
          <p:cNvGraphicFramePr>
            <a:graphicFrameLocks noGrp="1"/>
          </p:cNvGraphicFramePr>
          <p:nvPr>
            <p:extLst>
              <p:ext uri="{D42A27DB-BD31-4B8C-83A1-F6EECF244321}">
                <p14:modId xmlns:p14="http://schemas.microsoft.com/office/powerpoint/2010/main" val="1630658383"/>
              </p:ext>
            </p:extLst>
          </p:nvPr>
        </p:nvGraphicFramePr>
        <p:xfrm>
          <a:off x="366524" y="8122095"/>
          <a:ext cx="6056481" cy="372600"/>
        </p:xfrm>
        <a:graphic>
          <a:graphicData uri="http://schemas.openxmlformats.org/drawingml/2006/table">
            <a:tbl>
              <a:tblPr firstRow="1" bandRow="1">
                <a:tableStyleId>{5C22544A-7EE6-4342-B048-85BDC9FD1C3A}</a:tableStyleId>
              </a:tblPr>
              <a:tblGrid>
                <a:gridCol w="299030">
                  <a:extLst>
                    <a:ext uri="{9D8B030D-6E8A-4147-A177-3AD203B41FA5}">
                      <a16:colId xmlns:a16="http://schemas.microsoft.com/office/drawing/2014/main" val="657570846"/>
                    </a:ext>
                  </a:extLst>
                </a:gridCol>
                <a:gridCol w="349935">
                  <a:extLst>
                    <a:ext uri="{9D8B030D-6E8A-4147-A177-3AD203B41FA5}">
                      <a16:colId xmlns:a16="http://schemas.microsoft.com/office/drawing/2014/main" val="3259894497"/>
                    </a:ext>
                  </a:extLst>
                </a:gridCol>
                <a:gridCol w="469299">
                  <a:extLst>
                    <a:ext uri="{9D8B030D-6E8A-4147-A177-3AD203B41FA5}">
                      <a16:colId xmlns:a16="http://schemas.microsoft.com/office/drawing/2014/main" val="4170535043"/>
                    </a:ext>
                  </a:extLst>
                </a:gridCol>
                <a:gridCol w="416132">
                  <a:extLst>
                    <a:ext uri="{9D8B030D-6E8A-4147-A177-3AD203B41FA5}">
                      <a16:colId xmlns:a16="http://schemas.microsoft.com/office/drawing/2014/main" val="2079070694"/>
                    </a:ext>
                  </a:extLst>
                </a:gridCol>
                <a:gridCol w="431505">
                  <a:extLst>
                    <a:ext uri="{9D8B030D-6E8A-4147-A177-3AD203B41FA5}">
                      <a16:colId xmlns:a16="http://schemas.microsoft.com/office/drawing/2014/main" val="4213315911"/>
                    </a:ext>
                  </a:extLst>
                </a:gridCol>
                <a:gridCol w="456023">
                  <a:extLst>
                    <a:ext uri="{9D8B030D-6E8A-4147-A177-3AD203B41FA5}">
                      <a16:colId xmlns:a16="http://schemas.microsoft.com/office/drawing/2014/main" val="2769999950"/>
                    </a:ext>
                  </a:extLst>
                </a:gridCol>
                <a:gridCol w="486517">
                  <a:extLst>
                    <a:ext uri="{9D8B030D-6E8A-4147-A177-3AD203B41FA5}">
                      <a16:colId xmlns:a16="http://schemas.microsoft.com/office/drawing/2014/main" val="135637185"/>
                    </a:ext>
                  </a:extLst>
                </a:gridCol>
                <a:gridCol w="397307">
                  <a:extLst>
                    <a:ext uri="{9D8B030D-6E8A-4147-A177-3AD203B41FA5}">
                      <a16:colId xmlns:a16="http://schemas.microsoft.com/office/drawing/2014/main" val="3038050475"/>
                    </a:ext>
                  </a:extLst>
                </a:gridCol>
                <a:gridCol w="397307">
                  <a:extLst>
                    <a:ext uri="{9D8B030D-6E8A-4147-A177-3AD203B41FA5}">
                      <a16:colId xmlns:a16="http://schemas.microsoft.com/office/drawing/2014/main" val="1979433044"/>
                    </a:ext>
                  </a:extLst>
                </a:gridCol>
                <a:gridCol w="397307">
                  <a:extLst>
                    <a:ext uri="{9D8B030D-6E8A-4147-A177-3AD203B41FA5}">
                      <a16:colId xmlns:a16="http://schemas.microsoft.com/office/drawing/2014/main" val="4270661649"/>
                    </a:ext>
                  </a:extLst>
                </a:gridCol>
                <a:gridCol w="397307">
                  <a:extLst>
                    <a:ext uri="{9D8B030D-6E8A-4147-A177-3AD203B41FA5}">
                      <a16:colId xmlns:a16="http://schemas.microsoft.com/office/drawing/2014/main" val="3027041370"/>
                    </a:ext>
                  </a:extLst>
                </a:gridCol>
                <a:gridCol w="397307">
                  <a:extLst>
                    <a:ext uri="{9D8B030D-6E8A-4147-A177-3AD203B41FA5}">
                      <a16:colId xmlns:a16="http://schemas.microsoft.com/office/drawing/2014/main" val="2852526216"/>
                    </a:ext>
                  </a:extLst>
                </a:gridCol>
                <a:gridCol w="397307">
                  <a:extLst>
                    <a:ext uri="{9D8B030D-6E8A-4147-A177-3AD203B41FA5}">
                      <a16:colId xmlns:a16="http://schemas.microsoft.com/office/drawing/2014/main" val="103420222"/>
                    </a:ext>
                  </a:extLst>
                </a:gridCol>
                <a:gridCol w="397307">
                  <a:extLst>
                    <a:ext uri="{9D8B030D-6E8A-4147-A177-3AD203B41FA5}">
                      <a16:colId xmlns:a16="http://schemas.microsoft.com/office/drawing/2014/main" val="1470405609"/>
                    </a:ext>
                  </a:extLst>
                </a:gridCol>
                <a:gridCol w="3668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813" y="845990"/>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10" name="TextBox 9">
            <a:extLst>
              <a:ext uri="{FF2B5EF4-FFF2-40B4-BE49-F238E27FC236}">
                <a16:creationId xmlns:a16="http://schemas.microsoft.com/office/drawing/2014/main" id="{EAEED484-96C9-A12A-5DB3-D85F7CC0667C}"/>
              </a:ext>
            </a:extLst>
          </p:cNvPr>
          <p:cNvSpPr txBox="1"/>
          <p:nvPr/>
        </p:nvSpPr>
        <p:spPr>
          <a:xfrm>
            <a:off x="404552" y="34335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223465527"/>
              </p:ext>
            </p:extLst>
          </p:nvPr>
        </p:nvGraphicFramePr>
        <p:xfrm>
          <a:off x="404565" y="1622931"/>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XD12P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XD12P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729508303"/>
              </p:ext>
            </p:extLst>
          </p:nvPr>
        </p:nvGraphicFramePr>
        <p:xfrm>
          <a:off x="404565" y="1106638"/>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2303860703"/>
              </p:ext>
            </p:extLst>
          </p:nvPr>
        </p:nvGraphicFramePr>
        <p:xfrm>
          <a:off x="404552" y="42165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66900A33-CD88-F481-B5E9-CC1FBD071BB0}"/>
              </a:ext>
            </a:extLst>
          </p:cNvPr>
          <p:cNvGraphicFramePr>
            <a:graphicFrameLocks noGrp="1"/>
          </p:cNvGraphicFramePr>
          <p:nvPr>
            <p:extLst>
              <p:ext uri="{D42A27DB-BD31-4B8C-83A1-F6EECF244321}">
                <p14:modId xmlns:p14="http://schemas.microsoft.com/office/powerpoint/2010/main" val="1773254784"/>
              </p:ext>
            </p:extLst>
          </p:nvPr>
        </p:nvGraphicFramePr>
        <p:xfrm>
          <a:off x="404552" y="3695913"/>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166780"/>
              </p:ext>
            </p:extLst>
          </p:nvPr>
        </p:nvGraphicFramePr>
        <p:xfrm>
          <a:off x="404560" y="1980744"/>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4266124"/>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656251039"/>
              </p:ext>
            </p:extLst>
          </p:nvPr>
        </p:nvGraphicFramePr>
        <p:xfrm>
          <a:off x="404564" y="496049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793054654"/>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502256743"/>
              </p:ext>
            </p:extLst>
          </p:nvPr>
        </p:nvGraphicFramePr>
        <p:xfrm>
          <a:off x="404564" y="4531838"/>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669250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1978857482"/>
              </p:ext>
            </p:extLst>
          </p:nvPr>
        </p:nvGraphicFramePr>
        <p:xfrm>
          <a:off x="404560" y="7831834"/>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1487786873"/>
              </p:ext>
            </p:extLst>
          </p:nvPr>
        </p:nvGraphicFramePr>
        <p:xfrm>
          <a:off x="404563" y="6958119"/>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1273651457"/>
              </p:ext>
            </p:extLst>
          </p:nvPr>
        </p:nvGraphicFramePr>
        <p:xfrm>
          <a:off x="404563" y="7401076"/>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26D9-1D2A-5660-04EA-9EDC81B8A6BC}"/>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480A1CF-B528-0390-DEE7-B084B42774A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7A6B8AB-6C2B-DDBB-79ED-9796C5D7D20E}"/>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F4AB5F3-C500-4CB0-80BB-F1AE91309F23}"/>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graphicFrame>
        <p:nvGraphicFramePr>
          <p:cNvPr id="5" name="표 4">
            <a:extLst>
              <a:ext uri="{FF2B5EF4-FFF2-40B4-BE49-F238E27FC236}">
                <a16:creationId xmlns:a16="http://schemas.microsoft.com/office/drawing/2014/main" id="{5622300C-1D4C-0EC8-2CFA-A48DEE03D400}"/>
              </a:ext>
            </a:extLst>
          </p:cNvPr>
          <p:cNvGraphicFramePr>
            <a:graphicFrameLocks noGrp="1"/>
          </p:cNvGraphicFramePr>
          <p:nvPr>
            <p:extLst>
              <p:ext uri="{D42A27DB-BD31-4B8C-83A1-F6EECF244321}">
                <p14:modId xmlns:p14="http://schemas.microsoft.com/office/powerpoint/2010/main" val="24662992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10" name="표 9">
            <a:extLst>
              <a:ext uri="{FF2B5EF4-FFF2-40B4-BE49-F238E27FC236}">
                <a16:creationId xmlns:a16="http://schemas.microsoft.com/office/drawing/2014/main" id="{0A29343E-6656-BA44-32DA-7B2E00231CF4}"/>
              </a:ext>
            </a:extLst>
          </p:cNvPr>
          <p:cNvGraphicFramePr>
            <a:graphicFrameLocks noGrp="1"/>
          </p:cNvGraphicFramePr>
          <p:nvPr>
            <p:extLst>
              <p:ext uri="{D42A27DB-BD31-4B8C-83A1-F6EECF244321}">
                <p14:modId xmlns:p14="http://schemas.microsoft.com/office/powerpoint/2010/main" val="3800609389"/>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30484EFA-50ED-F0E7-6131-63A8A185BB0D}"/>
              </a:ext>
            </a:extLst>
          </p:cNvPr>
          <p:cNvSpPr txBox="1"/>
          <p:nvPr/>
        </p:nvSpPr>
        <p:spPr>
          <a:xfrm>
            <a:off x="401536" y="6291620"/>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8" name="표 7">
            <a:extLst>
              <a:ext uri="{FF2B5EF4-FFF2-40B4-BE49-F238E27FC236}">
                <a16:creationId xmlns:a16="http://schemas.microsoft.com/office/drawing/2014/main" id="{784830EB-4A89-E559-0102-08337C4D0BBC}"/>
              </a:ext>
            </a:extLst>
          </p:cNvPr>
          <p:cNvGraphicFramePr>
            <a:graphicFrameLocks noGrp="1"/>
          </p:cNvGraphicFramePr>
          <p:nvPr>
            <p:extLst>
              <p:ext uri="{D42A27DB-BD31-4B8C-83A1-F6EECF244321}">
                <p14:modId xmlns:p14="http://schemas.microsoft.com/office/powerpoint/2010/main" val="3037434818"/>
              </p:ext>
            </p:extLst>
          </p:nvPr>
        </p:nvGraphicFramePr>
        <p:xfrm>
          <a:off x="401536" y="7030944"/>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E7EE3C37-6B52-8C78-9710-8CCE1EC68093}"/>
              </a:ext>
            </a:extLst>
          </p:cNvPr>
          <p:cNvGraphicFramePr>
            <a:graphicFrameLocks noGrp="1"/>
          </p:cNvGraphicFramePr>
          <p:nvPr>
            <p:extLst>
              <p:ext uri="{D42A27DB-BD31-4B8C-83A1-F6EECF244321}">
                <p14:modId xmlns:p14="http://schemas.microsoft.com/office/powerpoint/2010/main" val="3779510905"/>
              </p:ext>
            </p:extLst>
          </p:nvPr>
        </p:nvGraphicFramePr>
        <p:xfrm>
          <a:off x="401536" y="6568501"/>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11" name="TextBox 10">
            <a:extLst>
              <a:ext uri="{FF2B5EF4-FFF2-40B4-BE49-F238E27FC236}">
                <a16:creationId xmlns:a16="http://schemas.microsoft.com/office/drawing/2014/main" id="{F9C55511-D090-80FB-6888-2FD1CA1809F7}"/>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15" name="표 14">
            <a:extLst>
              <a:ext uri="{FF2B5EF4-FFF2-40B4-BE49-F238E27FC236}">
                <a16:creationId xmlns:a16="http://schemas.microsoft.com/office/drawing/2014/main" id="{9CF837E8-AC1E-34B3-6614-418DC3CC552E}"/>
              </a:ext>
            </a:extLst>
          </p:cNvPr>
          <p:cNvGraphicFramePr>
            <a:graphicFrameLocks noGrp="1"/>
          </p:cNvGraphicFramePr>
          <p:nvPr>
            <p:extLst>
              <p:ext uri="{D42A27DB-BD31-4B8C-83A1-F6EECF244321}">
                <p14:modId xmlns:p14="http://schemas.microsoft.com/office/powerpoint/2010/main" val="3153505348"/>
              </p:ext>
            </p:extLst>
          </p:nvPr>
        </p:nvGraphicFramePr>
        <p:xfrm>
          <a:off x="404817" y="3339171"/>
          <a:ext cx="6048614" cy="25798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64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should be careful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must be cleared before the frame frequency transition with a flicker-less is started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and be set after the frame frequency transition is completed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7156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PCK_SYNC_E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SYNC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then the PWM clock for each channel is created in synchronization with vsync.</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SYNC Disable (Recommended)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SYNC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608641"/>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all set values other than 0x155 will prohibit all write accesses to all internal registers except the MAX_CURR_REF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6" name="표 15">
            <a:extLst>
              <a:ext uri="{FF2B5EF4-FFF2-40B4-BE49-F238E27FC236}">
                <a16:creationId xmlns:a16="http://schemas.microsoft.com/office/drawing/2014/main" id="{BB66D3FD-2D64-2A97-14FC-BC92352A9553}"/>
              </a:ext>
            </a:extLst>
          </p:cNvPr>
          <p:cNvGraphicFramePr>
            <a:graphicFrameLocks noGrp="1"/>
          </p:cNvGraphicFramePr>
          <p:nvPr>
            <p:extLst>
              <p:ext uri="{D42A27DB-BD31-4B8C-83A1-F6EECF244321}">
                <p14:modId xmlns:p14="http://schemas.microsoft.com/office/powerpoint/2010/main" val="3277967266"/>
              </p:ext>
            </p:extLst>
          </p:nvPr>
        </p:nvGraphicFramePr>
        <p:xfrm>
          <a:off x="404818" y="2876533"/>
          <a:ext cx="6048619" cy="372600"/>
        </p:xfrm>
        <a:graphic>
          <a:graphicData uri="http://schemas.openxmlformats.org/drawingml/2006/table">
            <a:tbl>
              <a:tblPr firstRow="1" bandRow="1">
                <a:tableStyleId>{5C22544A-7EE6-4342-B048-85BDC9FD1C3A}</a:tableStyleId>
              </a:tblPr>
              <a:tblGrid>
                <a:gridCol w="317714">
                  <a:extLst>
                    <a:ext uri="{9D8B030D-6E8A-4147-A177-3AD203B41FA5}">
                      <a16:colId xmlns:a16="http://schemas.microsoft.com/office/drawing/2014/main" val="657570846"/>
                    </a:ext>
                  </a:extLst>
                </a:gridCol>
                <a:gridCol w="349339">
                  <a:extLst>
                    <a:ext uri="{9D8B030D-6E8A-4147-A177-3AD203B41FA5}">
                      <a16:colId xmlns:a16="http://schemas.microsoft.com/office/drawing/2014/main" val="3259894497"/>
                    </a:ext>
                  </a:extLst>
                </a:gridCol>
                <a:gridCol w="418554">
                  <a:extLst>
                    <a:ext uri="{9D8B030D-6E8A-4147-A177-3AD203B41FA5}">
                      <a16:colId xmlns:a16="http://schemas.microsoft.com/office/drawing/2014/main" val="4170535043"/>
                    </a:ext>
                  </a:extLst>
                </a:gridCol>
                <a:gridCol w="586067">
                  <a:extLst>
                    <a:ext uri="{9D8B030D-6E8A-4147-A177-3AD203B41FA5}">
                      <a16:colId xmlns:a16="http://schemas.microsoft.com/office/drawing/2014/main" val="2079070694"/>
                    </a:ext>
                  </a:extLst>
                </a:gridCol>
                <a:gridCol w="670605">
                  <a:extLst>
                    <a:ext uri="{9D8B030D-6E8A-4147-A177-3AD203B41FA5}">
                      <a16:colId xmlns:a16="http://schemas.microsoft.com/office/drawing/2014/main" val="4213315911"/>
                    </a:ext>
                  </a:extLst>
                </a:gridCol>
                <a:gridCol w="365949">
                  <a:extLst>
                    <a:ext uri="{9D8B030D-6E8A-4147-A177-3AD203B41FA5}">
                      <a16:colId xmlns:a16="http://schemas.microsoft.com/office/drawing/2014/main" val="2769999950"/>
                    </a:ext>
                  </a:extLst>
                </a:gridCol>
                <a:gridCol w="365949">
                  <a:extLst>
                    <a:ext uri="{9D8B030D-6E8A-4147-A177-3AD203B41FA5}">
                      <a16:colId xmlns:a16="http://schemas.microsoft.com/office/drawing/2014/main" val="135637185"/>
                    </a:ext>
                  </a:extLst>
                </a:gridCol>
                <a:gridCol w="365949">
                  <a:extLst>
                    <a:ext uri="{9D8B030D-6E8A-4147-A177-3AD203B41FA5}">
                      <a16:colId xmlns:a16="http://schemas.microsoft.com/office/drawing/2014/main" val="3038050475"/>
                    </a:ext>
                  </a:extLst>
                </a:gridCol>
                <a:gridCol w="412799">
                  <a:extLst>
                    <a:ext uri="{9D8B030D-6E8A-4147-A177-3AD203B41FA5}">
                      <a16:colId xmlns:a16="http://schemas.microsoft.com/office/drawing/2014/main" val="1979433044"/>
                    </a:ext>
                  </a:extLst>
                </a:gridCol>
                <a:gridCol w="365949">
                  <a:extLst>
                    <a:ext uri="{9D8B030D-6E8A-4147-A177-3AD203B41FA5}">
                      <a16:colId xmlns:a16="http://schemas.microsoft.com/office/drawing/2014/main" val="4270661649"/>
                    </a:ext>
                  </a:extLst>
                </a:gridCol>
                <a:gridCol w="365949">
                  <a:extLst>
                    <a:ext uri="{9D8B030D-6E8A-4147-A177-3AD203B41FA5}">
                      <a16:colId xmlns:a16="http://schemas.microsoft.com/office/drawing/2014/main" val="3027041370"/>
                    </a:ext>
                  </a:extLst>
                </a:gridCol>
                <a:gridCol w="365949">
                  <a:extLst>
                    <a:ext uri="{9D8B030D-6E8A-4147-A177-3AD203B41FA5}">
                      <a16:colId xmlns:a16="http://schemas.microsoft.com/office/drawing/2014/main" val="2852526216"/>
                    </a:ext>
                  </a:extLst>
                </a:gridCol>
                <a:gridCol w="365949">
                  <a:extLst>
                    <a:ext uri="{9D8B030D-6E8A-4147-A177-3AD203B41FA5}">
                      <a16:colId xmlns:a16="http://schemas.microsoft.com/office/drawing/2014/main" val="103420222"/>
                    </a:ext>
                  </a:extLst>
                </a:gridCol>
                <a:gridCol w="365949">
                  <a:extLst>
                    <a:ext uri="{9D8B030D-6E8A-4147-A177-3AD203B41FA5}">
                      <a16:colId xmlns:a16="http://schemas.microsoft.com/office/drawing/2014/main" val="1470405609"/>
                    </a:ext>
                  </a:extLst>
                </a:gridCol>
                <a:gridCol w="3659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0xD55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PCK_SYNC_E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915534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732383395"/>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534791393"/>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98891788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480829460"/>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909199182"/>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3693139627"/>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3737829085"/>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433756438"/>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821406666"/>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88375850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44117209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27362796"/>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980406535"/>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78084561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33152123"/>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46001020"/>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2744910554"/>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34196104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22790883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690709076"/>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0442908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669939130"/>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91611498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2803515141"/>
              </p:ext>
            </p:extLst>
          </p:nvPr>
        </p:nvGraphicFramePr>
        <p:xfrm>
          <a:off x="3919794" y="4723738"/>
          <a:ext cx="2359085" cy="356153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8584"/>
            <a:ext cx="2062039" cy="169277"/>
          </a:xfrm>
          <a:prstGeom prst="rect">
            <a:avLst/>
          </a:prstGeom>
        </p:spPr>
        <p:txBody>
          <a:bodyPr vert="horz" wrap="non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pic>
        <p:nvPicPr>
          <p:cNvPr id="5" name="그림 4">
            <a:extLst>
              <a:ext uri="{FF2B5EF4-FFF2-40B4-BE49-F238E27FC236}">
                <a16:creationId xmlns:a16="http://schemas.microsoft.com/office/drawing/2014/main" id="{663B7B1A-304F-B0CE-AD67-2365D48781A7}"/>
              </a:ext>
            </a:extLst>
          </p:cNvPr>
          <p:cNvPicPr>
            <a:picLocks noChangeAspect="1"/>
          </p:cNvPicPr>
          <p:nvPr/>
        </p:nvPicPr>
        <p:blipFill>
          <a:blip r:embed="rId2"/>
          <a:srcRect l="5862" t="4574" r="3323"/>
          <a:stretch/>
        </p:blipFill>
        <p:spPr>
          <a:xfrm>
            <a:off x="3429000" y="1792205"/>
            <a:ext cx="3169411" cy="2742145"/>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3"/>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3196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XD12P</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54311</TotalTime>
  <Words>10223</Words>
  <Application>Microsoft Office PowerPoint</Application>
  <PresentationFormat>A4 용지(210x297mm)</PresentationFormat>
  <Paragraphs>3247</Paragraphs>
  <Slides>33</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33</vt:i4>
      </vt:variant>
    </vt:vector>
  </HeadingPairs>
  <TitlesOfParts>
    <vt:vector size="40" baseType="lpstr">
      <vt:lpstr>Microsoft GothicNeo</vt:lpstr>
      <vt:lpstr>굴림</vt:lpstr>
      <vt:lpstr>맑은 고딕</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1899</cp:revision>
  <cp:lastPrinted>2023-08-01T07:21:23Z</cp:lastPrinted>
  <dcterms:created xsi:type="dcterms:W3CDTF">2020-06-17T04:27:48Z</dcterms:created>
  <dcterms:modified xsi:type="dcterms:W3CDTF">2025-08-20T02:23:33Z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