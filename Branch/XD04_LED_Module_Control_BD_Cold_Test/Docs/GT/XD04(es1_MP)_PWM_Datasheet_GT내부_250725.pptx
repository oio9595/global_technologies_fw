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6"/>
  </p:notesMasterIdLst>
  <p:handoutMasterIdLst>
    <p:handoutMasterId r:id="rId37"/>
  </p:handoutMasterIdLst>
  <p:sldIdLst>
    <p:sldId id="438" r:id="rId5"/>
    <p:sldId id="439" r:id="rId6"/>
    <p:sldId id="440" r:id="rId7"/>
    <p:sldId id="432" r:id="rId8"/>
    <p:sldId id="279" r:id="rId9"/>
    <p:sldId id="420" r:id="rId10"/>
    <p:sldId id="276" r:id="rId11"/>
    <p:sldId id="417" r:id="rId12"/>
    <p:sldId id="418" r:id="rId13"/>
    <p:sldId id="287" r:id="rId14"/>
    <p:sldId id="444" r:id="rId15"/>
    <p:sldId id="419" r:id="rId16"/>
    <p:sldId id="442" r:id="rId17"/>
    <p:sldId id="431" r:id="rId18"/>
    <p:sldId id="428" r:id="rId19"/>
    <p:sldId id="441" r:id="rId20"/>
    <p:sldId id="293" r:id="rId21"/>
    <p:sldId id="427" r:id="rId22"/>
    <p:sldId id="330" r:id="rId23"/>
    <p:sldId id="412" r:id="rId24"/>
    <p:sldId id="414" r:id="rId25"/>
    <p:sldId id="407" r:id="rId26"/>
    <p:sldId id="437" r:id="rId27"/>
    <p:sldId id="422" r:id="rId28"/>
    <p:sldId id="443" r:id="rId29"/>
    <p:sldId id="415" r:id="rId30"/>
    <p:sldId id="410" r:id="rId31"/>
    <p:sldId id="433" r:id="rId32"/>
    <p:sldId id="413" r:id="rId33"/>
    <p:sldId id="421" r:id="rId34"/>
    <p:sldId id="348" r:id="rId35"/>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78" userDrawn="1">
          <p15:clr>
            <a:srgbClr val="A4A3A4"/>
          </p15:clr>
        </p15:guide>
        <p15:guide id="12" pos="3566" userDrawn="1">
          <p15:clr>
            <a:srgbClr val="A4A3A4"/>
          </p15:clr>
        </p15:guide>
        <p15:guide id="13" pos="1593" userDrawn="1">
          <p15:clr>
            <a:srgbClr val="A4A3A4"/>
          </p15:clr>
        </p15:guide>
        <p15:guide id="14" pos="2523" userDrawn="1">
          <p15:clr>
            <a:srgbClr val="A4A3A4"/>
          </p15:clr>
        </p15:guide>
        <p15:guide id="15" pos="4042" userDrawn="1">
          <p15:clr>
            <a:srgbClr val="A4A3A4"/>
          </p15:clr>
        </p15:guide>
        <p15:guide id="16" orient="horz" pos="943" userDrawn="1">
          <p15:clr>
            <a:srgbClr val="A4A3A4"/>
          </p15:clr>
        </p15:guide>
        <p15:guide id="17" orient="horz" pos="230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260"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D9"/>
    <a:srgbClr val="F0F0F0"/>
    <a:srgbClr val="EFEFEF"/>
    <a:srgbClr val="EBEBEB"/>
    <a:srgbClr val="ECECEC"/>
    <a:srgbClr val="0066FF"/>
    <a:srgbClr val="00CC00"/>
    <a:srgbClr val="FF00FF"/>
    <a:srgbClr val="FFFF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865" autoAdjust="0"/>
    <p:restoredTop sz="97202" autoAdjust="0"/>
  </p:normalViewPr>
  <p:slideViewPr>
    <p:cSldViewPr snapToGrid="0">
      <p:cViewPr varScale="1">
        <p:scale>
          <a:sx n="75" d="100"/>
          <a:sy n="75" d="100"/>
        </p:scale>
        <p:origin x="3714" y="54"/>
      </p:cViewPr>
      <p:guideLst>
        <p:guide orient="horz" pos="240"/>
        <p:guide orient="horz" pos="5910"/>
        <p:guide pos="4110"/>
        <p:guide orient="horz" pos="2689"/>
        <p:guide pos="278"/>
        <p:guide pos="3566"/>
        <p:guide pos="1593"/>
        <p:guide pos="2523"/>
        <p:guide pos="4042"/>
        <p:guide orient="horz" pos="943"/>
        <p:guide orient="horz" pos="2304"/>
        <p:guide orient="horz" pos="3800"/>
        <p:guide orient="horz" pos="4390"/>
        <p:guide orient="horz" pos="5568"/>
        <p:guide orient="horz" pos="1419"/>
        <p:guide orient="horz" pos="1260"/>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2025-07-25 (Fri)</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2025-07-25 (Fri)</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XD04P</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2025-07-25 (Fri)</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8B2FFC-7CE9-644C-488E-D9AD4F9B6761}"/>
              </a:ext>
            </a:extLst>
          </p:cNvPr>
          <p:cNvSpPr txBox="1"/>
          <p:nvPr userDrawn="1"/>
        </p:nvSpPr>
        <p:spPr>
          <a:xfrm rot="18900000">
            <a:off x="1670137" y="4537501"/>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
        <p:nvSpPr>
          <p:cNvPr id="2" name="슬라이드 번호 개체 틀 3">
            <a:extLst>
              <a:ext uri="{FF2B5EF4-FFF2-40B4-BE49-F238E27FC236}">
                <a16:creationId xmlns:a16="http://schemas.microsoft.com/office/drawing/2014/main" id="{7CF4F3B0-4DAE-5304-2AB0-A87D3494F59D}"/>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25. July.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00036"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XD04P</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895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High-Current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XD04P is a </a:t>
            </a:r>
            <a:r>
              <a:rPr lang="en-US" altLang="ko-KR" sz="1000" dirty="0">
                <a:latin typeface="Arial" panose="020B0604020202020204" pitchFamily="34" charset="0"/>
                <a:ea typeface="Arial" panose="020B0604020202020204" pitchFamily="34" charset="0"/>
                <a:cs typeface="Arial" panose="020B0604020202020204" pitchFamily="34" charset="0"/>
              </a:rPr>
              <a:t>4</a:t>
            </a:r>
            <a:r>
              <a:rPr lang="en-US" altLang="ko-KR" sz="1000" dirty="0">
                <a:effectLst/>
                <a:latin typeface="Arial" panose="020B0604020202020204" pitchFamily="34" charset="0"/>
                <a:ea typeface="Arial" panose="020B0604020202020204" pitchFamily="34" charset="0"/>
                <a:cs typeface="Arial" panose="020B0604020202020204" pitchFamily="34" charset="0"/>
              </a:rPr>
              <a:t>-channel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high-current sink driver for mini-LED Backlight display applications in AM direct driving methodology. It supports max 128mA and 80V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indication signal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XD04P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884216"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364057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821256"/>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4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80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(8/16/24/32/48/64/92/128mA)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max current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12-bit or 14-bit PWM brightness control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±1% (@ trimmed point)</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and OPEN detection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latin typeface="Arial" panose="020B0604020202020204" pitchFamily="34" charset="0"/>
                <a:ea typeface="Arial" panose="020B0604020202020204" pitchFamily="34" charset="0"/>
                <a:cs typeface="굴림" panose="020B0600000101010101" pitchFamily="50" charset="-127"/>
              </a:rPr>
              <a:t>Over-Temperature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detection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(JEDEC JS-001-2017 Human Body Model) : ±2KV</a:t>
            </a:r>
          </a:p>
        </p:txBody>
      </p:sp>
    </p:spTree>
    <p:extLst>
      <p:ext uri="{BB962C8B-B14F-4D97-AF65-F5344CB8AC3E}">
        <p14:creationId xmlns:p14="http://schemas.microsoft.com/office/powerpoint/2010/main" val="3921949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16843" y="4983731"/>
            <a:ext cx="1471350"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79849" y="8344416"/>
            <a:ext cx="1697344"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12" name="그림 11">
            <a:extLst>
              <a:ext uri="{FF2B5EF4-FFF2-40B4-BE49-F238E27FC236}">
                <a16:creationId xmlns:a16="http://schemas.microsoft.com/office/drawing/2014/main" id="{4C830753-CC92-55B1-EF45-4C5FBD0AA9D2}"/>
              </a:ext>
            </a:extLst>
          </p:cNvPr>
          <p:cNvPicPr>
            <a:picLocks noChangeAspect="1"/>
          </p:cNvPicPr>
          <p:nvPr/>
        </p:nvPicPr>
        <p:blipFill>
          <a:blip r:embed="rId2"/>
          <a:stretch>
            <a:fillRect/>
          </a:stretch>
        </p:blipFill>
        <p:spPr>
          <a:xfrm>
            <a:off x="413544" y="6026594"/>
            <a:ext cx="6039889" cy="2214313"/>
          </a:xfrm>
          <a:prstGeom prst="rect">
            <a:avLst/>
          </a:prstGeom>
        </p:spPr>
      </p:pic>
      <p:pic>
        <p:nvPicPr>
          <p:cNvPr id="4" name="그림 3">
            <a:extLst>
              <a:ext uri="{FF2B5EF4-FFF2-40B4-BE49-F238E27FC236}">
                <a16:creationId xmlns:a16="http://schemas.microsoft.com/office/drawing/2014/main" id="{102F8729-F359-32CD-0F55-15D269B8B837}"/>
              </a:ext>
            </a:extLst>
          </p:cNvPr>
          <p:cNvPicPr>
            <a:picLocks noChangeAspect="1"/>
          </p:cNvPicPr>
          <p:nvPr/>
        </p:nvPicPr>
        <p:blipFill>
          <a:blip r:embed="rId3"/>
          <a:stretch>
            <a:fillRect/>
          </a:stretch>
        </p:blipFill>
        <p:spPr>
          <a:xfrm>
            <a:off x="1468967" y="1281486"/>
            <a:ext cx="3798884" cy="3564000"/>
          </a:xfrm>
          <a:prstGeom prst="rect">
            <a:avLst/>
          </a:prstGeom>
        </p:spPr>
      </p:pic>
    </p:spTree>
    <p:extLst>
      <p:ext uri="{BB962C8B-B14F-4D97-AF65-F5344CB8AC3E}">
        <p14:creationId xmlns:p14="http://schemas.microsoft.com/office/powerpoint/2010/main" val="95143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7C30DE3-4D22-589E-192E-7C27E3DC89B9}"/>
              </a:ext>
            </a:extLst>
          </p:cNvPr>
          <p:cNvSpPr txBox="1"/>
          <p:nvPr/>
        </p:nvSpPr>
        <p:spPr>
          <a:xfrm>
            <a:off x="410818" y="436562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09619" y="3929622"/>
            <a:ext cx="1241975"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a:t>
            </a:r>
            <a:r>
              <a:rPr lang="en-US" sz="900" b="1" spc="15" dirty="0">
                <a:solidFill>
                  <a:prstClr val="black"/>
                </a:solidFill>
                <a:latin typeface="Arial" panose="020B0604020202020204" pitchFamily="34" charset="0"/>
                <a:cs typeface="Arial" panose="020B0604020202020204" pitchFamily="34" charset="0"/>
              </a:rPr>
              <a:t>ure</a:t>
            </a:r>
            <a:r>
              <a:rPr kumimoji="0" lang="en-US" sz="900" b="1" spc="15" dirty="0">
                <a:solidFill>
                  <a:prstClr val="black"/>
                </a:solidFill>
                <a:latin typeface="Arial" panose="020B0604020202020204" pitchFamily="34" charset="0"/>
                <a:ea typeface="+mn-ea"/>
                <a:cs typeface="Arial" panose="020B0604020202020204" pitchFamily="34" charset="0"/>
              </a:rPr>
              <a:t>. 3 Pin diagram </a:t>
            </a:r>
          </a:p>
        </p:txBody>
      </p:sp>
      <p:graphicFrame>
        <p:nvGraphicFramePr>
          <p:cNvPr id="70" name="표 69">
            <a:extLst>
              <a:ext uri="{FF2B5EF4-FFF2-40B4-BE49-F238E27FC236}">
                <a16:creationId xmlns:a16="http://schemas.microsoft.com/office/drawing/2014/main" id="{D3FD2C7A-6CF4-E776-8B23-FDF6BBB1DD60}"/>
              </a:ext>
            </a:extLst>
          </p:cNvPr>
          <p:cNvGraphicFramePr>
            <a:graphicFrameLocks noGrp="1"/>
          </p:cNvGraphicFramePr>
          <p:nvPr>
            <p:extLst>
              <p:ext uri="{D42A27DB-BD31-4B8C-83A1-F6EECF244321}">
                <p14:modId xmlns:p14="http://schemas.microsoft.com/office/powerpoint/2010/main" val="498912682"/>
              </p:ext>
            </p:extLst>
          </p:nvPr>
        </p:nvGraphicFramePr>
        <p:xfrm>
          <a:off x="404813" y="4718232"/>
          <a:ext cx="6042618" cy="4137567"/>
        </p:xfrm>
        <a:graphic>
          <a:graphicData uri="http://schemas.openxmlformats.org/drawingml/2006/table">
            <a:tbl>
              <a:tblPr>
                <a:tableStyleId>{5C22544A-7EE6-4342-B048-85BDC9FD1C3A}</a:tableStyleId>
              </a:tblPr>
              <a:tblGrid>
                <a:gridCol w="899201">
                  <a:extLst>
                    <a:ext uri="{9D8B030D-6E8A-4147-A177-3AD203B41FA5}">
                      <a16:colId xmlns:a16="http://schemas.microsoft.com/office/drawing/2014/main" val="1199541810"/>
                    </a:ext>
                  </a:extLst>
                </a:gridCol>
                <a:gridCol w="479950">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82535">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grpSp>
        <p:nvGrpSpPr>
          <p:cNvPr id="4" name="그룹 3">
            <a:extLst>
              <a:ext uri="{FF2B5EF4-FFF2-40B4-BE49-F238E27FC236}">
                <a16:creationId xmlns:a16="http://schemas.microsoft.com/office/drawing/2014/main" id="{6286CFF1-2029-D974-2C1B-2B19E5DDD31A}"/>
              </a:ext>
            </a:extLst>
          </p:cNvPr>
          <p:cNvGrpSpPr/>
          <p:nvPr/>
        </p:nvGrpSpPr>
        <p:grpSpPr>
          <a:xfrm>
            <a:off x="2210934" y="1348942"/>
            <a:ext cx="2469811" cy="2433714"/>
            <a:chOff x="2210934" y="1389451"/>
            <a:chExt cx="2469811" cy="2433714"/>
          </a:xfrm>
        </p:grpSpPr>
        <p:sp>
          <p:nvSpPr>
            <p:cNvPr id="7" name="직사각형 6">
              <a:extLst>
                <a:ext uri="{FF2B5EF4-FFF2-40B4-BE49-F238E27FC236}">
                  <a16:creationId xmlns:a16="http://schemas.microsoft.com/office/drawing/2014/main" id="{24173BF2-DB0A-D35A-848F-7A76EF3BA56E}"/>
                </a:ext>
              </a:extLst>
            </p:cNvPr>
            <p:cNvSpPr/>
            <p:nvPr/>
          </p:nvSpPr>
          <p:spPr>
            <a:xfrm>
              <a:off x="2210934" y="138945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563C623B-84A8-EB56-0FE6-DA43DE8619F2}"/>
                </a:ext>
              </a:extLst>
            </p:cNvPr>
            <p:cNvSpPr/>
            <p:nvPr/>
          </p:nvSpPr>
          <p:spPr>
            <a:xfrm>
              <a:off x="2917292"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C3CB9E01-2468-9B5B-E207-24CEA8A9BE36}"/>
                </a:ext>
              </a:extLst>
            </p:cNvPr>
            <p:cNvSpPr/>
            <p:nvPr/>
          </p:nvSpPr>
          <p:spPr>
            <a:xfrm>
              <a:off x="3207249"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C4B2C635-46C6-0AB3-C81A-DAD968AEF9A8}"/>
                </a:ext>
              </a:extLst>
            </p:cNvPr>
            <p:cNvSpPr/>
            <p:nvPr/>
          </p:nvSpPr>
          <p:spPr>
            <a:xfrm>
              <a:off x="3497206"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02D0F6F7-DEDD-1D0E-1D67-E86D9BEEFA7D}"/>
                </a:ext>
              </a:extLst>
            </p:cNvPr>
            <p:cNvSpPr/>
            <p:nvPr/>
          </p:nvSpPr>
          <p:spPr>
            <a:xfrm>
              <a:off x="3787163"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6" name="순서도: 카드 25">
              <a:extLst>
                <a:ext uri="{FF2B5EF4-FFF2-40B4-BE49-F238E27FC236}">
                  <a16:creationId xmlns:a16="http://schemas.microsoft.com/office/drawing/2014/main" id="{0B1E1816-D3C3-204B-CC09-0FB086DA8C39}"/>
                </a:ext>
              </a:extLst>
            </p:cNvPr>
            <p:cNvSpPr/>
            <p:nvPr/>
          </p:nvSpPr>
          <p:spPr>
            <a:xfrm rot="16200000">
              <a:off x="2818667" y="1979830"/>
              <a:ext cx="1247715" cy="1261883"/>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A24A8AE2-8F78-CB2E-3A44-346169505E21}"/>
                </a:ext>
              </a:extLst>
            </p:cNvPr>
            <p:cNvSpPr txBox="1"/>
            <p:nvPr/>
          </p:nvSpPr>
          <p:spPr>
            <a:xfrm>
              <a:off x="3210714" y="2458392"/>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39BC82EA-8E35-CF98-7053-D05908EAAD69}"/>
                </a:ext>
              </a:extLst>
            </p:cNvPr>
            <p:cNvSpPr txBox="1"/>
            <p:nvPr/>
          </p:nvSpPr>
          <p:spPr>
            <a:xfrm>
              <a:off x="2664884" y="336273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10AF2524-F7FD-CB5C-FE8B-A04BE9342D21}"/>
                </a:ext>
              </a:extLst>
            </p:cNvPr>
            <p:cNvSpPr txBox="1"/>
            <p:nvPr/>
          </p:nvSpPr>
          <p:spPr>
            <a:xfrm>
              <a:off x="2943038"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0" name="TextBox 39">
              <a:extLst>
                <a:ext uri="{FF2B5EF4-FFF2-40B4-BE49-F238E27FC236}">
                  <a16:creationId xmlns:a16="http://schemas.microsoft.com/office/drawing/2014/main" id="{7A1CE843-F36B-9717-62E9-84402BCCFB0B}"/>
                </a:ext>
              </a:extLst>
            </p:cNvPr>
            <p:cNvSpPr txBox="1"/>
            <p:nvPr/>
          </p:nvSpPr>
          <p:spPr>
            <a:xfrm>
              <a:off x="3520104"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3" name="TextBox 42">
              <a:extLst>
                <a:ext uri="{FF2B5EF4-FFF2-40B4-BE49-F238E27FC236}">
                  <a16:creationId xmlns:a16="http://schemas.microsoft.com/office/drawing/2014/main" id="{4A4DDE9A-57AB-4DDE-C2BE-D34F688F3893}"/>
                </a:ext>
              </a:extLst>
            </p:cNvPr>
            <p:cNvSpPr txBox="1"/>
            <p:nvPr/>
          </p:nvSpPr>
          <p:spPr>
            <a:xfrm>
              <a:off x="4205488" y="187414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4" name="TextBox 43">
              <a:extLst>
                <a:ext uri="{FF2B5EF4-FFF2-40B4-BE49-F238E27FC236}">
                  <a16:creationId xmlns:a16="http://schemas.microsoft.com/office/drawing/2014/main" id="{B3C99D92-9C24-D7D7-B1D5-FB41E9E5312A}"/>
                </a:ext>
              </a:extLst>
            </p:cNvPr>
            <p:cNvSpPr txBox="1"/>
            <p:nvPr/>
          </p:nvSpPr>
          <p:spPr>
            <a:xfrm>
              <a:off x="4205488" y="21081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86D5F50E-C94F-86B5-EC25-F03EAEFF55E8}"/>
                </a:ext>
              </a:extLst>
            </p:cNvPr>
            <p:cNvSpPr txBox="1"/>
            <p:nvPr/>
          </p:nvSpPr>
          <p:spPr>
            <a:xfrm>
              <a:off x="4198943" y="239799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7" name="TextBox 46">
              <a:extLst>
                <a:ext uri="{FF2B5EF4-FFF2-40B4-BE49-F238E27FC236}">
                  <a16:creationId xmlns:a16="http://schemas.microsoft.com/office/drawing/2014/main" id="{151CB822-26BE-52E9-0406-E73BE03F25CF}"/>
                </a:ext>
              </a:extLst>
            </p:cNvPr>
            <p:cNvSpPr txBox="1"/>
            <p:nvPr/>
          </p:nvSpPr>
          <p:spPr>
            <a:xfrm>
              <a:off x="4199879" y="29726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F87BCAD9-707F-F179-8D0C-A87D40121816}"/>
                </a:ext>
              </a:extLst>
            </p:cNvPr>
            <p:cNvSpPr txBox="1"/>
            <p:nvPr/>
          </p:nvSpPr>
          <p:spPr>
            <a:xfrm>
              <a:off x="2553492" y="323829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A5F24A4D-AB44-CD38-BAC8-85EDE407CBD7}"/>
                </a:ext>
              </a:extLst>
            </p:cNvPr>
            <p:cNvSpPr txBox="1"/>
            <p:nvPr/>
          </p:nvSpPr>
          <p:spPr>
            <a:xfrm>
              <a:off x="2557218" y="297861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EB0979BD-DCEF-81F3-2AB7-62EF691B115A}"/>
                </a:ext>
              </a:extLst>
            </p:cNvPr>
            <p:cNvSpPr txBox="1"/>
            <p:nvPr/>
          </p:nvSpPr>
          <p:spPr>
            <a:xfrm>
              <a:off x="2564329" y="2697184"/>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9C3040C0-1670-A5EB-4994-B06DEFAB78E5}"/>
                </a:ext>
              </a:extLst>
            </p:cNvPr>
            <p:cNvSpPr txBox="1"/>
            <p:nvPr/>
          </p:nvSpPr>
          <p:spPr>
            <a:xfrm>
              <a:off x="2557278" y="213029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6A65B3DA-F4DB-07BB-3A82-011DAC86F4C9}"/>
                </a:ext>
              </a:extLst>
            </p:cNvPr>
            <p:cNvSpPr txBox="1"/>
            <p:nvPr/>
          </p:nvSpPr>
          <p:spPr>
            <a:xfrm>
              <a:off x="2649903" y="170876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1E4E3B0F-C291-467B-DE3E-3D59790EA4B0}"/>
                </a:ext>
              </a:extLst>
            </p:cNvPr>
            <p:cNvSpPr txBox="1"/>
            <p:nvPr/>
          </p:nvSpPr>
          <p:spPr>
            <a:xfrm>
              <a:off x="2928057" y="170876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8" name="TextBox 57">
              <a:extLst>
                <a:ext uri="{FF2B5EF4-FFF2-40B4-BE49-F238E27FC236}">
                  <a16:creationId xmlns:a16="http://schemas.microsoft.com/office/drawing/2014/main" id="{CF3B8ACC-597D-7C0B-536E-227776AD1BE0}"/>
                </a:ext>
              </a:extLst>
            </p:cNvPr>
            <p:cNvSpPr txBox="1"/>
            <p:nvPr/>
          </p:nvSpPr>
          <p:spPr>
            <a:xfrm>
              <a:off x="3532522"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0" name="TextBox 59">
              <a:extLst>
                <a:ext uri="{FF2B5EF4-FFF2-40B4-BE49-F238E27FC236}">
                  <a16:creationId xmlns:a16="http://schemas.microsoft.com/office/drawing/2014/main" id="{7C4DA1E0-5F44-93BF-A2D5-C5CA6DDF0963}"/>
                </a:ext>
              </a:extLst>
            </p:cNvPr>
            <p:cNvSpPr txBox="1"/>
            <p:nvPr/>
          </p:nvSpPr>
          <p:spPr>
            <a:xfrm>
              <a:off x="4070063" y="170636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1" name="TextBox 60">
              <a:extLst>
                <a:ext uri="{FF2B5EF4-FFF2-40B4-BE49-F238E27FC236}">
                  <a16:creationId xmlns:a16="http://schemas.microsoft.com/office/drawing/2014/main" id="{435B3799-0525-1B0D-D170-6278CBECA007}"/>
                </a:ext>
              </a:extLst>
            </p:cNvPr>
            <p:cNvSpPr txBox="1"/>
            <p:nvPr/>
          </p:nvSpPr>
          <p:spPr>
            <a:xfrm>
              <a:off x="2564329" y="240853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2" name="TextBox 61">
              <a:extLst>
                <a:ext uri="{FF2B5EF4-FFF2-40B4-BE49-F238E27FC236}">
                  <a16:creationId xmlns:a16="http://schemas.microsoft.com/office/drawing/2014/main" id="{166CE33E-8BBF-73A6-4F3D-A6D9CB9EE58C}"/>
                </a:ext>
              </a:extLst>
            </p:cNvPr>
            <p:cNvSpPr txBox="1"/>
            <p:nvPr/>
          </p:nvSpPr>
          <p:spPr>
            <a:xfrm>
              <a:off x="2553492" y="189042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3" name="TextBox 62">
              <a:extLst>
                <a:ext uri="{FF2B5EF4-FFF2-40B4-BE49-F238E27FC236}">
                  <a16:creationId xmlns:a16="http://schemas.microsoft.com/office/drawing/2014/main" id="{BBC134A7-1B7E-4815-47D4-6DCF1EFC355A}"/>
                </a:ext>
              </a:extLst>
            </p:cNvPr>
            <p:cNvSpPr txBox="1"/>
            <p:nvPr/>
          </p:nvSpPr>
          <p:spPr>
            <a:xfrm>
              <a:off x="3225807"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4" name="TextBox 63">
              <a:extLst>
                <a:ext uri="{FF2B5EF4-FFF2-40B4-BE49-F238E27FC236}">
                  <a16:creationId xmlns:a16="http://schemas.microsoft.com/office/drawing/2014/main" id="{E2733144-5813-D739-1F05-13D65443BCC0}"/>
                </a:ext>
              </a:extLst>
            </p:cNvPr>
            <p:cNvSpPr txBox="1"/>
            <p:nvPr/>
          </p:nvSpPr>
          <p:spPr>
            <a:xfrm>
              <a:off x="4198943" y="2683699"/>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5" name="TextBox 64">
              <a:extLst>
                <a:ext uri="{FF2B5EF4-FFF2-40B4-BE49-F238E27FC236}">
                  <a16:creationId xmlns:a16="http://schemas.microsoft.com/office/drawing/2014/main" id="{55C998E3-D11E-8797-3CE8-B16FE10EB7BF}"/>
                </a:ext>
              </a:extLst>
            </p:cNvPr>
            <p:cNvSpPr txBox="1"/>
            <p:nvPr/>
          </p:nvSpPr>
          <p:spPr>
            <a:xfrm>
              <a:off x="4202645" y="320143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B380A982-D105-C845-82B1-53C4E8C5BCB6}"/>
                </a:ext>
              </a:extLst>
            </p:cNvPr>
            <p:cNvSpPr txBox="1"/>
            <p:nvPr/>
          </p:nvSpPr>
          <p:spPr>
            <a:xfrm>
              <a:off x="3227001"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7" name="TextBox 66">
              <a:extLst>
                <a:ext uri="{FF2B5EF4-FFF2-40B4-BE49-F238E27FC236}">
                  <a16:creationId xmlns:a16="http://schemas.microsoft.com/office/drawing/2014/main" id="{0522AB43-01EC-D23A-2A86-58AA5FCF5CA9}"/>
                </a:ext>
              </a:extLst>
            </p:cNvPr>
            <p:cNvSpPr txBox="1"/>
            <p:nvPr/>
          </p:nvSpPr>
          <p:spPr>
            <a:xfrm>
              <a:off x="4075029" y="337387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79A50F2E-F789-E75E-B8F7-8F9153FFEB7F}"/>
                </a:ext>
              </a:extLst>
            </p:cNvPr>
            <p:cNvGrpSpPr/>
            <p:nvPr/>
          </p:nvGrpSpPr>
          <p:grpSpPr>
            <a:xfrm>
              <a:off x="2608988" y="3515561"/>
              <a:ext cx="1665977" cy="307603"/>
              <a:chOff x="2608988" y="3515561"/>
              <a:chExt cx="1665977" cy="307603"/>
            </a:xfrm>
          </p:grpSpPr>
          <p:sp>
            <p:nvSpPr>
              <p:cNvPr id="22" name="직사각형 21">
                <a:extLst>
                  <a:ext uri="{FF2B5EF4-FFF2-40B4-BE49-F238E27FC236}">
                    <a16:creationId xmlns:a16="http://schemas.microsoft.com/office/drawing/2014/main" id="{D88B1C9D-0216-E57F-E04D-507FC56BB12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AEA1CE35-DEDC-04C7-A288-515126DC337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69E3FFBA-C895-62D8-67EC-E6C9CDAE032D}"/>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5" name="직사각형 24">
                <a:extLst>
                  <a:ext uri="{FF2B5EF4-FFF2-40B4-BE49-F238E27FC236}">
                    <a16:creationId xmlns:a16="http://schemas.microsoft.com/office/drawing/2014/main" id="{B14EADB5-D141-AED1-F92E-C2AEF9322068}"/>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E981FD84-853F-8FAF-9432-B8F172BBBE90}"/>
                  </a:ext>
                </a:extLst>
              </p:cNvPr>
              <p:cNvGrpSpPr/>
              <p:nvPr/>
            </p:nvGrpSpPr>
            <p:grpSpPr>
              <a:xfrm>
                <a:off x="2608988" y="3515561"/>
                <a:ext cx="223838" cy="306640"/>
                <a:chOff x="2608988" y="3515561"/>
                <a:chExt cx="223838" cy="306640"/>
              </a:xfrm>
            </p:grpSpPr>
            <p:sp>
              <p:nvSpPr>
                <p:cNvPr id="34" name="사각형: 잘린 한쪽 모서리 33">
                  <a:extLst>
                    <a:ext uri="{FF2B5EF4-FFF2-40B4-BE49-F238E27FC236}">
                      <a16:creationId xmlns:a16="http://schemas.microsoft.com/office/drawing/2014/main" id="{383555C4-7AA1-5867-E610-C80919AAB672}"/>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 name="TextBox 4">
                  <a:extLst>
                    <a:ext uri="{FF2B5EF4-FFF2-40B4-BE49-F238E27FC236}">
                      <a16:creationId xmlns:a16="http://schemas.microsoft.com/office/drawing/2014/main" id="{E61C4C77-7142-236E-EC3F-50544A74E7BD}"/>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5AF46A53-B25C-ED6A-B336-16749CADBCA7}"/>
                  </a:ext>
                </a:extLst>
              </p:cNvPr>
              <p:cNvGrpSpPr/>
              <p:nvPr/>
            </p:nvGrpSpPr>
            <p:grpSpPr>
              <a:xfrm>
                <a:off x="4051127" y="3515563"/>
                <a:ext cx="223838" cy="307601"/>
                <a:chOff x="4051127" y="3515563"/>
                <a:chExt cx="223838" cy="307601"/>
              </a:xfrm>
            </p:grpSpPr>
            <p:sp>
              <p:nvSpPr>
                <p:cNvPr id="35" name="사각형: 잘린 한쪽 모서리 34">
                  <a:extLst>
                    <a:ext uri="{FF2B5EF4-FFF2-40B4-BE49-F238E27FC236}">
                      <a16:creationId xmlns:a16="http://schemas.microsoft.com/office/drawing/2014/main" id="{07551753-B5F6-8150-6DD6-D22B826742FF}"/>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067C15DD-EAA5-0D7B-A49F-CCAC036A1854}"/>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8" name="그룹 47">
              <a:extLst>
                <a:ext uri="{FF2B5EF4-FFF2-40B4-BE49-F238E27FC236}">
                  <a16:creationId xmlns:a16="http://schemas.microsoft.com/office/drawing/2014/main" id="{92DDCB73-ED46-B6BE-794A-021B7D02DAE2}"/>
                </a:ext>
              </a:extLst>
            </p:cNvPr>
            <p:cNvGrpSpPr/>
            <p:nvPr/>
          </p:nvGrpSpPr>
          <p:grpSpPr>
            <a:xfrm rot="16200000">
              <a:off x="3693955" y="2448285"/>
              <a:ext cx="1665977" cy="307603"/>
              <a:chOff x="2608988" y="3515561"/>
              <a:chExt cx="1665977" cy="307603"/>
            </a:xfrm>
          </p:grpSpPr>
          <p:sp>
            <p:nvSpPr>
              <p:cNvPr id="52" name="직사각형 51">
                <a:extLst>
                  <a:ext uri="{FF2B5EF4-FFF2-40B4-BE49-F238E27FC236}">
                    <a16:creationId xmlns:a16="http://schemas.microsoft.com/office/drawing/2014/main" id="{316F3CAE-987E-7D5D-25A5-3A137E5C0B78}"/>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4" name="직사각형 53">
                <a:extLst>
                  <a:ext uri="{FF2B5EF4-FFF2-40B4-BE49-F238E27FC236}">
                    <a16:creationId xmlns:a16="http://schemas.microsoft.com/office/drawing/2014/main" id="{573B954B-6551-E8E0-4A87-22EFDDFEE68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직사각형 56">
                <a:extLst>
                  <a:ext uri="{FF2B5EF4-FFF2-40B4-BE49-F238E27FC236}">
                    <a16:creationId xmlns:a16="http://schemas.microsoft.com/office/drawing/2014/main" id="{33B1F904-4E22-4C6F-5F0D-BD93A27C698E}"/>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직사각형 68">
                <a:extLst>
                  <a:ext uri="{FF2B5EF4-FFF2-40B4-BE49-F238E27FC236}">
                    <a16:creationId xmlns:a16="http://schemas.microsoft.com/office/drawing/2014/main" id="{278A6836-AFEE-1878-497C-7CD12A0C77D4}"/>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71" name="그룹 70">
                <a:extLst>
                  <a:ext uri="{FF2B5EF4-FFF2-40B4-BE49-F238E27FC236}">
                    <a16:creationId xmlns:a16="http://schemas.microsoft.com/office/drawing/2014/main" id="{B66ED791-9102-C9AF-2184-0BE2C61F6221}"/>
                  </a:ext>
                </a:extLst>
              </p:cNvPr>
              <p:cNvGrpSpPr/>
              <p:nvPr/>
            </p:nvGrpSpPr>
            <p:grpSpPr>
              <a:xfrm>
                <a:off x="2608988" y="3515561"/>
                <a:ext cx="223838" cy="306640"/>
                <a:chOff x="2608988" y="3515561"/>
                <a:chExt cx="223838" cy="306640"/>
              </a:xfrm>
            </p:grpSpPr>
            <p:sp>
              <p:nvSpPr>
                <p:cNvPr id="75" name="사각형: 잘린 한쪽 모서리 74">
                  <a:extLst>
                    <a:ext uri="{FF2B5EF4-FFF2-40B4-BE49-F238E27FC236}">
                      <a16:creationId xmlns:a16="http://schemas.microsoft.com/office/drawing/2014/main" id="{26AD36EA-E370-A603-3E22-0648DC61369C}"/>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17BD8FA0-DC73-837F-6ACD-244D0E7E4DC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2" name="그룹 71">
                <a:extLst>
                  <a:ext uri="{FF2B5EF4-FFF2-40B4-BE49-F238E27FC236}">
                    <a16:creationId xmlns:a16="http://schemas.microsoft.com/office/drawing/2014/main" id="{FE7625B6-A7E5-7B44-0D13-15D397CBA683}"/>
                  </a:ext>
                </a:extLst>
              </p:cNvPr>
              <p:cNvGrpSpPr/>
              <p:nvPr/>
            </p:nvGrpSpPr>
            <p:grpSpPr>
              <a:xfrm>
                <a:off x="4051127" y="3515563"/>
                <a:ext cx="223838" cy="307601"/>
                <a:chOff x="4051127" y="3515563"/>
                <a:chExt cx="223838" cy="307601"/>
              </a:xfrm>
            </p:grpSpPr>
            <p:sp>
              <p:nvSpPr>
                <p:cNvPr id="73" name="사각형: 잘린 한쪽 모서리 72">
                  <a:extLst>
                    <a:ext uri="{FF2B5EF4-FFF2-40B4-BE49-F238E27FC236}">
                      <a16:creationId xmlns:a16="http://schemas.microsoft.com/office/drawing/2014/main" id="{8C60D6FE-52D9-5358-6B5C-BEB243DD1092}"/>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4" name="TextBox 73">
                  <a:extLst>
                    <a:ext uri="{FF2B5EF4-FFF2-40B4-BE49-F238E27FC236}">
                      <a16:creationId xmlns:a16="http://schemas.microsoft.com/office/drawing/2014/main" id="{DA8C2BA8-8AE0-D11E-C413-55B77C5AC90E}"/>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7" name="그룹 76">
              <a:extLst>
                <a:ext uri="{FF2B5EF4-FFF2-40B4-BE49-F238E27FC236}">
                  <a16:creationId xmlns:a16="http://schemas.microsoft.com/office/drawing/2014/main" id="{14948385-3755-B2B9-42C1-29939784167D}"/>
                </a:ext>
              </a:extLst>
            </p:cNvPr>
            <p:cNvGrpSpPr/>
            <p:nvPr/>
          </p:nvGrpSpPr>
          <p:grpSpPr>
            <a:xfrm rot="5400000">
              <a:off x="1535989" y="2463903"/>
              <a:ext cx="1665977" cy="307603"/>
              <a:chOff x="2608988" y="3515561"/>
              <a:chExt cx="1665977" cy="307603"/>
            </a:xfrm>
          </p:grpSpPr>
          <p:sp>
            <p:nvSpPr>
              <p:cNvPr id="78" name="직사각형 77">
                <a:extLst>
                  <a:ext uri="{FF2B5EF4-FFF2-40B4-BE49-F238E27FC236}">
                    <a16:creationId xmlns:a16="http://schemas.microsoft.com/office/drawing/2014/main" id="{0BFA90CF-561A-BBDC-91FC-5B14CF85B62C}"/>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9" name="직사각형 78">
                <a:extLst>
                  <a:ext uri="{FF2B5EF4-FFF2-40B4-BE49-F238E27FC236}">
                    <a16:creationId xmlns:a16="http://schemas.microsoft.com/office/drawing/2014/main" id="{5AA833C6-BC81-F87B-7C23-B6417D533A6A}"/>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직사각형 79">
                <a:extLst>
                  <a:ext uri="{FF2B5EF4-FFF2-40B4-BE49-F238E27FC236}">
                    <a16:creationId xmlns:a16="http://schemas.microsoft.com/office/drawing/2014/main" id="{FA53EDFA-8F55-B82E-C6B6-C2631318F46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직사각형 80">
                <a:extLst>
                  <a:ext uri="{FF2B5EF4-FFF2-40B4-BE49-F238E27FC236}">
                    <a16:creationId xmlns:a16="http://schemas.microsoft.com/office/drawing/2014/main" id="{100985ED-1770-3E61-99BF-2BA3ACC1B8E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82" name="그룹 81">
                <a:extLst>
                  <a:ext uri="{FF2B5EF4-FFF2-40B4-BE49-F238E27FC236}">
                    <a16:creationId xmlns:a16="http://schemas.microsoft.com/office/drawing/2014/main" id="{BB9FBB60-AE4A-1BA1-0E80-69335F01D8A1}"/>
                  </a:ext>
                </a:extLst>
              </p:cNvPr>
              <p:cNvGrpSpPr/>
              <p:nvPr/>
            </p:nvGrpSpPr>
            <p:grpSpPr>
              <a:xfrm>
                <a:off x="2608988" y="3515561"/>
                <a:ext cx="223838" cy="306640"/>
                <a:chOff x="2608988" y="3515561"/>
                <a:chExt cx="223838" cy="306640"/>
              </a:xfrm>
            </p:grpSpPr>
            <p:sp>
              <p:nvSpPr>
                <p:cNvPr id="87" name="사각형: 잘린 한쪽 모서리 86">
                  <a:extLst>
                    <a:ext uri="{FF2B5EF4-FFF2-40B4-BE49-F238E27FC236}">
                      <a16:creationId xmlns:a16="http://schemas.microsoft.com/office/drawing/2014/main" id="{1C5993AF-DB1B-36A8-F20B-FCD8EF4EDA25}"/>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8" name="TextBox 87">
                  <a:extLst>
                    <a:ext uri="{FF2B5EF4-FFF2-40B4-BE49-F238E27FC236}">
                      <a16:creationId xmlns:a16="http://schemas.microsoft.com/office/drawing/2014/main" id="{EBE31161-ACCA-48E3-4DF0-9F2F7A85A2DA}"/>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83" name="그룹 82">
                <a:extLst>
                  <a:ext uri="{FF2B5EF4-FFF2-40B4-BE49-F238E27FC236}">
                    <a16:creationId xmlns:a16="http://schemas.microsoft.com/office/drawing/2014/main" id="{3583525B-5B87-2106-F083-0EE6A01C2549}"/>
                  </a:ext>
                </a:extLst>
              </p:cNvPr>
              <p:cNvGrpSpPr/>
              <p:nvPr/>
            </p:nvGrpSpPr>
            <p:grpSpPr>
              <a:xfrm>
                <a:off x="4051127" y="3515563"/>
                <a:ext cx="223838" cy="307601"/>
                <a:chOff x="4051127" y="3515563"/>
                <a:chExt cx="223838" cy="307601"/>
              </a:xfrm>
            </p:grpSpPr>
            <p:sp>
              <p:nvSpPr>
                <p:cNvPr id="85" name="사각형: 잘린 한쪽 모서리 84">
                  <a:extLst>
                    <a:ext uri="{FF2B5EF4-FFF2-40B4-BE49-F238E27FC236}">
                      <a16:creationId xmlns:a16="http://schemas.microsoft.com/office/drawing/2014/main" id="{70E09A4B-C3D5-EB0B-680D-7A7D912DE831}"/>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DC8C237E-1254-A86C-048F-00948F3E6D67}"/>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102" name="그룹 101">
              <a:extLst>
                <a:ext uri="{FF2B5EF4-FFF2-40B4-BE49-F238E27FC236}">
                  <a16:creationId xmlns:a16="http://schemas.microsoft.com/office/drawing/2014/main" id="{5D7AA53F-AB68-FE45-2F9E-D641C60ED273}"/>
                </a:ext>
              </a:extLst>
            </p:cNvPr>
            <p:cNvGrpSpPr/>
            <p:nvPr/>
          </p:nvGrpSpPr>
          <p:grpSpPr>
            <a:xfrm>
              <a:off x="2608988" y="1392923"/>
              <a:ext cx="223838" cy="307601"/>
              <a:chOff x="2608988" y="1395304"/>
              <a:chExt cx="223838" cy="307601"/>
            </a:xfrm>
          </p:grpSpPr>
          <p:sp>
            <p:nvSpPr>
              <p:cNvPr id="29" name="사각형: 잘린 한쪽 모서리 28">
                <a:extLst>
                  <a:ext uri="{FF2B5EF4-FFF2-40B4-BE49-F238E27FC236}">
                    <a16:creationId xmlns:a16="http://schemas.microsoft.com/office/drawing/2014/main" id="{1B07B0E4-0969-A7F6-6C6E-54D9F30697E6}"/>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0" name="TextBox 99">
                <a:extLst>
                  <a:ext uri="{FF2B5EF4-FFF2-40B4-BE49-F238E27FC236}">
                    <a16:creationId xmlns:a16="http://schemas.microsoft.com/office/drawing/2014/main" id="{A3E027D6-C877-61F9-DD80-A78B5B8F823F}"/>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103" name="그룹 102">
              <a:extLst>
                <a:ext uri="{FF2B5EF4-FFF2-40B4-BE49-F238E27FC236}">
                  <a16:creationId xmlns:a16="http://schemas.microsoft.com/office/drawing/2014/main" id="{56E7E5C0-AA3E-8037-65F0-CF398AA18D53}"/>
                </a:ext>
              </a:extLst>
            </p:cNvPr>
            <p:cNvGrpSpPr/>
            <p:nvPr/>
          </p:nvGrpSpPr>
          <p:grpSpPr>
            <a:xfrm>
              <a:off x="4051127" y="1389451"/>
              <a:ext cx="223838" cy="307601"/>
              <a:chOff x="4051127" y="1389451"/>
              <a:chExt cx="223838" cy="307601"/>
            </a:xfrm>
          </p:grpSpPr>
          <p:sp>
            <p:nvSpPr>
              <p:cNvPr id="33" name="사각형: 잘린 한쪽 모서리 32">
                <a:extLst>
                  <a:ext uri="{FF2B5EF4-FFF2-40B4-BE49-F238E27FC236}">
                    <a16:creationId xmlns:a16="http://schemas.microsoft.com/office/drawing/2014/main" id="{CBB09F6D-5B0E-9CEE-9F96-B715797A569A}"/>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1" name="TextBox 100">
                <a:extLst>
                  <a:ext uri="{FF2B5EF4-FFF2-40B4-BE49-F238E27FC236}">
                    <a16:creationId xmlns:a16="http://schemas.microsoft.com/office/drawing/2014/main" id="{1A6A85D9-5306-C467-1288-730FAC5CBFC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4FCC177E-C3D9-D805-2949-5B03D1DDBB5C}"/>
                </a:ext>
              </a:extLst>
            </p:cNvPr>
            <p:cNvSpPr txBox="1"/>
            <p:nvPr/>
          </p:nvSpPr>
          <p:spPr>
            <a:xfrm>
              <a:off x="3783224" y="172192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15" name="TextBox 14">
              <a:extLst>
                <a:ext uri="{FF2B5EF4-FFF2-40B4-BE49-F238E27FC236}">
                  <a16:creationId xmlns:a16="http://schemas.microsoft.com/office/drawing/2014/main" id="{024DBFC8-83F2-16D3-4618-CC7CBB155DCA}"/>
                </a:ext>
              </a:extLst>
            </p:cNvPr>
            <p:cNvSpPr txBox="1"/>
            <p:nvPr/>
          </p:nvSpPr>
          <p:spPr>
            <a:xfrm>
              <a:off x="3779745" y="324797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227085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620165726"/>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2093359981"/>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4" name="그룹 3">
            <a:extLst>
              <a:ext uri="{FF2B5EF4-FFF2-40B4-BE49-F238E27FC236}">
                <a16:creationId xmlns:a16="http://schemas.microsoft.com/office/drawing/2014/main" id="{658195D5-DB43-DACF-88E9-0CE03095A781}"/>
              </a:ext>
            </a:extLst>
          </p:cNvPr>
          <p:cNvGrpSpPr/>
          <p:nvPr/>
        </p:nvGrpSpPr>
        <p:grpSpPr>
          <a:xfrm>
            <a:off x="2794443" y="6553702"/>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609619"/>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404812" y="4355222"/>
            <a:ext cx="6086679"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839948"/>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graphicFrame>
        <p:nvGraphicFramePr>
          <p:cNvPr id="56" name="표 55">
            <a:extLst>
              <a:ext uri="{FF2B5EF4-FFF2-40B4-BE49-F238E27FC236}">
                <a16:creationId xmlns:a16="http://schemas.microsoft.com/office/drawing/2014/main" id="{CF61C84B-0375-7D56-1955-FD380771F38B}"/>
              </a:ext>
            </a:extLst>
          </p:cNvPr>
          <p:cNvGraphicFramePr>
            <a:graphicFrameLocks noGrp="1"/>
          </p:cNvGraphicFramePr>
          <p:nvPr>
            <p:extLst>
              <p:ext uri="{D42A27DB-BD31-4B8C-83A1-F6EECF244321}">
                <p14:modId xmlns:p14="http://schemas.microsoft.com/office/powerpoint/2010/main" val="3878605015"/>
              </p:ext>
            </p:extLst>
          </p:nvPr>
        </p:nvGraphicFramePr>
        <p:xfrm>
          <a:off x="411754" y="1341152"/>
          <a:ext cx="6041682" cy="6307108"/>
        </p:xfrm>
        <a:graphic>
          <a:graphicData uri="http://schemas.openxmlformats.org/drawingml/2006/table">
            <a:tbl>
              <a:tblPr>
                <a:tableStyleId>{5C22544A-7EE6-4342-B048-85BDC9FD1C3A}</a:tableStyleId>
              </a:tblPr>
              <a:tblGrid>
                <a:gridCol w="814959">
                  <a:extLst>
                    <a:ext uri="{9D8B030D-6E8A-4147-A177-3AD203B41FA5}">
                      <a16:colId xmlns:a16="http://schemas.microsoft.com/office/drawing/2014/main" val="1199541810"/>
                    </a:ext>
                  </a:extLst>
                </a:gridCol>
                <a:gridCol w="550467">
                  <a:extLst>
                    <a:ext uri="{9D8B030D-6E8A-4147-A177-3AD203B41FA5}">
                      <a16:colId xmlns:a16="http://schemas.microsoft.com/office/drawing/2014/main" val="112759525"/>
                    </a:ext>
                  </a:extLst>
                </a:gridCol>
                <a:gridCol w="3191387">
                  <a:extLst>
                    <a:ext uri="{9D8B030D-6E8A-4147-A177-3AD203B41FA5}">
                      <a16:colId xmlns:a16="http://schemas.microsoft.com/office/drawing/2014/main" val="3900317923"/>
                    </a:ext>
                  </a:extLst>
                </a:gridCol>
                <a:gridCol w="148486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O4</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721895" y="1846437"/>
            <a:ext cx="1109397" cy="765191"/>
          </a:xfrm>
          <a:prstGeom prst="rect">
            <a:avLst/>
          </a:prstGeom>
        </p:spPr>
      </p:pic>
      <p:grpSp>
        <p:nvGrpSpPr>
          <p:cNvPr id="2" name="그룹 1">
            <a:extLst>
              <a:ext uri="{FF2B5EF4-FFF2-40B4-BE49-F238E27FC236}">
                <a16:creationId xmlns:a16="http://schemas.microsoft.com/office/drawing/2014/main" id="{FDF14C69-041A-DAEC-CFB9-B1E0BD8FF95C}"/>
              </a:ext>
            </a:extLst>
          </p:cNvPr>
          <p:cNvGrpSpPr/>
          <p:nvPr/>
        </p:nvGrpSpPr>
        <p:grpSpPr>
          <a:xfrm>
            <a:off x="2807104" y="4142420"/>
            <a:ext cx="1025276" cy="974255"/>
            <a:chOff x="2687819" y="3003631"/>
            <a:chExt cx="1094210" cy="1114062"/>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107127" y="7884771"/>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pic>
        <p:nvPicPr>
          <p:cNvPr id="8" name="그림 7">
            <a:extLst>
              <a:ext uri="{FF2B5EF4-FFF2-40B4-BE49-F238E27FC236}">
                <a16:creationId xmlns:a16="http://schemas.microsoft.com/office/drawing/2014/main" id="{4249DD87-697C-584C-A2E6-E6A415E346E0}"/>
              </a:ext>
            </a:extLst>
          </p:cNvPr>
          <p:cNvPicPr>
            <a:picLocks noChangeAspect="1"/>
          </p:cNvPicPr>
          <p:nvPr/>
        </p:nvPicPr>
        <p:blipFill>
          <a:blip r:embed="rId2"/>
          <a:stretch>
            <a:fillRect/>
          </a:stretch>
        </p:blipFill>
        <p:spPr>
          <a:xfrm>
            <a:off x="2691104" y="2996114"/>
            <a:ext cx="1170192" cy="772701"/>
          </a:xfrm>
          <a:prstGeom prst="rect">
            <a:avLst/>
          </a:prstGeom>
        </p:spPr>
      </p:pic>
      <p:pic>
        <p:nvPicPr>
          <p:cNvPr id="57" name="그림 56">
            <a:extLst>
              <a:ext uri="{FF2B5EF4-FFF2-40B4-BE49-F238E27FC236}">
                <a16:creationId xmlns:a16="http://schemas.microsoft.com/office/drawing/2014/main" id="{1ACDB6F9-0CD4-0C5B-56A6-7770F9F7D3E5}"/>
              </a:ext>
            </a:extLst>
          </p:cNvPr>
          <p:cNvPicPr>
            <a:picLocks noChangeAspect="1"/>
          </p:cNvPicPr>
          <p:nvPr/>
        </p:nvPicPr>
        <p:blipFill>
          <a:blip r:embed="rId4"/>
          <a:stretch>
            <a:fillRect/>
          </a:stretch>
        </p:blipFill>
        <p:spPr>
          <a:xfrm>
            <a:off x="2721895" y="6567253"/>
            <a:ext cx="1168491" cy="984325"/>
          </a:xfrm>
          <a:prstGeom prst="rect">
            <a:avLst/>
          </a:prstGeom>
        </p:spPr>
      </p:pic>
      <p:pic>
        <p:nvPicPr>
          <p:cNvPr id="58" name="그림 57">
            <a:extLst>
              <a:ext uri="{FF2B5EF4-FFF2-40B4-BE49-F238E27FC236}">
                <a16:creationId xmlns:a16="http://schemas.microsoft.com/office/drawing/2014/main" id="{6A781471-EBF0-28AF-D44F-AEE246AF97EB}"/>
              </a:ext>
            </a:extLst>
          </p:cNvPr>
          <p:cNvPicPr>
            <a:picLocks noChangeAspect="1"/>
          </p:cNvPicPr>
          <p:nvPr/>
        </p:nvPicPr>
        <p:blipFill>
          <a:blip r:embed="rId5"/>
          <a:stretch>
            <a:fillRect/>
          </a:stretch>
        </p:blipFill>
        <p:spPr>
          <a:xfrm>
            <a:off x="2767654" y="5420134"/>
            <a:ext cx="1064223"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2307908982"/>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80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128</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FF"/>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230223"/>
                  </a:ext>
                </a:extLst>
              </a:tr>
              <a:tr h="283173">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Operating</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a:t>
                      </a: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125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 </a:t>
                      </a: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 </a:t>
                      </a: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of 168 </a:t>
                      </a:r>
                      <a:r>
                        <a:rPr lang="en-US" sz="900" b="0" i="0" u="none" strike="noStrike" dirty="0" err="1">
                          <a:solidFill>
                            <a:srgbClr val="0000FF"/>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6" name="TextBox 5">
            <a:extLst>
              <a:ext uri="{FF2B5EF4-FFF2-40B4-BE49-F238E27FC236}">
                <a16:creationId xmlns:a16="http://schemas.microsoft.com/office/drawing/2014/main" id="{A43C9BF9-0AA4-A4CC-3EB8-2DC53CFC73EE}"/>
              </a:ext>
            </a:extLst>
          </p:cNvPr>
          <p:cNvSpPr txBox="1"/>
          <p:nvPr/>
        </p:nvSpPr>
        <p:spPr>
          <a:xfrm>
            <a:off x="400853" y="6571074"/>
            <a:ext cx="6052582" cy="307777"/>
          </a:xfrm>
          <a:prstGeom prst="rect">
            <a:avLst/>
          </a:prstGeom>
          <a:noFill/>
        </p:spPr>
        <p:txBody>
          <a:bodyPr wrap="square" lIns="0" rtlCol="0">
            <a:spAutoFit/>
          </a:bodyPr>
          <a:lstStyle/>
          <a:p>
            <a:r>
              <a:rPr lang="en-US" altLang="ko-KR" sz="1400" b="1" dirty="0">
                <a:solidFill>
                  <a:srgbClr val="0000FF"/>
                </a:solidFill>
                <a:latin typeface="Arial" panose="020B0604020202020204" pitchFamily="34" charset="0"/>
                <a:cs typeface="Arial" panose="020B0604020202020204" pitchFamily="34" charset="0"/>
              </a:rPr>
              <a:t>ESD &amp; Latch-up Ratings</a:t>
            </a:r>
          </a:p>
        </p:txBody>
      </p:sp>
      <p:sp>
        <p:nvSpPr>
          <p:cNvPr id="8" name="object 11">
            <a:extLst>
              <a:ext uri="{FF2B5EF4-FFF2-40B4-BE49-F238E27FC236}">
                <a16:creationId xmlns:a16="http://schemas.microsoft.com/office/drawing/2014/main" id="{8EAEE028-204D-6440-23B4-2EF63B93F352}"/>
              </a:ext>
            </a:extLst>
          </p:cNvPr>
          <p:cNvSpPr txBox="1"/>
          <p:nvPr/>
        </p:nvSpPr>
        <p:spPr>
          <a:xfrm>
            <a:off x="2412906" y="5535988"/>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0" name="object 11">
            <a:extLst>
              <a:ext uri="{FF2B5EF4-FFF2-40B4-BE49-F238E27FC236}">
                <a16:creationId xmlns:a16="http://schemas.microsoft.com/office/drawing/2014/main" id="{365AD178-83AC-3334-EE98-BE819D873A09}"/>
              </a:ext>
            </a:extLst>
          </p:cNvPr>
          <p:cNvSpPr txBox="1"/>
          <p:nvPr/>
        </p:nvSpPr>
        <p:spPr>
          <a:xfrm>
            <a:off x="2554451" y="8626005"/>
            <a:ext cx="1417824"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&amp; Latch-up </a:t>
            </a:r>
          </a:p>
        </p:txBody>
      </p:sp>
      <p:graphicFrame>
        <p:nvGraphicFramePr>
          <p:cNvPr id="11" name="표 10">
            <a:extLst>
              <a:ext uri="{FF2B5EF4-FFF2-40B4-BE49-F238E27FC236}">
                <a16:creationId xmlns:a16="http://schemas.microsoft.com/office/drawing/2014/main" id="{D919699E-A90A-B729-DAEB-77978BAA66B9}"/>
              </a:ext>
            </a:extLst>
          </p:cNvPr>
          <p:cNvGraphicFramePr>
            <a:graphicFrameLocks noGrp="1"/>
          </p:cNvGraphicFramePr>
          <p:nvPr>
            <p:extLst>
              <p:ext uri="{D42A27DB-BD31-4B8C-83A1-F6EECF244321}">
                <p14:modId xmlns:p14="http://schemas.microsoft.com/office/powerpoint/2010/main" val="4025513256"/>
              </p:ext>
            </p:extLst>
          </p:nvPr>
        </p:nvGraphicFramePr>
        <p:xfrm>
          <a:off x="400853" y="6885148"/>
          <a:ext cx="6048621" cy="158067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rgbClr val="0000FF"/>
                          </a:solidFill>
                          <a:effectLst/>
                          <a:latin typeface="Arial" panose="020B0604020202020204" pitchFamily="34" charset="0"/>
                          <a:ea typeface="MyriadPro-Regular"/>
                          <a:cs typeface="Arial" panose="020B0604020202020204" pitchFamily="34" charset="0"/>
                        </a:rPr>
                        <a:t>±</a:t>
                      </a: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r h="458110">
                <a:tc>
                  <a:txBody>
                    <a:bodyPr/>
                    <a:lstStyle/>
                    <a:p>
                      <a:pPr algn="ctr" latinLnBrk="0">
                        <a:lnSpc>
                          <a:spcPts val="1000"/>
                        </a:lnSpc>
                      </a:pPr>
                      <a:r>
                        <a:rPr lang="en-US" altLang="ko-KR" sz="900" kern="100" dirty="0">
                          <a:solidFill>
                            <a:srgbClr val="0000FF"/>
                          </a:solidFill>
                          <a:effectLst/>
                          <a:latin typeface="Arial" panose="020B0604020202020204" pitchFamily="34" charset="0"/>
                          <a:ea typeface="+mn-ea"/>
                          <a:cs typeface="Arial" panose="020B0604020202020204" pitchFamily="34" charset="0"/>
                        </a:rPr>
                        <a:t>Input Current (latch-up immunity)</a:t>
                      </a: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I</a:t>
                      </a:r>
                      <a:r>
                        <a:rPr kumimoji="0" lang="en-US" altLang="ko-KR" sz="900" b="0" i="0" u="none" strike="noStrike" kern="1200" cap="none" spc="0" normalizeH="0" baseline="-2500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LU</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alt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rPr>
                        <a:t>mA</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pl-PL" altLang="ko-KR" sz="900" kern="100" dirty="0">
                          <a:solidFill>
                            <a:srgbClr val="0000FF"/>
                          </a:solidFill>
                          <a:effectLst/>
                          <a:latin typeface="Arial" panose="020B0604020202020204" pitchFamily="34" charset="0"/>
                          <a:ea typeface="+mn-ea"/>
                          <a:cs typeface="Arial" panose="020B0604020202020204" pitchFamily="34" charset="0"/>
                        </a:rPr>
                        <a:t>Norm: </a:t>
                      </a:r>
                    </a:p>
                    <a:p>
                      <a:pPr algn="ctr" latinLnBrk="0">
                        <a:lnSpc>
                          <a:spcPts val="1000"/>
                        </a:lnSpc>
                      </a:pPr>
                      <a:r>
                        <a:rPr lang="pl-PL" altLang="ko-KR" sz="900" kern="100" dirty="0">
                          <a:solidFill>
                            <a:srgbClr val="0000FF"/>
                          </a:solidFill>
                          <a:effectLst/>
                          <a:latin typeface="Arial" panose="020B0604020202020204" pitchFamily="34" charset="0"/>
                          <a:ea typeface="+mn-ea"/>
                          <a:cs typeface="Arial" panose="020B0604020202020204" pitchFamily="34" charset="0"/>
                        </a:rPr>
                        <a:t>JEDEC JESD78D </a:t>
                      </a:r>
                      <a:endParaRPr lang="en-US" altLang="ko-KR" sz="900" kern="100" dirty="0">
                        <a:solidFill>
                          <a:srgbClr val="0000FF"/>
                        </a:solidFill>
                        <a:effectLst/>
                        <a:latin typeface="Arial" panose="020B0604020202020204" pitchFamily="34" charset="0"/>
                        <a:ea typeface="+mn-ea"/>
                        <a:cs typeface="Arial" panose="020B0604020202020204" pitchFamily="34" charset="0"/>
                      </a:endParaRPr>
                    </a:p>
                    <a:p>
                      <a:pPr algn="ctr" latinLnBrk="0">
                        <a:lnSpc>
                          <a:spcPts val="1000"/>
                        </a:lnSpc>
                      </a:pPr>
                      <a:r>
                        <a:rPr lang="pl-PL" altLang="ko-KR" sz="900" kern="100" dirty="0">
                          <a:solidFill>
                            <a:srgbClr val="0000FF"/>
                          </a:solidFill>
                          <a:effectLst/>
                          <a:latin typeface="Arial" panose="020B0604020202020204" pitchFamily="34" charset="0"/>
                          <a:ea typeface="+mn-ea"/>
                          <a:cs typeface="Arial" panose="020B0604020202020204" pitchFamily="34" charset="0"/>
                        </a:rPr>
                        <a:t>Nov 2011</a:t>
                      </a:r>
                      <a:endParaRPr lang="ko-KR" sz="900" kern="100" dirty="0">
                        <a:solidFill>
                          <a:srgbClr val="0000FF"/>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
        <p:nvSpPr>
          <p:cNvPr id="4" name="object 16">
            <a:extLst>
              <a:ext uri="{FF2B5EF4-FFF2-40B4-BE49-F238E27FC236}">
                <a16:creationId xmlns:a16="http://schemas.microsoft.com/office/drawing/2014/main" id="{C2552A97-219E-56F8-3A13-C8EE2FE95969}"/>
              </a:ext>
            </a:extLst>
          </p:cNvPr>
          <p:cNvSpPr txBox="1"/>
          <p:nvPr/>
        </p:nvSpPr>
        <p:spPr>
          <a:xfrm>
            <a:off x="400853" y="5733341"/>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solidFill>
                  <a:srgbClr val="0000FF"/>
                </a:solidFill>
                <a:latin typeface="Arial" panose="020B0604020202020204" pitchFamily="34" charset="0"/>
                <a:cs typeface="Arial" panose="020B0604020202020204" pitchFamily="34" charset="0"/>
              </a:rPr>
              <a:t>  3) Exposure to absolute maximum rating conditions for extended periods may affect device reliability</a:t>
            </a:r>
            <a:r>
              <a:rPr lang="en-US" altLang="ko-KR" sz="900" dirty="0">
                <a:latin typeface="Arial" panose="020B0604020202020204" pitchFamily="34" charset="0"/>
                <a:cs typeface="Arial" panose="020B0604020202020204" pitchFamily="34" charset="0"/>
              </a:rPr>
              <a:t>.</a:t>
            </a:r>
            <a:r>
              <a:rPr lang="en-US" sz="9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209960381"/>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uA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1.90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1.98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2.06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2.14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48mA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2.30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2.46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92mA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2.75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128mA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3.12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697085"/>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8449891"/>
              </p:ext>
            </p:extLst>
          </p:nvPr>
        </p:nvGraphicFramePr>
        <p:xfrm>
          <a:off x="411753" y="1136650"/>
          <a:ext cx="6041678" cy="6855883"/>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64055">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46355" indent="0" algn="ctr">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a:t>
                      </a:r>
                    </a:p>
                    <a:p>
                      <a:pPr marL="0" marR="46355" indent="0">
                        <a:lnSpc>
                          <a:spcPct val="100000"/>
                        </a:lnSpc>
                        <a:spcBef>
                          <a:spcPts val="85"/>
                        </a:spcBef>
                      </a:pPr>
                      <a:r>
                        <a:rPr lang="it-IT" altLang="ko-KR" sz="900" b="0" spc="-5" dirty="0">
                          <a:solidFill>
                            <a:schemeClr val="tx1"/>
                          </a:solidFill>
                          <a:latin typeface="Arial"/>
                          <a:cs typeface="Arial"/>
                        </a:rPr>
                        <a:t> 0.18V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8mA,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0.23V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dirty="0">
                          <a:solidFill>
                            <a:schemeClr val="tx1"/>
                          </a:solidFill>
                          <a:latin typeface="Arial"/>
                          <a:cs typeface="Arial"/>
                        </a:rPr>
                        <a:t>16mA</a:t>
                      </a:r>
                    </a:p>
                    <a:p>
                      <a:pPr marL="0" indent="0">
                        <a:lnSpc>
                          <a:spcPct val="100000"/>
                        </a:lnSpc>
                      </a:pPr>
                      <a:r>
                        <a:rPr lang="it-IT" altLang="ko-KR" sz="900" b="0" spc="-5" dirty="0">
                          <a:solidFill>
                            <a:schemeClr val="tx1"/>
                          </a:solidFill>
                          <a:latin typeface="Arial"/>
                          <a:cs typeface="Arial"/>
                        </a:rPr>
                        <a:t> 0.28V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0.33V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0" indent="0">
                        <a:lnSpc>
                          <a:spcPct val="100000"/>
                        </a:lnSpc>
                      </a:pPr>
                      <a:r>
                        <a:rPr lang="it-IT" altLang="ko-KR" sz="900" b="0" spc="-5" dirty="0">
                          <a:solidFill>
                            <a:schemeClr val="tx1"/>
                          </a:solidFill>
                          <a:latin typeface="Arial"/>
                          <a:cs typeface="Arial"/>
                        </a:rPr>
                        <a:t> 0.43V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48mA,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0.53V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p>
                      <a:pPr marL="0" indent="0">
                        <a:lnSpc>
                          <a:spcPct val="100000"/>
                        </a:lnSpc>
                      </a:pPr>
                      <a:r>
                        <a:rPr lang="it-IT" altLang="ko-KR" sz="900" b="0" spc="-5" dirty="0">
                          <a:solidFill>
                            <a:schemeClr val="tx1"/>
                          </a:solidFill>
                          <a:latin typeface="Arial"/>
                          <a:cs typeface="Arial"/>
                        </a:rPr>
                        <a:t> 0.69V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92mA,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0.92V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dirty="0">
                          <a:solidFill>
                            <a:schemeClr val="tx1"/>
                          </a:solidFill>
                          <a:latin typeface="Arial"/>
                          <a:cs typeface="Arial"/>
                        </a:rPr>
                        <a:t>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3820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41300" indent="0" algn="l">
                        <a:lnSpc>
                          <a:spcPct val="100000"/>
                        </a:lnSpc>
                        <a:spcBef>
                          <a:spcPts val="0"/>
                        </a:spcBef>
                      </a:pPr>
                      <a:r>
                        <a:rPr lang="en-US" sz="900" spc="-15" dirty="0">
                          <a:solidFill>
                            <a:schemeClr val="tx1"/>
                          </a:solidFill>
                          <a:latin typeface="Arial"/>
                          <a:cs typeface="Arial"/>
                        </a:rPr>
                        <a:t>  </a:t>
                      </a: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lang="en-US" sz="90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lang="en-US" sz="900" baseline="0" dirty="0">
                          <a:solidFill>
                            <a:schemeClr val="tx1"/>
                          </a:solidFill>
                          <a:latin typeface="Arial"/>
                          <a:cs typeface="Arial"/>
                        </a:rPr>
                        <a:t>:</a:t>
                      </a:r>
                      <a:r>
                        <a:rPr lang="en-US" altLang="ko-KR" sz="900" dirty="0">
                          <a:solidFill>
                            <a:schemeClr val="tx1"/>
                          </a:solidFill>
                          <a:latin typeface="Arial"/>
                          <a:cs typeface="Arial"/>
                        </a:rPr>
                        <a:t>3b’000 =  6V,  3b’001 =  8V</a:t>
                      </a:r>
                    </a:p>
                    <a:p>
                      <a:pPr marL="0" indent="0" algn="l">
                        <a:lnSpc>
                          <a:spcPct val="100000"/>
                        </a:lnSpc>
                        <a:spcBef>
                          <a:spcPts val="0"/>
                        </a:spcBef>
                      </a:pPr>
                      <a:r>
                        <a:rPr lang="en-US" altLang="ko-KR" sz="900" dirty="0">
                          <a:solidFill>
                            <a:schemeClr val="tx1"/>
                          </a:solidFill>
                          <a:latin typeface="Arial"/>
                          <a:cs typeface="Arial"/>
                        </a:rPr>
                        <a:t>3b’010 = 12V,</a:t>
                      </a:r>
                      <a:r>
                        <a:rPr lang="en-US" altLang="ko-KR" sz="900" spc="125" dirty="0">
                          <a:solidFill>
                            <a:schemeClr val="tx1"/>
                          </a:solidFill>
                          <a:latin typeface="Arial"/>
                          <a:cs typeface="Arial"/>
                        </a:rPr>
                        <a:t> </a:t>
                      </a:r>
                      <a:r>
                        <a:rPr lang="en-US" altLang="ko-KR" sz="900" dirty="0">
                          <a:solidFill>
                            <a:schemeClr val="tx1"/>
                          </a:solidFill>
                          <a:latin typeface="Arial"/>
                          <a:cs typeface="Arial"/>
                        </a:rPr>
                        <a:t>3b’011 = 16V</a:t>
                      </a:r>
                    </a:p>
                    <a:p>
                      <a:pPr marL="0" indent="0" algn="l">
                        <a:lnSpc>
                          <a:spcPct val="100000"/>
                        </a:lnSpc>
                        <a:spcBef>
                          <a:spcPts val="0"/>
                        </a:spcBef>
                      </a:pPr>
                      <a:r>
                        <a:rPr lang="en-US" altLang="ko-KR" sz="900" spc="-5" dirty="0">
                          <a:solidFill>
                            <a:schemeClr val="tx1"/>
                          </a:solidFill>
                          <a:latin typeface="Arial"/>
                          <a:cs typeface="Arial"/>
                        </a:rPr>
                        <a:t>3b’100 = 24V,</a:t>
                      </a:r>
                      <a:r>
                        <a:rPr lang="en-US" altLang="ko-KR" sz="900" spc="200" dirty="0">
                          <a:solidFill>
                            <a:schemeClr val="tx1"/>
                          </a:solidFill>
                          <a:latin typeface="Arial"/>
                          <a:cs typeface="Arial"/>
                        </a:rPr>
                        <a:t> </a:t>
                      </a:r>
                      <a:r>
                        <a:rPr lang="en-US" altLang="ko-KR" sz="900" spc="-5" dirty="0">
                          <a:solidFill>
                            <a:schemeClr val="tx1"/>
                          </a:solidFill>
                          <a:latin typeface="Arial"/>
                          <a:cs typeface="Arial"/>
                        </a:rPr>
                        <a:t>3b’101 = 32V</a:t>
                      </a:r>
                      <a:endParaRPr lang="en-US" altLang="ko-KR" sz="900" dirty="0">
                        <a:solidFill>
                          <a:schemeClr val="tx1"/>
                        </a:solidFill>
                        <a:latin typeface="Arial"/>
                        <a:cs typeface="Arial"/>
                      </a:endParaRPr>
                    </a:p>
                    <a:p>
                      <a:pPr marL="0" indent="0" algn="l">
                        <a:lnSpc>
                          <a:spcPct val="100000"/>
                        </a:lnSpc>
                        <a:spcBef>
                          <a:spcPts val="0"/>
                        </a:spcBef>
                      </a:pPr>
                      <a:r>
                        <a:rPr lang="en-US" altLang="ko-KR" sz="900" dirty="0">
                          <a:solidFill>
                            <a:schemeClr val="tx1"/>
                          </a:solidFill>
                          <a:latin typeface="Arial"/>
                          <a:cs typeface="Arial"/>
                        </a:rPr>
                        <a:t>3b’110 = 48V,</a:t>
                      </a:r>
                      <a:r>
                        <a:rPr lang="en-US" altLang="ko-KR" sz="900" spc="125" dirty="0">
                          <a:solidFill>
                            <a:schemeClr val="tx1"/>
                          </a:solidFill>
                          <a:latin typeface="Arial"/>
                          <a:cs typeface="Arial"/>
                        </a:rPr>
                        <a:t> </a:t>
                      </a:r>
                      <a:r>
                        <a:rPr lang="en-US" altLang="ko-KR" sz="900" dirty="0">
                          <a:solidFill>
                            <a:schemeClr val="tx1"/>
                          </a:solidFill>
                          <a:latin typeface="Arial"/>
                          <a:cs typeface="Arial"/>
                        </a:rPr>
                        <a:t>3b’111 = 70V</a:t>
                      </a:r>
                    </a:p>
                  </a:txBody>
                  <a:tcPr marL="18000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6022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8mA, 3’b001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24mA, 3’b011 = 32mA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48mA, 3’b101 = 64mA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92mA, 3’b111 = 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300567">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to a trimmed point * </a:t>
                      </a:r>
                      <a:r>
                        <a:rPr lang="en-US" altLang="ko-KR" sz="900" dirty="0">
                          <a:solidFill>
                            <a:srgbClr val="0000FF"/>
                          </a:solidFill>
                          <a:latin typeface="Arial"/>
                          <a:cs typeface="Arial"/>
                        </a:rPr>
                        <a:t>0.6</a:t>
                      </a:r>
                      <a:r>
                        <a:rPr lang="en-US" altLang="ko-KR" sz="900" dirty="0">
                          <a:latin typeface="Arial"/>
                          <a:cs typeface="Arial"/>
                        </a:rPr>
                        <a:t>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rgbClr val="0000FF"/>
                          </a:solidFill>
                          <a:latin typeface="Arial"/>
                          <a:cs typeface="Arial"/>
                        </a:rPr>
                        <a:t>-3.0</a:t>
                      </a:r>
                      <a:endParaRPr sz="900" dirty="0">
                        <a:solidFill>
                          <a:srgbClr val="0000FF"/>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rgbClr val="0000FF"/>
                          </a:solidFill>
                          <a:latin typeface="Arial"/>
                          <a:cs typeface="Arial"/>
                        </a:rPr>
                        <a:t>3.0</a:t>
                      </a:r>
                      <a:endParaRPr sz="900" dirty="0">
                        <a:solidFill>
                          <a:srgbClr val="0000FF"/>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4063">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a trimmed point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rgbClr val="0000FF"/>
                          </a:solidFill>
                          <a:latin typeface="Arial"/>
                          <a:cs typeface="Arial"/>
                        </a:rPr>
                        <a:t>-</a:t>
                      </a:r>
                      <a:r>
                        <a:rPr lang="en-US" sz="900" dirty="0">
                          <a:solidFill>
                            <a:srgbClr val="0000FF"/>
                          </a:solidFill>
                          <a:latin typeface="Arial"/>
                          <a:cs typeface="Arial"/>
                        </a:rPr>
                        <a:t>1.0</a:t>
                      </a:r>
                      <a:endParaRPr sz="900" dirty="0">
                        <a:solidFill>
                          <a:srgbClr val="0000FF"/>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rgbClr val="0000FF"/>
                          </a:solidFill>
                          <a:latin typeface="Arial"/>
                          <a:cs typeface="Arial"/>
                        </a:rPr>
                        <a:t>1.0</a:t>
                      </a:r>
                      <a:endParaRPr sz="900" dirty="0">
                        <a:solidFill>
                          <a:srgbClr val="0000FF"/>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406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dirty="0">
                          <a:latin typeface="Arial"/>
                          <a:cs typeface="Arial"/>
                        </a:rPr>
                        <a:t>a trimmed point to I</a:t>
                      </a:r>
                      <a:r>
                        <a:rPr lang="en-US" altLang="ko-KR" sz="900" baseline="-25000" dirty="0">
                          <a:latin typeface="Arial"/>
                          <a:cs typeface="Arial"/>
                        </a:rPr>
                        <a:t>MAX</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a:solidFill>
                            <a:srgbClr val="0000FF"/>
                          </a:solidFill>
                          <a:latin typeface="Arial"/>
                          <a:cs typeface="Arial"/>
                        </a:rPr>
                        <a:t>-</a:t>
                      </a:r>
                      <a:r>
                        <a:rPr lang="en-US" sz="900">
                          <a:solidFill>
                            <a:srgbClr val="0000FF"/>
                          </a:solidFill>
                          <a:latin typeface="Arial"/>
                          <a:cs typeface="Arial"/>
                        </a:rPr>
                        <a:t>3.0</a:t>
                      </a:r>
                      <a:endParaRPr sz="900" dirty="0">
                        <a:solidFill>
                          <a:srgbClr val="0000FF"/>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rgbClr val="0000FF"/>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lang="en-US" sz="900" dirty="0">
                          <a:solidFill>
                            <a:srgbClr val="0000FF"/>
                          </a:solidFill>
                          <a:latin typeface="Arial"/>
                          <a:cs typeface="Arial"/>
                        </a:rPr>
                        <a:t>3.0</a:t>
                      </a:r>
                      <a:endParaRPr sz="900" dirty="0">
                        <a:solidFill>
                          <a:srgbClr val="0000FF"/>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lang="en-US" sz="900" spc="-5" dirty="0">
                          <a:latin typeface="Arial"/>
                          <a:cs typeface="Arial"/>
                        </a:rPr>
                        <a:t>8</a:t>
                      </a:r>
                      <a:r>
                        <a:rPr sz="900" spc="-5" dirty="0">
                          <a:latin typeface="Arial"/>
                          <a:cs typeface="Arial"/>
                        </a:rPr>
                        <a:t>0V</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8022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4-ch)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0.60V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0.80V,  3’b011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1.20V,  3’b101 = 1.40V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1.60V,  3’b111 = 1.80V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rgbClr val="0000FF"/>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169376">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332761">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8128867"/>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 The value depends on the trimmed point.</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630386295"/>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FF"/>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FF"/>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374941"/>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19179"/>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404092"/>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754050"/>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
        <p:nvSpPr>
          <p:cNvPr id="8" name="object 11">
            <a:extLst>
              <a:ext uri="{FF2B5EF4-FFF2-40B4-BE49-F238E27FC236}">
                <a16:creationId xmlns:a16="http://schemas.microsoft.com/office/drawing/2014/main" id="{56CAAB90-F352-4657-6A5E-757BC29BE4ED}"/>
              </a:ext>
            </a:extLst>
          </p:cNvPr>
          <p:cNvSpPr txBox="1"/>
          <p:nvPr/>
        </p:nvSpPr>
        <p:spPr>
          <a:xfrm>
            <a:off x="2494505" y="49755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4" name="object 84">
            <a:extLst>
              <a:ext uri="{FF2B5EF4-FFF2-40B4-BE49-F238E27FC236}">
                <a16:creationId xmlns:a16="http://schemas.microsoft.com/office/drawing/2014/main" id="{2686E188-5EB6-C82A-8FDD-64078BB94176}"/>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99ACC-E47F-5E5F-0851-FF8B3E2202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8AD7817E-03C8-8382-F203-9B7BF1686B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E70AB21-BF67-3DE3-F2C9-324A959540C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BD67DE9-25AF-7DFC-2981-22569DB98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AEAA49A-B713-C7A9-A0CA-B130E1EFF3AA}"/>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18 and 17 as possible in below.</a:t>
            </a:r>
          </a:p>
        </p:txBody>
      </p:sp>
      <p:pic>
        <p:nvPicPr>
          <p:cNvPr id="7" name="그림 6">
            <a:extLst>
              <a:ext uri="{FF2B5EF4-FFF2-40B4-BE49-F238E27FC236}">
                <a16:creationId xmlns:a16="http://schemas.microsoft.com/office/drawing/2014/main" id="{A7F02AD1-6ADE-9FBE-5B09-604B8DEFCD8F}"/>
              </a:ext>
            </a:extLst>
          </p:cNvPr>
          <p:cNvPicPr>
            <a:picLocks noChangeAspect="1"/>
          </p:cNvPicPr>
          <p:nvPr/>
        </p:nvPicPr>
        <p:blipFill>
          <a:blip r:embed="rId2"/>
          <a:stretch>
            <a:fillRect/>
          </a:stretch>
        </p:blipFill>
        <p:spPr>
          <a:xfrm>
            <a:off x="366418" y="1936096"/>
            <a:ext cx="6058796" cy="1773891"/>
          </a:xfrm>
          <a:prstGeom prst="rect">
            <a:avLst/>
          </a:prstGeom>
        </p:spPr>
      </p:pic>
    </p:spTree>
    <p:extLst>
      <p:ext uri="{BB962C8B-B14F-4D97-AF65-F5344CB8AC3E}">
        <p14:creationId xmlns:p14="http://schemas.microsoft.com/office/powerpoint/2010/main" val="1025242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9" name="TextBox 18">
            <a:extLst>
              <a:ext uri="{FF2B5EF4-FFF2-40B4-BE49-F238E27FC236}">
                <a16:creationId xmlns:a16="http://schemas.microsoft.com/office/drawing/2014/main" id="{75F425CB-5628-5D1A-3BC5-598F6E17844F}"/>
              </a:ext>
            </a:extLst>
          </p:cNvPr>
          <p:cNvSpPr txBox="1"/>
          <p:nvPr/>
        </p:nvSpPr>
        <p:spPr>
          <a:xfrm>
            <a:off x="2346239" y="4405999"/>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10" name="그림 9">
            <a:extLst>
              <a:ext uri="{FF2B5EF4-FFF2-40B4-BE49-F238E27FC236}">
                <a16:creationId xmlns:a16="http://schemas.microsoft.com/office/drawing/2014/main" id="{1531DADE-5B98-61DE-C57F-E0C5EA2E1C9D}"/>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5" name="그림 14">
            <a:extLst>
              <a:ext uri="{FF2B5EF4-FFF2-40B4-BE49-F238E27FC236}">
                <a16:creationId xmlns:a16="http://schemas.microsoft.com/office/drawing/2014/main" id="{EAB9E69B-3291-A99E-B8C0-ABE0F350B9A8}"/>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21" name="TextBox 20">
            <a:extLst>
              <a:ext uri="{FF2B5EF4-FFF2-40B4-BE49-F238E27FC236}">
                <a16:creationId xmlns:a16="http://schemas.microsoft.com/office/drawing/2014/main" id="{530356FE-8B2A-A562-FDBF-B94DAB3478DE}"/>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E8B89-07B0-F9D4-15A4-38FC0680233D}"/>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8B6BCB07-B0DA-1358-9DB8-952008DAB77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965EE50-A6F4-0ABF-E542-29912B90B59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642EB6B-AEBF-54E5-EFDB-1A45438AD826}"/>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graphicFrame>
        <p:nvGraphicFramePr>
          <p:cNvPr id="12" name="표 11">
            <a:extLst>
              <a:ext uri="{FF2B5EF4-FFF2-40B4-BE49-F238E27FC236}">
                <a16:creationId xmlns:a16="http://schemas.microsoft.com/office/drawing/2014/main" id="{ED67BAD1-8330-EEEE-59DB-8172CAD9C23B}"/>
              </a:ext>
            </a:extLst>
          </p:cNvPr>
          <p:cNvGraphicFramePr>
            <a:graphicFrameLocks noGrp="1"/>
          </p:cNvGraphicFramePr>
          <p:nvPr>
            <p:extLst>
              <p:ext uri="{D42A27DB-BD31-4B8C-83A1-F6EECF244321}">
                <p14:modId xmlns:p14="http://schemas.microsoft.com/office/powerpoint/2010/main" val="3106827946"/>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2" name="TextBox 1">
            <a:extLst>
              <a:ext uri="{FF2B5EF4-FFF2-40B4-BE49-F238E27FC236}">
                <a16:creationId xmlns:a16="http://schemas.microsoft.com/office/drawing/2014/main" id="{251C5D44-F39A-A9B5-1CD5-D8FBDAB116F7}"/>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3ABD7FD-0D4C-DA0C-D956-EEBA68B2E47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pSp>
        <p:nvGrpSpPr>
          <p:cNvPr id="20" name="그룹 19">
            <a:extLst>
              <a:ext uri="{FF2B5EF4-FFF2-40B4-BE49-F238E27FC236}">
                <a16:creationId xmlns:a16="http://schemas.microsoft.com/office/drawing/2014/main" id="{D0BE9A2F-E79D-BFBA-1F43-55F7A22E802C}"/>
              </a:ext>
            </a:extLst>
          </p:cNvPr>
          <p:cNvGrpSpPr/>
          <p:nvPr/>
        </p:nvGrpSpPr>
        <p:grpSpPr>
          <a:xfrm>
            <a:off x="4989784" y="1999581"/>
            <a:ext cx="1332255" cy="230832"/>
            <a:chOff x="4989784" y="5674847"/>
            <a:chExt cx="1332255" cy="230832"/>
          </a:xfrm>
        </p:grpSpPr>
        <p:sp>
          <p:nvSpPr>
            <p:cNvPr id="4" name="TextBox 3">
              <a:extLst>
                <a:ext uri="{FF2B5EF4-FFF2-40B4-BE49-F238E27FC236}">
                  <a16:creationId xmlns:a16="http://schemas.microsoft.com/office/drawing/2014/main" id="{9EF28534-B5EE-3485-DDED-4689AFA44F03}"/>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5" name="직사각형 4">
              <a:extLst>
                <a:ext uri="{FF2B5EF4-FFF2-40B4-BE49-F238E27FC236}">
                  <a16:creationId xmlns:a16="http://schemas.microsoft.com/office/drawing/2014/main" id="{BA07E655-3B53-A2DF-37A2-94872508847F}"/>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6" name="직사각형 5">
              <a:extLst>
                <a:ext uri="{FF2B5EF4-FFF2-40B4-BE49-F238E27FC236}">
                  <a16:creationId xmlns:a16="http://schemas.microsoft.com/office/drawing/2014/main" id="{4B462C29-388A-A7A8-DA84-EA9DF4E9D070}"/>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TextBox 6">
              <a:extLst>
                <a:ext uri="{FF2B5EF4-FFF2-40B4-BE49-F238E27FC236}">
                  <a16:creationId xmlns:a16="http://schemas.microsoft.com/office/drawing/2014/main" id="{8817B49B-F45A-9865-7BE7-A0E56665752B}"/>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
        <p:nvSpPr>
          <p:cNvPr id="8" name="TextBox 7">
            <a:extLst>
              <a:ext uri="{FF2B5EF4-FFF2-40B4-BE49-F238E27FC236}">
                <a16:creationId xmlns:a16="http://schemas.microsoft.com/office/drawing/2014/main" id="{27A5E378-4E94-08B5-C072-89C34475847A}"/>
              </a:ext>
            </a:extLst>
          </p:cNvPr>
          <p:cNvSpPr txBox="1"/>
          <p:nvPr/>
        </p:nvSpPr>
        <p:spPr>
          <a:xfrm>
            <a:off x="2657221" y="4760975"/>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Tree>
    <p:extLst>
      <p:ext uri="{BB962C8B-B14F-4D97-AF65-F5344CB8AC3E}">
        <p14:creationId xmlns:p14="http://schemas.microsoft.com/office/powerpoint/2010/main" val="676369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DD624044-0ED2-243C-6A89-C77130EB706F}"/>
              </a:ext>
            </a:extLst>
          </p:cNvPr>
          <p:cNvSpPr txBox="1"/>
          <p:nvPr/>
        </p:nvSpPr>
        <p:spPr>
          <a:xfrm>
            <a:off x="1578400" y="3505215"/>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Shift Lighting @ PWM_RES=0, SCAN_NO[2:0]=0</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2" name="TextBox 11">
            <a:extLst>
              <a:ext uri="{FF2B5EF4-FFF2-40B4-BE49-F238E27FC236}">
                <a16:creationId xmlns:a16="http://schemas.microsoft.com/office/drawing/2014/main" id="{96E5B17C-2287-B7A2-1EA3-B23A696B6BEF}"/>
              </a:ext>
            </a:extLst>
          </p:cNvPr>
          <p:cNvSpPr txBox="1"/>
          <p:nvPr/>
        </p:nvSpPr>
        <p:spPr>
          <a:xfrm>
            <a:off x="1578399" y="5178469"/>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Head Shift Lighting @ PWM_RES=0, SCAN_NO[2:0]=3</a:t>
            </a:r>
          </a:p>
        </p:txBody>
      </p:sp>
      <p:sp>
        <p:nvSpPr>
          <p:cNvPr id="13" name="TextBox 12">
            <a:extLst>
              <a:ext uri="{FF2B5EF4-FFF2-40B4-BE49-F238E27FC236}">
                <a16:creationId xmlns:a16="http://schemas.microsoft.com/office/drawing/2014/main" id="{5C178813-85E5-9CBF-D5CF-004E8640FBE0}"/>
              </a:ext>
            </a:extLst>
          </p:cNvPr>
          <p:cNvSpPr txBox="1"/>
          <p:nvPr/>
        </p:nvSpPr>
        <p:spPr>
          <a:xfrm>
            <a:off x="1649139" y="6717635"/>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Tail Shift Lighting @ PWM_RES=0, SCAN_NO[2:0]=0</a:t>
            </a:r>
          </a:p>
        </p:txBody>
      </p:sp>
      <p:sp>
        <p:nvSpPr>
          <p:cNvPr id="14" name="TextBox 13">
            <a:extLst>
              <a:ext uri="{FF2B5EF4-FFF2-40B4-BE49-F238E27FC236}">
                <a16:creationId xmlns:a16="http://schemas.microsoft.com/office/drawing/2014/main" id="{67BC0D3A-3D30-547F-095B-8DB2A35EF8AF}"/>
              </a:ext>
            </a:extLst>
          </p:cNvPr>
          <p:cNvSpPr txBox="1"/>
          <p:nvPr/>
        </p:nvSpPr>
        <p:spPr>
          <a:xfrm>
            <a:off x="1628174" y="8390273"/>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Shift Lighting @ PWM_RES=0, SCAN_NO[2:0]=3</a:t>
            </a:r>
          </a:p>
        </p:txBody>
      </p:sp>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Tree>
    <p:extLst>
      <p:ext uri="{BB962C8B-B14F-4D97-AF65-F5344CB8AC3E}">
        <p14:creationId xmlns:p14="http://schemas.microsoft.com/office/powerpoint/2010/main" val="15119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grpSp>
        <p:nvGrpSpPr>
          <p:cNvPr id="6" name="그룹 5">
            <a:extLst>
              <a:ext uri="{FF2B5EF4-FFF2-40B4-BE49-F238E27FC236}">
                <a16:creationId xmlns:a16="http://schemas.microsoft.com/office/drawing/2014/main" id="{EDFD8266-1EF0-95F2-BEBF-2E020C9AD5BB}"/>
              </a:ext>
            </a:extLst>
          </p:cNvPr>
          <p:cNvGrpSpPr/>
          <p:nvPr/>
        </p:nvGrpSpPr>
        <p:grpSpPr>
          <a:xfrm>
            <a:off x="1710249" y="3656012"/>
            <a:ext cx="1260000" cy="1116000"/>
            <a:chOff x="1016681" y="4339884"/>
            <a:chExt cx="1427516" cy="1242000"/>
          </a:xfrm>
        </p:grpSpPr>
        <p:sp>
          <p:nvSpPr>
            <p:cNvPr id="8" name="직사각형 7">
              <a:extLst>
                <a:ext uri="{FF2B5EF4-FFF2-40B4-BE49-F238E27FC236}">
                  <a16:creationId xmlns:a16="http://schemas.microsoft.com/office/drawing/2014/main" id="{D040264E-55F8-A986-52DF-32443F6C074B}"/>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 name="그림 8">
              <a:extLst>
                <a:ext uri="{FF2B5EF4-FFF2-40B4-BE49-F238E27FC236}">
                  <a16:creationId xmlns:a16="http://schemas.microsoft.com/office/drawing/2014/main" id="{BFD80A06-2D60-AE6C-41C9-AAFF161EC2CD}"/>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4" name="직선 연결선 13">
              <a:extLst>
                <a:ext uri="{FF2B5EF4-FFF2-40B4-BE49-F238E27FC236}">
                  <a16:creationId xmlns:a16="http://schemas.microsoft.com/office/drawing/2014/main" id="{723E76E0-1C03-C0B3-9A3D-BC7D15B484A9}"/>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A6BD18D2-8FD5-31AF-D56D-779BC2BDEEDA}"/>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9" name="직선 연결선 28">
              <a:extLst>
                <a:ext uri="{FF2B5EF4-FFF2-40B4-BE49-F238E27FC236}">
                  <a16:creationId xmlns:a16="http://schemas.microsoft.com/office/drawing/2014/main" id="{16164317-50D2-7ADC-17D7-FF64FE399F4C}"/>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직사각형 30">
              <a:extLst>
                <a:ext uri="{FF2B5EF4-FFF2-40B4-BE49-F238E27FC236}">
                  <a16:creationId xmlns:a16="http://schemas.microsoft.com/office/drawing/2014/main" id="{0A1759E7-CBBA-2BC3-7C2A-79C2A65D240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32" name="직선 연결선 31">
              <a:extLst>
                <a:ext uri="{FF2B5EF4-FFF2-40B4-BE49-F238E27FC236}">
                  <a16:creationId xmlns:a16="http://schemas.microsoft.com/office/drawing/2014/main" id="{C56C83EE-9FFD-8C2E-2B1D-9C9E69D6C741}"/>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4781A83A-41E3-3F97-88A1-36BC8B112600}"/>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직사각형 33">
              <a:extLst>
                <a:ext uri="{FF2B5EF4-FFF2-40B4-BE49-F238E27FC236}">
                  <a16:creationId xmlns:a16="http://schemas.microsoft.com/office/drawing/2014/main" id="{D0876853-CB5D-BC8A-6492-DFA4DADA8C90}"/>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45" name="TextBox 44">
            <a:extLst>
              <a:ext uri="{FF2B5EF4-FFF2-40B4-BE49-F238E27FC236}">
                <a16:creationId xmlns:a16="http://schemas.microsoft.com/office/drawing/2014/main" id="{E06BA17D-1B43-98A1-94FD-C38D613B280B}"/>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46" name="직선 연결선 45">
            <a:extLst>
              <a:ext uri="{FF2B5EF4-FFF2-40B4-BE49-F238E27FC236}">
                <a16:creationId xmlns:a16="http://schemas.microsoft.com/office/drawing/2014/main" id="{352E3D65-E24B-0FCD-9349-616D6D0ABFE5}"/>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0A254A4C-7BD3-6B59-2F9A-1F5E03843DF1}"/>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3B27148F-4126-B7FA-E882-9BD124D86D25}"/>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0D25D7D-37FC-B614-39C1-471D9D38B73C}"/>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57" name="TextBox 56">
            <a:extLst>
              <a:ext uri="{FF2B5EF4-FFF2-40B4-BE49-F238E27FC236}">
                <a16:creationId xmlns:a16="http://schemas.microsoft.com/office/drawing/2014/main" id="{ED3BE8FB-659F-43ED-6157-F7C3EC9E81D8}"/>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58" name="직선 연결선 57">
            <a:extLst>
              <a:ext uri="{FF2B5EF4-FFF2-40B4-BE49-F238E27FC236}">
                <a16:creationId xmlns:a16="http://schemas.microsoft.com/office/drawing/2014/main" id="{FDAA2198-0910-5905-F47A-9206A15A5545}"/>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72C3ECD9-F2CD-D643-8354-F935AE6DA5FB}"/>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2878A637-331E-B5FA-B7E7-11F5BF64F3B6}"/>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66" name="그룹 65">
            <a:extLst>
              <a:ext uri="{FF2B5EF4-FFF2-40B4-BE49-F238E27FC236}">
                <a16:creationId xmlns:a16="http://schemas.microsoft.com/office/drawing/2014/main" id="{4B71B3AF-CAD4-43FD-4156-DFE2CE73F198}"/>
              </a:ext>
            </a:extLst>
          </p:cNvPr>
          <p:cNvGrpSpPr/>
          <p:nvPr/>
        </p:nvGrpSpPr>
        <p:grpSpPr>
          <a:xfrm>
            <a:off x="1707309" y="5520720"/>
            <a:ext cx="1260000" cy="1116000"/>
            <a:chOff x="1710249" y="5520720"/>
            <a:chExt cx="1425650" cy="1242000"/>
          </a:xfrm>
        </p:grpSpPr>
        <p:sp>
          <p:nvSpPr>
            <p:cNvPr id="67" name="직사각형 66">
              <a:extLst>
                <a:ext uri="{FF2B5EF4-FFF2-40B4-BE49-F238E27FC236}">
                  <a16:creationId xmlns:a16="http://schemas.microsoft.com/office/drawing/2014/main" id="{81192868-FC77-D4A3-E091-05F2CC20DE64}"/>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8" name="그림 67">
              <a:extLst>
                <a:ext uri="{FF2B5EF4-FFF2-40B4-BE49-F238E27FC236}">
                  <a16:creationId xmlns:a16="http://schemas.microsoft.com/office/drawing/2014/main" id="{CFD3AEFC-6BE1-0185-7D58-4C0F2868EF68}"/>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69" name="직사각형 68">
              <a:extLst>
                <a:ext uri="{FF2B5EF4-FFF2-40B4-BE49-F238E27FC236}">
                  <a16:creationId xmlns:a16="http://schemas.microsoft.com/office/drawing/2014/main" id="{AB31A7D2-0052-0502-AA41-4A5B8E876879}"/>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70" name="그룹 69">
              <a:extLst>
                <a:ext uri="{FF2B5EF4-FFF2-40B4-BE49-F238E27FC236}">
                  <a16:creationId xmlns:a16="http://schemas.microsoft.com/office/drawing/2014/main" id="{009BCCF6-B866-8CFF-DECA-CB1D9E4DDF94}"/>
                </a:ext>
              </a:extLst>
            </p:cNvPr>
            <p:cNvGrpSpPr/>
            <p:nvPr/>
          </p:nvGrpSpPr>
          <p:grpSpPr>
            <a:xfrm>
              <a:off x="2727037" y="5877564"/>
              <a:ext cx="108000" cy="252000"/>
              <a:chOff x="4029465" y="4076226"/>
              <a:chExt cx="108000" cy="252000"/>
            </a:xfrm>
          </p:grpSpPr>
          <p:pic>
            <p:nvPicPr>
              <p:cNvPr id="145" name="그림 144">
                <a:extLst>
                  <a:ext uri="{FF2B5EF4-FFF2-40B4-BE49-F238E27FC236}">
                    <a16:creationId xmlns:a16="http://schemas.microsoft.com/office/drawing/2014/main" id="{5FE9E72D-9EE5-2B49-A2D6-D9D19CDDA76D}"/>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150" name="직선 연결선 149">
                <a:extLst>
                  <a:ext uri="{FF2B5EF4-FFF2-40B4-BE49-F238E27FC236}">
                    <a16:creationId xmlns:a16="http://schemas.microsoft.com/office/drawing/2014/main" id="{D415D1BE-27C0-807C-7EE7-8BBB12AE752D}"/>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그룹 73">
              <a:extLst>
                <a:ext uri="{FF2B5EF4-FFF2-40B4-BE49-F238E27FC236}">
                  <a16:creationId xmlns:a16="http://schemas.microsoft.com/office/drawing/2014/main" id="{16B903C4-4805-A621-7D00-04305F596EFB}"/>
                </a:ext>
              </a:extLst>
            </p:cNvPr>
            <p:cNvGrpSpPr/>
            <p:nvPr/>
          </p:nvGrpSpPr>
          <p:grpSpPr>
            <a:xfrm>
              <a:off x="1978383" y="6217989"/>
              <a:ext cx="234000" cy="399680"/>
              <a:chOff x="2505005" y="3797258"/>
              <a:chExt cx="234000" cy="399680"/>
            </a:xfrm>
          </p:grpSpPr>
          <p:pic>
            <p:nvPicPr>
              <p:cNvPr id="109" name="그림 108">
                <a:extLst>
                  <a:ext uri="{FF2B5EF4-FFF2-40B4-BE49-F238E27FC236}">
                    <a16:creationId xmlns:a16="http://schemas.microsoft.com/office/drawing/2014/main" id="{9B7CEFE5-2FCA-BC70-BDAF-D99114914E4B}"/>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19" name="그림 118">
                <a:extLst>
                  <a:ext uri="{FF2B5EF4-FFF2-40B4-BE49-F238E27FC236}">
                    <a16:creationId xmlns:a16="http://schemas.microsoft.com/office/drawing/2014/main" id="{4DD2C5E3-2FCD-FD85-9819-5E11B37FC842}"/>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44" name="직선 연결선 143">
                <a:extLst>
                  <a:ext uri="{FF2B5EF4-FFF2-40B4-BE49-F238E27FC236}">
                    <a16:creationId xmlns:a16="http://schemas.microsoft.com/office/drawing/2014/main" id="{722C1807-F9BC-DA43-D323-4CCD5104A585}"/>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직선 연결선 77">
              <a:extLst>
                <a:ext uri="{FF2B5EF4-FFF2-40B4-BE49-F238E27FC236}">
                  <a16:creationId xmlns:a16="http://schemas.microsoft.com/office/drawing/2014/main" id="{50C771E7-032A-741F-D700-750D98F597F5}"/>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9B1BA738-CFDE-7E43-CCD6-A3671F924C44}"/>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직사각형 82">
              <a:extLst>
                <a:ext uri="{FF2B5EF4-FFF2-40B4-BE49-F238E27FC236}">
                  <a16:creationId xmlns:a16="http://schemas.microsoft.com/office/drawing/2014/main" id="{058B009F-97C1-A069-AC6C-F137A1B0AC14}"/>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86" name="직선 연결선 85">
              <a:extLst>
                <a:ext uri="{FF2B5EF4-FFF2-40B4-BE49-F238E27FC236}">
                  <a16:creationId xmlns:a16="http://schemas.microsoft.com/office/drawing/2014/main" id="{6B264573-5D8F-A95B-38BD-DFED69368006}"/>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직사각형 86">
              <a:extLst>
                <a:ext uri="{FF2B5EF4-FFF2-40B4-BE49-F238E27FC236}">
                  <a16:creationId xmlns:a16="http://schemas.microsoft.com/office/drawing/2014/main" id="{5D986EBD-B652-8A57-8DE1-F7859DC5858B}"/>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8" name="직선 연결선 87">
              <a:extLst>
                <a:ext uri="{FF2B5EF4-FFF2-40B4-BE49-F238E27FC236}">
                  <a16:creationId xmlns:a16="http://schemas.microsoft.com/office/drawing/2014/main" id="{F3EE599E-C275-1006-71C7-05D08FBCDA5D}"/>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2F0687C0-3165-02BA-C1A5-55AF74ED56BC}"/>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타원 91">
              <a:extLst>
                <a:ext uri="{FF2B5EF4-FFF2-40B4-BE49-F238E27FC236}">
                  <a16:creationId xmlns:a16="http://schemas.microsoft.com/office/drawing/2014/main" id="{62087CB5-0DF0-18DC-7B4E-67A5959EBB53}"/>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94" name="직선 연결선 93">
              <a:extLst>
                <a:ext uri="{FF2B5EF4-FFF2-40B4-BE49-F238E27FC236}">
                  <a16:creationId xmlns:a16="http://schemas.microsoft.com/office/drawing/2014/main" id="{3E8F3968-68DD-B237-7933-3D4A6221E247}"/>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직선 연결선 95">
              <a:extLst>
                <a:ext uri="{FF2B5EF4-FFF2-40B4-BE49-F238E27FC236}">
                  <a16:creationId xmlns:a16="http://schemas.microsoft.com/office/drawing/2014/main" id="{60D5AC2F-4136-77DF-6DD3-287DD49B3E60}"/>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직사각형 98">
              <a:extLst>
                <a:ext uri="{FF2B5EF4-FFF2-40B4-BE49-F238E27FC236}">
                  <a16:creationId xmlns:a16="http://schemas.microsoft.com/office/drawing/2014/main" id="{7FE2AF64-8288-504C-13C8-B8A09C0F776B}"/>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00" name="TextBox 99">
              <a:extLst>
                <a:ext uri="{FF2B5EF4-FFF2-40B4-BE49-F238E27FC236}">
                  <a16:creationId xmlns:a16="http://schemas.microsoft.com/office/drawing/2014/main" id="{E722B1A1-9911-10D3-53E6-DC18F508E4D7}"/>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101" name="직사각형 100">
              <a:extLst>
                <a:ext uri="{FF2B5EF4-FFF2-40B4-BE49-F238E27FC236}">
                  <a16:creationId xmlns:a16="http://schemas.microsoft.com/office/drawing/2014/main" id="{FCB08E0C-B88B-91CE-62E1-C0063209FDDB}"/>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02" name="직선 연결선 101">
              <a:extLst>
                <a:ext uri="{FF2B5EF4-FFF2-40B4-BE49-F238E27FC236}">
                  <a16:creationId xmlns:a16="http://schemas.microsoft.com/office/drawing/2014/main" id="{A90DFC95-43D6-E186-265A-5C5A080944C8}"/>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11F1078C-34AD-C195-DA39-064B419AF305}"/>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DA8A545B-8345-007A-4741-F43FB5D68D38}"/>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89F0D382-E190-5E6C-096B-50B5B0796C00}"/>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151" name="그룹 150">
            <a:extLst>
              <a:ext uri="{FF2B5EF4-FFF2-40B4-BE49-F238E27FC236}">
                <a16:creationId xmlns:a16="http://schemas.microsoft.com/office/drawing/2014/main" id="{AD232856-1299-53C2-B6E0-0C5F4913A8A1}"/>
              </a:ext>
            </a:extLst>
          </p:cNvPr>
          <p:cNvGrpSpPr/>
          <p:nvPr/>
        </p:nvGrpSpPr>
        <p:grpSpPr>
          <a:xfrm>
            <a:off x="3803983" y="5536434"/>
            <a:ext cx="1260000" cy="1116000"/>
            <a:chOff x="3851023" y="5521734"/>
            <a:chExt cx="1425650" cy="1243428"/>
          </a:xfrm>
        </p:grpSpPr>
        <p:sp>
          <p:nvSpPr>
            <p:cNvPr id="152" name="직사각형 151">
              <a:extLst>
                <a:ext uri="{FF2B5EF4-FFF2-40B4-BE49-F238E27FC236}">
                  <a16:creationId xmlns:a16="http://schemas.microsoft.com/office/drawing/2014/main" id="{D1C250A8-4C17-487F-07AD-33FDD94B13E8}"/>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53" name="그림 152">
              <a:extLst>
                <a:ext uri="{FF2B5EF4-FFF2-40B4-BE49-F238E27FC236}">
                  <a16:creationId xmlns:a16="http://schemas.microsoft.com/office/drawing/2014/main" id="{B6F792F9-9EB8-7603-5F32-CF4D578E6B8D}"/>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154" name="직사각형 153">
              <a:extLst>
                <a:ext uri="{FF2B5EF4-FFF2-40B4-BE49-F238E27FC236}">
                  <a16:creationId xmlns:a16="http://schemas.microsoft.com/office/drawing/2014/main" id="{422AFCA3-5BFB-DCEC-9297-699BD12E7BC8}"/>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55" name="그룹 154">
              <a:extLst>
                <a:ext uri="{FF2B5EF4-FFF2-40B4-BE49-F238E27FC236}">
                  <a16:creationId xmlns:a16="http://schemas.microsoft.com/office/drawing/2014/main" id="{95AC9720-1AA8-7594-C1F6-F4A1F4DAB930}"/>
                </a:ext>
              </a:extLst>
            </p:cNvPr>
            <p:cNvGrpSpPr/>
            <p:nvPr/>
          </p:nvGrpSpPr>
          <p:grpSpPr>
            <a:xfrm>
              <a:off x="4867811" y="5880006"/>
              <a:ext cx="108000" cy="252000"/>
              <a:chOff x="4029465" y="4076226"/>
              <a:chExt cx="108000" cy="252000"/>
            </a:xfrm>
          </p:grpSpPr>
          <p:pic>
            <p:nvPicPr>
              <p:cNvPr id="177" name="그림 176">
                <a:extLst>
                  <a:ext uri="{FF2B5EF4-FFF2-40B4-BE49-F238E27FC236}">
                    <a16:creationId xmlns:a16="http://schemas.microsoft.com/office/drawing/2014/main" id="{C58890F8-1A7E-EFEB-90A3-FF5685069844}"/>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178" name="직선 연결선 177">
                <a:extLst>
                  <a:ext uri="{FF2B5EF4-FFF2-40B4-BE49-F238E27FC236}">
                    <a16:creationId xmlns:a16="http://schemas.microsoft.com/office/drawing/2014/main" id="{7D652DE7-17D6-6B6C-64C9-61991912F432}"/>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6" name="그룹 155">
              <a:extLst>
                <a:ext uri="{FF2B5EF4-FFF2-40B4-BE49-F238E27FC236}">
                  <a16:creationId xmlns:a16="http://schemas.microsoft.com/office/drawing/2014/main" id="{9D8E3020-4A31-626E-D3F7-B603D77B66AA}"/>
                </a:ext>
              </a:extLst>
            </p:cNvPr>
            <p:cNvGrpSpPr/>
            <p:nvPr/>
          </p:nvGrpSpPr>
          <p:grpSpPr>
            <a:xfrm>
              <a:off x="4119157" y="6220431"/>
              <a:ext cx="234000" cy="399680"/>
              <a:chOff x="2505005" y="3797258"/>
              <a:chExt cx="234000" cy="399680"/>
            </a:xfrm>
          </p:grpSpPr>
          <p:pic>
            <p:nvPicPr>
              <p:cNvPr id="174" name="그림 173">
                <a:extLst>
                  <a:ext uri="{FF2B5EF4-FFF2-40B4-BE49-F238E27FC236}">
                    <a16:creationId xmlns:a16="http://schemas.microsoft.com/office/drawing/2014/main" id="{7044CEE7-EE90-0169-21C5-7A9AC59E931A}"/>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75" name="그림 174">
                <a:extLst>
                  <a:ext uri="{FF2B5EF4-FFF2-40B4-BE49-F238E27FC236}">
                    <a16:creationId xmlns:a16="http://schemas.microsoft.com/office/drawing/2014/main" id="{6D8E3190-8A2F-8E5A-5DBC-F827B678647A}"/>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76" name="직선 연결선 175">
                <a:extLst>
                  <a:ext uri="{FF2B5EF4-FFF2-40B4-BE49-F238E27FC236}">
                    <a16:creationId xmlns:a16="http://schemas.microsoft.com/office/drawing/2014/main" id="{4DBD8882-DB3D-3B7C-EE78-3AF209BACAD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7" name="직선 연결선 156">
              <a:extLst>
                <a:ext uri="{FF2B5EF4-FFF2-40B4-BE49-F238E27FC236}">
                  <a16:creationId xmlns:a16="http://schemas.microsoft.com/office/drawing/2014/main" id="{2DE4ECD1-AC70-EA12-6A35-483EAD808BB6}"/>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직선 연결선 157">
              <a:extLst>
                <a:ext uri="{FF2B5EF4-FFF2-40B4-BE49-F238E27FC236}">
                  <a16:creationId xmlns:a16="http://schemas.microsoft.com/office/drawing/2014/main" id="{3C7CA9D0-1B98-E205-D949-400D0037D143}"/>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직사각형 158">
              <a:extLst>
                <a:ext uri="{FF2B5EF4-FFF2-40B4-BE49-F238E27FC236}">
                  <a16:creationId xmlns:a16="http://schemas.microsoft.com/office/drawing/2014/main" id="{A5F4F6E3-E936-B065-3F24-8BF27E3ACB46}"/>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60" name="직선 연결선 159">
              <a:extLst>
                <a:ext uri="{FF2B5EF4-FFF2-40B4-BE49-F238E27FC236}">
                  <a16:creationId xmlns:a16="http://schemas.microsoft.com/office/drawing/2014/main" id="{C333CD33-3E5C-6D29-FAB9-398A27474272}"/>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직사각형 160">
              <a:extLst>
                <a:ext uri="{FF2B5EF4-FFF2-40B4-BE49-F238E27FC236}">
                  <a16:creationId xmlns:a16="http://schemas.microsoft.com/office/drawing/2014/main" id="{7BEA8FBA-A9B2-6043-5E70-44923A193EE8}"/>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62" name="직선 연결선 161">
              <a:extLst>
                <a:ext uri="{FF2B5EF4-FFF2-40B4-BE49-F238E27FC236}">
                  <a16:creationId xmlns:a16="http://schemas.microsoft.com/office/drawing/2014/main" id="{C3056980-878B-5F73-38C2-2E0411A553A4}"/>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직선 연결선 162">
              <a:extLst>
                <a:ext uri="{FF2B5EF4-FFF2-40B4-BE49-F238E27FC236}">
                  <a16:creationId xmlns:a16="http://schemas.microsoft.com/office/drawing/2014/main" id="{78D9511B-83BF-80DC-61FF-C0179E90D41C}"/>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4" name="타원 163">
              <a:extLst>
                <a:ext uri="{FF2B5EF4-FFF2-40B4-BE49-F238E27FC236}">
                  <a16:creationId xmlns:a16="http://schemas.microsoft.com/office/drawing/2014/main" id="{27E298D7-4AA9-5C82-EFE7-8C2920814FA2}"/>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65" name="직선 연결선 164">
              <a:extLst>
                <a:ext uri="{FF2B5EF4-FFF2-40B4-BE49-F238E27FC236}">
                  <a16:creationId xmlns:a16="http://schemas.microsoft.com/office/drawing/2014/main" id="{38B61E6B-7858-C3A9-A4B1-19003E433131}"/>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603CE1C3-F5DD-91A5-A4E0-DBFB22B9D922}"/>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직사각형 166">
              <a:extLst>
                <a:ext uri="{FF2B5EF4-FFF2-40B4-BE49-F238E27FC236}">
                  <a16:creationId xmlns:a16="http://schemas.microsoft.com/office/drawing/2014/main" id="{AB196A24-E5FB-FD43-62FA-C70640E5E849}"/>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68" name="TextBox 167">
              <a:extLst>
                <a:ext uri="{FF2B5EF4-FFF2-40B4-BE49-F238E27FC236}">
                  <a16:creationId xmlns:a16="http://schemas.microsoft.com/office/drawing/2014/main" id="{01F40D9F-1753-47E8-3705-6437B3E3A662}"/>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169" name="직사각형 168">
              <a:extLst>
                <a:ext uri="{FF2B5EF4-FFF2-40B4-BE49-F238E27FC236}">
                  <a16:creationId xmlns:a16="http://schemas.microsoft.com/office/drawing/2014/main" id="{ECBF987C-19C7-794B-D9AB-14E4889D96F0}"/>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70" name="직선 연결선 169">
              <a:extLst>
                <a:ext uri="{FF2B5EF4-FFF2-40B4-BE49-F238E27FC236}">
                  <a16:creationId xmlns:a16="http://schemas.microsoft.com/office/drawing/2014/main" id="{06FA6E38-6ACF-2183-CEC4-12E85E28AD35}"/>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직선 연결선 170">
              <a:extLst>
                <a:ext uri="{FF2B5EF4-FFF2-40B4-BE49-F238E27FC236}">
                  <a16:creationId xmlns:a16="http://schemas.microsoft.com/office/drawing/2014/main" id="{7B4E40A1-172A-EB66-806C-0B8312A42C82}"/>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a:extLst>
                <a:ext uri="{FF2B5EF4-FFF2-40B4-BE49-F238E27FC236}">
                  <a16:creationId xmlns:a16="http://schemas.microsoft.com/office/drawing/2014/main" id="{0CBDEDD3-5EDB-7ACE-70D6-B3B39C87E4A8}"/>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직사각형 172">
              <a:extLst>
                <a:ext uri="{FF2B5EF4-FFF2-40B4-BE49-F238E27FC236}">
                  <a16:creationId xmlns:a16="http://schemas.microsoft.com/office/drawing/2014/main" id="{6356A817-125D-A432-D527-D92479D9E72F}"/>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79" name="TextBox 178">
            <a:extLst>
              <a:ext uri="{FF2B5EF4-FFF2-40B4-BE49-F238E27FC236}">
                <a16:creationId xmlns:a16="http://schemas.microsoft.com/office/drawing/2014/main" id="{8C4E0326-42DA-FC12-C97B-32134DECA3E6}"/>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180" name="TextBox 179">
            <a:extLst>
              <a:ext uri="{FF2B5EF4-FFF2-40B4-BE49-F238E27FC236}">
                <a16:creationId xmlns:a16="http://schemas.microsoft.com/office/drawing/2014/main" id="{1F4B93BB-D3EF-377C-AD66-C852FDA9F648}"/>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181" name="TextBox 180">
            <a:extLst>
              <a:ext uri="{FF2B5EF4-FFF2-40B4-BE49-F238E27FC236}">
                <a16:creationId xmlns:a16="http://schemas.microsoft.com/office/drawing/2014/main" id="{47732C2D-C902-6F95-5876-726FDD341F7E}"/>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CONTROL register. This function of each mode and the connection scheme is shown as follows.</a:t>
            </a:r>
          </a:p>
        </p:txBody>
      </p:sp>
      <p:sp>
        <p:nvSpPr>
          <p:cNvPr id="182" name="TextBox 181">
            <a:extLst>
              <a:ext uri="{FF2B5EF4-FFF2-40B4-BE49-F238E27FC236}">
                <a16:creationId xmlns:a16="http://schemas.microsoft.com/office/drawing/2014/main" id="{CACF1FDD-AAD9-B84A-6E60-E815BACD7FAA}"/>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183" name="표 182">
            <a:extLst>
              <a:ext uri="{FF2B5EF4-FFF2-40B4-BE49-F238E27FC236}">
                <a16:creationId xmlns:a16="http://schemas.microsoft.com/office/drawing/2014/main" id="{3550978C-D2B8-63DA-E28B-D60606B7A09D}"/>
              </a:ext>
            </a:extLst>
          </p:cNvPr>
          <p:cNvGraphicFramePr>
            <a:graphicFrameLocks noGrp="1"/>
          </p:cNvGraphicFramePr>
          <p:nvPr>
            <p:extLst>
              <p:ext uri="{D42A27DB-BD31-4B8C-83A1-F6EECF244321}">
                <p14:modId xmlns:p14="http://schemas.microsoft.com/office/powerpoint/2010/main" val="37386969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84" name="그룹 183">
            <a:extLst>
              <a:ext uri="{FF2B5EF4-FFF2-40B4-BE49-F238E27FC236}">
                <a16:creationId xmlns:a16="http://schemas.microsoft.com/office/drawing/2014/main" id="{A2E61549-793D-9673-E867-7131A1DB5984}"/>
              </a:ext>
            </a:extLst>
          </p:cNvPr>
          <p:cNvGrpSpPr/>
          <p:nvPr/>
        </p:nvGrpSpPr>
        <p:grpSpPr>
          <a:xfrm>
            <a:off x="3803795" y="3669248"/>
            <a:ext cx="1260000" cy="1116000"/>
            <a:chOff x="3803795" y="3654548"/>
            <a:chExt cx="1260000" cy="1116000"/>
          </a:xfrm>
        </p:grpSpPr>
        <p:grpSp>
          <p:nvGrpSpPr>
            <p:cNvPr id="185" name="그룹 184">
              <a:extLst>
                <a:ext uri="{FF2B5EF4-FFF2-40B4-BE49-F238E27FC236}">
                  <a16:creationId xmlns:a16="http://schemas.microsoft.com/office/drawing/2014/main" id="{CE510461-C907-0640-6B92-8433CCC2DE1A}"/>
                </a:ext>
              </a:extLst>
            </p:cNvPr>
            <p:cNvGrpSpPr/>
            <p:nvPr/>
          </p:nvGrpSpPr>
          <p:grpSpPr>
            <a:xfrm>
              <a:off x="3803795" y="3654548"/>
              <a:ext cx="1260000" cy="1116000"/>
              <a:chOff x="1016681" y="4339884"/>
              <a:chExt cx="1427516" cy="1242000"/>
            </a:xfrm>
          </p:grpSpPr>
          <p:sp>
            <p:nvSpPr>
              <p:cNvPr id="188" name="직사각형 187">
                <a:extLst>
                  <a:ext uri="{FF2B5EF4-FFF2-40B4-BE49-F238E27FC236}">
                    <a16:creationId xmlns:a16="http://schemas.microsoft.com/office/drawing/2014/main" id="{89CFEAED-05AF-A2E6-8AEC-1AA90AE36DF3}"/>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89" name="그림 188">
                <a:extLst>
                  <a:ext uri="{FF2B5EF4-FFF2-40B4-BE49-F238E27FC236}">
                    <a16:creationId xmlns:a16="http://schemas.microsoft.com/office/drawing/2014/main" id="{46BDD11F-6151-E86A-CAB7-371568B65D33}"/>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90" name="직선 연결선 189">
                <a:extLst>
                  <a:ext uri="{FF2B5EF4-FFF2-40B4-BE49-F238E27FC236}">
                    <a16:creationId xmlns:a16="http://schemas.microsoft.com/office/drawing/2014/main" id="{F26D3130-FC7A-DB6E-CC22-E7A441E9B5C2}"/>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91" name="직사각형 190">
                <a:extLst>
                  <a:ext uri="{FF2B5EF4-FFF2-40B4-BE49-F238E27FC236}">
                    <a16:creationId xmlns:a16="http://schemas.microsoft.com/office/drawing/2014/main" id="{B6C12713-4C85-51AC-4A95-3F8D31E5DD34}"/>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92" name="직선 연결선 191">
                <a:extLst>
                  <a:ext uri="{FF2B5EF4-FFF2-40B4-BE49-F238E27FC236}">
                    <a16:creationId xmlns:a16="http://schemas.microsoft.com/office/drawing/2014/main" id="{D8E64F33-3B39-C21F-FF77-29C8AB30B2C6}"/>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직사각형 192">
                <a:extLst>
                  <a:ext uri="{FF2B5EF4-FFF2-40B4-BE49-F238E27FC236}">
                    <a16:creationId xmlns:a16="http://schemas.microsoft.com/office/drawing/2014/main" id="{F261AADE-5422-40C7-7C1F-B8CB627E73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94" name="직선 연결선 193">
                <a:extLst>
                  <a:ext uri="{FF2B5EF4-FFF2-40B4-BE49-F238E27FC236}">
                    <a16:creationId xmlns:a16="http://schemas.microsoft.com/office/drawing/2014/main" id="{7F170033-772E-4671-50D3-2FAB78C4581F}"/>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직선 연결선 194">
                <a:extLst>
                  <a:ext uri="{FF2B5EF4-FFF2-40B4-BE49-F238E27FC236}">
                    <a16:creationId xmlns:a16="http://schemas.microsoft.com/office/drawing/2014/main" id="{CD3F71CA-686C-DF66-7F6E-7427277B4A05}"/>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6" name="TextBox 185">
              <a:extLst>
                <a:ext uri="{FF2B5EF4-FFF2-40B4-BE49-F238E27FC236}">
                  <a16:creationId xmlns:a16="http://schemas.microsoft.com/office/drawing/2014/main" id="{7E3A7826-7D07-4619-9B29-107C5FEBB2C1}"/>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187" name="직사각형 186">
              <a:extLst>
                <a:ext uri="{FF2B5EF4-FFF2-40B4-BE49-F238E27FC236}">
                  <a16:creationId xmlns:a16="http://schemas.microsoft.com/office/drawing/2014/main" id="{E118505C-BA2C-0407-882C-0B4A5674CCA6}"/>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96" name="TextBox 195">
            <a:extLst>
              <a:ext uri="{FF2B5EF4-FFF2-40B4-BE49-F238E27FC236}">
                <a16:creationId xmlns:a16="http://schemas.microsoft.com/office/drawing/2014/main" id="{1A4998A1-DE8F-D7F5-FD4B-D548F186BFA0}"/>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cxnSp>
        <p:nvCxnSpPr>
          <p:cNvPr id="198" name="직선 연결선 197">
            <a:extLst>
              <a:ext uri="{FF2B5EF4-FFF2-40B4-BE49-F238E27FC236}">
                <a16:creationId xmlns:a16="http://schemas.microsoft.com/office/drawing/2014/main" id="{70B4289F-DDB2-A089-9FAC-32FC95AB863A}"/>
              </a:ext>
            </a:extLst>
          </p:cNvPr>
          <p:cNvCxnSpPr/>
          <p:nvPr/>
        </p:nvCxnSpPr>
        <p:spPr>
          <a:xfrm>
            <a:off x="2733086"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C959A39B-CEB8-DB70-B083-5D4AB614C664}"/>
              </a:ext>
            </a:extLst>
          </p:cNvPr>
          <p:cNvSpPr txBox="1"/>
          <p:nvPr/>
        </p:nvSpPr>
        <p:spPr>
          <a:xfrm>
            <a:off x="2384416"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200" name="직선 연결선 199">
            <a:extLst>
              <a:ext uri="{FF2B5EF4-FFF2-40B4-BE49-F238E27FC236}">
                <a16:creationId xmlns:a16="http://schemas.microsoft.com/office/drawing/2014/main" id="{90BC0AB8-3443-CFB7-AF54-AE3F4ECB9528}"/>
              </a:ext>
            </a:extLst>
          </p:cNvPr>
          <p:cNvCxnSpPr>
            <a:cxnSpLocks/>
          </p:cNvCxnSpPr>
          <p:nvPr/>
        </p:nvCxnSpPr>
        <p:spPr>
          <a:xfrm flipH="1">
            <a:off x="4256130"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01" name="TextBox 200">
            <a:extLst>
              <a:ext uri="{FF2B5EF4-FFF2-40B4-BE49-F238E27FC236}">
                <a16:creationId xmlns:a16="http://schemas.microsoft.com/office/drawing/2014/main" id="{ED7E2940-8443-2BB3-6FCD-E436812AA684}"/>
              </a:ext>
            </a:extLst>
          </p:cNvPr>
          <p:cNvSpPr txBox="1"/>
          <p:nvPr/>
        </p:nvSpPr>
        <p:spPr>
          <a:xfrm>
            <a:off x="4463829"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202" name="그룹 201">
            <a:extLst>
              <a:ext uri="{FF2B5EF4-FFF2-40B4-BE49-F238E27FC236}">
                <a16:creationId xmlns:a16="http://schemas.microsoft.com/office/drawing/2014/main" id="{B8009FF7-3A5E-7FB0-EE69-644A69DB700F}"/>
              </a:ext>
            </a:extLst>
          </p:cNvPr>
          <p:cNvGrpSpPr/>
          <p:nvPr/>
        </p:nvGrpSpPr>
        <p:grpSpPr>
          <a:xfrm>
            <a:off x="2988890" y="7363609"/>
            <a:ext cx="1260000" cy="1116000"/>
            <a:chOff x="2988890" y="7363609"/>
            <a:chExt cx="1425650" cy="1242622"/>
          </a:xfrm>
        </p:grpSpPr>
        <p:sp>
          <p:nvSpPr>
            <p:cNvPr id="203" name="직사각형 202">
              <a:extLst>
                <a:ext uri="{FF2B5EF4-FFF2-40B4-BE49-F238E27FC236}">
                  <a16:creationId xmlns:a16="http://schemas.microsoft.com/office/drawing/2014/main" id="{AB9F051A-0528-6617-948E-AD9E1252921C}"/>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04" name="그림 203">
              <a:extLst>
                <a:ext uri="{FF2B5EF4-FFF2-40B4-BE49-F238E27FC236}">
                  <a16:creationId xmlns:a16="http://schemas.microsoft.com/office/drawing/2014/main" id="{916E46FC-B73E-DD2F-98F1-C5B6DD2F181E}"/>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205" name="직사각형 204">
              <a:extLst>
                <a:ext uri="{FF2B5EF4-FFF2-40B4-BE49-F238E27FC236}">
                  <a16:creationId xmlns:a16="http://schemas.microsoft.com/office/drawing/2014/main" id="{41AAB088-2C3D-C711-AA58-815CECCB0F71}"/>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206" name="그룹 205">
              <a:extLst>
                <a:ext uri="{FF2B5EF4-FFF2-40B4-BE49-F238E27FC236}">
                  <a16:creationId xmlns:a16="http://schemas.microsoft.com/office/drawing/2014/main" id="{7F11C908-C5B1-4FCB-47AC-88A58C8303EE}"/>
                </a:ext>
              </a:extLst>
            </p:cNvPr>
            <p:cNvGrpSpPr/>
            <p:nvPr/>
          </p:nvGrpSpPr>
          <p:grpSpPr>
            <a:xfrm>
              <a:off x="3257024" y="8061500"/>
              <a:ext cx="234000" cy="399680"/>
              <a:chOff x="2505005" y="3797258"/>
              <a:chExt cx="234000" cy="399680"/>
            </a:xfrm>
          </p:grpSpPr>
          <p:pic>
            <p:nvPicPr>
              <p:cNvPr id="223" name="그림 222">
                <a:extLst>
                  <a:ext uri="{FF2B5EF4-FFF2-40B4-BE49-F238E27FC236}">
                    <a16:creationId xmlns:a16="http://schemas.microsoft.com/office/drawing/2014/main" id="{E260A18E-0E78-DD46-38BA-4195824C156C}"/>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224" name="그림 223">
                <a:extLst>
                  <a:ext uri="{FF2B5EF4-FFF2-40B4-BE49-F238E27FC236}">
                    <a16:creationId xmlns:a16="http://schemas.microsoft.com/office/drawing/2014/main" id="{B8218075-BB98-3D41-E38F-159DAD83EAA7}"/>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225" name="직선 연결선 224">
                <a:extLst>
                  <a:ext uri="{FF2B5EF4-FFF2-40B4-BE49-F238E27FC236}">
                    <a16:creationId xmlns:a16="http://schemas.microsoft.com/office/drawing/2014/main" id="{B0CD1BCB-99A4-FC5A-9276-F1A66469431E}"/>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 name="직선 연결선 206">
              <a:extLst>
                <a:ext uri="{FF2B5EF4-FFF2-40B4-BE49-F238E27FC236}">
                  <a16:creationId xmlns:a16="http://schemas.microsoft.com/office/drawing/2014/main" id="{370E412E-B2C2-A4E5-F896-4085DB05DE86}"/>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직선 연결선 207">
              <a:extLst>
                <a:ext uri="{FF2B5EF4-FFF2-40B4-BE49-F238E27FC236}">
                  <a16:creationId xmlns:a16="http://schemas.microsoft.com/office/drawing/2014/main" id="{BAB762F4-BD68-8B71-BDFA-41067666D94E}"/>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직사각형 208">
              <a:extLst>
                <a:ext uri="{FF2B5EF4-FFF2-40B4-BE49-F238E27FC236}">
                  <a16:creationId xmlns:a16="http://schemas.microsoft.com/office/drawing/2014/main" id="{040D653B-4E9F-64E2-7BA1-5587778C55BD}"/>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10" name="직선 연결선 209">
              <a:extLst>
                <a:ext uri="{FF2B5EF4-FFF2-40B4-BE49-F238E27FC236}">
                  <a16:creationId xmlns:a16="http://schemas.microsoft.com/office/drawing/2014/main" id="{98729CA7-5419-70E5-2EC0-58D279BAC004}"/>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1" name="직사각형 210">
              <a:extLst>
                <a:ext uri="{FF2B5EF4-FFF2-40B4-BE49-F238E27FC236}">
                  <a16:creationId xmlns:a16="http://schemas.microsoft.com/office/drawing/2014/main" id="{0651EEA2-CBC1-559F-2AA8-AF22D2E550E7}"/>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2" name="직선 연결선 211">
              <a:extLst>
                <a:ext uri="{FF2B5EF4-FFF2-40B4-BE49-F238E27FC236}">
                  <a16:creationId xmlns:a16="http://schemas.microsoft.com/office/drawing/2014/main" id="{C7DBD64F-514B-6404-A363-FC82FFDD5BFD}"/>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직선 연결선 212">
              <a:extLst>
                <a:ext uri="{FF2B5EF4-FFF2-40B4-BE49-F238E27FC236}">
                  <a16:creationId xmlns:a16="http://schemas.microsoft.com/office/drawing/2014/main" id="{D43AABC8-3B97-C1BC-B2EB-E0A715451177}"/>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4" name="타원 213">
              <a:extLst>
                <a:ext uri="{FF2B5EF4-FFF2-40B4-BE49-F238E27FC236}">
                  <a16:creationId xmlns:a16="http://schemas.microsoft.com/office/drawing/2014/main" id="{50259E86-DA0A-B631-BE90-AC6D65F5F306}"/>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5" name="직사각형 214">
              <a:extLst>
                <a:ext uri="{FF2B5EF4-FFF2-40B4-BE49-F238E27FC236}">
                  <a16:creationId xmlns:a16="http://schemas.microsoft.com/office/drawing/2014/main" id="{C92539E3-C154-9958-C9EF-BAFE67D431B2}"/>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216" name="TextBox 215">
              <a:extLst>
                <a:ext uri="{FF2B5EF4-FFF2-40B4-BE49-F238E27FC236}">
                  <a16:creationId xmlns:a16="http://schemas.microsoft.com/office/drawing/2014/main" id="{B2C9A6F8-EFF5-A708-1EEC-9529F83C8E93}"/>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217" name="직사각형 216">
              <a:extLst>
                <a:ext uri="{FF2B5EF4-FFF2-40B4-BE49-F238E27FC236}">
                  <a16:creationId xmlns:a16="http://schemas.microsoft.com/office/drawing/2014/main" id="{80A27238-26FC-FA5E-0DC4-2FCF54219BE8}"/>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8" name="직선 연결선 217">
              <a:extLst>
                <a:ext uri="{FF2B5EF4-FFF2-40B4-BE49-F238E27FC236}">
                  <a16:creationId xmlns:a16="http://schemas.microsoft.com/office/drawing/2014/main" id="{FB18C512-5D72-3583-F1C6-91C8980C6C17}"/>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직선 연결선 218">
              <a:extLst>
                <a:ext uri="{FF2B5EF4-FFF2-40B4-BE49-F238E27FC236}">
                  <a16:creationId xmlns:a16="http://schemas.microsoft.com/office/drawing/2014/main" id="{C9FCD8AA-A65D-EE59-9868-D0EBC2FB0D0D}"/>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0" name="직사각형 219">
              <a:extLst>
                <a:ext uri="{FF2B5EF4-FFF2-40B4-BE49-F238E27FC236}">
                  <a16:creationId xmlns:a16="http://schemas.microsoft.com/office/drawing/2014/main" id="{FC4F0004-8F6B-3A9B-9B17-A0D1F4345217}"/>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221" name="그림 220">
              <a:extLst>
                <a:ext uri="{FF2B5EF4-FFF2-40B4-BE49-F238E27FC236}">
                  <a16:creationId xmlns:a16="http://schemas.microsoft.com/office/drawing/2014/main" id="{4ED51D4C-E221-9E72-5E49-F757D5F76D4C}"/>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222" name="직선 연결선 221">
              <a:extLst>
                <a:ext uri="{FF2B5EF4-FFF2-40B4-BE49-F238E27FC236}">
                  <a16:creationId xmlns:a16="http://schemas.microsoft.com/office/drawing/2014/main" id="{6C74BA29-0470-CBF0-D3E0-26F68840D490}"/>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3E564A0B-7A17-9E76-8998-F8C3546F81CC}"/>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10" name="TextBox 9">
            <a:extLst>
              <a:ext uri="{FF2B5EF4-FFF2-40B4-BE49-F238E27FC236}">
                <a16:creationId xmlns:a16="http://schemas.microsoft.com/office/drawing/2014/main" id="{126ECDC8-96DC-F2DA-33B8-DB295627511F}"/>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sp>
        <p:nvSpPr>
          <p:cNvPr id="11" name="TextBox 10">
            <a:extLst>
              <a:ext uri="{FF2B5EF4-FFF2-40B4-BE49-F238E27FC236}">
                <a16:creationId xmlns:a16="http://schemas.microsoft.com/office/drawing/2014/main" id="{993F220F-D814-2A70-D0FD-7EE8F97DD6C0}"/>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spTree>
    <p:extLst>
      <p:ext uri="{BB962C8B-B14F-4D97-AF65-F5344CB8AC3E}">
        <p14:creationId xmlns:p14="http://schemas.microsoft.com/office/powerpoint/2010/main" val="345942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AE29E-BAC9-CDDF-9257-670853C5ECE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11B76B0D-B83F-389E-5C21-94708262059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C3AED0E-259E-C3F0-DA34-13B242416EF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5CB4FAE-D5D9-6E67-7316-C8104FB86F6F}"/>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6" name="TextBox 5">
            <a:extLst>
              <a:ext uri="{FF2B5EF4-FFF2-40B4-BE49-F238E27FC236}">
                <a16:creationId xmlns:a16="http://schemas.microsoft.com/office/drawing/2014/main" id="{AFE9B592-B90E-1FDD-74C1-ABABA6D4E24A}"/>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7" name="TextBox 6">
            <a:extLst>
              <a:ext uri="{FF2B5EF4-FFF2-40B4-BE49-F238E27FC236}">
                <a16:creationId xmlns:a16="http://schemas.microsoft.com/office/drawing/2014/main" id="{E5D300AD-88DE-8B62-8601-ED441A74881C}"/>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sp>
        <p:nvSpPr>
          <p:cNvPr id="8" name="TextBox 7">
            <a:extLst>
              <a:ext uri="{FF2B5EF4-FFF2-40B4-BE49-F238E27FC236}">
                <a16:creationId xmlns:a16="http://schemas.microsoft.com/office/drawing/2014/main" id="{02745087-7D21-C206-AFFB-AF988BB9ACB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pic>
        <p:nvPicPr>
          <p:cNvPr id="9" name="그림 8">
            <a:extLst>
              <a:ext uri="{FF2B5EF4-FFF2-40B4-BE49-F238E27FC236}">
                <a16:creationId xmlns:a16="http://schemas.microsoft.com/office/drawing/2014/main" id="{9B5DF17E-E278-B0BC-9AF9-F05D752DFBB9}"/>
              </a:ext>
            </a:extLst>
          </p:cNvPr>
          <p:cNvPicPr>
            <a:picLocks noChangeAspect="1"/>
          </p:cNvPicPr>
          <p:nvPr/>
        </p:nvPicPr>
        <p:blipFill>
          <a:blip r:embed="rId2"/>
          <a:stretch>
            <a:fillRect/>
          </a:stretch>
        </p:blipFill>
        <p:spPr>
          <a:xfrm rot="5400000">
            <a:off x="1763486" y="4096000"/>
            <a:ext cx="6858000" cy="2030955"/>
          </a:xfrm>
          <a:prstGeom prst="rect">
            <a:avLst/>
          </a:prstGeom>
        </p:spPr>
      </p:pic>
      <p:pic>
        <p:nvPicPr>
          <p:cNvPr id="10" name="그림 9">
            <a:extLst>
              <a:ext uri="{FF2B5EF4-FFF2-40B4-BE49-F238E27FC236}">
                <a16:creationId xmlns:a16="http://schemas.microsoft.com/office/drawing/2014/main" id="{A995E338-818D-FE21-7B4A-E527CD6C6283}"/>
              </a:ext>
            </a:extLst>
          </p:cNvPr>
          <p:cNvPicPr>
            <a:picLocks noChangeAspect="1"/>
          </p:cNvPicPr>
          <p:nvPr/>
        </p:nvPicPr>
        <p:blipFill>
          <a:blip r:embed="rId3"/>
          <a:stretch>
            <a:fillRect/>
          </a:stretch>
        </p:blipFill>
        <p:spPr>
          <a:xfrm rot="5400000">
            <a:off x="-1128337" y="3871201"/>
            <a:ext cx="6858000" cy="2480553"/>
          </a:xfrm>
          <a:prstGeom prst="rect">
            <a:avLst/>
          </a:prstGeom>
        </p:spPr>
      </p:pic>
    </p:spTree>
    <p:extLst>
      <p:ext uri="{BB962C8B-B14F-4D97-AF65-F5344CB8AC3E}">
        <p14:creationId xmlns:p14="http://schemas.microsoft.com/office/powerpoint/2010/main" val="800371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422993458"/>
              </p:ext>
            </p:extLst>
          </p:nvPr>
        </p:nvGraphicFramePr>
        <p:xfrm>
          <a:off x="404812" y="1727442"/>
          <a:ext cx="6057357" cy="372600"/>
        </p:xfrm>
        <a:graphic>
          <a:graphicData uri="http://schemas.openxmlformats.org/drawingml/2006/table">
            <a:tbl>
              <a:tblPr firstRow="1" bandRow="1">
                <a:tableStyleId>{5C22544A-7EE6-4342-B048-85BDC9FD1C3A}</a:tableStyleId>
              </a:tblPr>
              <a:tblGrid>
                <a:gridCol w="349837">
                  <a:extLst>
                    <a:ext uri="{9D8B030D-6E8A-4147-A177-3AD203B41FA5}">
                      <a16:colId xmlns:a16="http://schemas.microsoft.com/office/drawing/2014/main" val="657570846"/>
                    </a:ext>
                  </a:extLst>
                </a:gridCol>
                <a:gridCol w="384659">
                  <a:extLst>
                    <a:ext uri="{9D8B030D-6E8A-4147-A177-3AD203B41FA5}">
                      <a16:colId xmlns:a16="http://schemas.microsoft.com/office/drawing/2014/main" val="3259894497"/>
                    </a:ext>
                  </a:extLst>
                </a:gridCol>
                <a:gridCol w="452075">
                  <a:extLst>
                    <a:ext uri="{9D8B030D-6E8A-4147-A177-3AD203B41FA5}">
                      <a16:colId xmlns:a16="http://schemas.microsoft.com/office/drawing/2014/main" val="4170535043"/>
                    </a:ext>
                  </a:extLst>
                </a:gridCol>
                <a:gridCol w="402948">
                  <a:extLst>
                    <a:ext uri="{9D8B030D-6E8A-4147-A177-3AD203B41FA5}">
                      <a16:colId xmlns:a16="http://schemas.microsoft.com/office/drawing/2014/main" val="2079070694"/>
                    </a:ext>
                  </a:extLst>
                </a:gridCol>
                <a:gridCol w="438358">
                  <a:extLst>
                    <a:ext uri="{9D8B030D-6E8A-4147-A177-3AD203B41FA5}">
                      <a16:colId xmlns:a16="http://schemas.microsoft.com/office/drawing/2014/main" val="4213315911"/>
                    </a:ext>
                  </a:extLst>
                </a:gridCol>
                <a:gridCol w="402948">
                  <a:extLst>
                    <a:ext uri="{9D8B030D-6E8A-4147-A177-3AD203B41FA5}">
                      <a16:colId xmlns:a16="http://schemas.microsoft.com/office/drawing/2014/main" val="2769999950"/>
                    </a:ext>
                  </a:extLst>
                </a:gridCol>
                <a:gridCol w="402948">
                  <a:extLst>
                    <a:ext uri="{9D8B030D-6E8A-4147-A177-3AD203B41FA5}">
                      <a16:colId xmlns:a16="http://schemas.microsoft.com/office/drawing/2014/main" val="135637185"/>
                    </a:ext>
                  </a:extLst>
                </a:gridCol>
                <a:gridCol w="402948">
                  <a:extLst>
                    <a:ext uri="{9D8B030D-6E8A-4147-A177-3AD203B41FA5}">
                      <a16:colId xmlns:a16="http://schemas.microsoft.com/office/drawing/2014/main" val="3038050475"/>
                    </a:ext>
                  </a:extLst>
                </a:gridCol>
                <a:gridCol w="402948">
                  <a:extLst>
                    <a:ext uri="{9D8B030D-6E8A-4147-A177-3AD203B41FA5}">
                      <a16:colId xmlns:a16="http://schemas.microsoft.com/office/drawing/2014/main" val="1979433044"/>
                    </a:ext>
                  </a:extLst>
                </a:gridCol>
                <a:gridCol w="402948">
                  <a:extLst>
                    <a:ext uri="{9D8B030D-6E8A-4147-A177-3AD203B41FA5}">
                      <a16:colId xmlns:a16="http://schemas.microsoft.com/office/drawing/2014/main" val="4270661649"/>
                    </a:ext>
                  </a:extLst>
                </a:gridCol>
                <a:gridCol w="402948">
                  <a:extLst>
                    <a:ext uri="{9D8B030D-6E8A-4147-A177-3AD203B41FA5}">
                      <a16:colId xmlns:a16="http://schemas.microsoft.com/office/drawing/2014/main" val="3027041370"/>
                    </a:ext>
                  </a:extLst>
                </a:gridCol>
                <a:gridCol w="402948">
                  <a:extLst>
                    <a:ext uri="{9D8B030D-6E8A-4147-A177-3AD203B41FA5}">
                      <a16:colId xmlns:a16="http://schemas.microsoft.com/office/drawing/2014/main" val="2852526216"/>
                    </a:ext>
                  </a:extLst>
                </a:gridCol>
                <a:gridCol w="402948">
                  <a:extLst>
                    <a:ext uri="{9D8B030D-6E8A-4147-A177-3AD203B41FA5}">
                      <a16:colId xmlns:a16="http://schemas.microsoft.com/office/drawing/2014/main" val="103420222"/>
                    </a:ext>
                  </a:extLst>
                </a:gridCol>
                <a:gridCol w="402948">
                  <a:extLst>
                    <a:ext uri="{9D8B030D-6E8A-4147-A177-3AD203B41FA5}">
                      <a16:colId xmlns:a16="http://schemas.microsoft.com/office/drawing/2014/main" val="1470405609"/>
                    </a:ext>
                  </a:extLst>
                </a:gridCol>
                <a:gridCol w="4029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graphicFrame>
        <p:nvGraphicFramePr>
          <p:cNvPr id="4" name="표 3">
            <a:extLst>
              <a:ext uri="{FF2B5EF4-FFF2-40B4-BE49-F238E27FC236}">
                <a16:creationId xmlns:a16="http://schemas.microsoft.com/office/drawing/2014/main" id="{A88FEB45-FEE4-B39F-17EB-F8E56A45E514}"/>
              </a:ext>
            </a:extLst>
          </p:cNvPr>
          <p:cNvGraphicFramePr>
            <a:graphicFrameLocks noGrp="1"/>
          </p:cNvGraphicFramePr>
          <p:nvPr>
            <p:extLst>
              <p:ext uri="{D42A27DB-BD31-4B8C-83A1-F6EECF244321}">
                <p14:modId xmlns:p14="http://schemas.microsoft.com/office/powerpoint/2010/main" val="2225684985"/>
              </p:ext>
            </p:extLst>
          </p:nvPr>
        </p:nvGraphicFramePr>
        <p:xfrm>
          <a:off x="404812" y="2156359"/>
          <a:ext cx="6048622" cy="3404181"/>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16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85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57853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every vsync.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8236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 access at the back of the frame should be avoided for proper operation.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2183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3553629635"/>
              </p:ext>
            </p:extLst>
          </p:nvPr>
        </p:nvGraphicFramePr>
        <p:xfrm>
          <a:off x="408946" y="1577336"/>
          <a:ext cx="6053219" cy="6192672"/>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17760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5.</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3874643504"/>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623514">
                  <a:extLst>
                    <a:ext uri="{9D8B030D-6E8A-4147-A177-3AD203B41FA5}">
                      <a16:colId xmlns:a16="http://schemas.microsoft.com/office/drawing/2014/main" val="3038050475"/>
                    </a:ext>
                  </a:extLst>
                </a:gridCol>
                <a:gridCol w="544649">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 [1:0]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5" name="표 4">
            <a:extLst>
              <a:ext uri="{FF2B5EF4-FFF2-40B4-BE49-F238E27FC236}">
                <a16:creationId xmlns:a16="http://schemas.microsoft.com/office/drawing/2014/main" id="{B6DD68C4-5BE9-AE64-0C5B-2A14194E6524}"/>
              </a:ext>
            </a:extLst>
          </p:cNvPr>
          <p:cNvGraphicFramePr>
            <a:graphicFrameLocks noGrp="1"/>
          </p:cNvGraphicFramePr>
          <p:nvPr>
            <p:extLst>
              <p:ext uri="{D42A27DB-BD31-4B8C-83A1-F6EECF244321}">
                <p14:modId xmlns:p14="http://schemas.microsoft.com/office/powerpoint/2010/main" val="3692237949"/>
              </p:ext>
            </p:extLst>
          </p:nvPr>
        </p:nvGraphicFramePr>
        <p:xfrm>
          <a:off x="1866407" y="3625955"/>
          <a:ext cx="4567259" cy="1328185"/>
        </p:xfrm>
        <a:graphic>
          <a:graphicData uri="http://schemas.openxmlformats.org/drawingml/2006/table">
            <a:tbl>
              <a:tblPr firstRow="1" bandRow="1">
                <a:tableStyleId>{5C22544A-7EE6-4342-B048-85BDC9FD1C3A}</a:tableStyleId>
              </a:tblPr>
              <a:tblGrid>
                <a:gridCol w="297712">
                  <a:extLst>
                    <a:ext uri="{9D8B030D-6E8A-4147-A177-3AD203B41FA5}">
                      <a16:colId xmlns:a16="http://schemas.microsoft.com/office/drawing/2014/main" val="2861869108"/>
                    </a:ext>
                  </a:extLst>
                </a:gridCol>
                <a:gridCol w="745388">
                  <a:extLst>
                    <a:ext uri="{9D8B030D-6E8A-4147-A177-3AD203B41FA5}">
                      <a16:colId xmlns:a16="http://schemas.microsoft.com/office/drawing/2014/main" val="3471461862"/>
                    </a:ext>
                  </a:extLst>
                </a:gridCol>
                <a:gridCol w="258025">
                  <a:extLst>
                    <a:ext uri="{9D8B030D-6E8A-4147-A177-3AD203B41FA5}">
                      <a16:colId xmlns:a16="http://schemas.microsoft.com/office/drawing/2014/main" val="4138367841"/>
                    </a:ext>
                  </a:extLst>
                </a:gridCol>
                <a:gridCol w="258025">
                  <a:extLst>
                    <a:ext uri="{9D8B030D-6E8A-4147-A177-3AD203B41FA5}">
                      <a16:colId xmlns:a16="http://schemas.microsoft.com/office/drawing/2014/main" val="3589866634"/>
                    </a:ext>
                  </a:extLst>
                </a:gridCol>
                <a:gridCol w="258025">
                  <a:extLst>
                    <a:ext uri="{9D8B030D-6E8A-4147-A177-3AD203B41FA5}">
                      <a16:colId xmlns:a16="http://schemas.microsoft.com/office/drawing/2014/main" val="203027085"/>
                    </a:ext>
                  </a:extLst>
                </a:gridCol>
                <a:gridCol w="258025">
                  <a:extLst>
                    <a:ext uri="{9D8B030D-6E8A-4147-A177-3AD203B41FA5}">
                      <a16:colId xmlns:a16="http://schemas.microsoft.com/office/drawing/2014/main" val="1213780966"/>
                    </a:ext>
                  </a:extLst>
                </a:gridCol>
                <a:gridCol w="2492059">
                  <a:extLst>
                    <a:ext uri="{9D8B030D-6E8A-4147-A177-3AD203B41FA5}">
                      <a16:colId xmlns:a16="http://schemas.microsoft.com/office/drawing/2014/main" val="4000803811"/>
                    </a:ext>
                  </a:extLst>
                </a:gridCol>
              </a:tblGrid>
              <a:tr h="20805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Value</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3090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p>
                      <a:pPr algn="l" latinLnBrk="1"/>
                      <a:r>
                        <a:rPr lang="en-US" altLang="ko-KR" sz="800" dirty="0">
                          <a:solidFill>
                            <a:schemeClr val="tx1"/>
                          </a:solidFill>
                          <a:latin typeface="Arial" panose="020B0604020202020204" pitchFamily="34" charset="0"/>
                          <a:ea typeface="+mn-ea"/>
                          <a:cs typeface="Arial" panose="020B0604020202020204" pitchFamily="34" charset="0"/>
                        </a:rPr>
                        <a:t>These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VSYNC-In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FB-Out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VSYNC-In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individual drive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D9"/>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D9"/>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External VSYNC-In and FB-Out are used individually, not in daisy chain.</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475550216"/>
              </p:ext>
            </p:extLst>
          </p:nvPr>
        </p:nvGraphicFramePr>
        <p:xfrm>
          <a:off x="389761" y="1549501"/>
          <a:ext cx="6053732" cy="201795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6735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sp>
        <p:nvSpPr>
          <p:cNvPr id="13" name="TextBox 12">
            <a:extLst>
              <a:ext uri="{FF2B5EF4-FFF2-40B4-BE49-F238E27FC236}">
                <a16:creationId xmlns:a16="http://schemas.microsoft.com/office/drawing/2014/main" id="{73440F33-4BCE-8AB1-2175-28FBD67160EF}"/>
              </a:ext>
            </a:extLst>
          </p:cNvPr>
          <p:cNvSpPr txBox="1"/>
          <p:nvPr/>
        </p:nvSpPr>
        <p:spPr>
          <a:xfrm>
            <a:off x="382986" y="4556430"/>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2489695626"/>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851135739"/>
              </p:ext>
            </p:extLst>
          </p:nvPr>
        </p:nvGraphicFramePr>
        <p:xfrm>
          <a:off x="394817" y="4821945"/>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FA590B96-11D0-752B-F5C3-8B8E90F71147}"/>
              </a:ext>
            </a:extLst>
          </p:cNvPr>
          <p:cNvSpPr txBox="1"/>
          <p:nvPr/>
        </p:nvSpPr>
        <p:spPr>
          <a:xfrm>
            <a:off x="3375424" y="3686842"/>
            <a:ext cx="163506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FPWM Configuration</a:t>
            </a:r>
          </a:p>
        </p:txBody>
      </p:sp>
      <p:graphicFrame>
        <p:nvGraphicFramePr>
          <p:cNvPr id="4" name="표 3">
            <a:extLst>
              <a:ext uri="{FF2B5EF4-FFF2-40B4-BE49-F238E27FC236}">
                <a16:creationId xmlns:a16="http://schemas.microsoft.com/office/drawing/2014/main" id="{FC553F71-E8AF-1693-34A7-8F6D536792F5}"/>
              </a:ext>
            </a:extLst>
          </p:cNvPr>
          <p:cNvGraphicFramePr>
            <a:graphicFrameLocks noGrp="1"/>
          </p:cNvGraphicFramePr>
          <p:nvPr>
            <p:extLst>
              <p:ext uri="{D42A27DB-BD31-4B8C-83A1-F6EECF244321}">
                <p14:modId xmlns:p14="http://schemas.microsoft.com/office/powerpoint/2010/main" val="1417977604"/>
              </p:ext>
            </p:extLst>
          </p:nvPr>
        </p:nvGraphicFramePr>
        <p:xfrm>
          <a:off x="389761" y="5271446"/>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graphicFrame>
        <p:nvGraphicFramePr>
          <p:cNvPr id="5" name="표 4">
            <a:extLst>
              <a:ext uri="{FF2B5EF4-FFF2-40B4-BE49-F238E27FC236}">
                <a16:creationId xmlns:a16="http://schemas.microsoft.com/office/drawing/2014/main" id="{C67641E6-527D-AA18-90DA-71E1276F9061}"/>
              </a:ext>
            </a:extLst>
          </p:cNvPr>
          <p:cNvGraphicFramePr>
            <a:graphicFrameLocks noGrp="1"/>
          </p:cNvGraphicFramePr>
          <p:nvPr>
            <p:extLst>
              <p:ext uri="{D42A27DB-BD31-4B8C-83A1-F6EECF244321}">
                <p14:modId xmlns:p14="http://schemas.microsoft.com/office/powerpoint/2010/main" val="181398995"/>
              </p:ext>
            </p:extLst>
          </p:nvPr>
        </p:nvGraphicFramePr>
        <p:xfrm>
          <a:off x="1931758" y="6298029"/>
          <a:ext cx="1521052"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bl>
          </a:graphicData>
        </a:graphic>
      </p:graphicFrame>
      <p:sp>
        <p:nvSpPr>
          <p:cNvPr id="7" name="TextBox 6">
            <a:extLst>
              <a:ext uri="{FF2B5EF4-FFF2-40B4-BE49-F238E27FC236}">
                <a16:creationId xmlns:a16="http://schemas.microsoft.com/office/drawing/2014/main" id="{5AD8E342-1644-B9E9-1D04-76CE731784DD}"/>
              </a:ext>
            </a:extLst>
          </p:cNvPr>
          <p:cNvSpPr txBox="1"/>
          <p:nvPr/>
        </p:nvSpPr>
        <p:spPr>
          <a:xfrm>
            <a:off x="3513564" y="6407585"/>
            <a:ext cx="1514852" cy="107722"/>
          </a:xfrm>
          <a:prstGeom prst="rect">
            <a:avLst/>
          </a:prstGeom>
          <a:noFill/>
        </p:spPr>
        <p:txBody>
          <a:bodyPr wrap="squar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 enabled channels = 2</a:t>
            </a:r>
            <a:endParaRPr lang="ko-KR" altLang="en-US" sz="700" i="1" dirty="0">
              <a:latin typeface="Arial" panose="020B0604020202020204" pitchFamily="34" charset="0"/>
              <a:cs typeface="Arial" panose="020B0604020202020204" pitchFamily="34" charset="0"/>
            </a:endParaRPr>
          </a:p>
        </p:txBody>
      </p:sp>
      <p:cxnSp>
        <p:nvCxnSpPr>
          <p:cNvPr id="8" name="직선 화살표 연결선 7">
            <a:extLst>
              <a:ext uri="{FF2B5EF4-FFF2-40B4-BE49-F238E27FC236}">
                <a16:creationId xmlns:a16="http://schemas.microsoft.com/office/drawing/2014/main" id="{DAEF715F-AAB3-68FD-8E5F-9FC905DC2EC9}"/>
              </a:ext>
            </a:extLst>
          </p:cNvPr>
          <p:cNvCxnSpPr>
            <a:cxnSpLocks/>
          </p:cNvCxnSpPr>
          <p:nvPr/>
        </p:nvCxnSpPr>
        <p:spPr>
          <a:xfrm>
            <a:off x="1918284" y="6715340"/>
            <a:ext cx="1548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9A25F7F-35CD-B92B-3C54-5C5CA1F1575B}"/>
              </a:ext>
            </a:extLst>
          </p:cNvPr>
          <p:cNvSpPr txBox="1"/>
          <p:nvPr/>
        </p:nvSpPr>
        <p:spPr>
          <a:xfrm>
            <a:off x="3513564" y="6660200"/>
            <a:ext cx="2648431" cy="107722"/>
          </a:xfrm>
          <a:prstGeom prst="rect">
            <a:avLst/>
          </a:prstGeom>
          <a:solidFill>
            <a:schemeClr val="bg1"/>
          </a:solidFill>
        </p:spPr>
        <p:txBody>
          <a:bodyPr wrap="squar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 LD_SIZE = 4</a:t>
            </a:r>
            <a:endParaRPr lang="ko-KR" altLang="en-US" sz="700" i="1" dirty="0">
              <a:latin typeface="Arial" panose="020B0604020202020204" pitchFamily="34" charset="0"/>
              <a:cs typeface="Arial" panose="020B0604020202020204" pitchFamily="34" charset="0"/>
            </a:endParaRPr>
          </a:p>
        </p:txBody>
      </p:sp>
      <p:cxnSp>
        <p:nvCxnSpPr>
          <p:cNvPr id="15" name="직선 연결선 14">
            <a:extLst>
              <a:ext uri="{FF2B5EF4-FFF2-40B4-BE49-F238E27FC236}">
                <a16:creationId xmlns:a16="http://schemas.microsoft.com/office/drawing/2014/main" id="{C8B70524-1D2D-8136-4CB4-0D7A7B19B160}"/>
              </a:ext>
            </a:extLst>
          </p:cNvPr>
          <p:cNvCxnSpPr/>
          <p:nvPr/>
        </p:nvCxnSpPr>
        <p:spPr>
          <a:xfrm>
            <a:off x="1931758" y="6589340"/>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05AF0378-80F0-262F-797C-6ABAD6ED976D}"/>
              </a:ext>
            </a:extLst>
          </p:cNvPr>
          <p:cNvCxnSpPr/>
          <p:nvPr/>
        </p:nvCxnSpPr>
        <p:spPr>
          <a:xfrm>
            <a:off x="3452810" y="6589340"/>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AFDC117-62AB-C501-8F4A-E26FB56F70C2}"/>
              </a:ext>
            </a:extLst>
          </p:cNvPr>
          <p:cNvSpPr txBox="1"/>
          <p:nvPr/>
        </p:nvSpPr>
        <p:spPr>
          <a:xfrm>
            <a:off x="2257005" y="6940764"/>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CH3,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0" name="표 9">
            <a:extLst>
              <a:ext uri="{FF2B5EF4-FFF2-40B4-BE49-F238E27FC236}">
                <a16:creationId xmlns:a16="http://schemas.microsoft.com/office/drawing/2014/main" id="{598D9FA0-C3B8-133F-051E-D06F3A59D733}"/>
              </a:ext>
            </a:extLst>
          </p:cNvPr>
          <p:cNvGraphicFramePr>
            <a:graphicFrameLocks noGrp="1"/>
          </p:cNvGraphicFramePr>
          <p:nvPr>
            <p:extLst>
              <p:ext uri="{D42A27DB-BD31-4B8C-83A1-F6EECF244321}">
                <p14:modId xmlns:p14="http://schemas.microsoft.com/office/powerpoint/2010/main" val="3142695537"/>
              </p:ext>
            </p:extLst>
          </p:nvPr>
        </p:nvGraphicFramePr>
        <p:xfrm>
          <a:off x="1319384" y="2662028"/>
          <a:ext cx="5133800" cy="789600"/>
        </p:xfrm>
        <a:graphic>
          <a:graphicData uri="http://schemas.openxmlformats.org/drawingml/2006/table">
            <a:tbl>
              <a:tblPr firstRow="1" bandRow="1">
                <a:tableStyleId>{5C22544A-7EE6-4342-B048-85BDC9FD1C3A}</a:tableStyleId>
              </a:tblPr>
              <a:tblGrid>
                <a:gridCol w="550125">
                  <a:extLst>
                    <a:ext uri="{9D8B030D-6E8A-4147-A177-3AD203B41FA5}">
                      <a16:colId xmlns:a16="http://schemas.microsoft.com/office/drawing/2014/main" val="2861869108"/>
                    </a:ext>
                  </a:extLst>
                </a:gridCol>
                <a:gridCol w="918425">
                  <a:extLst>
                    <a:ext uri="{9D8B030D-6E8A-4147-A177-3AD203B41FA5}">
                      <a16:colId xmlns:a16="http://schemas.microsoft.com/office/drawing/2014/main" val="3471461862"/>
                    </a:ext>
                  </a:extLst>
                </a:gridCol>
                <a:gridCol w="407250">
                  <a:extLst>
                    <a:ext uri="{9D8B030D-6E8A-4147-A177-3AD203B41FA5}">
                      <a16:colId xmlns:a16="http://schemas.microsoft.com/office/drawing/2014/main" val="4138367841"/>
                    </a:ext>
                  </a:extLst>
                </a:gridCol>
                <a:gridCol w="407250">
                  <a:extLst>
                    <a:ext uri="{9D8B030D-6E8A-4147-A177-3AD203B41FA5}">
                      <a16:colId xmlns:a16="http://schemas.microsoft.com/office/drawing/2014/main" val="3589866634"/>
                    </a:ext>
                  </a:extLst>
                </a:gridCol>
                <a:gridCol w="407250">
                  <a:extLst>
                    <a:ext uri="{9D8B030D-6E8A-4147-A177-3AD203B41FA5}">
                      <a16:colId xmlns:a16="http://schemas.microsoft.com/office/drawing/2014/main" val="1804904378"/>
                    </a:ext>
                  </a:extLst>
                </a:gridCol>
                <a:gridCol w="407250">
                  <a:extLst>
                    <a:ext uri="{9D8B030D-6E8A-4147-A177-3AD203B41FA5}">
                      <a16:colId xmlns:a16="http://schemas.microsoft.com/office/drawing/2014/main" val="3109171518"/>
                    </a:ext>
                  </a:extLst>
                </a:gridCol>
                <a:gridCol w="407250">
                  <a:extLst>
                    <a:ext uri="{9D8B030D-6E8A-4147-A177-3AD203B41FA5}">
                      <a16:colId xmlns:a16="http://schemas.microsoft.com/office/drawing/2014/main" val="203027085"/>
                    </a:ext>
                  </a:extLst>
                </a:gridCol>
                <a:gridCol w="407250">
                  <a:extLst>
                    <a:ext uri="{9D8B030D-6E8A-4147-A177-3AD203B41FA5}">
                      <a16:colId xmlns:a16="http://schemas.microsoft.com/office/drawing/2014/main" val="1213780966"/>
                    </a:ext>
                  </a:extLst>
                </a:gridCol>
                <a:gridCol w="407250">
                  <a:extLst>
                    <a:ext uri="{9D8B030D-6E8A-4147-A177-3AD203B41FA5}">
                      <a16:colId xmlns:a16="http://schemas.microsoft.com/office/drawing/2014/main" val="4000803811"/>
                    </a:ext>
                  </a:extLst>
                </a:gridCol>
                <a:gridCol w="407250">
                  <a:extLst>
                    <a:ext uri="{9D8B030D-6E8A-4147-A177-3AD203B41FA5}">
                      <a16:colId xmlns:a16="http://schemas.microsoft.com/office/drawing/2014/main" val="2931672937"/>
                    </a:ext>
                  </a:extLst>
                </a:gridCol>
                <a:gridCol w="407250">
                  <a:extLst>
                    <a:ext uri="{9D8B030D-6E8A-4147-A177-3AD203B41FA5}">
                      <a16:colId xmlns:a16="http://schemas.microsoft.com/office/drawing/2014/main" val="85150885"/>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50Hz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800Hz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960Hz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787,026</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655,855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393,513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327,928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274,639</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237,748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163,964</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392,840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327,367</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9502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787,170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655,975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393,585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327,988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278,790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245,991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163,994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393,417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327,848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523447939"/>
              </p:ext>
            </p:extLst>
          </p:nvPr>
        </p:nvGraphicFramePr>
        <p:xfrm>
          <a:off x="403136" y="7077018"/>
          <a:ext cx="6053977" cy="1916828"/>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218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8mA     3b’001 : max 16mA     3b’010 : max 24mA    3b’011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48mA     3b’101 : max 64mA     3b’110 : max 92mA    3b’111 : max 128mA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560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6V             3b’001 : &gt;   8V            3b’010 : &gt; 12V            3b’011 : &gt; 16V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24V            3b’101 : &gt; 32V            3b’110 : &gt; 48V            3b’111 : &gt; 70V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2366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0.60V        3b’010 : &lt;  0.80V        3b’011 : &lt; 1.00V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1.20V          3b’101 : &lt; 1.40V         3b’110 : &lt; 1.60V         3b’111 : &lt; 1.80V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39429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2694348871"/>
              </p:ext>
            </p:extLst>
          </p:nvPr>
        </p:nvGraphicFramePr>
        <p:xfrm>
          <a:off x="403137" y="6658934"/>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296941765"/>
              </p:ext>
            </p:extLst>
          </p:nvPr>
        </p:nvGraphicFramePr>
        <p:xfrm>
          <a:off x="404563" y="1528398"/>
          <a:ext cx="6047025" cy="4766169"/>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290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6270388"/>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2857247"/>
                  </a:ext>
                </a:extLst>
              </a:tr>
              <a:tr h="5623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2913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0635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009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427817230"/>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812561115"/>
              </p:ext>
            </p:extLst>
          </p:nvPr>
        </p:nvGraphicFramePr>
        <p:xfrm>
          <a:off x="406838" y="1556231"/>
          <a:ext cx="6046597" cy="6184087"/>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after some read-back command stream is done and stops after the XD responds own information to the front XD. If the timer will be expired due to any no response, internal communication logics will be recovered to the standby state. The timeout counter is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expired at approximately 3.2ms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28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133679"/>
                  </a:ext>
                </a:extLst>
              </a:tr>
              <a:tr h="4454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MCLK_LOCK_CNT function will be halted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will be automatically fixed to PWM full value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327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487928824"/>
              </p:ext>
            </p:extLst>
          </p:nvPr>
        </p:nvGraphicFramePr>
        <p:xfrm>
          <a:off x="399454" y="1113183"/>
          <a:ext cx="6053982" cy="372600"/>
        </p:xfrm>
        <a:graphic>
          <a:graphicData uri="http://schemas.openxmlformats.org/drawingml/2006/table">
            <a:tbl>
              <a:tblPr firstRow="1" bandRow="1">
                <a:tableStyleId>{5C22544A-7EE6-4342-B048-85BDC9FD1C3A}</a:tableStyleId>
              </a:tblPr>
              <a:tblGrid>
                <a:gridCol w="276259">
                  <a:extLst>
                    <a:ext uri="{9D8B030D-6E8A-4147-A177-3AD203B41FA5}">
                      <a16:colId xmlns:a16="http://schemas.microsoft.com/office/drawing/2014/main" val="657570846"/>
                    </a:ext>
                  </a:extLst>
                </a:gridCol>
                <a:gridCol w="317447">
                  <a:extLst>
                    <a:ext uri="{9D8B030D-6E8A-4147-A177-3AD203B41FA5}">
                      <a16:colId xmlns:a16="http://schemas.microsoft.com/office/drawing/2014/main" val="3259894497"/>
                    </a:ext>
                  </a:extLst>
                </a:gridCol>
                <a:gridCol w="425729">
                  <a:extLst>
                    <a:ext uri="{9D8B030D-6E8A-4147-A177-3AD203B41FA5}">
                      <a16:colId xmlns:a16="http://schemas.microsoft.com/office/drawing/2014/main" val="4170535043"/>
                    </a:ext>
                  </a:extLst>
                </a:gridCol>
                <a:gridCol w="468454">
                  <a:extLst>
                    <a:ext uri="{9D8B030D-6E8A-4147-A177-3AD203B41FA5}">
                      <a16:colId xmlns:a16="http://schemas.microsoft.com/office/drawing/2014/main" val="2079070694"/>
                    </a:ext>
                  </a:extLst>
                </a:gridCol>
                <a:gridCol w="484777">
                  <a:extLst>
                    <a:ext uri="{9D8B030D-6E8A-4147-A177-3AD203B41FA5}">
                      <a16:colId xmlns:a16="http://schemas.microsoft.com/office/drawing/2014/main" val="4213315911"/>
                    </a:ext>
                  </a:extLst>
                </a:gridCol>
                <a:gridCol w="230851">
                  <a:extLst>
                    <a:ext uri="{9D8B030D-6E8A-4147-A177-3AD203B41FA5}">
                      <a16:colId xmlns:a16="http://schemas.microsoft.com/office/drawing/2014/main" val="2769999950"/>
                    </a:ext>
                  </a:extLst>
                </a:gridCol>
                <a:gridCol w="545170">
                  <a:extLst>
                    <a:ext uri="{9D8B030D-6E8A-4147-A177-3AD203B41FA5}">
                      <a16:colId xmlns:a16="http://schemas.microsoft.com/office/drawing/2014/main" val="135637185"/>
                    </a:ext>
                  </a:extLst>
                </a:gridCol>
                <a:gridCol w="540273">
                  <a:extLst>
                    <a:ext uri="{9D8B030D-6E8A-4147-A177-3AD203B41FA5}">
                      <a16:colId xmlns:a16="http://schemas.microsoft.com/office/drawing/2014/main" val="3038050475"/>
                    </a:ext>
                  </a:extLst>
                </a:gridCol>
                <a:gridCol w="584343">
                  <a:extLst>
                    <a:ext uri="{9D8B030D-6E8A-4147-A177-3AD203B41FA5}">
                      <a16:colId xmlns:a16="http://schemas.microsoft.com/office/drawing/2014/main" val="1979433044"/>
                    </a:ext>
                  </a:extLst>
                </a:gridCol>
                <a:gridCol w="321553">
                  <a:extLst>
                    <a:ext uri="{9D8B030D-6E8A-4147-A177-3AD203B41FA5}">
                      <a16:colId xmlns:a16="http://schemas.microsoft.com/office/drawing/2014/main" val="4270661649"/>
                    </a:ext>
                  </a:extLst>
                </a:gridCol>
                <a:gridCol w="378681">
                  <a:extLst>
                    <a:ext uri="{9D8B030D-6E8A-4147-A177-3AD203B41FA5}">
                      <a16:colId xmlns:a16="http://schemas.microsoft.com/office/drawing/2014/main" val="3027041370"/>
                    </a:ext>
                  </a:extLst>
                </a:gridCol>
                <a:gridCol w="370520">
                  <a:extLst>
                    <a:ext uri="{9D8B030D-6E8A-4147-A177-3AD203B41FA5}">
                      <a16:colId xmlns:a16="http://schemas.microsoft.com/office/drawing/2014/main" val="2852526216"/>
                    </a:ext>
                  </a:extLst>
                </a:gridCol>
                <a:gridCol w="363990">
                  <a:extLst>
                    <a:ext uri="{9D8B030D-6E8A-4147-A177-3AD203B41FA5}">
                      <a16:colId xmlns:a16="http://schemas.microsoft.com/office/drawing/2014/main" val="103420222"/>
                    </a:ext>
                  </a:extLst>
                </a:gridCol>
                <a:gridCol w="368887">
                  <a:extLst>
                    <a:ext uri="{9D8B030D-6E8A-4147-A177-3AD203B41FA5}">
                      <a16:colId xmlns:a16="http://schemas.microsoft.com/office/drawing/2014/main" val="1470405609"/>
                    </a:ext>
                  </a:extLst>
                </a:gridCol>
                <a:gridCol w="3770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TIMEOUT_E</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OVUV15_EN</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15146430"/>
              </p:ext>
            </p:extLst>
          </p:nvPr>
        </p:nvGraphicFramePr>
        <p:xfrm>
          <a:off x="395838" y="3912235"/>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556435091"/>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spTree>
    <p:extLst>
      <p:ext uri="{BB962C8B-B14F-4D97-AF65-F5344CB8AC3E}">
        <p14:creationId xmlns:p14="http://schemas.microsoft.com/office/powerpoint/2010/main" val="2566225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4" name="TextBox 3">
            <a:extLst>
              <a:ext uri="{FF2B5EF4-FFF2-40B4-BE49-F238E27FC236}">
                <a16:creationId xmlns:a16="http://schemas.microsoft.com/office/drawing/2014/main" id="{CFE5E142-71EF-A5A9-BBE8-4C38920B9072}"/>
              </a:ext>
            </a:extLst>
          </p:cNvPr>
          <p:cNvSpPr txBox="1"/>
          <p:nvPr/>
        </p:nvSpPr>
        <p:spPr>
          <a:xfrm>
            <a:off x="404813" y="380820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5" name="TextBox 4">
            <a:extLst>
              <a:ext uri="{FF2B5EF4-FFF2-40B4-BE49-F238E27FC236}">
                <a16:creationId xmlns:a16="http://schemas.microsoft.com/office/drawing/2014/main" id="{1FE550D8-1E6F-40F2-944C-461A0CE2480F}"/>
              </a:ext>
            </a:extLst>
          </p:cNvPr>
          <p:cNvSpPr txBox="1"/>
          <p:nvPr/>
        </p:nvSpPr>
        <p:spPr>
          <a:xfrm>
            <a:off x="404552" y="6277370"/>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7" name="표 6">
            <a:extLst>
              <a:ext uri="{FF2B5EF4-FFF2-40B4-BE49-F238E27FC236}">
                <a16:creationId xmlns:a16="http://schemas.microsoft.com/office/drawing/2014/main" id="{0347C6B3-A089-CBC9-EE3D-E6CAE4878A9B}"/>
              </a:ext>
            </a:extLst>
          </p:cNvPr>
          <p:cNvGraphicFramePr>
            <a:graphicFrameLocks noGrp="1"/>
          </p:cNvGraphicFramePr>
          <p:nvPr>
            <p:extLst>
              <p:ext uri="{D42A27DB-BD31-4B8C-83A1-F6EECF244321}">
                <p14:modId xmlns:p14="http://schemas.microsoft.com/office/powerpoint/2010/main" val="4020400961"/>
              </p:ext>
            </p:extLst>
          </p:nvPr>
        </p:nvGraphicFramePr>
        <p:xfrm>
          <a:off x="404565" y="458514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9" name="표 8">
            <a:extLst>
              <a:ext uri="{FF2B5EF4-FFF2-40B4-BE49-F238E27FC236}">
                <a16:creationId xmlns:a16="http://schemas.microsoft.com/office/drawing/2014/main" id="{48DB57E6-17F3-E0EE-5A74-EDB777FC2842}"/>
              </a:ext>
            </a:extLst>
          </p:cNvPr>
          <p:cNvGraphicFramePr>
            <a:graphicFrameLocks noGrp="1"/>
          </p:cNvGraphicFramePr>
          <p:nvPr>
            <p:extLst>
              <p:ext uri="{D42A27DB-BD31-4B8C-83A1-F6EECF244321}">
                <p14:modId xmlns:p14="http://schemas.microsoft.com/office/powerpoint/2010/main" val="3232121961"/>
              </p:ext>
            </p:extLst>
          </p:nvPr>
        </p:nvGraphicFramePr>
        <p:xfrm>
          <a:off x="404565" y="406885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0595A677-1B11-130E-D242-E543C24E8267}"/>
              </a:ext>
            </a:extLst>
          </p:cNvPr>
          <p:cNvGraphicFramePr>
            <a:graphicFrameLocks noGrp="1"/>
          </p:cNvGraphicFramePr>
          <p:nvPr>
            <p:extLst>
              <p:ext uri="{D42A27DB-BD31-4B8C-83A1-F6EECF244321}">
                <p14:modId xmlns:p14="http://schemas.microsoft.com/office/powerpoint/2010/main" val="4104862072"/>
              </p:ext>
            </p:extLst>
          </p:nvPr>
        </p:nvGraphicFramePr>
        <p:xfrm>
          <a:off x="404552" y="7060348"/>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60C088E7-716A-2AEF-2948-34D16AD2D163}"/>
              </a:ext>
            </a:extLst>
          </p:cNvPr>
          <p:cNvGraphicFramePr>
            <a:graphicFrameLocks noGrp="1"/>
          </p:cNvGraphicFramePr>
          <p:nvPr>
            <p:extLst>
              <p:ext uri="{D42A27DB-BD31-4B8C-83A1-F6EECF244321}">
                <p14:modId xmlns:p14="http://schemas.microsoft.com/office/powerpoint/2010/main" val="2214377968"/>
              </p:ext>
            </p:extLst>
          </p:nvPr>
        </p:nvGraphicFramePr>
        <p:xfrm>
          <a:off x="404552" y="6539709"/>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9380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3" name="표 22">
            <a:extLst>
              <a:ext uri="{FF2B5EF4-FFF2-40B4-BE49-F238E27FC236}">
                <a16:creationId xmlns:a16="http://schemas.microsoft.com/office/drawing/2014/main" id="{A9B15A9D-D8B3-4A05-B136-F3E2A73FFC13}"/>
              </a:ext>
            </a:extLst>
          </p:cNvPr>
          <p:cNvGraphicFramePr>
            <a:graphicFrameLocks noGrp="1"/>
          </p:cNvGraphicFramePr>
          <p:nvPr>
            <p:extLst>
              <p:ext uri="{D42A27DB-BD31-4B8C-83A1-F6EECF244321}">
                <p14:modId xmlns:p14="http://schemas.microsoft.com/office/powerpoint/2010/main" val="3729408579"/>
              </p:ext>
            </p:extLst>
          </p:nvPr>
        </p:nvGraphicFramePr>
        <p:xfrm>
          <a:off x="404560" y="1974658"/>
          <a:ext cx="6061539" cy="194160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9962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23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7.</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4546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 and set to 1 just before the vsync is not asserted if the vsync will be not supplied any more to the XD.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2175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24" name="TextBox 23">
            <a:extLst>
              <a:ext uri="{FF2B5EF4-FFF2-40B4-BE49-F238E27FC236}">
                <a16:creationId xmlns:a16="http://schemas.microsoft.com/office/drawing/2014/main" id="{8335AA9B-3BE9-16B9-C410-D75AE72144ED}"/>
              </a:ext>
            </a:extLst>
          </p:cNvPr>
          <p:cNvSpPr txBox="1"/>
          <p:nvPr/>
        </p:nvSpPr>
        <p:spPr>
          <a:xfrm>
            <a:off x="404565" y="4193591"/>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25" name="표 24">
            <a:extLst>
              <a:ext uri="{FF2B5EF4-FFF2-40B4-BE49-F238E27FC236}">
                <a16:creationId xmlns:a16="http://schemas.microsoft.com/office/drawing/2014/main" id="{A1FDA793-6EBB-D149-BD9E-2DFF0644A2B5}"/>
              </a:ext>
            </a:extLst>
          </p:cNvPr>
          <p:cNvGraphicFramePr>
            <a:graphicFrameLocks noGrp="1"/>
          </p:cNvGraphicFramePr>
          <p:nvPr>
            <p:extLst>
              <p:ext uri="{D42A27DB-BD31-4B8C-83A1-F6EECF244321}">
                <p14:modId xmlns:p14="http://schemas.microsoft.com/office/powerpoint/2010/main" val="3764077049"/>
              </p:ext>
            </p:extLst>
          </p:nvPr>
        </p:nvGraphicFramePr>
        <p:xfrm>
          <a:off x="404564" y="4873549"/>
          <a:ext cx="6057230" cy="15045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 102/ 107/ 112/ 117/ 122/ 127/ 132/ </a:t>
                      </a:r>
                      <a:r>
                        <a:rPr lang="en-US" altLang="ko-KR" sz="900" b="1" dirty="0">
                          <a:solidFill>
                            <a:schemeClr val="tx1"/>
                          </a:solidFill>
                          <a:latin typeface="Arial" panose="020B0604020202020204" pitchFamily="34" charset="0"/>
                          <a:ea typeface="+mn-ea"/>
                          <a:cs typeface="Arial" panose="020B0604020202020204" pitchFamily="34" charset="0"/>
                        </a:rPr>
                        <a:t>137</a:t>
                      </a:r>
                      <a:r>
                        <a:rPr lang="en-US" altLang="ko-KR" sz="900" b="0" dirty="0">
                          <a:solidFill>
                            <a:schemeClr val="tx1"/>
                          </a:solidFill>
                          <a:latin typeface="Arial" panose="020B0604020202020204" pitchFamily="34" charset="0"/>
                          <a:ea typeface="+mn-ea"/>
                          <a:cs typeface="Arial" panose="020B0604020202020204" pitchFamily="34" charset="0"/>
                        </a:rPr>
                        <a:t>(default) / 142/ 147/ 151/ 157/ 161/ 166/ 171</a:t>
                      </a:r>
                      <a:r>
                        <a:rPr lang="en-US" altLang="ko-KR" sz="900" b="0" dirty="0">
                          <a:solidFill>
                            <a:schemeClr val="tx1"/>
                          </a:solidFill>
                          <a:latin typeface="맑은 고딕" panose="020B0503020000020004" pitchFamily="50" charset="-127"/>
                          <a:ea typeface="+mn-ea"/>
                          <a:cs typeface="Arial" panose="020B0604020202020204" pitchFamily="34" charset="0"/>
                        </a:rPr>
                        <a: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 to 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26" name="표 25">
            <a:extLst>
              <a:ext uri="{FF2B5EF4-FFF2-40B4-BE49-F238E27FC236}">
                <a16:creationId xmlns:a16="http://schemas.microsoft.com/office/drawing/2014/main" id="{932221D9-41CD-A487-FB5D-BC527316E06D}"/>
              </a:ext>
            </a:extLst>
          </p:cNvPr>
          <p:cNvGraphicFramePr>
            <a:graphicFrameLocks noGrp="1"/>
          </p:cNvGraphicFramePr>
          <p:nvPr>
            <p:extLst>
              <p:ext uri="{D42A27DB-BD31-4B8C-83A1-F6EECF244321}">
                <p14:modId xmlns:p14="http://schemas.microsoft.com/office/powerpoint/2010/main" val="2838798599"/>
              </p:ext>
            </p:extLst>
          </p:nvPr>
        </p:nvGraphicFramePr>
        <p:xfrm>
          <a:off x="404813" y="1553915"/>
          <a:ext cx="6056982" cy="372600"/>
        </p:xfrm>
        <a:graphic>
          <a:graphicData uri="http://schemas.openxmlformats.org/drawingml/2006/table">
            <a:tbl>
              <a:tblPr firstRow="1" bandRow="1">
                <a:tableStyleId>{5C22544A-7EE6-4342-B048-85BDC9FD1C3A}</a:tableStyleId>
              </a:tblPr>
              <a:tblGrid>
                <a:gridCol w="291937">
                  <a:extLst>
                    <a:ext uri="{9D8B030D-6E8A-4147-A177-3AD203B41FA5}">
                      <a16:colId xmlns:a16="http://schemas.microsoft.com/office/drawing/2014/main" val="657570846"/>
                    </a:ext>
                  </a:extLst>
                </a:gridCol>
                <a:gridCol w="342863">
                  <a:extLst>
                    <a:ext uri="{9D8B030D-6E8A-4147-A177-3AD203B41FA5}">
                      <a16:colId xmlns:a16="http://schemas.microsoft.com/office/drawing/2014/main" val="3259894497"/>
                    </a:ext>
                  </a:extLst>
                </a:gridCol>
                <a:gridCol w="468140">
                  <a:extLst>
                    <a:ext uri="{9D8B030D-6E8A-4147-A177-3AD203B41FA5}">
                      <a16:colId xmlns:a16="http://schemas.microsoft.com/office/drawing/2014/main" val="4170535043"/>
                    </a:ext>
                  </a:extLst>
                </a:gridCol>
                <a:gridCol w="844121">
                  <a:extLst>
                    <a:ext uri="{9D8B030D-6E8A-4147-A177-3AD203B41FA5}">
                      <a16:colId xmlns:a16="http://schemas.microsoft.com/office/drawing/2014/main" val="2079070694"/>
                    </a:ext>
                  </a:extLst>
                </a:gridCol>
                <a:gridCol w="384820">
                  <a:extLst>
                    <a:ext uri="{9D8B030D-6E8A-4147-A177-3AD203B41FA5}">
                      <a16:colId xmlns:a16="http://schemas.microsoft.com/office/drawing/2014/main" val="4213315911"/>
                    </a:ext>
                  </a:extLst>
                </a:gridCol>
                <a:gridCol w="377084">
                  <a:extLst>
                    <a:ext uri="{9D8B030D-6E8A-4147-A177-3AD203B41FA5}">
                      <a16:colId xmlns:a16="http://schemas.microsoft.com/office/drawing/2014/main" val="2769999950"/>
                    </a:ext>
                  </a:extLst>
                </a:gridCol>
                <a:gridCol w="427038">
                  <a:extLst>
                    <a:ext uri="{9D8B030D-6E8A-4147-A177-3AD203B41FA5}">
                      <a16:colId xmlns:a16="http://schemas.microsoft.com/office/drawing/2014/main" val="135637185"/>
                    </a:ext>
                  </a:extLst>
                </a:gridCol>
                <a:gridCol w="362375">
                  <a:extLst>
                    <a:ext uri="{9D8B030D-6E8A-4147-A177-3AD203B41FA5}">
                      <a16:colId xmlns:a16="http://schemas.microsoft.com/office/drawing/2014/main" val="3038050475"/>
                    </a:ext>
                  </a:extLst>
                </a:gridCol>
                <a:gridCol w="374785">
                  <a:extLst>
                    <a:ext uri="{9D8B030D-6E8A-4147-A177-3AD203B41FA5}">
                      <a16:colId xmlns:a16="http://schemas.microsoft.com/office/drawing/2014/main" val="1979433044"/>
                    </a:ext>
                  </a:extLst>
                </a:gridCol>
                <a:gridCol w="369821">
                  <a:extLst>
                    <a:ext uri="{9D8B030D-6E8A-4147-A177-3AD203B41FA5}">
                      <a16:colId xmlns:a16="http://schemas.microsoft.com/office/drawing/2014/main" val="4270661649"/>
                    </a:ext>
                  </a:extLst>
                </a:gridCol>
                <a:gridCol w="377266">
                  <a:extLst>
                    <a:ext uri="{9D8B030D-6E8A-4147-A177-3AD203B41FA5}">
                      <a16:colId xmlns:a16="http://schemas.microsoft.com/office/drawing/2014/main" val="3027041370"/>
                    </a:ext>
                  </a:extLst>
                </a:gridCol>
                <a:gridCol w="367338">
                  <a:extLst>
                    <a:ext uri="{9D8B030D-6E8A-4147-A177-3AD203B41FA5}">
                      <a16:colId xmlns:a16="http://schemas.microsoft.com/office/drawing/2014/main" val="2852526216"/>
                    </a:ext>
                  </a:extLst>
                </a:gridCol>
                <a:gridCol w="352448">
                  <a:extLst>
                    <a:ext uri="{9D8B030D-6E8A-4147-A177-3AD203B41FA5}">
                      <a16:colId xmlns:a16="http://schemas.microsoft.com/office/drawing/2014/main" val="103420222"/>
                    </a:ext>
                  </a:extLst>
                </a:gridCol>
                <a:gridCol w="352447">
                  <a:extLst>
                    <a:ext uri="{9D8B030D-6E8A-4147-A177-3AD203B41FA5}">
                      <a16:colId xmlns:a16="http://schemas.microsoft.com/office/drawing/2014/main" val="1470405609"/>
                    </a:ext>
                  </a:extLst>
                </a:gridCol>
                <a:gridCol w="364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MCLK_LOCK_CNT_E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FLL_RANGE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7" name="표 26">
            <a:extLst>
              <a:ext uri="{FF2B5EF4-FFF2-40B4-BE49-F238E27FC236}">
                <a16:creationId xmlns:a16="http://schemas.microsoft.com/office/drawing/2014/main" id="{EC2E7CCD-1BDD-B3AB-4400-29B42253278B}"/>
              </a:ext>
            </a:extLst>
          </p:cNvPr>
          <p:cNvGraphicFramePr>
            <a:graphicFrameLocks noGrp="1"/>
          </p:cNvGraphicFramePr>
          <p:nvPr>
            <p:extLst>
              <p:ext uri="{D42A27DB-BD31-4B8C-83A1-F6EECF244321}">
                <p14:modId xmlns:p14="http://schemas.microsoft.com/office/powerpoint/2010/main" val="3619679558"/>
              </p:ext>
            </p:extLst>
          </p:nvPr>
        </p:nvGraphicFramePr>
        <p:xfrm>
          <a:off x="404564" y="4459305"/>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84013DCA-8DB1-3CA8-E765-6688DE3548BC}"/>
              </a:ext>
            </a:extLst>
          </p:cNvPr>
          <p:cNvSpPr txBox="1"/>
          <p:nvPr/>
        </p:nvSpPr>
        <p:spPr>
          <a:xfrm>
            <a:off x="395296" y="6669776"/>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29" name="표 28">
            <a:extLst>
              <a:ext uri="{FF2B5EF4-FFF2-40B4-BE49-F238E27FC236}">
                <a16:creationId xmlns:a16="http://schemas.microsoft.com/office/drawing/2014/main" id="{B0F9C3F7-8392-9D0E-BBC4-08A0561EFBA5}"/>
              </a:ext>
            </a:extLst>
          </p:cNvPr>
          <p:cNvGraphicFramePr>
            <a:graphicFrameLocks noGrp="1"/>
          </p:cNvGraphicFramePr>
          <p:nvPr>
            <p:extLst>
              <p:ext uri="{D42A27DB-BD31-4B8C-83A1-F6EECF244321}">
                <p14:modId xmlns:p14="http://schemas.microsoft.com/office/powerpoint/2010/main" val="3191271214"/>
              </p:ext>
            </p:extLst>
          </p:nvPr>
        </p:nvGraphicFramePr>
        <p:xfrm>
          <a:off x="404560" y="7797732"/>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 </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30" name="표 29">
            <a:extLst>
              <a:ext uri="{FF2B5EF4-FFF2-40B4-BE49-F238E27FC236}">
                <a16:creationId xmlns:a16="http://schemas.microsoft.com/office/drawing/2014/main" id="{4D95D8B9-11D2-7EA1-C74F-769A284E3D38}"/>
              </a:ext>
            </a:extLst>
          </p:cNvPr>
          <p:cNvGraphicFramePr>
            <a:graphicFrameLocks noGrp="1"/>
          </p:cNvGraphicFramePr>
          <p:nvPr>
            <p:extLst>
              <p:ext uri="{D42A27DB-BD31-4B8C-83A1-F6EECF244321}">
                <p14:modId xmlns:p14="http://schemas.microsoft.com/office/powerpoint/2010/main" val="2909330120"/>
              </p:ext>
            </p:extLst>
          </p:nvPr>
        </p:nvGraphicFramePr>
        <p:xfrm>
          <a:off x="404563" y="6935392"/>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31" name="표 30">
            <a:extLst>
              <a:ext uri="{FF2B5EF4-FFF2-40B4-BE49-F238E27FC236}">
                <a16:creationId xmlns:a16="http://schemas.microsoft.com/office/drawing/2014/main" id="{19B6B3BB-F158-C4A1-58F6-72344C49D799}"/>
              </a:ext>
            </a:extLst>
          </p:cNvPr>
          <p:cNvGraphicFramePr>
            <a:graphicFrameLocks noGrp="1"/>
          </p:cNvGraphicFramePr>
          <p:nvPr>
            <p:extLst>
              <p:ext uri="{D42A27DB-BD31-4B8C-83A1-F6EECF244321}">
                <p14:modId xmlns:p14="http://schemas.microsoft.com/office/powerpoint/2010/main" val="1368873368"/>
              </p:ext>
            </p:extLst>
          </p:nvPr>
        </p:nvGraphicFramePr>
        <p:xfrm>
          <a:off x="404563" y="7378349"/>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76B63-A8D7-40DC-BF8D-54458CF50D07}"/>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DEEAC2FA-C1F1-C7AC-B47C-371895D08EF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8A52AD2-BF87-1384-1692-BC1018F57241}"/>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MONITOR</a:t>
            </a:r>
          </a:p>
        </p:txBody>
      </p:sp>
      <p:sp>
        <p:nvSpPr>
          <p:cNvPr id="13" name="TextBox 12">
            <a:extLst>
              <a:ext uri="{FF2B5EF4-FFF2-40B4-BE49-F238E27FC236}">
                <a16:creationId xmlns:a16="http://schemas.microsoft.com/office/drawing/2014/main" id="{F3C8A488-F49C-56B2-803E-CD74D59ED80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3" name="표 32">
            <a:extLst>
              <a:ext uri="{FF2B5EF4-FFF2-40B4-BE49-F238E27FC236}">
                <a16:creationId xmlns:a16="http://schemas.microsoft.com/office/drawing/2014/main" id="{002FA1BA-C25C-2638-AE8A-ACAFB2001602}"/>
              </a:ext>
            </a:extLst>
          </p:cNvPr>
          <p:cNvGraphicFramePr>
            <a:graphicFrameLocks noGrp="1"/>
          </p:cNvGraphicFramePr>
          <p:nvPr>
            <p:extLst>
              <p:ext uri="{D42A27DB-BD31-4B8C-83A1-F6EECF244321}">
                <p14:modId xmlns:p14="http://schemas.microsoft.com/office/powerpoint/2010/main" val="3883642941"/>
              </p:ext>
            </p:extLst>
          </p:nvPr>
        </p:nvGraphicFramePr>
        <p:xfrm>
          <a:off x="400387" y="1574425"/>
          <a:ext cx="6057230" cy="515634"/>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OSC_FLL_FLT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34" name="표 33">
            <a:extLst>
              <a:ext uri="{FF2B5EF4-FFF2-40B4-BE49-F238E27FC236}">
                <a16:creationId xmlns:a16="http://schemas.microsoft.com/office/drawing/2014/main" id="{CDDC3793-8541-51A4-83B1-0526E3A23C77}"/>
              </a:ext>
            </a:extLst>
          </p:cNvPr>
          <p:cNvGraphicFramePr>
            <a:graphicFrameLocks noGrp="1"/>
          </p:cNvGraphicFramePr>
          <p:nvPr>
            <p:extLst>
              <p:ext uri="{D42A27DB-BD31-4B8C-83A1-F6EECF244321}">
                <p14:modId xmlns:p14="http://schemas.microsoft.com/office/powerpoint/2010/main" val="3717872425"/>
              </p:ext>
            </p:extLst>
          </p:nvPr>
        </p:nvGraphicFramePr>
        <p:xfrm>
          <a:off x="400387" y="111178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OSC_FLL_FLT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F61D9CFB-ECE3-D615-7245-E08201675C11}"/>
              </a:ext>
            </a:extLst>
          </p:cNvPr>
          <p:cNvSpPr txBox="1"/>
          <p:nvPr/>
        </p:nvSpPr>
        <p:spPr>
          <a:xfrm>
            <a:off x="401536" y="6291620"/>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6" name="표 5">
            <a:extLst>
              <a:ext uri="{FF2B5EF4-FFF2-40B4-BE49-F238E27FC236}">
                <a16:creationId xmlns:a16="http://schemas.microsoft.com/office/drawing/2014/main" id="{D1E683FD-78DC-5C73-0187-0F84EFB406F1}"/>
              </a:ext>
            </a:extLst>
          </p:cNvPr>
          <p:cNvGraphicFramePr>
            <a:graphicFrameLocks noGrp="1"/>
          </p:cNvGraphicFramePr>
          <p:nvPr>
            <p:extLst>
              <p:ext uri="{D42A27DB-BD31-4B8C-83A1-F6EECF244321}">
                <p14:modId xmlns:p14="http://schemas.microsoft.com/office/powerpoint/2010/main" val="3665552418"/>
              </p:ext>
            </p:extLst>
          </p:nvPr>
        </p:nvGraphicFramePr>
        <p:xfrm>
          <a:off x="401536" y="7030944"/>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PWM data is out with full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D7E6E016-6853-D810-F28B-10FF3B662A46}"/>
              </a:ext>
            </a:extLst>
          </p:cNvPr>
          <p:cNvGraphicFramePr>
            <a:graphicFrameLocks noGrp="1"/>
          </p:cNvGraphicFramePr>
          <p:nvPr>
            <p:extLst>
              <p:ext uri="{D42A27DB-BD31-4B8C-83A1-F6EECF244321}">
                <p14:modId xmlns:p14="http://schemas.microsoft.com/office/powerpoint/2010/main" val="3736555834"/>
              </p:ext>
            </p:extLst>
          </p:nvPr>
        </p:nvGraphicFramePr>
        <p:xfrm>
          <a:off x="401536" y="6568501"/>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8" name="TextBox 7">
            <a:extLst>
              <a:ext uri="{FF2B5EF4-FFF2-40B4-BE49-F238E27FC236}">
                <a16:creationId xmlns:a16="http://schemas.microsoft.com/office/drawing/2014/main" id="{8CF01BEA-D872-76BF-C3C3-597DB07E290C}"/>
              </a:ext>
            </a:extLst>
          </p:cNvPr>
          <p:cNvSpPr txBox="1"/>
          <p:nvPr/>
        </p:nvSpPr>
        <p:spPr>
          <a:xfrm>
            <a:off x="409242" y="2610088"/>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 PROTECT</a:t>
            </a:r>
          </a:p>
        </p:txBody>
      </p:sp>
      <p:graphicFrame>
        <p:nvGraphicFramePr>
          <p:cNvPr id="9" name="표 8">
            <a:extLst>
              <a:ext uri="{FF2B5EF4-FFF2-40B4-BE49-F238E27FC236}">
                <a16:creationId xmlns:a16="http://schemas.microsoft.com/office/drawing/2014/main" id="{D7BEB0E8-019E-D9FF-4691-67D13E7EC83C}"/>
              </a:ext>
            </a:extLst>
          </p:cNvPr>
          <p:cNvGraphicFramePr>
            <a:graphicFrameLocks noGrp="1"/>
          </p:cNvGraphicFramePr>
          <p:nvPr>
            <p:extLst>
              <p:ext uri="{D42A27DB-BD31-4B8C-83A1-F6EECF244321}">
                <p14:modId xmlns:p14="http://schemas.microsoft.com/office/powerpoint/2010/main" val="1980970469"/>
              </p:ext>
            </p:extLst>
          </p:nvPr>
        </p:nvGraphicFramePr>
        <p:xfrm>
          <a:off x="404817" y="3339171"/>
          <a:ext cx="6048614" cy="2579874"/>
        </p:xfrm>
        <a:graphic>
          <a:graphicData uri="http://schemas.openxmlformats.org/drawingml/2006/table">
            <a:tbl>
              <a:tblPr firstRow="1" bandRow="1">
                <a:tableStyleId>{5C22544A-7EE6-4342-B048-85BDC9FD1C3A}</a:tableStyleId>
              </a:tblPr>
              <a:tblGrid>
                <a:gridCol w="422321">
                  <a:extLst>
                    <a:ext uri="{9D8B030D-6E8A-4147-A177-3AD203B41FA5}">
                      <a16:colId xmlns:a16="http://schemas.microsoft.com/office/drawing/2014/main" val="4170535043"/>
                    </a:ext>
                  </a:extLst>
                </a:gridCol>
                <a:gridCol w="1235500">
                  <a:extLst>
                    <a:ext uri="{9D8B030D-6E8A-4147-A177-3AD203B41FA5}">
                      <a16:colId xmlns:a16="http://schemas.microsoft.com/office/drawing/2014/main" val="2079070694"/>
                    </a:ext>
                  </a:extLst>
                </a:gridCol>
                <a:gridCol w="4390793">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64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MODE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Each channel uses a common pwm clock.(Recommended)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Each channel uses an independent own pwm clock.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should be careful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must be cleared before the frame frequency transition with a flicker-less is started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and be set after the frame frequency transition is completed</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r h="7156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PCK_SYNC_E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SYNC ENABLE. (Recommended)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with PCK_MODE=1, then the PWM clock for each channel is created in synchronization with vsync.</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SYNC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SYNC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608641"/>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REG_WR_PROTECT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feature is used to protect write access to all internal registers except the MAX_ CURR_REF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0x155, means that the write access to all internal registers is allowable.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all set values other than 0x155 will prohibit all write accesses to all internal registers except the MAX_CURR_REF register.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43245"/>
                  </a:ext>
                </a:extLst>
              </a:tr>
            </a:tbl>
          </a:graphicData>
        </a:graphic>
      </p:graphicFrame>
      <p:graphicFrame>
        <p:nvGraphicFramePr>
          <p:cNvPr id="10" name="표 9">
            <a:extLst>
              <a:ext uri="{FF2B5EF4-FFF2-40B4-BE49-F238E27FC236}">
                <a16:creationId xmlns:a16="http://schemas.microsoft.com/office/drawing/2014/main" id="{3D58C381-B667-CBF6-2118-DAAD868B1D60}"/>
              </a:ext>
            </a:extLst>
          </p:cNvPr>
          <p:cNvGraphicFramePr>
            <a:graphicFrameLocks noGrp="1"/>
          </p:cNvGraphicFramePr>
          <p:nvPr>
            <p:extLst>
              <p:ext uri="{D42A27DB-BD31-4B8C-83A1-F6EECF244321}">
                <p14:modId xmlns:p14="http://schemas.microsoft.com/office/powerpoint/2010/main" val="583178880"/>
              </p:ext>
            </p:extLst>
          </p:nvPr>
        </p:nvGraphicFramePr>
        <p:xfrm>
          <a:off x="404818" y="2876533"/>
          <a:ext cx="6048619" cy="372600"/>
        </p:xfrm>
        <a:graphic>
          <a:graphicData uri="http://schemas.openxmlformats.org/drawingml/2006/table">
            <a:tbl>
              <a:tblPr firstRow="1" bandRow="1">
                <a:tableStyleId>{5C22544A-7EE6-4342-B048-85BDC9FD1C3A}</a:tableStyleId>
              </a:tblPr>
              <a:tblGrid>
                <a:gridCol w="317714">
                  <a:extLst>
                    <a:ext uri="{9D8B030D-6E8A-4147-A177-3AD203B41FA5}">
                      <a16:colId xmlns:a16="http://schemas.microsoft.com/office/drawing/2014/main" val="657570846"/>
                    </a:ext>
                  </a:extLst>
                </a:gridCol>
                <a:gridCol w="349339">
                  <a:extLst>
                    <a:ext uri="{9D8B030D-6E8A-4147-A177-3AD203B41FA5}">
                      <a16:colId xmlns:a16="http://schemas.microsoft.com/office/drawing/2014/main" val="3259894497"/>
                    </a:ext>
                  </a:extLst>
                </a:gridCol>
                <a:gridCol w="418554">
                  <a:extLst>
                    <a:ext uri="{9D8B030D-6E8A-4147-A177-3AD203B41FA5}">
                      <a16:colId xmlns:a16="http://schemas.microsoft.com/office/drawing/2014/main" val="4170535043"/>
                    </a:ext>
                  </a:extLst>
                </a:gridCol>
                <a:gridCol w="586067">
                  <a:extLst>
                    <a:ext uri="{9D8B030D-6E8A-4147-A177-3AD203B41FA5}">
                      <a16:colId xmlns:a16="http://schemas.microsoft.com/office/drawing/2014/main" val="2079070694"/>
                    </a:ext>
                  </a:extLst>
                </a:gridCol>
                <a:gridCol w="670605">
                  <a:extLst>
                    <a:ext uri="{9D8B030D-6E8A-4147-A177-3AD203B41FA5}">
                      <a16:colId xmlns:a16="http://schemas.microsoft.com/office/drawing/2014/main" val="4213315911"/>
                    </a:ext>
                  </a:extLst>
                </a:gridCol>
                <a:gridCol w="365949">
                  <a:extLst>
                    <a:ext uri="{9D8B030D-6E8A-4147-A177-3AD203B41FA5}">
                      <a16:colId xmlns:a16="http://schemas.microsoft.com/office/drawing/2014/main" val="2769999950"/>
                    </a:ext>
                  </a:extLst>
                </a:gridCol>
                <a:gridCol w="365949">
                  <a:extLst>
                    <a:ext uri="{9D8B030D-6E8A-4147-A177-3AD203B41FA5}">
                      <a16:colId xmlns:a16="http://schemas.microsoft.com/office/drawing/2014/main" val="135637185"/>
                    </a:ext>
                  </a:extLst>
                </a:gridCol>
                <a:gridCol w="365949">
                  <a:extLst>
                    <a:ext uri="{9D8B030D-6E8A-4147-A177-3AD203B41FA5}">
                      <a16:colId xmlns:a16="http://schemas.microsoft.com/office/drawing/2014/main" val="3038050475"/>
                    </a:ext>
                  </a:extLst>
                </a:gridCol>
                <a:gridCol w="412799">
                  <a:extLst>
                    <a:ext uri="{9D8B030D-6E8A-4147-A177-3AD203B41FA5}">
                      <a16:colId xmlns:a16="http://schemas.microsoft.com/office/drawing/2014/main" val="1979433044"/>
                    </a:ext>
                  </a:extLst>
                </a:gridCol>
                <a:gridCol w="365949">
                  <a:extLst>
                    <a:ext uri="{9D8B030D-6E8A-4147-A177-3AD203B41FA5}">
                      <a16:colId xmlns:a16="http://schemas.microsoft.com/office/drawing/2014/main" val="4270661649"/>
                    </a:ext>
                  </a:extLst>
                </a:gridCol>
                <a:gridCol w="365949">
                  <a:extLst>
                    <a:ext uri="{9D8B030D-6E8A-4147-A177-3AD203B41FA5}">
                      <a16:colId xmlns:a16="http://schemas.microsoft.com/office/drawing/2014/main" val="3027041370"/>
                    </a:ext>
                  </a:extLst>
                </a:gridCol>
                <a:gridCol w="365949">
                  <a:extLst>
                    <a:ext uri="{9D8B030D-6E8A-4147-A177-3AD203B41FA5}">
                      <a16:colId xmlns:a16="http://schemas.microsoft.com/office/drawing/2014/main" val="2852526216"/>
                    </a:ext>
                  </a:extLst>
                </a:gridCol>
                <a:gridCol w="365949">
                  <a:extLst>
                    <a:ext uri="{9D8B030D-6E8A-4147-A177-3AD203B41FA5}">
                      <a16:colId xmlns:a16="http://schemas.microsoft.com/office/drawing/2014/main" val="103420222"/>
                    </a:ext>
                  </a:extLst>
                </a:gridCol>
                <a:gridCol w="365949">
                  <a:extLst>
                    <a:ext uri="{9D8B030D-6E8A-4147-A177-3AD203B41FA5}">
                      <a16:colId xmlns:a16="http://schemas.microsoft.com/office/drawing/2014/main" val="1470405609"/>
                    </a:ext>
                  </a:extLst>
                </a:gridCol>
                <a:gridCol w="3659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0xD55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PCK_MODE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PCK_SYNC_E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REG_WR_PROTECT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134111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67241985-4BDF-5EC0-8BBB-983F6BE792E2}"/>
              </a:ext>
            </a:extLst>
          </p:cNvPr>
          <p:cNvGraphicFramePr>
            <a:graphicFrameLocks noGrp="1"/>
          </p:cNvGraphicFramePr>
          <p:nvPr>
            <p:extLst>
              <p:ext uri="{D42A27DB-BD31-4B8C-83A1-F6EECF244321}">
                <p14:modId xmlns:p14="http://schemas.microsoft.com/office/powerpoint/2010/main" val="390749836"/>
              </p:ext>
            </p:extLst>
          </p:nvPr>
        </p:nvGraphicFramePr>
        <p:xfrm>
          <a:off x="395875" y="1734018"/>
          <a:ext cx="6063640" cy="381272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TEST_EN=1, the D</a:t>
                      </a:r>
                      <a:r>
                        <a:rPr lang="en-US" altLang="ko-KR" sz="900" b="0" baseline="-25000" dirty="0">
                          <a:solidFill>
                            <a:schemeClr val="tx1"/>
                          </a:solidFill>
                          <a:latin typeface="Arial" panose="020B0604020202020204" pitchFamily="34" charset="0"/>
                          <a:ea typeface="+mn-ea"/>
                          <a:cs typeface="Arial" panose="020B0604020202020204" pitchFamily="34" charset="0"/>
                        </a:rPr>
                        <a:t>DIO </a:t>
                      </a:r>
                      <a:r>
                        <a:rPr lang="en-US" altLang="ko-KR" sz="900" b="0" dirty="0">
                          <a:solidFill>
                            <a:schemeClr val="tx1"/>
                          </a:solidFill>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MCLK32 clock is driven on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749921"/>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MCLK32_O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graphicFrame>
        <p:nvGraphicFramePr>
          <p:cNvPr id="4" name="표 3">
            <a:extLst>
              <a:ext uri="{FF2B5EF4-FFF2-40B4-BE49-F238E27FC236}">
                <a16:creationId xmlns:a16="http://schemas.microsoft.com/office/drawing/2014/main" id="{BA68E979-0566-7465-6BC6-D61F7AAE31A2}"/>
              </a:ext>
            </a:extLst>
          </p:cNvPr>
          <p:cNvGraphicFramePr>
            <a:graphicFrameLocks noGrp="1"/>
          </p:cNvGraphicFramePr>
          <p:nvPr>
            <p:extLst>
              <p:ext uri="{D42A27DB-BD31-4B8C-83A1-F6EECF244321}">
                <p14:modId xmlns:p14="http://schemas.microsoft.com/office/powerpoint/2010/main" val="2644601038"/>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480813">
                  <a:extLst>
                    <a:ext uri="{9D8B030D-6E8A-4147-A177-3AD203B41FA5}">
                      <a16:colId xmlns:a16="http://schemas.microsoft.com/office/drawing/2014/main" val="4213315911"/>
                    </a:ext>
                  </a:extLst>
                </a:gridCol>
                <a:gridCol w="390182">
                  <a:extLst>
                    <a:ext uri="{9D8B030D-6E8A-4147-A177-3AD203B41FA5}">
                      <a16:colId xmlns:a16="http://schemas.microsoft.com/office/drawing/2014/main" val="2769999950"/>
                    </a:ext>
                  </a:extLst>
                </a:gridCol>
                <a:gridCol w="504473">
                  <a:extLst>
                    <a:ext uri="{9D8B030D-6E8A-4147-A177-3AD203B41FA5}">
                      <a16:colId xmlns:a16="http://schemas.microsoft.com/office/drawing/2014/main" val="135637185"/>
                    </a:ext>
                  </a:extLst>
                </a:gridCol>
                <a:gridCol w="244449">
                  <a:extLst>
                    <a:ext uri="{9D8B030D-6E8A-4147-A177-3AD203B41FA5}">
                      <a16:colId xmlns:a16="http://schemas.microsoft.com/office/drawing/2014/main" val="3038050475"/>
                    </a:ext>
                  </a:extLst>
                </a:gridCol>
                <a:gridCol w="678291">
                  <a:extLst>
                    <a:ext uri="{9D8B030D-6E8A-4147-A177-3AD203B41FA5}">
                      <a16:colId xmlns:a16="http://schemas.microsoft.com/office/drawing/2014/main" val="1979433044"/>
                    </a:ext>
                  </a:extLst>
                </a:gridCol>
                <a:gridCol w="528895">
                  <a:extLst>
                    <a:ext uri="{9D8B030D-6E8A-4147-A177-3AD203B41FA5}">
                      <a16:colId xmlns:a16="http://schemas.microsoft.com/office/drawing/2014/main" val="4270661649"/>
                    </a:ext>
                  </a:extLst>
                </a:gridCol>
                <a:gridCol w="410409">
                  <a:extLst>
                    <a:ext uri="{9D8B030D-6E8A-4147-A177-3AD203B41FA5}">
                      <a16:colId xmlns:a16="http://schemas.microsoft.com/office/drawing/2014/main" val="3027041370"/>
                    </a:ext>
                  </a:extLst>
                </a:gridCol>
                <a:gridCol w="244449">
                  <a:extLst>
                    <a:ext uri="{9D8B030D-6E8A-4147-A177-3AD203B41FA5}">
                      <a16:colId xmlns:a16="http://schemas.microsoft.com/office/drawing/2014/main" val="2852526216"/>
                    </a:ext>
                  </a:extLst>
                </a:gridCol>
                <a:gridCol w="244449">
                  <a:extLst>
                    <a:ext uri="{9D8B030D-6E8A-4147-A177-3AD203B41FA5}">
                      <a16:colId xmlns:a16="http://schemas.microsoft.com/office/drawing/2014/main" val="103420222"/>
                    </a:ext>
                  </a:extLst>
                </a:gridCol>
                <a:gridCol w="244449">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MCLK32_O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E200622-9050-41C4-8638-182ADF00F93C}"/>
              </a:ext>
            </a:extLst>
          </p:cNvPr>
          <p:cNvSpPr txBox="1"/>
          <p:nvPr/>
        </p:nvSpPr>
        <p:spPr>
          <a:xfrm>
            <a:off x="395873" y="5681756"/>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8" name="표 7">
            <a:extLst>
              <a:ext uri="{FF2B5EF4-FFF2-40B4-BE49-F238E27FC236}">
                <a16:creationId xmlns:a16="http://schemas.microsoft.com/office/drawing/2014/main" id="{DD26270D-524D-4591-5E24-7407D04B32FA}"/>
              </a:ext>
            </a:extLst>
          </p:cNvPr>
          <p:cNvGraphicFramePr>
            <a:graphicFrameLocks noGrp="1"/>
          </p:cNvGraphicFramePr>
          <p:nvPr>
            <p:extLst>
              <p:ext uri="{D42A27DB-BD31-4B8C-83A1-F6EECF244321}">
                <p14:modId xmlns:p14="http://schemas.microsoft.com/office/powerpoint/2010/main" val="2781841914"/>
              </p:ext>
            </p:extLst>
          </p:nvPr>
        </p:nvGraphicFramePr>
        <p:xfrm>
          <a:off x="404813" y="7148051"/>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CAA62088-3B7C-61A3-6F91-9B214CE79E50}"/>
              </a:ext>
            </a:extLst>
          </p:cNvPr>
          <p:cNvSpPr txBox="1"/>
          <p:nvPr/>
        </p:nvSpPr>
        <p:spPr>
          <a:xfrm>
            <a:off x="404813" y="6884965"/>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10" name="TextBox 9">
            <a:extLst>
              <a:ext uri="{FF2B5EF4-FFF2-40B4-BE49-F238E27FC236}">
                <a16:creationId xmlns:a16="http://schemas.microsoft.com/office/drawing/2014/main" id="{C25AC4EC-04E2-6187-D17D-61FD290A9822}"/>
              </a:ext>
            </a:extLst>
          </p:cNvPr>
          <p:cNvSpPr txBox="1"/>
          <p:nvPr/>
        </p:nvSpPr>
        <p:spPr>
          <a:xfrm>
            <a:off x="395876" y="7605929"/>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11" name="TextBox 10">
            <a:extLst>
              <a:ext uri="{FF2B5EF4-FFF2-40B4-BE49-F238E27FC236}">
                <a16:creationId xmlns:a16="http://schemas.microsoft.com/office/drawing/2014/main" id="{8F8E669F-B977-6C3D-AE98-3ECA6BC8CC44}"/>
              </a:ext>
            </a:extLst>
          </p:cNvPr>
          <p:cNvSpPr txBox="1"/>
          <p:nvPr/>
        </p:nvSpPr>
        <p:spPr>
          <a:xfrm>
            <a:off x="395876" y="8309360"/>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12" name="표 11">
            <a:extLst>
              <a:ext uri="{FF2B5EF4-FFF2-40B4-BE49-F238E27FC236}">
                <a16:creationId xmlns:a16="http://schemas.microsoft.com/office/drawing/2014/main" id="{C8DB8188-5E87-3C58-2F91-C9DF85D1E33C}"/>
              </a:ext>
            </a:extLst>
          </p:cNvPr>
          <p:cNvGraphicFramePr>
            <a:graphicFrameLocks noGrp="1"/>
          </p:cNvGraphicFramePr>
          <p:nvPr>
            <p:extLst>
              <p:ext uri="{D42A27DB-BD31-4B8C-83A1-F6EECF244321}">
                <p14:modId xmlns:p14="http://schemas.microsoft.com/office/powerpoint/2010/main" val="2033894346"/>
              </p:ext>
            </p:extLst>
          </p:nvPr>
        </p:nvGraphicFramePr>
        <p:xfrm>
          <a:off x="399529" y="8575976"/>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3FB2E07B-8A35-9634-EC35-7F4DFB8BC2A3}"/>
              </a:ext>
            </a:extLst>
          </p:cNvPr>
          <p:cNvGraphicFramePr>
            <a:graphicFrameLocks noGrp="1"/>
          </p:cNvGraphicFramePr>
          <p:nvPr>
            <p:extLst>
              <p:ext uri="{D42A27DB-BD31-4B8C-83A1-F6EECF244321}">
                <p14:modId xmlns:p14="http://schemas.microsoft.com/office/powerpoint/2010/main" val="1474922628"/>
              </p:ext>
            </p:extLst>
          </p:nvPr>
        </p:nvGraphicFramePr>
        <p:xfrm>
          <a:off x="395877" y="6400190"/>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C2E32EE1-41A0-F1A4-C4AF-B9646E83D047}"/>
              </a:ext>
            </a:extLst>
          </p:cNvPr>
          <p:cNvGraphicFramePr>
            <a:graphicFrameLocks noGrp="1"/>
          </p:cNvGraphicFramePr>
          <p:nvPr>
            <p:extLst>
              <p:ext uri="{D42A27DB-BD31-4B8C-83A1-F6EECF244321}">
                <p14:modId xmlns:p14="http://schemas.microsoft.com/office/powerpoint/2010/main" val="3413123326"/>
              </p:ext>
            </p:extLst>
          </p:nvPr>
        </p:nvGraphicFramePr>
        <p:xfrm>
          <a:off x="395877" y="5953286"/>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A4DCF2F0-4E45-A2B4-C39A-6FFD33B76B37}"/>
              </a:ext>
            </a:extLst>
          </p:cNvPr>
          <p:cNvGraphicFramePr>
            <a:graphicFrameLocks noGrp="1"/>
          </p:cNvGraphicFramePr>
          <p:nvPr>
            <p:extLst>
              <p:ext uri="{D42A27DB-BD31-4B8C-83A1-F6EECF244321}">
                <p14:modId xmlns:p14="http://schemas.microsoft.com/office/powerpoint/2010/main" val="90753621"/>
              </p:ext>
            </p:extLst>
          </p:nvPr>
        </p:nvGraphicFramePr>
        <p:xfrm>
          <a:off x="399529" y="7871117"/>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2682457150"/>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395873" y="988283"/>
            <a:ext cx="64248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F2E2E4FC-D86E-E7F1-4FEA-4BD7CBA2B075}"/>
              </a:ext>
            </a:extLst>
          </p:cNvPr>
          <p:cNvSpPr txBox="1"/>
          <p:nvPr/>
        </p:nvSpPr>
        <p:spPr>
          <a:xfrm>
            <a:off x="379391" y="3871185"/>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4" name="표 3">
            <a:extLst>
              <a:ext uri="{FF2B5EF4-FFF2-40B4-BE49-F238E27FC236}">
                <a16:creationId xmlns:a16="http://schemas.microsoft.com/office/drawing/2014/main" id="{AE12691E-C981-3606-36D9-5004E2726680}"/>
              </a:ext>
            </a:extLst>
          </p:cNvPr>
          <p:cNvGraphicFramePr>
            <a:graphicFrameLocks noGrp="1"/>
          </p:cNvGraphicFramePr>
          <p:nvPr/>
        </p:nvGraphicFramePr>
        <p:xfrm>
          <a:off x="374667" y="4786884"/>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1ED9103-A3B5-553E-C424-E74EB0043AD4}"/>
              </a:ext>
            </a:extLst>
          </p:cNvPr>
          <p:cNvSpPr txBox="1"/>
          <p:nvPr/>
        </p:nvSpPr>
        <p:spPr>
          <a:xfrm>
            <a:off x="379394" y="4514942"/>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9" name="표 8">
            <a:extLst>
              <a:ext uri="{FF2B5EF4-FFF2-40B4-BE49-F238E27FC236}">
                <a16:creationId xmlns:a16="http://schemas.microsoft.com/office/drawing/2014/main" id="{22B07154-E7B3-7FEF-4598-3C989132CB71}"/>
              </a:ext>
            </a:extLst>
          </p:cNvPr>
          <p:cNvGraphicFramePr>
            <a:graphicFrameLocks noGrp="1"/>
          </p:cNvGraphicFramePr>
          <p:nvPr/>
        </p:nvGraphicFramePr>
        <p:xfrm>
          <a:off x="378157" y="5435503"/>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FC7759F-EBE4-5DE8-90E0-DE7D4C8E6081}"/>
              </a:ext>
            </a:extLst>
          </p:cNvPr>
          <p:cNvSpPr txBox="1"/>
          <p:nvPr/>
        </p:nvSpPr>
        <p:spPr>
          <a:xfrm>
            <a:off x="385107" y="5175800"/>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13" name="표 12">
            <a:extLst>
              <a:ext uri="{FF2B5EF4-FFF2-40B4-BE49-F238E27FC236}">
                <a16:creationId xmlns:a16="http://schemas.microsoft.com/office/drawing/2014/main" id="{E75B2089-F6D9-989C-7540-63292FD72D76}"/>
              </a:ext>
            </a:extLst>
          </p:cNvPr>
          <p:cNvGraphicFramePr>
            <a:graphicFrameLocks noGrp="1"/>
          </p:cNvGraphicFramePr>
          <p:nvPr/>
        </p:nvGraphicFramePr>
        <p:xfrm>
          <a:off x="377139" y="6086941"/>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0C4C225D-B915-FD28-C5ED-7822B2D27829}"/>
              </a:ext>
            </a:extLst>
          </p:cNvPr>
          <p:cNvSpPr txBox="1"/>
          <p:nvPr/>
        </p:nvSpPr>
        <p:spPr>
          <a:xfrm>
            <a:off x="378579" y="5825645"/>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17" name="표 16">
            <a:extLst>
              <a:ext uri="{FF2B5EF4-FFF2-40B4-BE49-F238E27FC236}">
                <a16:creationId xmlns:a16="http://schemas.microsoft.com/office/drawing/2014/main" id="{FCF1F636-FE6C-B712-4D78-ACB7EBC010F0}"/>
              </a:ext>
            </a:extLst>
          </p:cNvPr>
          <p:cNvGraphicFramePr>
            <a:graphicFrameLocks noGrp="1"/>
          </p:cNvGraphicFramePr>
          <p:nvPr/>
        </p:nvGraphicFramePr>
        <p:xfrm>
          <a:off x="379398" y="4136347"/>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3310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483E082-5750-0675-BD82-DA0197ED0D3C}"/>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sp>
        <p:nvSpPr>
          <p:cNvPr id="4" name="object 9">
            <a:extLst>
              <a:ext uri="{FF2B5EF4-FFF2-40B4-BE49-F238E27FC236}">
                <a16:creationId xmlns:a16="http://schemas.microsoft.com/office/drawing/2014/main" id="{B8374579-25BF-CDD0-FB25-E170194C425D}"/>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5" name="object 84">
            <a:extLst>
              <a:ext uri="{FF2B5EF4-FFF2-40B4-BE49-F238E27FC236}">
                <a16:creationId xmlns:a16="http://schemas.microsoft.com/office/drawing/2014/main" id="{05B0EF29-EB1C-24C9-9DF7-6B06F79163E7}"/>
              </a:ext>
            </a:extLst>
          </p:cNvPr>
          <p:cNvSpPr txBox="1"/>
          <p:nvPr/>
        </p:nvSpPr>
        <p:spPr>
          <a:xfrm>
            <a:off x="2298356" y="4755479"/>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6" name="object 8">
            <a:extLst>
              <a:ext uri="{FF2B5EF4-FFF2-40B4-BE49-F238E27FC236}">
                <a16:creationId xmlns:a16="http://schemas.microsoft.com/office/drawing/2014/main" id="{2A649DA9-99CB-5D27-4462-CDD7727CF31C}"/>
              </a:ext>
            </a:extLst>
          </p:cNvPr>
          <p:cNvGraphicFramePr>
            <a:graphicFrameLocks noGrp="1"/>
          </p:cNvGraphicFramePr>
          <p:nvPr>
            <p:extLst>
              <p:ext uri="{D42A27DB-BD31-4B8C-83A1-F6EECF244321}">
                <p14:modId xmlns:p14="http://schemas.microsoft.com/office/powerpoint/2010/main" val="3627731495"/>
              </p:ext>
            </p:extLst>
          </p:nvPr>
        </p:nvGraphicFramePr>
        <p:xfrm>
          <a:off x="887435" y="4995562"/>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object 11">
            <a:extLst>
              <a:ext uri="{FF2B5EF4-FFF2-40B4-BE49-F238E27FC236}">
                <a16:creationId xmlns:a16="http://schemas.microsoft.com/office/drawing/2014/main" id="{06E257B3-9A41-8CE5-63AA-10352626E5C4}"/>
              </a:ext>
            </a:extLst>
          </p:cNvPr>
          <p:cNvSpPr txBox="1"/>
          <p:nvPr/>
        </p:nvSpPr>
        <p:spPr>
          <a:xfrm>
            <a:off x="2354026" y="6764377"/>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pic>
        <p:nvPicPr>
          <p:cNvPr id="9" name="그림 8">
            <a:extLst>
              <a:ext uri="{FF2B5EF4-FFF2-40B4-BE49-F238E27FC236}">
                <a16:creationId xmlns:a16="http://schemas.microsoft.com/office/drawing/2014/main" id="{C0E285B1-B6CB-1626-B725-E8F932187911}"/>
              </a:ext>
            </a:extLst>
          </p:cNvPr>
          <p:cNvPicPr>
            <a:picLocks noChangeAspect="1"/>
          </p:cNvPicPr>
          <p:nvPr/>
        </p:nvPicPr>
        <p:blipFill>
          <a:blip r:embed="rId2"/>
          <a:stretch>
            <a:fillRect/>
          </a:stretch>
        </p:blipFill>
        <p:spPr>
          <a:xfrm>
            <a:off x="1164855" y="1131343"/>
            <a:ext cx="4483612" cy="3472798"/>
          </a:xfrm>
          <a:prstGeom prst="rect">
            <a:avLst/>
          </a:prstGeom>
        </p:spPr>
      </p:pic>
      <p:sp>
        <p:nvSpPr>
          <p:cNvPr id="10" name="object 7">
            <a:extLst>
              <a:ext uri="{FF2B5EF4-FFF2-40B4-BE49-F238E27FC236}">
                <a16:creationId xmlns:a16="http://schemas.microsoft.com/office/drawing/2014/main" id="{E9B46FB3-3467-0211-17B9-3DB68585580D}"/>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spTree>
    <p:extLst>
      <p:ext uri="{BB962C8B-B14F-4D97-AF65-F5344CB8AC3E}">
        <p14:creationId xmlns:p14="http://schemas.microsoft.com/office/powerpoint/2010/main" val="756617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28" name="object 3">
            <a:extLst>
              <a:ext uri="{FF2B5EF4-FFF2-40B4-BE49-F238E27FC236}">
                <a16:creationId xmlns:a16="http://schemas.microsoft.com/office/drawing/2014/main" id="{21C39B93-B2F1-FB91-1EEE-E0B3D0A972CA}"/>
              </a:ext>
            </a:extLst>
          </p:cNvPr>
          <p:cNvSpPr txBox="1"/>
          <p:nvPr/>
        </p:nvSpPr>
        <p:spPr>
          <a:xfrm>
            <a:off x="2397979" y="1158676"/>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4" name="TextBox 3">
            <a:extLst>
              <a:ext uri="{FF2B5EF4-FFF2-40B4-BE49-F238E27FC236}">
                <a16:creationId xmlns:a16="http://schemas.microsoft.com/office/drawing/2014/main" id="{9E621096-62FF-F3FB-B214-0626BBC122F2}"/>
              </a:ext>
            </a:extLst>
          </p:cNvPr>
          <p:cNvSpPr txBox="1"/>
          <p:nvPr/>
        </p:nvSpPr>
        <p:spPr>
          <a:xfrm>
            <a:off x="1637426" y="154677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24AB26A-2A4F-BA6C-ED63-EAD5D5067E09}"/>
              </a:ext>
            </a:extLst>
          </p:cNvPr>
          <p:cNvSpPr txBox="1"/>
          <p:nvPr/>
        </p:nvSpPr>
        <p:spPr>
          <a:xfrm>
            <a:off x="4292955" y="1546772"/>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5" name="TextBox 24">
            <a:extLst>
              <a:ext uri="{FF2B5EF4-FFF2-40B4-BE49-F238E27FC236}">
                <a16:creationId xmlns:a16="http://schemas.microsoft.com/office/drawing/2014/main" id="{3F718B8D-5B0E-C219-4B20-1B9A6EE2DCAF}"/>
              </a:ext>
            </a:extLst>
          </p:cNvPr>
          <p:cNvSpPr txBox="1"/>
          <p:nvPr/>
        </p:nvSpPr>
        <p:spPr>
          <a:xfrm>
            <a:off x="1558118" y="4388099"/>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30" name="object 84">
            <a:extLst>
              <a:ext uri="{FF2B5EF4-FFF2-40B4-BE49-F238E27FC236}">
                <a16:creationId xmlns:a16="http://schemas.microsoft.com/office/drawing/2014/main" id="{D3E2B387-5C0B-6B71-17F8-1605B9F32FAD}"/>
              </a:ext>
            </a:extLst>
          </p:cNvPr>
          <p:cNvSpPr txBox="1"/>
          <p:nvPr/>
        </p:nvSpPr>
        <p:spPr>
          <a:xfrm>
            <a:off x="2660199" y="8608825"/>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1" name="object 2">
            <a:extLst>
              <a:ext uri="{FF2B5EF4-FFF2-40B4-BE49-F238E27FC236}">
                <a16:creationId xmlns:a16="http://schemas.microsoft.com/office/drawing/2014/main" id="{DE1D53D3-76EE-3C4C-856E-8D2DBBF63B94}"/>
              </a:ext>
            </a:extLst>
          </p:cNvPr>
          <p:cNvGraphicFramePr>
            <a:graphicFrameLocks noGrp="1"/>
          </p:cNvGraphicFramePr>
          <p:nvPr>
            <p:extLst>
              <p:ext uri="{D42A27DB-BD31-4B8C-83A1-F6EECF244321}">
                <p14:modId xmlns:p14="http://schemas.microsoft.com/office/powerpoint/2010/main" val="4043948550"/>
              </p:ext>
            </p:extLst>
          </p:nvPr>
        </p:nvGraphicFramePr>
        <p:xfrm>
          <a:off x="4166634" y="4685026"/>
          <a:ext cx="2089684" cy="3425188"/>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2" name="그림 31">
            <a:extLst>
              <a:ext uri="{FF2B5EF4-FFF2-40B4-BE49-F238E27FC236}">
                <a16:creationId xmlns:a16="http://schemas.microsoft.com/office/drawing/2014/main" id="{B435EFBB-88BA-986A-A2BD-D2F1B5F99E01}"/>
              </a:ext>
            </a:extLst>
          </p:cNvPr>
          <p:cNvPicPr>
            <a:picLocks noChangeAspect="1"/>
          </p:cNvPicPr>
          <p:nvPr/>
        </p:nvPicPr>
        <p:blipFill>
          <a:blip r:embed="rId2"/>
          <a:stretch>
            <a:fillRect/>
          </a:stretch>
        </p:blipFill>
        <p:spPr>
          <a:xfrm>
            <a:off x="581913" y="1771896"/>
            <a:ext cx="2407920" cy="2300197"/>
          </a:xfrm>
          <a:prstGeom prst="rect">
            <a:avLst/>
          </a:prstGeom>
        </p:spPr>
      </p:pic>
      <p:pic>
        <p:nvPicPr>
          <p:cNvPr id="33" name="그림 32">
            <a:extLst>
              <a:ext uri="{FF2B5EF4-FFF2-40B4-BE49-F238E27FC236}">
                <a16:creationId xmlns:a16="http://schemas.microsoft.com/office/drawing/2014/main" id="{81912F96-0C5D-FF38-8B8D-D8AF51975D49}"/>
              </a:ext>
            </a:extLst>
          </p:cNvPr>
          <p:cNvPicPr>
            <a:picLocks noChangeAspect="1"/>
          </p:cNvPicPr>
          <p:nvPr/>
        </p:nvPicPr>
        <p:blipFill>
          <a:blip r:embed="rId3"/>
          <a:stretch>
            <a:fillRect/>
          </a:stretch>
        </p:blipFill>
        <p:spPr>
          <a:xfrm>
            <a:off x="3315903" y="1796967"/>
            <a:ext cx="3132000" cy="2399113"/>
          </a:xfrm>
          <a:prstGeom prst="rect">
            <a:avLst/>
          </a:prstGeom>
        </p:spPr>
      </p:pic>
      <p:pic>
        <p:nvPicPr>
          <p:cNvPr id="34" name="그림 33">
            <a:extLst>
              <a:ext uri="{FF2B5EF4-FFF2-40B4-BE49-F238E27FC236}">
                <a16:creationId xmlns:a16="http://schemas.microsoft.com/office/drawing/2014/main" id="{45D16A35-2C61-3BFD-7794-5C8CE2B2B001}"/>
              </a:ext>
            </a:extLst>
          </p:cNvPr>
          <p:cNvPicPr>
            <a:picLocks noChangeAspect="1"/>
          </p:cNvPicPr>
          <p:nvPr/>
        </p:nvPicPr>
        <p:blipFill>
          <a:blip r:embed="rId4"/>
          <a:stretch>
            <a:fillRect/>
          </a:stretch>
        </p:blipFill>
        <p:spPr>
          <a:xfrm>
            <a:off x="581273" y="4613439"/>
            <a:ext cx="2448000" cy="740842"/>
          </a:xfrm>
          <a:prstGeom prst="rect">
            <a:avLst/>
          </a:prstGeom>
        </p:spPr>
      </p:pic>
      <p:sp>
        <p:nvSpPr>
          <p:cNvPr id="2" name="object 84">
            <a:extLst>
              <a:ext uri="{FF2B5EF4-FFF2-40B4-BE49-F238E27FC236}">
                <a16:creationId xmlns:a16="http://schemas.microsoft.com/office/drawing/2014/main" id="{6E390643-24AC-ED28-3228-11080156445D}"/>
              </a:ext>
            </a:extLst>
          </p:cNvPr>
          <p:cNvSpPr txBox="1"/>
          <p:nvPr/>
        </p:nvSpPr>
        <p:spPr>
          <a:xfrm>
            <a:off x="3556004" y="8109033"/>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solidFill>
                  <a:srgbClr val="0000FF"/>
                </a:solidFill>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solidFill>
                  <a:srgbClr val="0000FF"/>
                </a:solidFill>
                <a:latin typeface="Arial" panose="020B0604020202020204" pitchFamily="34" charset="0"/>
                <a:cs typeface="Arial" panose="020B0604020202020204" pitchFamily="34" charset="0"/>
              </a:rPr>
              <a:t>All Dimensions Do Not Include mold flash or Protrusions.</a:t>
            </a:r>
            <a:endParaRPr kumimoji="0" lang="en-US" sz="900" spc="15" dirty="0">
              <a:solidFill>
                <a:srgbClr val="0000F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31963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XD04P</a:t>
            </a:r>
            <a:endParaRPr lang="ko-KR" altLang="en-US" b="1" dirty="0">
              <a:latin typeface="Arial" panose="020B0604020202020204" pitchFamily="34" charset="0"/>
              <a:cs typeface="Arial" panose="020B0604020202020204" pitchFamily="34" charset="0"/>
            </a:endParaRPr>
          </a:p>
        </p:txBody>
      </p:sp>
      <p:sp>
        <p:nvSpPr>
          <p:cNvPr id="16" name="object 7">
            <a:extLst>
              <a:ext uri="{FF2B5EF4-FFF2-40B4-BE49-F238E27FC236}">
                <a16:creationId xmlns:a16="http://schemas.microsoft.com/office/drawing/2014/main" id="{C3D957A8-A41B-4D1D-2A10-D63EDA8DD481}"/>
              </a:ext>
            </a:extLst>
          </p:cNvPr>
          <p:cNvSpPr txBox="1"/>
          <p:nvPr/>
        </p:nvSpPr>
        <p:spPr>
          <a:xfrm>
            <a:off x="404814" y="5412606"/>
            <a:ext cx="6048622" cy="322590"/>
          </a:xfrm>
          <a:prstGeom prst="rect">
            <a:avLst/>
          </a:prstGeom>
        </p:spPr>
        <p:txBody>
          <a:bodyPr vert="horz" wrap="square" lIns="0" tIns="19750" rIns="0" bIns="0" rtlCol="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a:t>
            </a:r>
            <a:r>
              <a:rPr kumimoji="0" lang="en-US" sz="900" spc="-5" dirty="0">
                <a:solidFill>
                  <a:prstClr val="black"/>
                </a:solidFill>
                <a:latin typeface="Arial"/>
                <a:ea typeface="+mn-ea"/>
                <a:cs typeface="Arial"/>
              </a:rPr>
              <a:t> </a:t>
            </a:r>
            <a:r>
              <a:rPr kumimoji="0" sz="900" spc="-5" dirty="0">
                <a:solidFill>
                  <a:prstClr val="black"/>
                </a:solidFill>
                <a:latin typeface="Arial"/>
                <a:ea typeface="+mn-ea"/>
                <a:cs typeface="Arial"/>
              </a:rPr>
              <a:t>: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r>
              <a:rPr kumimoji="0" sz="900" dirty="0">
                <a:solidFill>
                  <a:prstClr val="black"/>
                </a:solidFill>
                <a:latin typeface="Arial"/>
                <a:ea typeface="+mn-ea"/>
                <a:cs typeface="Arial"/>
              </a:rPr>
              <a:t> </a:t>
            </a:r>
            <a:r>
              <a:rPr kumimoji="0" lang="en-US" sz="900" dirty="0">
                <a:solidFill>
                  <a:prstClr val="black"/>
                </a:solidFill>
                <a:latin typeface="Arial"/>
                <a:ea typeface="+mn-ea"/>
                <a:cs typeface="Arial"/>
              </a:rPr>
              <a:t>  </a:t>
            </a:r>
          </a:p>
          <a:p>
            <a:pPr marL="11286" marR="4515" defTabSz="895327" fontAlgn="auto">
              <a:spcBef>
                <a:spcPts val="156"/>
              </a:spcBef>
              <a:spcAft>
                <a:spcPts val="0"/>
              </a:spcAft>
            </a:pPr>
            <a:r>
              <a:rPr lang="en-US" sz="900" spc="-5" dirty="0">
                <a:solidFill>
                  <a:prstClr val="black"/>
                </a:solidFill>
                <a:latin typeface="Arial"/>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pSp>
        <p:nvGrpSpPr>
          <p:cNvPr id="8" name="그룹 7">
            <a:extLst>
              <a:ext uri="{FF2B5EF4-FFF2-40B4-BE49-F238E27FC236}">
                <a16:creationId xmlns:a16="http://schemas.microsoft.com/office/drawing/2014/main" id="{A9CE776E-CB36-B248-D1B1-A30593837341}"/>
              </a:ext>
            </a:extLst>
          </p:cNvPr>
          <p:cNvGrpSpPr/>
          <p:nvPr/>
        </p:nvGrpSpPr>
        <p:grpSpPr>
          <a:xfrm>
            <a:off x="404813" y="6827172"/>
            <a:ext cx="6048622" cy="2068425"/>
            <a:chOff x="404813" y="6381344"/>
            <a:chExt cx="6048622" cy="2068425"/>
          </a:xfrm>
        </p:grpSpPr>
        <p:grpSp>
          <p:nvGrpSpPr>
            <p:cNvPr id="6" name="그룹 5">
              <a:extLst>
                <a:ext uri="{FF2B5EF4-FFF2-40B4-BE49-F238E27FC236}">
                  <a16:creationId xmlns:a16="http://schemas.microsoft.com/office/drawing/2014/main" id="{E95B7B78-5DCD-AF37-3B54-687369CF6C5A}"/>
                </a:ext>
              </a:extLst>
            </p:cNvPr>
            <p:cNvGrpSpPr/>
            <p:nvPr/>
          </p:nvGrpSpPr>
          <p:grpSpPr>
            <a:xfrm>
              <a:off x="404813" y="6381344"/>
              <a:ext cx="6048622" cy="553998"/>
              <a:chOff x="404813" y="5895833"/>
              <a:chExt cx="6048622" cy="553998"/>
            </a:xfrm>
          </p:grpSpPr>
          <p:sp>
            <p:nvSpPr>
              <p:cNvPr id="19" name="Rectangle 12">
                <a:extLst>
                  <a:ext uri="{FF2B5EF4-FFF2-40B4-BE49-F238E27FC236}">
                    <a16:creationId xmlns:a16="http://schemas.microsoft.com/office/drawing/2014/main" id="{CAB9EA06-9F5E-A8E6-C597-9CEDEC02B40B}"/>
                  </a:ext>
                </a:extLst>
              </p:cNvPr>
              <p:cNvSpPr>
                <a:spLocks noChangeArrowheads="1"/>
              </p:cNvSpPr>
              <p:nvPr/>
            </p:nvSpPr>
            <p:spPr bwMode="auto">
              <a:xfrm>
                <a:off x="404813" y="5895833"/>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pic>
            <p:nvPicPr>
              <p:cNvPr id="20" name="그림 1">
                <a:extLst>
                  <a:ext uri="{FF2B5EF4-FFF2-40B4-BE49-F238E27FC236}">
                    <a16:creationId xmlns:a16="http://schemas.microsoft.com/office/drawing/2014/main" id="{CCCB890F-DD9B-4996-F42F-B558231B87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79" y="5922392"/>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그룹 6">
              <a:extLst>
                <a:ext uri="{FF2B5EF4-FFF2-40B4-BE49-F238E27FC236}">
                  <a16:creationId xmlns:a16="http://schemas.microsoft.com/office/drawing/2014/main" id="{A5C49DFA-BF97-C36E-906D-2B21FBB49451}"/>
                </a:ext>
              </a:extLst>
            </p:cNvPr>
            <p:cNvGrpSpPr/>
            <p:nvPr/>
          </p:nvGrpSpPr>
          <p:grpSpPr>
            <a:xfrm>
              <a:off x="404813" y="6972441"/>
              <a:ext cx="6048622" cy="1477328"/>
              <a:chOff x="404813" y="6972441"/>
              <a:chExt cx="6048622" cy="1477328"/>
            </a:xfrm>
          </p:grpSpPr>
          <p:sp>
            <p:nvSpPr>
              <p:cNvPr id="15" name="Rectangle 15">
                <a:extLst>
                  <a:ext uri="{FF2B5EF4-FFF2-40B4-BE49-F238E27FC236}">
                    <a16:creationId xmlns:a16="http://schemas.microsoft.com/office/drawing/2014/main" id="{BADF6EB7-0F86-9D65-A832-BF023FAA6649}"/>
                  </a:ext>
                </a:extLst>
              </p:cNvPr>
              <p:cNvSpPr>
                <a:spLocks noChangeArrowheads="1"/>
              </p:cNvSpPr>
              <p:nvPr/>
            </p:nvSpPr>
            <p:spPr bwMode="auto">
              <a:xfrm>
                <a:off x="404813" y="6972441"/>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pic>
            <p:nvPicPr>
              <p:cNvPr id="17" name="그림 1">
                <a:extLst>
                  <a:ext uri="{FF2B5EF4-FFF2-40B4-BE49-F238E27FC236}">
                    <a16:creationId xmlns:a16="http://schemas.microsoft.com/office/drawing/2014/main" id="{A8D26599-48F4-2BE6-CF8C-0DB7A156A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780" y="7003594"/>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2" name="object 84">
            <a:extLst>
              <a:ext uri="{FF2B5EF4-FFF2-40B4-BE49-F238E27FC236}">
                <a16:creationId xmlns:a16="http://schemas.microsoft.com/office/drawing/2014/main" id="{41BAB755-FB36-1F06-C7E7-A42C7DDC284B}"/>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23" name="object 2">
            <a:extLst>
              <a:ext uri="{FF2B5EF4-FFF2-40B4-BE49-F238E27FC236}">
                <a16:creationId xmlns:a16="http://schemas.microsoft.com/office/drawing/2014/main" id="{B9CF25C7-F775-8066-5C74-40841BBF6B50}"/>
              </a:ext>
            </a:extLst>
          </p:cNvPr>
          <p:cNvGraphicFramePr>
            <a:graphicFrameLocks noGrp="1"/>
          </p:cNvGraphicFramePr>
          <p:nvPr>
            <p:extLst>
              <p:ext uri="{D42A27DB-BD31-4B8C-83A1-F6EECF244321}">
                <p14:modId xmlns:p14="http://schemas.microsoft.com/office/powerpoint/2010/main" val="2340910296"/>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9" name="그룹 8">
            <a:extLst>
              <a:ext uri="{FF2B5EF4-FFF2-40B4-BE49-F238E27FC236}">
                <a16:creationId xmlns:a16="http://schemas.microsoft.com/office/drawing/2014/main" id="{BD6EAE01-2AB9-7687-205A-667090C29085}"/>
              </a:ext>
            </a:extLst>
          </p:cNvPr>
          <p:cNvGrpSpPr/>
          <p:nvPr/>
        </p:nvGrpSpPr>
        <p:grpSpPr>
          <a:xfrm>
            <a:off x="413545" y="1321176"/>
            <a:ext cx="4099680" cy="3336424"/>
            <a:chOff x="413545" y="1321176"/>
            <a:chExt cx="4099680" cy="3336424"/>
          </a:xfrm>
        </p:grpSpPr>
        <p:grpSp>
          <p:nvGrpSpPr>
            <p:cNvPr id="2" name="그룹 1">
              <a:extLst>
                <a:ext uri="{FF2B5EF4-FFF2-40B4-BE49-F238E27FC236}">
                  <a16:creationId xmlns:a16="http://schemas.microsoft.com/office/drawing/2014/main" id="{9B9650FC-A5F8-7DF0-91BE-75BD2ED8D154}"/>
                </a:ext>
              </a:extLst>
            </p:cNvPr>
            <p:cNvGrpSpPr/>
            <p:nvPr/>
          </p:nvGrpSpPr>
          <p:grpSpPr>
            <a:xfrm>
              <a:off x="413545" y="1321176"/>
              <a:ext cx="4099680" cy="3336424"/>
              <a:chOff x="391389" y="1213424"/>
              <a:chExt cx="4099680" cy="3336424"/>
            </a:xfrm>
          </p:grpSpPr>
          <p:pic>
            <p:nvPicPr>
              <p:cNvPr id="21" name="그림 20">
                <a:extLst>
                  <a:ext uri="{FF2B5EF4-FFF2-40B4-BE49-F238E27FC236}">
                    <a16:creationId xmlns:a16="http://schemas.microsoft.com/office/drawing/2014/main" id="{43EC3C2B-2B0E-F495-F57A-11983C36EEAE}"/>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24" name="그림 23">
                <a:extLst>
                  <a:ext uri="{FF2B5EF4-FFF2-40B4-BE49-F238E27FC236}">
                    <a16:creationId xmlns:a16="http://schemas.microsoft.com/office/drawing/2014/main" id="{52E54746-623C-D339-34B9-D9D0203FB82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25" name="그룹 24">
              <a:extLst>
                <a:ext uri="{FF2B5EF4-FFF2-40B4-BE49-F238E27FC236}">
                  <a16:creationId xmlns:a16="http://schemas.microsoft.com/office/drawing/2014/main" id="{2BBCC28A-E7B2-FA3A-E2C8-C61FD6BC6E0E}"/>
                </a:ext>
              </a:extLst>
            </p:cNvPr>
            <p:cNvGrpSpPr/>
            <p:nvPr/>
          </p:nvGrpSpPr>
          <p:grpSpPr>
            <a:xfrm>
              <a:off x="1617820" y="2334717"/>
              <a:ext cx="1308858" cy="1237043"/>
              <a:chOff x="1243842" y="4325498"/>
              <a:chExt cx="1308858" cy="1237043"/>
            </a:xfrm>
          </p:grpSpPr>
          <p:grpSp>
            <p:nvGrpSpPr>
              <p:cNvPr id="26" name="그룹 25">
                <a:extLst>
                  <a:ext uri="{FF2B5EF4-FFF2-40B4-BE49-F238E27FC236}">
                    <a16:creationId xmlns:a16="http://schemas.microsoft.com/office/drawing/2014/main" id="{22CA1B63-0309-A1DF-4B8C-B7B99460A7C8}"/>
                  </a:ext>
                </a:extLst>
              </p:cNvPr>
              <p:cNvGrpSpPr/>
              <p:nvPr/>
            </p:nvGrpSpPr>
            <p:grpSpPr>
              <a:xfrm>
                <a:off x="1243842" y="4325498"/>
                <a:ext cx="1308858" cy="1237043"/>
                <a:chOff x="1320042" y="3820066"/>
                <a:chExt cx="1308858" cy="1237043"/>
              </a:xfrm>
            </p:grpSpPr>
            <p:grpSp>
              <p:nvGrpSpPr>
                <p:cNvPr id="31" name="그룹 30">
                  <a:extLst>
                    <a:ext uri="{FF2B5EF4-FFF2-40B4-BE49-F238E27FC236}">
                      <a16:creationId xmlns:a16="http://schemas.microsoft.com/office/drawing/2014/main" id="{C7E03382-4682-D3DA-3151-D78E3EFD5EAE}"/>
                    </a:ext>
                  </a:extLst>
                </p:cNvPr>
                <p:cNvGrpSpPr/>
                <p:nvPr/>
              </p:nvGrpSpPr>
              <p:grpSpPr>
                <a:xfrm>
                  <a:off x="1320042" y="3820066"/>
                  <a:ext cx="1308858" cy="1237043"/>
                  <a:chOff x="1777242" y="3077349"/>
                  <a:chExt cx="1308858" cy="1237043"/>
                </a:xfrm>
              </p:grpSpPr>
              <p:sp>
                <p:nvSpPr>
                  <p:cNvPr id="40" name="직사각형 39">
                    <a:extLst>
                      <a:ext uri="{FF2B5EF4-FFF2-40B4-BE49-F238E27FC236}">
                        <a16:creationId xmlns:a16="http://schemas.microsoft.com/office/drawing/2014/main" id="{84863748-C023-EE31-6BCF-1DAC27D2F3F5}"/>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41" name="그림 40">
                    <a:extLst>
                      <a:ext uri="{FF2B5EF4-FFF2-40B4-BE49-F238E27FC236}">
                        <a16:creationId xmlns:a16="http://schemas.microsoft.com/office/drawing/2014/main" id="{FDC40B3D-2C88-50BB-9252-C171235317EF}"/>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42" name="직선 연결선 41">
                    <a:extLst>
                      <a:ext uri="{FF2B5EF4-FFF2-40B4-BE49-F238E27FC236}">
                        <a16:creationId xmlns:a16="http://schemas.microsoft.com/office/drawing/2014/main" id="{E64C7FD9-2636-52A7-A156-AD60166EE2D0}"/>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직선 화살표 연결선 31">
                  <a:extLst>
                    <a:ext uri="{FF2B5EF4-FFF2-40B4-BE49-F238E27FC236}">
                      <a16:creationId xmlns:a16="http://schemas.microsoft.com/office/drawing/2014/main" id="{68A11BD6-16B2-29F1-ECF1-4AD2930329C7}"/>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5225DDC5-CD35-6CED-D397-E003875CDB8D}"/>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4" name="직선 연결선 33">
                  <a:extLst>
                    <a:ext uri="{FF2B5EF4-FFF2-40B4-BE49-F238E27FC236}">
                      <a16:creationId xmlns:a16="http://schemas.microsoft.com/office/drawing/2014/main" id="{D1DF1B81-106B-B1A1-3A2F-4C13E5F750DE}"/>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35" name="직선 연결선 34">
                  <a:extLst>
                    <a:ext uri="{FF2B5EF4-FFF2-40B4-BE49-F238E27FC236}">
                      <a16:creationId xmlns:a16="http://schemas.microsoft.com/office/drawing/2014/main" id="{5C2309B4-B875-86DC-3DE3-D287A722CD14}"/>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6" name="직선 연결선 35">
                  <a:extLst>
                    <a:ext uri="{FF2B5EF4-FFF2-40B4-BE49-F238E27FC236}">
                      <a16:creationId xmlns:a16="http://schemas.microsoft.com/office/drawing/2014/main" id="{FEAFB6C1-5A9C-BA67-81BA-7A06965CB577}"/>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7" name="직선 연결선 36">
                  <a:extLst>
                    <a:ext uri="{FF2B5EF4-FFF2-40B4-BE49-F238E27FC236}">
                      <a16:creationId xmlns:a16="http://schemas.microsoft.com/office/drawing/2014/main" id="{63F9FD75-8B50-C745-89FB-8CCA3E59AA5E}"/>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710F9B0B-A187-39CD-E2D8-8B0B8F5C17C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597DA011-0321-338E-B11C-732B6F9C8D8D}"/>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7" name="TextBox 26">
                <a:extLst>
                  <a:ext uri="{FF2B5EF4-FFF2-40B4-BE49-F238E27FC236}">
                    <a16:creationId xmlns:a16="http://schemas.microsoft.com/office/drawing/2014/main" id="{BD4280C6-CF8E-470C-E707-D823A9AB2CFE}"/>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8" name="TextBox 27">
                <a:extLst>
                  <a:ext uri="{FF2B5EF4-FFF2-40B4-BE49-F238E27FC236}">
                    <a16:creationId xmlns:a16="http://schemas.microsoft.com/office/drawing/2014/main" id="{0A6389B1-A6B1-6899-E925-A9131812851C}"/>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9" name="TextBox 28">
                <a:extLst>
                  <a:ext uri="{FF2B5EF4-FFF2-40B4-BE49-F238E27FC236}">
                    <a16:creationId xmlns:a16="http://schemas.microsoft.com/office/drawing/2014/main" id="{E3396937-33C3-12C6-9E71-41735E6A4678}"/>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30" name="TextBox 29">
                <a:extLst>
                  <a:ext uri="{FF2B5EF4-FFF2-40B4-BE49-F238E27FC236}">
                    <a16:creationId xmlns:a16="http://schemas.microsoft.com/office/drawing/2014/main" id="{4620F793-215A-56B5-393D-5DC2E6E99326}"/>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4" name="직선 화살표 연결선 3">
              <a:extLst>
                <a:ext uri="{FF2B5EF4-FFF2-40B4-BE49-F238E27FC236}">
                  <a16:creationId xmlns:a16="http://schemas.microsoft.com/office/drawing/2014/main" id="{87F6A94B-6934-F5E0-8CA0-B075246E0BFD}"/>
                </a:ext>
              </a:extLst>
            </p:cNvPr>
            <p:cNvCxnSpPr>
              <a:cxnSpLocks/>
            </p:cNvCxnSpPr>
            <p:nvPr/>
          </p:nvCxnSpPr>
          <p:spPr>
            <a:xfrm flipV="1">
              <a:off x="1617820" y="3449130"/>
              <a:ext cx="211499" cy="16386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50229</TotalTime>
  <Words>9162</Words>
  <Application>Microsoft Office PowerPoint</Application>
  <PresentationFormat>A4 용지(210x297mm)</PresentationFormat>
  <Paragraphs>2668</Paragraphs>
  <Slides>31</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31</vt:i4>
      </vt:variant>
    </vt:vector>
  </HeadingPairs>
  <TitlesOfParts>
    <vt:vector size="37" baseType="lpstr">
      <vt:lpstr>Microsoft GothicNeo</vt:lpstr>
      <vt:lpstr>굴림</vt:lpstr>
      <vt:lpstr>맑은 고딕</vt:lpstr>
      <vt:lpstr>Arial</vt:lpstr>
      <vt:lpstr>Calibri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엄 윤섭</cp:lastModifiedBy>
  <cp:revision>1892</cp:revision>
  <cp:lastPrinted>2023-08-01T07:21:23Z</cp:lastPrinted>
  <dcterms:created xsi:type="dcterms:W3CDTF">2020-06-17T04:27:48Z</dcterms:created>
  <dcterms:modified xsi:type="dcterms:W3CDTF">2025-07-25T00:02:29Z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