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548" r:id="rId3"/>
    <p:sldId id="549" r:id="rId4"/>
    <p:sldId id="537" r:id="rId5"/>
    <p:sldId id="538" r:id="rId6"/>
    <p:sldId id="543" r:id="rId7"/>
    <p:sldId id="554" r:id="rId8"/>
    <p:sldId id="550" r:id="rId9"/>
    <p:sldId id="535" r:id="rId10"/>
    <p:sldId id="552" r:id="rId11"/>
    <p:sldId id="553" r:id="rId12"/>
    <p:sldId id="547" r:id="rId13"/>
    <p:sldId id="555" r:id="rId14"/>
    <p:sldId id="551" r:id="rId15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43"/>
            <p14:sldId id="554"/>
            <p14:sldId id="550"/>
            <p14:sldId id="535"/>
            <p14:sldId id="552"/>
            <p14:sldId id="553"/>
            <p14:sldId id="547"/>
            <p14:sldId id="555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8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34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303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XDIC12P</a:t>
            </a:r>
            <a:r>
              <a:rPr lang="ko-KR" altLang="en-US" dirty="0"/>
              <a:t> </a:t>
            </a:r>
            <a:r>
              <a:rPr lang="en-US" altLang="ko-KR" dirty="0"/>
              <a:t>PWM 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(GT1005A7R0)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2025. 8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FD79970-6B75-9E58-3397-09F413B3C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1111775"/>
            <a:ext cx="7115175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BBC8D7C-042A-6010-E473-069EC5C41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464" y="1137117"/>
            <a:ext cx="3608290" cy="1592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2A8EB5-0046-6D1E-41B7-105C61450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048" y="2708181"/>
            <a:ext cx="7337903" cy="356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1E6BD9-8BBC-DDAB-039C-58CD73A652DC}"/>
              </a:ext>
            </a:extLst>
          </p:cNvPr>
          <p:cNvSpPr txBox="1"/>
          <p:nvPr/>
        </p:nvSpPr>
        <p:spPr>
          <a:xfrm>
            <a:off x="1642108" y="5578670"/>
            <a:ext cx="3236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Support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ld</a:t>
            </a:r>
            <a:r>
              <a:rPr lang="en-US" altLang="ko-KR" sz="1200" dirty="0"/>
              <a:t> transfer @id_width=’11’ only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3D6292-ADE7-4CFE-7BFC-F5BBB6A4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761" y="1140830"/>
            <a:ext cx="8728478" cy="433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42E67F-55A0-E79E-DC8B-634F84ACD0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2" b="75541"/>
          <a:stretch/>
        </p:blipFill>
        <p:spPr>
          <a:xfrm>
            <a:off x="209549" y="4989194"/>
            <a:ext cx="5661661" cy="132961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07CB1E7-7960-DF40-E271-D43367B28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2" t="71873" b="4916"/>
          <a:stretch/>
        </p:blipFill>
        <p:spPr>
          <a:xfrm>
            <a:off x="6320790" y="5057041"/>
            <a:ext cx="5661661" cy="126176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14AD9B0-5515-BCF6-3321-0D15F96035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2" t="34101" b="40358"/>
          <a:stretch/>
        </p:blipFill>
        <p:spPr>
          <a:xfrm>
            <a:off x="6320789" y="3313646"/>
            <a:ext cx="5661661" cy="138839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E18EB73-D4D9-FDCD-12AB-9863C6BAA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165" y="1612546"/>
            <a:ext cx="9329530" cy="1228136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8A6125-1A0B-47BA-0EBC-E5B087F729A2}"/>
              </a:ext>
            </a:extLst>
          </p:cNvPr>
          <p:cNvGrpSpPr>
            <a:grpSpLocks noChangeAspect="1"/>
          </p:cNvGrpSpPr>
          <p:nvPr/>
        </p:nvGrpSpPr>
        <p:grpSpPr>
          <a:xfrm>
            <a:off x="1264919" y="3392664"/>
            <a:ext cx="3550920" cy="1044548"/>
            <a:chOff x="0" y="0"/>
            <a:chExt cx="4381501" cy="1366448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323259B2-1841-6939-3453-116D7E3BE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840480" cy="170853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A40CAF1-C6BD-1CEF-8BF6-B22ADE9456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21312"/>
            <a:stretch/>
          </p:blipFill>
          <p:spPr>
            <a:xfrm>
              <a:off x="1" y="213360"/>
              <a:ext cx="4381500" cy="1153088"/>
            </a:xfrm>
            <a:prstGeom prst="rect">
              <a:avLst/>
            </a:prstGeom>
          </p:spPr>
        </p:pic>
      </p:grp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06306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E18EB73-D4D9-FDCD-12AB-9863C6BAA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165" y="1612546"/>
            <a:ext cx="9329530" cy="1228136"/>
          </a:xfrm>
          <a:prstGeom prst="rect">
            <a:avLst/>
          </a:prstGeom>
        </p:spPr>
      </p:pic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246148-F866-8C01-D7A0-2C3D93D23F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660433" y="3174282"/>
            <a:ext cx="5013756" cy="13227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B99EBF5-65B2-6154-55A8-85BC7BA784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303"/>
          <a:stretch/>
        </p:blipFill>
        <p:spPr>
          <a:xfrm>
            <a:off x="6328281" y="3283275"/>
            <a:ext cx="3196506" cy="13227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FF265E-331A-B7F3-7A2A-4B1ADE4C5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281" y="4876072"/>
            <a:ext cx="5525345" cy="13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2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654896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Optional external VSYNC and FB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6BDA92-C8F3-30F1-6F34-8CD3D5FC1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714" y="1106900"/>
            <a:ext cx="6602572" cy="15194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8B6192D-C691-A7B8-1EC1-A0AE231D1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59" y="2957594"/>
            <a:ext cx="4888072" cy="14295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960425-5383-FF0C-7C1E-9421D0AB5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2880119"/>
            <a:ext cx="5046345" cy="15070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6F30CED-2497-1C3E-48E9-30A92D055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165" y="4387124"/>
            <a:ext cx="3081669" cy="185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7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090CAC1-0EDA-492B-2758-BD8193AC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3" y="1062990"/>
            <a:ext cx="8007849" cy="5154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47EAD43-6B75-79BD-1916-74821989F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034" y="1062990"/>
            <a:ext cx="4797321" cy="250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3593D1-D3ED-6277-8676-7C616CD05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" y="1322436"/>
            <a:ext cx="11892915" cy="443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68BB2A-EDF2-42B4-D92D-30965B932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69827"/>
            <a:ext cx="5804854" cy="3621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6675" y="1452433"/>
            <a:ext cx="58048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If (</a:t>
            </a:r>
            <a:r>
              <a:rPr lang="en-US" altLang="ko-KR" sz="1100" dirty="0">
                <a:solidFill>
                  <a:srgbClr val="0070C0"/>
                </a:solidFill>
              </a:rPr>
              <a:t>TEST_EN</a:t>
            </a:r>
            <a:r>
              <a:rPr lang="ko-KR" altLang="en-US" sz="1100" dirty="0">
                <a:solidFill>
                  <a:srgbClr val="0070C0"/>
                </a:solidFill>
              </a:rPr>
              <a:t> </a:t>
            </a:r>
            <a:r>
              <a:rPr lang="en-US" altLang="ko-KR" sz="1100" dirty="0">
                <a:solidFill>
                  <a:srgbClr val="0070C0"/>
                </a:solidFill>
              </a:rPr>
              <a:t>== 1 </a:t>
            </a:r>
            <a:r>
              <a:rPr lang="en-US" altLang="ko-KR" sz="1100" dirty="0"/>
              <a:t>&amp;&amp; </a:t>
            </a:r>
            <a:r>
              <a:rPr lang="en-US" altLang="ko-KR" sz="1100" dirty="0">
                <a:solidFill>
                  <a:srgbClr val="0070C0"/>
                </a:solidFill>
              </a:rPr>
              <a:t>PWM_FULL_O ==1 </a:t>
            </a:r>
            <a:r>
              <a:rPr lang="en-US" altLang="ko-KR" sz="1100" dirty="0"/>
              <a:t>&amp;&amp;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</a:rPr>
              <a:t>CHx_EN</a:t>
            </a:r>
            <a:r>
              <a:rPr lang="en-US" altLang="ko-KR" sz="1100" dirty="0">
                <a:solidFill>
                  <a:srgbClr val="0070C0"/>
                </a:solidFill>
              </a:rPr>
              <a:t> == 1</a:t>
            </a:r>
            <a:r>
              <a:rPr lang="en-US" altLang="ko-KR" sz="1100" dirty="0"/>
              <a:t>), </a:t>
            </a:r>
            <a:r>
              <a:rPr lang="en-US" altLang="ko-KR" sz="1100" dirty="0" err="1"/>
              <a:t>O_PWM_CHx</a:t>
            </a:r>
            <a:r>
              <a:rPr lang="en-US" altLang="ko-KR" sz="1100" dirty="0"/>
              <a:t> == 1</a:t>
            </a:r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If (</a:t>
            </a:r>
            <a:r>
              <a:rPr lang="en-US" altLang="ko-KR" sz="1100" dirty="0">
                <a:solidFill>
                  <a:srgbClr val="0070C0"/>
                </a:solidFill>
              </a:rPr>
              <a:t>TEST_EN == 1 </a:t>
            </a:r>
            <a:r>
              <a:rPr lang="en-US" altLang="ko-KR" sz="1100" dirty="0"/>
              <a:t>&amp;&amp; </a:t>
            </a:r>
            <a:r>
              <a:rPr lang="en-US" altLang="ko-KR" sz="1100" dirty="0">
                <a:solidFill>
                  <a:srgbClr val="0070C0"/>
                </a:solidFill>
              </a:rPr>
              <a:t>VREF_O == 1</a:t>
            </a:r>
            <a:r>
              <a:rPr lang="en-US" altLang="ko-KR" sz="1100" dirty="0"/>
              <a:t>), O_MAX_CURR_VREF == MAX_CURR_VREF</a:t>
            </a:r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When TEST_EN == 1, No OTP Read operation.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When trimming, keep the CONTROL, FPWM_DIV, and MCLK_LOCK1/2 register at default value without any changes.</a:t>
            </a:r>
          </a:p>
        </p:txBody>
      </p:sp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6A98BB-DFFA-3F37-7A11-D5A7B892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585" y="551706"/>
            <a:ext cx="6608829" cy="575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89653B-1674-6D97-0EE7-12A4E89F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05" y="535769"/>
            <a:ext cx="9365790" cy="578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FE4FD-0BCB-6564-2A39-4D73C7B2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329E67E-F248-F1C8-7F5D-5D706B088D2F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57206B-010C-A9A3-252D-F9F9C8879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BCF301-8FD5-6EE7-F47C-0C0EEEC68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296"/>
          <a:stretch>
            <a:fillRect/>
          </a:stretch>
        </p:blipFill>
        <p:spPr>
          <a:xfrm>
            <a:off x="733020" y="1156123"/>
            <a:ext cx="10457404" cy="62695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134C1E-324B-A567-0B1C-61AEA4DD4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20" y="2223559"/>
            <a:ext cx="7244162" cy="167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01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304E7F-E8E3-11AE-936F-36FB3DBB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" y="573086"/>
            <a:ext cx="10191750" cy="5290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699B6B-1AFA-0927-37F5-5FC5493D8809}"/>
              </a:ext>
            </a:extLst>
          </p:cNvPr>
          <p:cNvSpPr txBox="1"/>
          <p:nvPr/>
        </p:nvSpPr>
        <p:spPr>
          <a:xfrm>
            <a:off x="1577340" y="5978982"/>
            <a:ext cx="7663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buNone/>
            </a:pPr>
            <a:r>
              <a:rPr lang="en-US" altLang="ko-KR" sz="12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OTP_PG_DONE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: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eFUSE</a:t>
            </a:r>
            <a:r>
              <a:rPr lang="en-US" altLang="ko-KR" sz="120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가</a:t>
            </a:r>
            <a:r>
              <a:rPr lang="en-US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 programming 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되면</a:t>
            </a:r>
            <a:r>
              <a:rPr lang="en-US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, OTP_PG_DONE 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이 ‘</a:t>
            </a:r>
            <a:r>
              <a:rPr lang="en-US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0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’에서 ‘</a:t>
            </a:r>
            <a:r>
              <a:rPr lang="en-US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1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’ 로 변경</a:t>
            </a:r>
            <a:r>
              <a:rPr lang="ko-KR" altLang="en-US" sz="1200" dirty="0">
                <a:ea typeface="맑은 고딕" panose="020B0503020000020004" pitchFamily="50" charset="-127"/>
                <a:cs typeface="굴림" panose="020B0600000101010101" pitchFamily="50" charset="-127"/>
              </a:rPr>
              <a:t>됨</a:t>
            </a:r>
            <a:r>
              <a:rPr lang="en-US" altLang="ko-KR" sz="1200" dirty="0">
                <a:ea typeface="맑은 고딕" panose="020B0503020000020004" pitchFamily="50" charset="-127"/>
                <a:cs typeface="굴림" panose="020B0600000101010101" pitchFamily="50" charset="-127"/>
              </a:rPr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9593</TotalTime>
  <Words>192</Words>
  <Application>Microsoft Office PowerPoint</Application>
  <PresentationFormat>와이드스크린</PresentationFormat>
  <Paragraphs>40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XDIC12P PWM  Trimming Sequence  (GT1005A7R0)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Tom Cho</cp:lastModifiedBy>
  <cp:revision>35</cp:revision>
  <dcterms:created xsi:type="dcterms:W3CDTF">2024-06-18T04:48:30Z</dcterms:created>
  <dcterms:modified xsi:type="dcterms:W3CDTF">2025-08-20T09:26:49Z</dcterms:modified>
</cp:coreProperties>
</file>