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0" autoAdjust="0"/>
    <p:restoredTop sz="94660"/>
  </p:normalViewPr>
  <p:slideViewPr>
    <p:cSldViewPr snapToGrid="0">
      <p:cViewPr>
        <p:scale>
          <a:sx n="150" d="100"/>
          <a:sy n="150" d="100"/>
        </p:scale>
        <p:origin x="18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06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98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84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5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33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37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96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51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86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61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54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DFA98-E75A-4DC6-9247-4C4F663830B7}" type="datetimeFigureOut">
              <a:rPr lang="ko-KR" altLang="en-US" smtClean="0"/>
              <a:t>2022-07-19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52873-EC93-4251-BC12-160D6A8FE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7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8886934"/>
              </p:ext>
            </p:extLst>
          </p:nvPr>
        </p:nvGraphicFramePr>
        <p:xfrm>
          <a:off x="1247594" y="501650"/>
          <a:ext cx="7394756" cy="609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13344624" imgH="11001375" progId="Visio.Drawing.15">
                  <p:embed/>
                </p:oleObj>
              </mc:Choice>
              <mc:Fallback>
                <p:oleObj name="Visio" r:id="rId3" imgW="13344624" imgH="1100137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7594" y="501650"/>
                        <a:ext cx="7394756" cy="609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030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Microsoft Visio 드로잉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 JUNGKYUN</dc:creator>
  <cp:lastModifiedBy>CHOI JUNGKYUN</cp:lastModifiedBy>
  <cp:revision>2</cp:revision>
  <dcterms:created xsi:type="dcterms:W3CDTF">2022-07-19T13:35:37Z</dcterms:created>
  <dcterms:modified xsi:type="dcterms:W3CDTF">2022-07-19T13:46:57Z</dcterms:modified>
</cp:coreProperties>
</file>