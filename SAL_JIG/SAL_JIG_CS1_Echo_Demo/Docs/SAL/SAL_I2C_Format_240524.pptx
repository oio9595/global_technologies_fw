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88" d="100"/>
          <a:sy n="188" d="100"/>
        </p:scale>
        <p:origin x="480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DC948-2CF6-C7E3-ED30-0385423B4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EDC8FD-D68E-053F-1F69-5FF3C8615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21DC8-A36A-6BFD-8F71-A56CB83A9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A0B4B-0D65-2200-6ADA-536C5E6B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B9996A-B30D-7B6C-D390-BF7D5FA6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459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21F05-412A-D1FE-CEFF-B89F6D858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56A64C-F061-DAAD-5081-1BFF782A9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85A4D-9DE0-0757-880E-D650DA23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14A366-0A79-F005-6B48-9715C2F2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230B4-DB11-EB6D-0FC6-C737A4D6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30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3336C-CE1C-B22B-C066-83EB1E0A4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F8E809-7ACD-C92F-168C-D06EF45DB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D82061-8015-F10D-788E-95B4F74B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A402DE-FFFD-F1B2-3814-03B085F8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65987C-7970-3BC3-9EA7-F7497892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576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1E1A1-D5D4-8262-D5C8-D760FB30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DDD22-C446-6C60-6665-B5A400F66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EA9FEB-3926-D99A-013A-C018BFC6E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29DCDC-8E68-EEA5-883E-6F9C81C95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ECFC61-1A34-1AF2-97FB-839CBCE7C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CDAFBC-493B-97A1-280A-25CC3FA9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64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0C5D1-2C5A-FE01-EB6C-94E77B3B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F8A279-FD39-4D12-EED3-9FFD0748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BBD033-EB11-6431-DBDC-92E357A0A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D4CC9D2-82D1-C663-FC8F-19B84B7A9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6566FD-D5BD-283A-5F5F-6BF875AF5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8BA2B2-8E06-6C9F-AFA7-2E4E3C04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255497-FA41-2A0E-76ED-D810805D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388246-855E-C863-780B-E9D3E10A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996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83B7B-E32E-7FB4-980F-24E625C4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8F30A5-24D8-F081-8EB5-943A5859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E7E716-7C88-9C83-368A-CC9E9A7A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4159C7-738F-0C53-CCFA-BFDD719C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1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CAF495-DD3A-C5D4-043E-F81154003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16983B-1DB4-76B6-CDFF-793D7B39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7B19FA-91A6-83F1-890A-6F071B57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48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661A7-E5C9-4458-6DFB-4197E76D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C7465A-6D67-9567-335F-6A38748A5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E372D8-D846-123D-DCAB-19B469E52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3ECF2B-F2E6-0989-8656-0E52E63D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5125D8-098C-BF87-CC71-AD34DB69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66B800-4E47-C32E-A3B7-A0D50518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182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F23F1-882A-2E01-C42A-C7FF25DC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2862A2-C76B-338E-78D5-28938EDE7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8CA9FC-3076-6C41-43EB-8D43FB122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BAA0EA-942E-48DC-4353-A0D312EE6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5895AD-CB0B-C284-1482-E91D83A7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D14406-EE1B-7C6C-EBC0-A3B9C7B9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37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33898-C1B4-BF92-88A8-F4B20434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BC5514-B368-E578-DDF7-D5A247632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5B07C4-C311-1C2D-9207-00F7DCE2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3A9545-A07B-9A5D-ECD4-181E70AC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C6B08C-2CCD-F0E9-292B-823422F4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88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3DDF64-40BF-13B5-0DCD-815BC4295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95E351-6535-22D8-117B-C7086E2B1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8E428-37EB-1806-BE65-C9773D0F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C9D176-3245-DC05-7816-90A4C29A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35BE11-C099-0E80-C2FD-AF025F2E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90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95FA20-B8F5-2703-182E-5FAAC3C2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F99E92-3F6E-A919-6185-9308AD8B5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21BDD2-EA18-FBFA-F291-CECCF0581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30A8F-E513-4FFB-B495-38E48CB3BC77}" type="datetimeFigureOut">
              <a:rPr lang="ko-KR" altLang="en-US" smtClean="0"/>
              <a:t>2024-07-10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4885B-D605-420B-EF99-33096F505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0D917E-2AB6-9AC7-4368-A224D8A14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DE268-15BD-4AFB-83C9-DF328ECCC6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39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253BEA26-D4D6-3539-9BCA-E66A8D71D1E6}"/>
              </a:ext>
            </a:extLst>
          </p:cNvPr>
          <p:cNvGrpSpPr/>
          <p:nvPr/>
        </p:nvGrpSpPr>
        <p:grpSpPr>
          <a:xfrm>
            <a:off x="-2448" y="1507828"/>
            <a:ext cx="12192000" cy="4259926"/>
            <a:chOff x="-2448" y="1507828"/>
            <a:chExt cx="12192000" cy="4259926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88576AB-0CC5-4D69-7AAA-9D93499F0E44}"/>
                </a:ext>
              </a:extLst>
            </p:cNvPr>
            <p:cNvGrpSpPr/>
            <p:nvPr/>
          </p:nvGrpSpPr>
          <p:grpSpPr>
            <a:xfrm>
              <a:off x="-2448" y="1903828"/>
              <a:ext cx="12192000" cy="3863926"/>
              <a:chOff x="-2448" y="1903828"/>
              <a:chExt cx="12192000" cy="3863926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5804217F-1F66-1C8B-C004-14E412AA8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2448" y="1964134"/>
                <a:ext cx="12192000" cy="2560079"/>
              </a:xfrm>
              <a:prstGeom prst="rect">
                <a:avLst/>
              </a:prstGeom>
            </p:spPr>
          </p:pic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F068D091-9971-BDE5-578B-7AA86D3DD273}"/>
                  </a:ext>
                </a:extLst>
              </p:cNvPr>
              <p:cNvCxnSpPr/>
              <p:nvPr/>
            </p:nvCxnSpPr>
            <p:spPr>
              <a:xfrm>
                <a:off x="2827603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F7BDE6D8-C6F1-321F-4E7C-E30B117AD646}"/>
                  </a:ext>
                </a:extLst>
              </p:cNvPr>
              <p:cNvCxnSpPr/>
              <p:nvPr/>
            </p:nvCxnSpPr>
            <p:spPr>
              <a:xfrm>
                <a:off x="4750188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E34C53-2C33-600A-0698-690ED804C86C}"/>
                  </a:ext>
                </a:extLst>
              </p:cNvPr>
              <p:cNvSpPr txBox="1"/>
              <p:nvPr/>
            </p:nvSpPr>
            <p:spPr>
              <a:xfrm>
                <a:off x="3490639" y="4810423"/>
                <a:ext cx="66684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200" dirty="0"/>
                  <a:t>Device ID</a:t>
                </a:r>
                <a:endParaRPr lang="ko-KR" altLang="en-US" sz="1200" dirty="0"/>
              </a:p>
            </p:txBody>
          </p: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E90AD982-8CD0-DB5F-AFE1-F09F816E3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0427" y="4754880"/>
                <a:ext cx="1824111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439CEFA3-288E-0330-E273-88A7D4C93CD5}"/>
                  </a:ext>
                </a:extLst>
              </p:cNvPr>
              <p:cNvCxnSpPr/>
              <p:nvPr/>
            </p:nvCxnSpPr>
            <p:spPr>
              <a:xfrm>
                <a:off x="4994203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DF11ABC3-F344-D3E7-F7B1-E0E8F1CBCD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4876" y="4754880"/>
                <a:ext cx="225084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D7C97E-A8A6-706F-77A9-E386C10D3784}"/>
                  </a:ext>
                </a:extLst>
              </p:cNvPr>
              <p:cNvSpPr txBox="1"/>
              <p:nvPr/>
            </p:nvSpPr>
            <p:spPr>
              <a:xfrm>
                <a:off x="4765526" y="4843671"/>
                <a:ext cx="2083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Slave</a:t>
                </a:r>
                <a:br>
                  <a:rPr lang="en-US" altLang="ko-KR" sz="700" dirty="0">
                    <a:solidFill>
                      <a:srgbClr val="0000FF"/>
                    </a:solidFill>
                  </a:rPr>
                </a:br>
                <a:r>
                  <a:rPr lang="en-US" altLang="ko-KR" sz="700" dirty="0">
                    <a:solidFill>
                      <a:srgbClr val="0000FF"/>
                    </a:solidFill>
                  </a:rPr>
                  <a:t>ACK</a:t>
                </a:r>
                <a:endParaRPr lang="ko-KR" altLang="en-US" sz="700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340877AC-F632-A0D3-584F-F9A1BA0BDF4F}"/>
                  </a:ext>
                </a:extLst>
              </p:cNvPr>
              <p:cNvCxnSpPr/>
              <p:nvPr/>
            </p:nvCxnSpPr>
            <p:spPr>
              <a:xfrm>
                <a:off x="6904864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5F960F41-460D-A57F-7325-CCB84C04F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4831" y="4754880"/>
                <a:ext cx="1824111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40C2BA-C106-E539-24EC-D699415797A2}"/>
                  </a:ext>
                </a:extLst>
              </p:cNvPr>
              <p:cNvSpPr txBox="1"/>
              <p:nvPr/>
            </p:nvSpPr>
            <p:spPr>
              <a:xfrm>
                <a:off x="5212187" y="4810423"/>
                <a:ext cx="14650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200" dirty="0"/>
                  <a:t>Register Address[7:0]</a:t>
                </a:r>
                <a:endParaRPr lang="ko-KR" altLang="en-US" sz="1200" dirty="0"/>
              </a:p>
            </p:txBody>
          </p: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984C2C5E-CCA6-9303-5D8B-BF38C518E522}"/>
                  </a:ext>
                </a:extLst>
              </p:cNvPr>
              <p:cNvCxnSpPr/>
              <p:nvPr/>
            </p:nvCxnSpPr>
            <p:spPr>
              <a:xfrm>
                <a:off x="7148880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A75E3A34-4D7C-D524-7457-5CDF048360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4144" y="4754880"/>
                <a:ext cx="225084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0DC8BE-07B6-4BB9-0261-2FD6CB40C465}"/>
                  </a:ext>
                </a:extLst>
              </p:cNvPr>
              <p:cNvSpPr txBox="1"/>
              <p:nvPr/>
            </p:nvSpPr>
            <p:spPr>
              <a:xfrm>
                <a:off x="6934794" y="4843671"/>
                <a:ext cx="2083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Slave</a:t>
                </a:r>
              </a:p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ACK</a:t>
                </a:r>
                <a:endParaRPr lang="ko-KR" altLang="en-US" sz="700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13531FC7-456C-23DC-A4B5-C96AE365AF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4916" y="4754880"/>
                <a:ext cx="1898815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9BEF3E-A83F-2F21-8635-24C8C9F6991A}"/>
                  </a:ext>
                </a:extLst>
              </p:cNvPr>
              <p:cNvSpPr txBox="1"/>
              <p:nvPr/>
            </p:nvSpPr>
            <p:spPr>
              <a:xfrm>
                <a:off x="7406266" y="4810423"/>
                <a:ext cx="131811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200" dirty="0"/>
                  <a:t>Register Data[15:8]</a:t>
                </a:r>
                <a:endParaRPr lang="ko-KR" altLang="en-US" sz="1200" dirty="0"/>
              </a:p>
            </p:txBody>
          </p: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A172B9A2-13ED-FC33-20F2-5D2FB8D79A2F}"/>
                  </a:ext>
                </a:extLst>
              </p:cNvPr>
              <p:cNvCxnSpPr/>
              <p:nvPr/>
            </p:nvCxnSpPr>
            <p:spPr>
              <a:xfrm>
                <a:off x="11229633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EFAC0AB2-D585-9A02-2116-17D18AAF38C8}"/>
                  </a:ext>
                </a:extLst>
              </p:cNvPr>
              <p:cNvCxnSpPr/>
              <p:nvPr/>
            </p:nvCxnSpPr>
            <p:spPr>
              <a:xfrm>
                <a:off x="9070093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172196EE-8DCC-11CA-030A-6DD2513851D4}"/>
                  </a:ext>
                </a:extLst>
              </p:cNvPr>
              <p:cNvCxnSpPr/>
              <p:nvPr/>
            </p:nvCxnSpPr>
            <p:spPr>
              <a:xfrm>
                <a:off x="9323011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3A2DD900-D87A-927A-E1A2-352EEDB4C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3685" y="4754880"/>
                <a:ext cx="225084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DCFB68E-E437-45B3-BD9B-7B214B42CA5F}"/>
                  </a:ext>
                </a:extLst>
              </p:cNvPr>
              <p:cNvSpPr txBox="1"/>
              <p:nvPr/>
            </p:nvSpPr>
            <p:spPr>
              <a:xfrm>
                <a:off x="9094336" y="4843670"/>
                <a:ext cx="20839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Slave</a:t>
                </a:r>
              </a:p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ACK</a:t>
                </a:r>
                <a:endParaRPr lang="ko-KR" altLang="en-US" sz="700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34" name="직선 화살표 연결선 33">
                <a:extLst>
                  <a:ext uri="{FF2B5EF4-FFF2-40B4-BE49-F238E27FC236}">
                    <a16:creationId xmlns:a16="http://schemas.microsoft.com/office/drawing/2014/main" id="{1C54B391-49A4-C888-5268-12197A37F3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4184" y="4754880"/>
                <a:ext cx="1898815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5D08AD7-D4B1-4244-4889-12AA879F0020}"/>
                  </a:ext>
                </a:extLst>
              </p:cNvPr>
              <p:cNvSpPr txBox="1"/>
              <p:nvPr/>
            </p:nvSpPr>
            <p:spPr>
              <a:xfrm>
                <a:off x="9618014" y="4810423"/>
                <a:ext cx="123315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en-US" altLang="ko-KR" sz="1200" dirty="0"/>
                  <a:t>Register Data[7:0]</a:t>
                </a:r>
                <a:endParaRPr lang="ko-KR" altLang="en-US" sz="1200" dirty="0"/>
              </a:p>
            </p:txBody>
          </p: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90853B5D-0109-D8AB-8994-3D74CEDD0B19}"/>
                  </a:ext>
                </a:extLst>
              </p:cNvPr>
              <p:cNvCxnSpPr/>
              <p:nvPr/>
            </p:nvCxnSpPr>
            <p:spPr>
              <a:xfrm>
                <a:off x="11477688" y="1903828"/>
                <a:ext cx="0" cy="3863926"/>
              </a:xfrm>
              <a:prstGeom prst="line">
                <a:avLst/>
              </a:prstGeom>
              <a:ln w="635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2D6C949E-BBD5-ECCF-15B3-7E36238F2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38362" y="4754880"/>
                <a:ext cx="225084" cy="0"/>
              </a:xfrm>
              <a:prstGeom prst="straightConnector1">
                <a:avLst/>
              </a:prstGeom>
              <a:ln w="63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2692A2B-9AD0-6FC8-BFD3-5413AE5FAB23}"/>
                  </a:ext>
                </a:extLst>
              </p:cNvPr>
              <p:cNvSpPr txBox="1"/>
              <p:nvPr/>
            </p:nvSpPr>
            <p:spPr>
              <a:xfrm>
                <a:off x="11249013" y="4789810"/>
                <a:ext cx="208390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endParaRPr lang="en-US" altLang="ko-KR" sz="700" dirty="0">
                  <a:solidFill>
                    <a:srgbClr val="0000FF"/>
                  </a:solidFill>
                </a:endParaRPr>
              </a:p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Slave</a:t>
                </a:r>
              </a:p>
              <a:p>
                <a:pPr algn="ctr"/>
                <a:r>
                  <a:rPr lang="en-US" altLang="ko-KR" sz="700" dirty="0">
                    <a:solidFill>
                      <a:srgbClr val="0000FF"/>
                    </a:solidFill>
                  </a:rPr>
                  <a:t>ACK</a:t>
                </a:r>
                <a:endParaRPr lang="ko-KR" altLang="en-US" sz="700" dirty="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DBBA4F4-9109-30EC-79A0-B824EA07ED94}"/>
                </a:ext>
              </a:extLst>
            </p:cNvPr>
            <p:cNvSpPr txBox="1"/>
            <p:nvPr/>
          </p:nvSpPr>
          <p:spPr>
            <a:xfrm>
              <a:off x="2588512" y="5226983"/>
              <a:ext cx="2141933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dirty="0"/>
                <a:t>Write Device ID: 8’b1011_0000</a:t>
              </a:r>
              <a:endParaRPr lang="ko-KR" altLang="en-US" sz="12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82AB63C-DE75-915E-BC2D-8C370456D8F2}"/>
                </a:ext>
              </a:extLst>
            </p:cNvPr>
            <p:cNvSpPr txBox="1"/>
            <p:nvPr/>
          </p:nvSpPr>
          <p:spPr>
            <a:xfrm>
              <a:off x="2603035" y="5519591"/>
              <a:ext cx="211288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1200" dirty="0"/>
                <a:t>Read Device ID: 8’b1011_0001</a:t>
              </a:r>
              <a:endParaRPr lang="ko-KR" altLang="en-US" sz="12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457966-7F1C-33A8-2800-46E10480739A}"/>
                </a:ext>
              </a:extLst>
            </p:cNvPr>
            <p:cNvSpPr txBox="1"/>
            <p:nvPr/>
          </p:nvSpPr>
          <p:spPr>
            <a:xfrm>
              <a:off x="257210" y="1507828"/>
              <a:ext cx="2141099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/>
              <a:r>
                <a:rPr lang="en-US" altLang="ko-KR" sz="2000" dirty="0"/>
                <a:t>I2C Write Example</a:t>
              </a:r>
              <a:endParaRPr lang="ko-KR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85477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28FA-4BE7-B53D-2568-3E6AF31A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AEF5B2-64B3-4F26-1472-F2AF52D57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299601"/>
            <a:ext cx="9821646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6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39</Words>
  <Application>Microsoft Office PowerPoint</Application>
  <PresentationFormat>와이드스크린</PresentationFormat>
  <Paragraphs>15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정균</dc:creator>
  <cp:lastModifiedBy>최 정균</cp:lastModifiedBy>
  <cp:revision>9</cp:revision>
  <dcterms:created xsi:type="dcterms:W3CDTF">2024-05-24T05:14:59Z</dcterms:created>
  <dcterms:modified xsi:type="dcterms:W3CDTF">2024-07-10T01:42:33Z</dcterms:modified>
</cp:coreProperties>
</file>