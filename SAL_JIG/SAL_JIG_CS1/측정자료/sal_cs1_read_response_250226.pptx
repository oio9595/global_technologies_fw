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B6BFB-AFB2-A1EA-D263-6A8E91E58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36550A-AF75-0E71-7438-A9EBBB48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F32162-958C-78A3-9763-F09350D4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40E704-8936-187A-442B-F0329A53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DB63-E429-ACBC-5EDB-48E97BD5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32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A6971-0694-8FA1-8B04-27F94506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9EBB43-5468-6EF5-9F0E-64B8638F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2E7CF3-6D9C-ED0C-DDF7-2C9999B2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29FCF6-FD4C-6C97-77FA-38EBF954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6A0222-B251-9CD1-477A-FE9F4A02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5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5EC81-52C2-7499-DCFD-43BEC421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C6EA2-65ED-65DC-AD26-A30B15B2C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E2AAF0-664D-50A0-E1F5-E7CF6E02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6AA7AB-9CBB-F4ED-AB30-503A42B4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1B9BE-2A63-79B8-E6FA-D142ACBD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65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4D5D1-5B9E-A2CA-4282-FC6783D0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9ADAF8-3D47-E21B-C5D7-E98691033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80BF2B-0B2E-E18B-04BE-A1C071A9F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D2C3F4-BE1A-F6A9-D1EC-B31C8AC7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404150-F485-2F09-221E-84394429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5A28FD-DEBA-3F0B-FD03-A7FFC5DF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93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8C456-FB31-2D2E-7C43-47F59DBC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7442C-BF37-90E0-663C-4EF46CC41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070F27-0F05-9AF6-808D-97EDE868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4C9735-758E-16D2-DAAB-EE2BE00CC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472B71-30B3-2A6B-FA8D-1430D8983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F401F9-A798-AF73-B489-941A5B02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13A59F-3DEE-E751-40C0-9384C02C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C6A098-1031-6D0E-51F3-B2980C47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12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7EE25-6CD5-1AAE-6575-7C796141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D3A9BD-184E-7044-9071-4A167405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125D12-936D-5DD0-E56D-1398D645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761CC0-DA0E-D802-1B6F-0CFF0424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11BD15-3521-605E-BE1D-DD148A67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12523B-4639-AC72-76F4-5ADDE598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0C78C-EA72-F603-0651-6F3470ED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0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2B4DC-C34A-7015-FCB0-21D57F6C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DB745-8C23-2F0D-2EE6-5836D57A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C4F0C6-E63C-C0D8-CBBC-F7D02BE87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646BD1-0862-0188-2DBA-952A5252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20BC45-DB23-DC3E-376C-F8B3501C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65D101-AE57-5CDE-F634-06705394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10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A6732-610A-9F31-BA27-230ECC6E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8988A3-3246-0C85-7E91-3DED8B501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6942EE-5A49-39EA-77CF-E8A3F0CEE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9BBE56-F688-0265-3B6F-D8FAACCB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B41390-F68F-C4E0-AD1C-4376B7EF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65E6FA-95B7-6F74-37CF-CA376C1B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45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D6058-A367-1DAA-1BEC-AF813313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68760B-6E13-39B9-6082-8ADB2C1C5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F687B5-4800-717D-B408-CBA4C850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0C2526-5B29-5D30-579D-50CCFB6F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F893EC-4993-2A47-6612-DF55E254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BF091D-9FB3-3347-66B8-D6C5A26D7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AA48DB-751A-8C88-5D68-9EFBBAA82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4FDAC-6809-136F-B7D5-BF9074FF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2A5FD1-D156-D890-F5D5-DFFC909D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1CA85D-880C-1A5B-A748-04E9EB82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CF4AEF-55C8-BDA7-574A-3A0B57CE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B7CE7B-9CE3-9FEB-ADEE-3615429CA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F03C0C-87AF-FF22-2393-B2724C7ED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54DCB-0CB5-4769-B6E1-48594A9E16BF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28EBF-7D7C-1678-A617-1CA20DC5F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72E027-E99A-AE8C-27EC-78DE46BE5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D1225-FCC6-4B2C-AB11-5CEB112B30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0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DCC6-3C80-D095-6BAD-7E062782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04B061C-389D-286D-96A8-2AF70595B374}"/>
              </a:ext>
            </a:extLst>
          </p:cNvPr>
          <p:cNvCxnSpPr/>
          <p:nvPr/>
        </p:nvCxnSpPr>
        <p:spPr>
          <a:xfrm>
            <a:off x="1108364" y="3001818"/>
            <a:ext cx="103077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62CD10-C6B4-B98A-4B6A-85E2B67FBCDC}"/>
              </a:ext>
            </a:extLst>
          </p:cNvPr>
          <p:cNvSpPr txBox="1"/>
          <p:nvPr/>
        </p:nvSpPr>
        <p:spPr>
          <a:xfrm>
            <a:off x="1108364" y="461818"/>
            <a:ext cx="596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SAL ES0 vs. CS1 Read Response </a:t>
            </a:r>
            <a:r>
              <a:rPr lang="ko-KR" altLang="en-US" sz="2400" dirty="0"/>
              <a:t>비교</a:t>
            </a:r>
          </a:p>
        </p:txBody>
      </p:sp>
    </p:spTree>
    <p:extLst>
      <p:ext uri="{BB962C8B-B14F-4D97-AF65-F5344CB8AC3E}">
        <p14:creationId xmlns:p14="http://schemas.microsoft.com/office/powerpoint/2010/main" val="383738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F73FC5-E56D-D8DD-B66A-F72D0AE35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4" y="1400175"/>
            <a:ext cx="5592233" cy="3600000"/>
          </a:xfrm>
          <a:prstGeom prst="rect">
            <a:avLst/>
          </a:prstGeom>
        </p:spPr>
      </p:pic>
      <p:pic>
        <p:nvPicPr>
          <p:cNvPr id="6" name="그림 5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BDFC7B-DBE5-BD85-714E-BBA124E74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5" y="1400175"/>
            <a:ext cx="5592233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E8858B-C0FD-3BC0-C3DD-0FE5A9A081A0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7032F-A729-169E-6F9B-63DAACFA10CB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ES0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2BEDD-51FB-5F81-DA4C-AFC7CA5C5ADA}"/>
              </a:ext>
            </a:extLst>
          </p:cNvPr>
          <p:cNvSpPr txBox="1"/>
          <p:nvPr/>
        </p:nvSpPr>
        <p:spPr>
          <a:xfrm>
            <a:off x="245524" y="185190"/>
            <a:ext cx="575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INITBIDIR Command Read &amp; Response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A6761-FD8B-C61A-1B1A-3B337B327277}"/>
              </a:ext>
            </a:extLst>
          </p:cNvPr>
          <p:cNvSpPr txBox="1"/>
          <p:nvPr/>
        </p:nvSpPr>
        <p:spPr>
          <a:xfrm>
            <a:off x="245524" y="5273159"/>
            <a:ext cx="572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Response</a:t>
            </a:r>
            <a:r>
              <a:rPr lang="ko-KR" altLang="en-US" dirty="0"/>
              <a:t>가 너무 빨라 </a:t>
            </a:r>
            <a:r>
              <a:rPr lang="en-US" altLang="ko-KR" dirty="0"/>
              <a:t>MCU</a:t>
            </a:r>
            <a:r>
              <a:rPr lang="ko-KR" altLang="en-US" dirty="0"/>
              <a:t>가 인식하지 못할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54563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6E16-1D80-D697-FE42-7594216D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7F32BE-0CC9-1412-627A-A50C4EFEC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5" y="1371600"/>
            <a:ext cx="5592233" cy="3600000"/>
          </a:xfrm>
          <a:prstGeom prst="rect">
            <a:avLst/>
          </a:prstGeom>
        </p:spPr>
      </p:pic>
      <p:pic>
        <p:nvPicPr>
          <p:cNvPr id="4" name="그림 3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0C31B9-762D-262F-5E75-41404D75F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4" y="1371600"/>
            <a:ext cx="5592233" cy="36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D291DB-5AF6-9ABE-BB36-E1DF592F468C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CC153-00F1-CB69-1FEC-D5BBEEAB37D5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ES0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A6D66-53B0-FA1B-5959-CFD3642DCB78}"/>
              </a:ext>
            </a:extLst>
          </p:cNvPr>
          <p:cNvSpPr txBox="1"/>
          <p:nvPr/>
        </p:nvSpPr>
        <p:spPr>
          <a:xfrm>
            <a:off x="245523" y="185190"/>
            <a:ext cx="8880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Read Command Read &amp; Response (</a:t>
            </a:r>
            <a:r>
              <a:rPr lang="en-US" altLang="ko-KR" dirty="0" err="1"/>
              <a:t>dev_addr</a:t>
            </a:r>
            <a:r>
              <a:rPr lang="en-US" altLang="ko-KR" dirty="0"/>
              <a:t> = 0, Broadcast)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73B99-1963-3FEF-6257-3D9A810899F0}"/>
              </a:ext>
            </a:extLst>
          </p:cNvPr>
          <p:cNvSpPr txBox="1"/>
          <p:nvPr/>
        </p:nvSpPr>
        <p:spPr>
          <a:xfrm>
            <a:off x="245524" y="5273159"/>
            <a:ext cx="5727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Response</a:t>
            </a:r>
            <a:r>
              <a:rPr lang="ko-KR" altLang="en-US" dirty="0"/>
              <a:t>가 너무 빨라 </a:t>
            </a:r>
            <a:r>
              <a:rPr lang="en-US" altLang="ko-KR" dirty="0"/>
              <a:t>MCU</a:t>
            </a:r>
            <a:r>
              <a:rPr lang="ko-KR" altLang="en-US" dirty="0"/>
              <a:t>가 인식하지 못할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19659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CF46-8CC3-2AC4-ED0A-3F691BCD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11AC17-B257-4D33-B554-E51EE22F6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5" y="1374775"/>
            <a:ext cx="5592233" cy="3600000"/>
          </a:xfrm>
          <a:prstGeom prst="rect">
            <a:avLst/>
          </a:prstGeom>
        </p:spPr>
      </p:pic>
      <p:pic>
        <p:nvPicPr>
          <p:cNvPr id="5" name="그림 4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7432A4-CEEC-74ED-C908-FC9E16F72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4" y="1374775"/>
            <a:ext cx="5592233" cy="36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42CB63-C82A-C0A8-1A7F-E7322972337B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7CC7CD-65D9-D940-CEA1-E35CD940CCB0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ES0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78F1B-9DCE-2339-9630-A81594ABCC81}"/>
              </a:ext>
            </a:extLst>
          </p:cNvPr>
          <p:cNvSpPr txBox="1"/>
          <p:nvPr/>
        </p:nvSpPr>
        <p:spPr>
          <a:xfrm>
            <a:off x="245524" y="185190"/>
            <a:ext cx="575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Read Command Read &amp; Response (</a:t>
            </a:r>
            <a:r>
              <a:rPr lang="en-US" altLang="ko-KR" dirty="0" err="1"/>
              <a:t>dev_addr</a:t>
            </a:r>
            <a:r>
              <a:rPr lang="en-US" altLang="ko-KR" dirty="0"/>
              <a:t> = 1)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05C63-B5CB-292C-AD8A-D4DBCF575ECF}"/>
              </a:ext>
            </a:extLst>
          </p:cNvPr>
          <p:cNvSpPr txBox="1"/>
          <p:nvPr/>
        </p:nvSpPr>
        <p:spPr>
          <a:xfrm>
            <a:off x="245524" y="5273159"/>
            <a:ext cx="829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SAL CS1</a:t>
            </a:r>
            <a:r>
              <a:rPr lang="ko-KR" altLang="en-US" dirty="0"/>
              <a:t>의 경우</a:t>
            </a:r>
            <a:r>
              <a:rPr lang="en-US" altLang="ko-KR" dirty="0"/>
              <a:t>, Response</a:t>
            </a:r>
            <a:r>
              <a:rPr lang="ko-KR" altLang="en-US" dirty="0"/>
              <a:t>의 속도가 </a:t>
            </a:r>
            <a:r>
              <a:rPr lang="en-US" altLang="ko-KR" dirty="0"/>
              <a:t>Broadcast</a:t>
            </a:r>
            <a:r>
              <a:rPr lang="ko-KR" altLang="en-US" dirty="0"/>
              <a:t>와 개별 </a:t>
            </a:r>
            <a:r>
              <a:rPr lang="en-US" altLang="ko-KR" dirty="0"/>
              <a:t>(</a:t>
            </a:r>
            <a:r>
              <a:rPr lang="en-US" altLang="ko-KR" dirty="0" err="1"/>
              <a:t>addr</a:t>
            </a:r>
            <a:r>
              <a:rPr lang="en-US" altLang="ko-KR" dirty="0"/>
              <a:t> = 1)</a:t>
            </a:r>
            <a:r>
              <a:rPr lang="ko-KR" altLang="en-US" dirty="0"/>
              <a:t>이 서로 다름</a:t>
            </a:r>
          </a:p>
        </p:txBody>
      </p:sp>
    </p:spTree>
    <p:extLst>
      <p:ext uri="{BB962C8B-B14F-4D97-AF65-F5344CB8AC3E}">
        <p14:creationId xmlns:p14="http://schemas.microsoft.com/office/powerpoint/2010/main" val="197552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27CF21C-AFE3-9249-BB86-37B1A0BF190E}"/>
              </a:ext>
            </a:extLst>
          </p:cNvPr>
          <p:cNvCxnSpPr/>
          <p:nvPr/>
        </p:nvCxnSpPr>
        <p:spPr>
          <a:xfrm>
            <a:off x="1108364" y="3001818"/>
            <a:ext cx="103077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7CEED9A-33AD-8C94-ECFC-E6F0699D2F49}"/>
              </a:ext>
            </a:extLst>
          </p:cNvPr>
          <p:cNvSpPr txBox="1"/>
          <p:nvPr/>
        </p:nvSpPr>
        <p:spPr>
          <a:xfrm>
            <a:off x="1108364" y="461818"/>
            <a:ext cx="10307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SAL CS1 Daisy </a:t>
            </a:r>
            <a:r>
              <a:rPr lang="ko-KR" altLang="en-US" sz="2400" dirty="0"/>
              <a:t>개수 </a:t>
            </a:r>
            <a:r>
              <a:rPr lang="en-US" altLang="ko-KR" sz="2400" dirty="0"/>
              <a:t>(1 vs. 2)</a:t>
            </a:r>
            <a:r>
              <a:rPr lang="ko-KR" altLang="en-US" sz="2400" dirty="0"/>
              <a:t>에 따른 </a:t>
            </a:r>
            <a:r>
              <a:rPr lang="en-US" altLang="ko-KR" sz="2400" dirty="0"/>
              <a:t>Read Response </a:t>
            </a:r>
            <a:r>
              <a:rPr lang="ko-KR" altLang="en-US" sz="2400" dirty="0"/>
              <a:t>비교</a:t>
            </a:r>
          </a:p>
        </p:txBody>
      </p:sp>
    </p:spTree>
    <p:extLst>
      <p:ext uri="{BB962C8B-B14F-4D97-AF65-F5344CB8AC3E}">
        <p14:creationId xmlns:p14="http://schemas.microsoft.com/office/powerpoint/2010/main" val="200209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8EE4-CD9B-285A-8BCC-F35E764B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DB39D0-4F99-E2A2-C030-B08311162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4" y="1400175"/>
            <a:ext cx="5592233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661E4A-A4FA-EF96-955E-379FEEB9C0C4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1ea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A7581-6316-E2F9-4D71-BBE96EEE44DF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2ea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1DFA0-6ABA-8AD2-861F-74951FCEB393}"/>
              </a:ext>
            </a:extLst>
          </p:cNvPr>
          <p:cNvSpPr txBox="1"/>
          <p:nvPr/>
        </p:nvSpPr>
        <p:spPr>
          <a:xfrm>
            <a:off x="245524" y="185190"/>
            <a:ext cx="575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INITBIDIR Command Read &amp; Response</a:t>
            </a:r>
            <a:endParaRPr lang="ko-KR" altLang="en-US" dirty="0"/>
          </a:p>
        </p:txBody>
      </p:sp>
      <p:pic>
        <p:nvPicPr>
          <p:cNvPr id="3" name="그림 2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8933E-34A2-CFD0-9B32-D9BD556F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4" y="1400175"/>
            <a:ext cx="559223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0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A3DF-1AE8-8CE0-E435-65607439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E4059CE-F461-D7D6-010C-FCE22F5F4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5" y="1371600"/>
            <a:ext cx="5592233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010B7-13FF-23AC-DECA-9304F40CC17F}"/>
              </a:ext>
            </a:extLst>
          </p:cNvPr>
          <p:cNvSpPr txBox="1"/>
          <p:nvPr/>
        </p:nvSpPr>
        <p:spPr>
          <a:xfrm>
            <a:off x="245523" y="185190"/>
            <a:ext cx="8880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Read Command Read &amp; Response (</a:t>
            </a:r>
            <a:r>
              <a:rPr lang="en-US" altLang="ko-KR" dirty="0" err="1"/>
              <a:t>dev_addr</a:t>
            </a:r>
            <a:r>
              <a:rPr lang="en-US" altLang="ko-KR" dirty="0"/>
              <a:t> = 0, Broadcast)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91976-B840-748C-AC1D-94624E9EAE00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1ea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6A9E1-C083-7EFD-723C-07C53D53AAD0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2ea</a:t>
            </a:r>
            <a:endParaRPr lang="ko-KR" altLang="en-US" dirty="0"/>
          </a:p>
        </p:txBody>
      </p:sp>
      <p:pic>
        <p:nvPicPr>
          <p:cNvPr id="13" name="그림 12" descr="스크린샷, 텍스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ACEE55A-73B8-7BFF-BA0A-004261A41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4" y="1371600"/>
            <a:ext cx="559223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14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5A678-724E-05FD-1AA8-9EC80339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B6D2759-2D93-5695-566A-78A1B3E39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25" y="1374775"/>
            <a:ext cx="5592233" cy="36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D660B-8901-2639-02A3-0BB8C2D8E722}"/>
              </a:ext>
            </a:extLst>
          </p:cNvPr>
          <p:cNvSpPr txBox="1"/>
          <p:nvPr/>
        </p:nvSpPr>
        <p:spPr>
          <a:xfrm>
            <a:off x="245524" y="185190"/>
            <a:ext cx="575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Read Command Read &amp; Response (</a:t>
            </a:r>
            <a:r>
              <a:rPr lang="en-US" altLang="ko-KR" dirty="0" err="1"/>
              <a:t>dev_addr</a:t>
            </a:r>
            <a:r>
              <a:rPr lang="en-US" altLang="ko-KR" dirty="0"/>
              <a:t> = 1)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20117-5E13-6467-25F9-670A26BDC68E}"/>
              </a:ext>
            </a:extLst>
          </p:cNvPr>
          <p:cNvSpPr txBox="1"/>
          <p:nvPr/>
        </p:nvSpPr>
        <p:spPr>
          <a:xfrm>
            <a:off x="245525" y="831272"/>
            <a:ext cx="5592232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1ea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26BAA-2F57-2FC9-7DCF-64162D100CF2}"/>
              </a:ext>
            </a:extLst>
          </p:cNvPr>
          <p:cNvSpPr txBox="1"/>
          <p:nvPr/>
        </p:nvSpPr>
        <p:spPr>
          <a:xfrm>
            <a:off x="6354244" y="831272"/>
            <a:ext cx="5592233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SAL CS1 daisy 2ea</a:t>
            </a:r>
            <a:endParaRPr lang="ko-KR" altLang="en-US" dirty="0"/>
          </a:p>
        </p:txBody>
      </p:sp>
      <p:pic>
        <p:nvPicPr>
          <p:cNvPr id="13" name="그림 12" descr="스크린샷, 텍스트, 멀티미디어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F7C06DC-7092-4C3E-F0AB-0271DCF36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244" y="1374775"/>
            <a:ext cx="559223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1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172</Words>
  <Application>Microsoft Office PowerPoint</Application>
  <PresentationFormat>와이드스크린</PresentationFormat>
  <Paragraphs>23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2</cp:revision>
  <dcterms:created xsi:type="dcterms:W3CDTF">2025-02-26T07:17:28Z</dcterms:created>
  <dcterms:modified xsi:type="dcterms:W3CDTF">2025-02-26T07:48:05Z</dcterms:modified>
</cp:coreProperties>
</file>