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8EB04-7B7E-2F19-8500-FF4C536F2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BD1745-4784-831C-98C5-E02D68B2D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0DD99-7A34-8D5C-4033-245CBD2B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DF9D6-CC12-6431-2235-2E27007F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A610B-A22E-6B2F-EE81-2D2C5CC2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5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A19F-A4BD-4256-FBBD-56C52E89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22B87-F929-0D9A-2447-A23852B1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F70C0-3A82-8C0E-3DF6-D760A558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683D7-D1ED-D8CA-A71F-97C3D311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AF534-EB50-2C7D-6ED5-AF2DF34B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32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1756D-2304-AD82-B64C-4273EABD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AC477-DEF4-1CFD-E439-642F1CDB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F664B-C150-9B73-26AF-32FC8E53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21F29-2597-1C27-74BA-999B1DB1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E5C6E-21F9-51CB-8C8B-9E2016B3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06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E7F74-3E66-B9AC-DB9F-DAD51EAA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5EEE7-F86B-FB5D-A5AE-4EACAE998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696C1F-A721-71A4-302F-432B5E099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6BA9F8-E082-1600-636D-68984042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D9A483-1528-4D6D-D8AF-3C13B962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F17FD-87FA-5078-9FA9-E13E583B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06472-77F5-FDB5-008A-68DAEE1E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8DFA9D-A145-C758-27CE-8764C8D1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CBA0A5-7170-ED57-C011-0A037B754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57AA-6678-9DF1-4A01-F9BE15D21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6C628B-5452-C81E-E027-CFFD0032D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7E6F9-3EAE-2299-160D-D80D661F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CF2A8E-437B-A533-812D-0F5C0714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294ADA-5C11-F59B-9314-6A7F89AF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4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3E272-C28B-5D8E-964D-D097C263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D0FB21-0BBF-5B51-5152-B74A6F5C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6E361B-4F7A-3286-7636-F5D6EF9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D12FF3-6306-1393-C506-D21C7627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92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11E3E1-867D-DB12-5894-4C02CD13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7A7BE9-9CE2-F668-02E4-F9D9CED4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9B071-0D4E-CB2F-4812-7B25DD92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14B84-132C-882C-2300-1700CCF2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C0EAB-4A61-5C1B-4496-4FEF361C4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31C193-BE13-B6EA-1CB8-0864C727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A22A4-D8E9-DB1F-A426-708A829A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84406C-CBF0-65BA-2665-1E8B8E35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EC0B01-D078-6805-EAA9-6166850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03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88D0A-9376-A2AA-3CC4-AB3AC2C8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01D343-B9FF-2658-4C2B-C9B180D05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FA37DE-A0C6-CD2B-D859-E21A5583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F03AE-DEEF-A963-D3B2-2644091C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F9ADB-6CBA-C6DE-E8DB-921CFF53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C866E-5D09-4F3F-939E-64A94D95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14839-D37E-FCE3-E094-CE8FC0D1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C6DD-1FDD-8BA0-45FF-BCDBB56BD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14A5E-E408-84E7-3A12-235627AD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964C3-7758-6218-5A9C-D6BC22A1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17E97-2FE9-8464-811C-C0321E6B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9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084751-E600-19F2-E660-571921DA1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55BF5B-103A-84A0-232B-DCF46D202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8A0A4-FFF0-22BB-BD42-93591F3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266F6-A36D-7744-E75D-A583C859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2C80C-0729-9093-235B-2D118CB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44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3421C9-5FFB-01A5-2593-D144C51B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09EE6-4013-0DCB-1940-ED43047F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2EB2A-4BF5-C015-BB07-AAEF9E604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20E9D-3B9F-4583-96E3-ACCD6922E1DB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3CC93-DAFE-DD1B-4149-6100078BC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28DA7-866B-9E53-992F-3A66777A7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>
            <a:extLst>
              <a:ext uri="{FF2B5EF4-FFF2-40B4-BE49-F238E27FC236}">
                <a16:creationId xmlns:a16="http://schemas.microsoft.com/office/drawing/2014/main" id="{B978AB86-3AD7-3DA3-D698-AE3F2133CE51}"/>
              </a:ext>
            </a:extLst>
          </p:cNvPr>
          <p:cNvSpPr txBox="1"/>
          <p:nvPr/>
        </p:nvSpPr>
        <p:spPr>
          <a:xfrm>
            <a:off x="424873" y="277091"/>
            <a:ext cx="8176277" cy="4378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Target MCU : STM32F446RE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Compiler : IAR 9.10.2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F/W </a:t>
            </a:r>
            <a:r>
              <a:rPr lang="ko-KR" altLang="en-US" dirty="0"/>
              <a:t>배포 이력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04 : </a:t>
            </a:r>
            <a:r>
              <a:rPr lang="ko-KR" altLang="en-US" sz="1400" dirty="0"/>
              <a:t>최초 배포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14 : SPI Rx </a:t>
            </a:r>
            <a:r>
              <a:rPr lang="ko-KR" altLang="en-US" sz="1400" dirty="0"/>
              <a:t>기능 </a:t>
            </a:r>
            <a:r>
              <a:rPr lang="en-US" altLang="ko-KR" sz="1400" dirty="0"/>
              <a:t>Update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15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 err="1"/>
              <a:t>Dev_ID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24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/>
              <a:t>Preamble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배포 버전 이후 업데이트 사양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Demo Pattern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</a:t>
            </a:r>
            <a:r>
              <a:rPr lang="en-US" altLang="ko-KR" sz="1400" dirty="0"/>
              <a:t>, snake pattern, etc.)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Color Table LUT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보정 테이블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ID804 Trim </a:t>
            </a:r>
            <a:r>
              <a:rPr lang="ko-KR" altLang="en-US" sz="1400" dirty="0"/>
              <a:t>알고리즘 및 속도 개선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41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E9DD-1B88-22CD-AD89-F0F9A924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3EAF1F3-1370-B886-AD14-55890AA0FD45}"/>
              </a:ext>
            </a:extLst>
          </p:cNvPr>
          <p:cNvSpPr/>
          <p:nvPr/>
        </p:nvSpPr>
        <p:spPr>
          <a:xfrm>
            <a:off x="948000" y="675000"/>
            <a:ext cx="8575505" cy="4682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STM32F446RE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753524-8C61-1685-7C2B-40C4F39AB3D8}"/>
              </a:ext>
            </a:extLst>
          </p:cNvPr>
          <p:cNvSpPr/>
          <p:nvPr/>
        </p:nvSpPr>
        <p:spPr>
          <a:xfrm>
            <a:off x="8420683" y="2059762"/>
            <a:ext cx="69179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SPI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49B466-833B-9895-0EF5-09EB76C76F32}"/>
              </a:ext>
            </a:extLst>
          </p:cNvPr>
          <p:cNvSpPr/>
          <p:nvPr/>
        </p:nvSpPr>
        <p:spPr>
          <a:xfrm>
            <a:off x="2425818" y="1570180"/>
            <a:ext cx="5664693" cy="3215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SAL Driver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C60D59-0D30-6398-4E65-5545C4251B7F}"/>
              </a:ext>
            </a:extLst>
          </p:cNvPr>
          <p:cNvSpPr/>
          <p:nvPr/>
        </p:nvSpPr>
        <p:spPr>
          <a:xfrm>
            <a:off x="5006645" y="2325883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A48A724-C83F-783C-3458-5C488002CE8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147649" y="2704638"/>
            <a:ext cx="466447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66C39B0-ED6C-84BA-C434-465B2E1B997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755101" y="2704639"/>
            <a:ext cx="665581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2905EA-380F-B8AF-B821-1E3647C89EBE}"/>
              </a:ext>
            </a:extLst>
          </p:cNvPr>
          <p:cNvSpPr/>
          <p:nvPr/>
        </p:nvSpPr>
        <p:spPr>
          <a:xfrm>
            <a:off x="2650517" y="2325882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ID804Data Buffer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F7116A8-2B5B-30B3-275D-64922C6EEDB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22667" y="2684882"/>
            <a:ext cx="58397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24879A-C043-976F-EC6C-1D71F20F2E67}"/>
              </a:ext>
            </a:extLst>
          </p:cNvPr>
          <p:cNvSpPr/>
          <p:nvPr/>
        </p:nvSpPr>
        <p:spPr>
          <a:xfrm>
            <a:off x="3748845" y="2325883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Data Parser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ECBBB50-B85D-707D-6EF5-B8D3129AF495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3324339" y="3302420"/>
            <a:ext cx="42450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EB1FF0-0767-4885-BE5B-3D47833B6EA1}"/>
              </a:ext>
            </a:extLst>
          </p:cNvPr>
          <p:cNvSpPr/>
          <p:nvPr/>
        </p:nvSpPr>
        <p:spPr>
          <a:xfrm>
            <a:off x="6614096" y="2353336"/>
            <a:ext cx="1141005" cy="702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Manchester 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AAD6EF-767C-DA03-6611-3F8EAB9C2D87}"/>
              </a:ext>
            </a:extLst>
          </p:cNvPr>
          <p:cNvSpPr/>
          <p:nvPr/>
        </p:nvSpPr>
        <p:spPr>
          <a:xfrm>
            <a:off x="1215279" y="2325882"/>
            <a:ext cx="1010733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Demo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Pattern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Generator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2CA191D-55A9-2AFF-5581-E745D6A6A650}"/>
              </a:ext>
            </a:extLst>
          </p:cNvPr>
          <p:cNvCxnSpPr>
            <a:cxnSpLocks/>
            <a:stCxn id="35" idx="3"/>
            <a:endCxn id="20" idx="1"/>
          </p:cNvCxnSpPr>
          <p:nvPr/>
        </p:nvCxnSpPr>
        <p:spPr>
          <a:xfrm>
            <a:off x="2226012" y="3302420"/>
            <a:ext cx="424505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1ADD004-B32A-6756-6F1A-9AE4AAD73AA0}"/>
              </a:ext>
            </a:extLst>
          </p:cNvPr>
          <p:cNvCxnSpPr>
            <a:cxnSpLocks/>
          </p:cNvCxnSpPr>
          <p:nvPr/>
        </p:nvCxnSpPr>
        <p:spPr>
          <a:xfrm>
            <a:off x="6147649" y="3914572"/>
            <a:ext cx="227303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C9F3EE-1575-F9CF-A765-05796D754564}"/>
              </a:ext>
            </a:extLst>
          </p:cNvPr>
          <p:cNvSpPr txBox="1"/>
          <p:nvPr/>
        </p:nvSpPr>
        <p:spPr>
          <a:xfrm>
            <a:off x="6987781" y="1899044"/>
            <a:ext cx="393634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Tx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83A606-592B-FB57-FBE6-D0BF425C8945}"/>
              </a:ext>
            </a:extLst>
          </p:cNvPr>
          <p:cNvSpPr txBox="1"/>
          <p:nvPr/>
        </p:nvSpPr>
        <p:spPr>
          <a:xfrm>
            <a:off x="6987781" y="3483714"/>
            <a:ext cx="43313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Rx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1DEAC11-A0DC-822B-6488-4A4BB24736CB}"/>
              </a:ext>
            </a:extLst>
          </p:cNvPr>
          <p:cNvSpPr/>
          <p:nvPr/>
        </p:nvSpPr>
        <p:spPr>
          <a:xfrm>
            <a:off x="9916570" y="2059762"/>
            <a:ext cx="132743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ID804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42AD60C-7FDA-9235-0AF8-A0DA10AD9943}"/>
              </a:ext>
            </a:extLst>
          </p:cNvPr>
          <p:cNvCxnSpPr>
            <a:cxnSpLocks/>
            <a:stCxn id="8" idx="3"/>
            <a:endCxn id="78" idx="1"/>
          </p:cNvCxnSpPr>
          <p:nvPr/>
        </p:nvCxnSpPr>
        <p:spPr>
          <a:xfrm>
            <a:off x="9112473" y="3299682"/>
            <a:ext cx="8040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6EFFE8F-E500-2A3D-FA16-7DABA5D8B54D}"/>
              </a:ext>
            </a:extLst>
          </p:cNvPr>
          <p:cNvSpPr/>
          <p:nvPr/>
        </p:nvSpPr>
        <p:spPr>
          <a:xfrm>
            <a:off x="5001178" y="3560961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269E413-DE79-056C-08C5-BCCF3EE00A2C}"/>
              </a:ext>
            </a:extLst>
          </p:cNvPr>
          <p:cNvCxnSpPr>
            <a:cxnSpLocks/>
          </p:cNvCxnSpPr>
          <p:nvPr/>
        </p:nvCxnSpPr>
        <p:spPr>
          <a:xfrm>
            <a:off x="4417200" y="3914572"/>
            <a:ext cx="58397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31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145</Words>
  <Application>Microsoft Office PowerPoint</Application>
  <PresentationFormat>와이드스크린</PresentationFormat>
  <Paragraphs>37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1</cp:revision>
  <dcterms:created xsi:type="dcterms:W3CDTF">2024-12-17T00:34:49Z</dcterms:created>
  <dcterms:modified xsi:type="dcterms:W3CDTF">2024-12-17T01:21:25Z</dcterms:modified>
</cp:coreProperties>
</file>