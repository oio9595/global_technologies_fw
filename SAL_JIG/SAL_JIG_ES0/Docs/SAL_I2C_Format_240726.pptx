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>
        <p:scale>
          <a:sx n="150" d="100"/>
          <a:sy n="150" d="100"/>
        </p:scale>
        <p:origin x="1920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DC948-2CF6-C7E3-ED30-0385423B4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DC8FD-D68E-053F-1F69-5FF3C8615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21DC8-A36A-6BFD-8F71-A56CB83A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A0B4B-0D65-2200-6ADA-536C5E6B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B9996A-B30D-7B6C-D390-BF7D5FA6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5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21F05-412A-D1FE-CEFF-B89F6D85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56A64C-F061-DAAD-5081-1BFF782A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85A4D-9DE0-0757-880E-D650DA23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4A366-0A79-F005-6B48-9715C2F2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230B4-DB11-EB6D-0FC6-C737A4D6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30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3336C-CE1C-B22B-C066-83EB1E0A4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F8E809-7ACD-C92F-168C-D06EF45D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82061-8015-F10D-788E-95B4F74B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402DE-FFFD-F1B2-3814-03B085F8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65987C-7970-3BC3-9EA7-F7497892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57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1E1A1-D5D4-8262-D5C8-D760FB30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DDD22-C446-6C60-6665-B5A400F66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EA9FEB-3926-D99A-013A-C018BFC6E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29DCDC-8E68-EEA5-883E-6F9C81C9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CFC61-1A34-1AF2-97FB-839CBCE7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DAFBC-493B-97A1-280A-25CC3FA9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4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0C5D1-2C5A-FE01-EB6C-94E77B3B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8A279-FD39-4D12-EED3-9FFD0748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BBD033-EB11-6431-DBDC-92E357A0A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4CC9D2-82D1-C663-FC8F-19B84B7A9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6566FD-D5BD-283A-5F5F-6BF875AF5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8BA2B2-8E06-6C9F-AFA7-2E4E3C04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255497-FA41-2A0E-76ED-D810805D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388246-855E-C863-780B-E9D3E10A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99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83B7B-E32E-7FB4-980F-24E625C4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8F30A5-24D8-F081-8EB5-943A5859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E7E716-7C88-9C83-368A-CC9E9A7A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4159C7-738F-0C53-CCFA-BFDD719C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1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AF495-DD3A-C5D4-043E-F8115400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16983B-1DB4-76B6-CDFF-793D7B39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7B19FA-91A6-83F1-890A-6F071B57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8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661A7-E5C9-4458-6DFB-4197E76D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7465A-6D67-9567-335F-6A38748A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E372D8-D846-123D-DCAB-19B469E52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ECF2B-F2E6-0989-8656-0E52E63D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5125D8-098C-BF87-CC71-AD34DB69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66B800-4E47-C32E-A3B7-A0D50518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18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F23F1-882A-2E01-C42A-C7FF25DC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2862A2-C76B-338E-78D5-28938EDE7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8CA9FC-3076-6C41-43EB-8D43FB122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BAA0EA-942E-48DC-4353-A0D312EE6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895AD-CB0B-C284-1482-E91D83A7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D14406-EE1B-7C6C-EBC0-A3B9C7B9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37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33898-C1B4-BF92-88A8-F4B20434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BC5514-B368-E578-DDF7-D5A247632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B07C4-C311-1C2D-9207-00F7DCE2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A9545-A07B-9A5D-ECD4-181E70AC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C6B08C-2CCD-F0E9-292B-823422F4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3DDF64-40BF-13B5-0DCD-815BC4295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95E351-6535-22D8-117B-C7086E2B1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8E428-37EB-1806-BE65-C9773D0F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C9D176-3245-DC05-7816-90A4C29A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35BE11-C099-0E80-C2FD-AF025F2E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0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95FA20-B8F5-2703-182E-5FAAC3C2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99E92-3F6E-A919-6185-9308AD8B5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1BDD2-EA18-FBFA-F291-CECCF0581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30A8F-E513-4FFB-B495-38E48CB3BC77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4885B-D605-420B-EF99-33096F505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0D917E-2AB6-9AC7-4368-A224D8A1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9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31EBFEAF-C201-9F5A-F9CE-A18BE0C10409}"/>
              </a:ext>
            </a:extLst>
          </p:cNvPr>
          <p:cNvGrpSpPr/>
          <p:nvPr/>
        </p:nvGrpSpPr>
        <p:grpSpPr>
          <a:xfrm>
            <a:off x="-2448" y="125052"/>
            <a:ext cx="12192000" cy="3480732"/>
            <a:chOff x="-2448" y="48852"/>
            <a:chExt cx="12192000" cy="34807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804217F-1F66-1C8B-C004-14E412AA8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448" y="373078"/>
              <a:ext cx="12192000" cy="25600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E34C53-2C33-600A-0698-690ED804C86C}"/>
                </a:ext>
              </a:extLst>
            </p:cNvPr>
            <p:cNvSpPr txBox="1"/>
            <p:nvPr/>
          </p:nvSpPr>
          <p:spPr>
            <a:xfrm>
              <a:off x="3278241" y="3219367"/>
              <a:ext cx="109164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Device ID(0xB0)</a:t>
              </a:r>
              <a:endParaRPr lang="ko-KR" altLang="en-US" sz="1200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90AD982-8CD0-DB5F-AFE1-F09F816E33C2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27" y="3163824"/>
              <a:ext cx="1824111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F11ABC3-F344-D3E7-F7B1-E0E8F1CBCD7D}"/>
                </a:ext>
              </a:extLst>
            </p:cNvPr>
            <p:cNvCxnSpPr>
              <a:cxnSpLocks/>
            </p:cNvCxnSpPr>
            <p:nvPr/>
          </p:nvCxnSpPr>
          <p:spPr>
            <a:xfrm>
              <a:off x="4754876" y="316382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D7C97E-A8A6-706F-77A9-E386C10D3784}"/>
                </a:ext>
              </a:extLst>
            </p:cNvPr>
            <p:cNvSpPr txBox="1"/>
            <p:nvPr/>
          </p:nvSpPr>
          <p:spPr>
            <a:xfrm>
              <a:off x="4765526" y="3252615"/>
              <a:ext cx="20839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F960F41-460D-A57F-7325-CCB84C04FAC1}"/>
                </a:ext>
              </a:extLst>
            </p:cNvPr>
            <p:cNvCxnSpPr>
              <a:cxnSpLocks/>
            </p:cNvCxnSpPr>
            <p:nvPr/>
          </p:nvCxnSpPr>
          <p:spPr>
            <a:xfrm>
              <a:off x="5024831" y="3163824"/>
              <a:ext cx="1824111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40C2BA-C106-E539-24EC-D699415797A2}"/>
                </a:ext>
              </a:extLst>
            </p:cNvPr>
            <p:cNvSpPr txBox="1"/>
            <p:nvPr/>
          </p:nvSpPr>
          <p:spPr>
            <a:xfrm>
              <a:off x="5152875" y="3219367"/>
              <a:ext cx="158364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Register Address(0xE0)</a:t>
              </a:r>
              <a:endParaRPr lang="ko-KR" altLang="en-US" sz="1200" dirty="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75E3A34-4D7C-D524-7457-5CDF0483606F}"/>
                </a:ext>
              </a:extLst>
            </p:cNvPr>
            <p:cNvCxnSpPr>
              <a:cxnSpLocks/>
            </p:cNvCxnSpPr>
            <p:nvPr/>
          </p:nvCxnSpPr>
          <p:spPr>
            <a:xfrm>
              <a:off x="6924144" y="316382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0DC8BE-07B6-4BB9-0261-2FD6CB40C465}"/>
                </a:ext>
              </a:extLst>
            </p:cNvPr>
            <p:cNvSpPr txBox="1"/>
            <p:nvPr/>
          </p:nvSpPr>
          <p:spPr>
            <a:xfrm>
              <a:off x="6934794" y="3252615"/>
              <a:ext cx="20839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</a:p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3531FC7-456C-23DC-A4B5-C96AE365AF98}"/>
                </a:ext>
              </a:extLst>
            </p:cNvPr>
            <p:cNvCxnSpPr>
              <a:cxnSpLocks/>
            </p:cNvCxnSpPr>
            <p:nvPr/>
          </p:nvCxnSpPr>
          <p:spPr>
            <a:xfrm>
              <a:off x="7164916" y="3163824"/>
              <a:ext cx="189881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9BEF3E-A83F-2F21-8635-24C8C9F6991A}"/>
                </a:ext>
              </a:extLst>
            </p:cNvPr>
            <p:cNvSpPr txBox="1"/>
            <p:nvPr/>
          </p:nvSpPr>
          <p:spPr>
            <a:xfrm>
              <a:off x="7384625" y="3219367"/>
              <a:ext cx="136139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Register Data(0x0B)</a:t>
              </a:r>
              <a:endParaRPr lang="ko-KR" altLang="en-US" sz="1200" dirty="0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3A2DD900-D87A-927A-E1A2-352EEDB4C470}"/>
                </a:ext>
              </a:extLst>
            </p:cNvPr>
            <p:cNvCxnSpPr>
              <a:cxnSpLocks/>
            </p:cNvCxnSpPr>
            <p:nvPr/>
          </p:nvCxnSpPr>
          <p:spPr>
            <a:xfrm>
              <a:off x="9083685" y="316382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CFB68E-E437-45B3-BD9B-7B214B42CA5F}"/>
                </a:ext>
              </a:extLst>
            </p:cNvPr>
            <p:cNvSpPr txBox="1"/>
            <p:nvPr/>
          </p:nvSpPr>
          <p:spPr>
            <a:xfrm>
              <a:off x="9094336" y="3252614"/>
              <a:ext cx="20839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</a:p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C54B391-49A4-C888-5268-12197A37F3CD}"/>
                </a:ext>
              </a:extLst>
            </p:cNvPr>
            <p:cNvCxnSpPr>
              <a:cxnSpLocks/>
            </p:cNvCxnSpPr>
            <p:nvPr/>
          </p:nvCxnSpPr>
          <p:spPr>
            <a:xfrm>
              <a:off x="9334184" y="3163824"/>
              <a:ext cx="189881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D08AD7-D4B1-4244-4889-12AA879F0020}"/>
                </a:ext>
              </a:extLst>
            </p:cNvPr>
            <p:cNvSpPr txBox="1"/>
            <p:nvPr/>
          </p:nvSpPr>
          <p:spPr>
            <a:xfrm>
              <a:off x="9560306" y="3219367"/>
              <a:ext cx="134857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Register Data(0xF8)</a:t>
              </a:r>
              <a:endParaRPr lang="ko-KR" altLang="en-US" sz="1200" dirty="0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F69FA7A5-56B8-1580-C9B0-4B0D01778733}"/>
                </a:ext>
              </a:extLst>
            </p:cNvPr>
            <p:cNvGrpSpPr/>
            <p:nvPr/>
          </p:nvGrpSpPr>
          <p:grpSpPr>
            <a:xfrm>
              <a:off x="2827603" y="318868"/>
              <a:ext cx="8650085" cy="3210716"/>
              <a:chOff x="2827603" y="312772"/>
              <a:chExt cx="8650085" cy="386392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F068D091-9971-BDE5-578B-7AA86D3DD273}"/>
                  </a:ext>
                </a:extLst>
              </p:cNvPr>
              <p:cNvCxnSpPr/>
              <p:nvPr/>
            </p:nvCxnSpPr>
            <p:spPr>
              <a:xfrm>
                <a:off x="2827603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7BDE6D8-C6F1-321F-4E7C-E30B117AD646}"/>
                  </a:ext>
                </a:extLst>
              </p:cNvPr>
              <p:cNvCxnSpPr/>
              <p:nvPr/>
            </p:nvCxnSpPr>
            <p:spPr>
              <a:xfrm>
                <a:off x="4750188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439CEFA3-288E-0330-E273-88A7D4C93CD5}"/>
                  </a:ext>
                </a:extLst>
              </p:cNvPr>
              <p:cNvCxnSpPr/>
              <p:nvPr/>
            </p:nvCxnSpPr>
            <p:spPr>
              <a:xfrm>
                <a:off x="4994203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340877AC-F632-A0D3-584F-F9A1BA0BDF4F}"/>
                  </a:ext>
                </a:extLst>
              </p:cNvPr>
              <p:cNvCxnSpPr/>
              <p:nvPr/>
            </p:nvCxnSpPr>
            <p:spPr>
              <a:xfrm>
                <a:off x="6904864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84C2C5E-CCA6-9303-5D8B-BF38C518E522}"/>
                  </a:ext>
                </a:extLst>
              </p:cNvPr>
              <p:cNvCxnSpPr/>
              <p:nvPr/>
            </p:nvCxnSpPr>
            <p:spPr>
              <a:xfrm>
                <a:off x="7148880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172B9A2-13ED-FC33-20F2-5D2FB8D79A2F}"/>
                  </a:ext>
                </a:extLst>
              </p:cNvPr>
              <p:cNvCxnSpPr/>
              <p:nvPr/>
            </p:nvCxnSpPr>
            <p:spPr>
              <a:xfrm>
                <a:off x="11229633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FAC0AB2-D585-9A02-2116-17D18AAF38C8}"/>
                  </a:ext>
                </a:extLst>
              </p:cNvPr>
              <p:cNvCxnSpPr/>
              <p:nvPr/>
            </p:nvCxnSpPr>
            <p:spPr>
              <a:xfrm>
                <a:off x="9070093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172196EE-8DCC-11CA-030A-6DD2513851D4}"/>
                  </a:ext>
                </a:extLst>
              </p:cNvPr>
              <p:cNvCxnSpPr/>
              <p:nvPr/>
            </p:nvCxnSpPr>
            <p:spPr>
              <a:xfrm>
                <a:off x="9323011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90853B5D-0109-D8AB-8994-3D74CEDD0B19}"/>
                  </a:ext>
                </a:extLst>
              </p:cNvPr>
              <p:cNvCxnSpPr/>
              <p:nvPr/>
            </p:nvCxnSpPr>
            <p:spPr>
              <a:xfrm>
                <a:off x="11477688" y="31277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2D6C949E-BBD5-ECCF-15B3-7E36238F2B25}"/>
                </a:ext>
              </a:extLst>
            </p:cNvPr>
            <p:cNvCxnSpPr>
              <a:cxnSpLocks/>
            </p:cNvCxnSpPr>
            <p:nvPr/>
          </p:nvCxnSpPr>
          <p:spPr>
            <a:xfrm>
              <a:off x="11238362" y="316382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2692A2B-9AD0-6FC8-BFD3-5413AE5FAB23}"/>
                </a:ext>
              </a:extLst>
            </p:cNvPr>
            <p:cNvSpPr txBox="1"/>
            <p:nvPr/>
          </p:nvSpPr>
          <p:spPr>
            <a:xfrm>
              <a:off x="11233784" y="3198754"/>
              <a:ext cx="238848" cy="32316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endParaRPr lang="en-US" altLang="ko-KR" sz="700" dirty="0">
                <a:solidFill>
                  <a:srgbClr val="0000FF"/>
                </a:solidFill>
              </a:endParaRPr>
            </a:p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</a:p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NACK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457966-7F1C-33A8-2800-46E10480739A}"/>
                </a:ext>
              </a:extLst>
            </p:cNvPr>
            <p:cNvSpPr txBox="1"/>
            <p:nvPr/>
          </p:nvSpPr>
          <p:spPr>
            <a:xfrm>
              <a:off x="257210" y="48852"/>
              <a:ext cx="2141099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2000" dirty="0"/>
                <a:t>I2C Write Example</a:t>
              </a:r>
              <a:endParaRPr lang="ko-KR" altLang="en-US" sz="200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47AB52D-AF23-EF14-85B0-DA2383324E0B}"/>
              </a:ext>
            </a:extLst>
          </p:cNvPr>
          <p:cNvGrpSpPr/>
          <p:nvPr/>
        </p:nvGrpSpPr>
        <p:grpSpPr>
          <a:xfrm>
            <a:off x="0" y="3622124"/>
            <a:ext cx="12192000" cy="3043852"/>
            <a:chOff x="0" y="3484964"/>
            <a:chExt cx="12192000" cy="304385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0138C95-0F1E-DF93-8294-E809D0A43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28796"/>
              <a:ext cx="12192000" cy="189756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C11314-066C-83FC-B036-B2121D451976}"/>
                </a:ext>
              </a:extLst>
            </p:cNvPr>
            <p:cNvSpPr txBox="1"/>
            <p:nvPr/>
          </p:nvSpPr>
          <p:spPr>
            <a:xfrm>
              <a:off x="1988446" y="6213884"/>
              <a:ext cx="95699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Device ID(0xB0)</a:t>
              </a:r>
              <a:endParaRPr lang="ko-KR" altLang="en-US" sz="1050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BCD2A101-005C-5757-5B0C-E4CB81AF08AA}"/>
                </a:ext>
              </a:extLst>
            </p:cNvPr>
            <p:cNvCxnSpPr>
              <a:cxnSpLocks/>
            </p:cNvCxnSpPr>
            <p:nvPr/>
          </p:nvCxnSpPr>
          <p:spPr>
            <a:xfrm>
              <a:off x="1659515" y="6146800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5FB15BAB-CEE6-5A91-F62F-47B9FC099BE8}"/>
                </a:ext>
              </a:extLst>
            </p:cNvPr>
            <p:cNvCxnSpPr>
              <a:cxnSpLocks/>
            </p:cNvCxnSpPr>
            <p:nvPr/>
          </p:nvCxnSpPr>
          <p:spPr>
            <a:xfrm>
              <a:off x="3249164" y="6146800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713DA3-3E8C-9677-A0CA-3F60E0096AB0}"/>
                </a:ext>
              </a:extLst>
            </p:cNvPr>
            <p:cNvSpPr txBox="1"/>
            <p:nvPr/>
          </p:nvSpPr>
          <p:spPr>
            <a:xfrm>
              <a:off x="3263624" y="6235591"/>
              <a:ext cx="20839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A9B7F1-3978-4EF6-A719-02E2DADCC22C}"/>
                </a:ext>
              </a:extLst>
            </p:cNvPr>
            <p:cNvSpPr txBox="1"/>
            <p:nvPr/>
          </p:nvSpPr>
          <p:spPr>
            <a:xfrm>
              <a:off x="281671" y="3484964"/>
              <a:ext cx="2092176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2000" dirty="0"/>
                <a:t>I2C Read Example</a:t>
              </a:r>
              <a:endParaRPr lang="ko-KR" altLang="en-US" sz="2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259E888-393B-AC91-8A8C-382338D27C7F}"/>
                </a:ext>
              </a:extLst>
            </p:cNvPr>
            <p:cNvSpPr txBox="1"/>
            <p:nvPr/>
          </p:nvSpPr>
          <p:spPr>
            <a:xfrm>
              <a:off x="3611471" y="6213884"/>
              <a:ext cx="1391407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Address(0xE0)</a:t>
              </a:r>
              <a:endParaRPr lang="ko-KR" altLang="en-US" sz="1050" dirty="0"/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B0642E89-FEFE-D417-E7CE-E89E42213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99745" y="6146800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4071399A-5AE3-7880-AACC-FB85B857C5D6}"/>
                </a:ext>
              </a:extLst>
            </p:cNvPr>
            <p:cNvCxnSpPr>
              <a:cxnSpLocks/>
            </p:cNvCxnSpPr>
            <p:nvPr/>
          </p:nvCxnSpPr>
          <p:spPr>
            <a:xfrm>
              <a:off x="5085584" y="6146800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15498AA-777F-2932-3151-5F16CD46BBBB}"/>
                </a:ext>
              </a:extLst>
            </p:cNvPr>
            <p:cNvSpPr txBox="1"/>
            <p:nvPr/>
          </p:nvSpPr>
          <p:spPr>
            <a:xfrm>
              <a:off x="5084815" y="6235591"/>
              <a:ext cx="23884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NACK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5A61D57-5C78-32E0-7AD4-9DF5A46643F7}"/>
                </a:ext>
              </a:extLst>
            </p:cNvPr>
            <p:cNvSpPr txBox="1"/>
            <p:nvPr/>
          </p:nvSpPr>
          <p:spPr>
            <a:xfrm>
              <a:off x="6579496" y="6213884"/>
              <a:ext cx="95699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Device ID(0xB1)</a:t>
              </a:r>
              <a:endParaRPr lang="ko-KR" altLang="en-US" sz="1050" dirty="0"/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C481684D-149E-52FF-D9D6-92A89A92AE53}"/>
                </a:ext>
              </a:extLst>
            </p:cNvPr>
            <p:cNvCxnSpPr>
              <a:cxnSpLocks/>
            </p:cNvCxnSpPr>
            <p:nvPr/>
          </p:nvCxnSpPr>
          <p:spPr>
            <a:xfrm>
              <a:off x="6250565" y="6146800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29A496ED-BB14-DB5B-2E46-D866972C9FDE}"/>
                </a:ext>
              </a:extLst>
            </p:cNvPr>
            <p:cNvCxnSpPr>
              <a:cxnSpLocks/>
            </p:cNvCxnSpPr>
            <p:nvPr/>
          </p:nvCxnSpPr>
          <p:spPr>
            <a:xfrm>
              <a:off x="7840214" y="6146800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079F31F-14EC-26B2-B644-43F8D996999C}"/>
                </a:ext>
              </a:extLst>
            </p:cNvPr>
            <p:cNvSpPr txBox="1"/>
            <p:nvPr/>
          </p:nvSpPr>
          <p:spPr>
            <a:xfrm>
              <a:off x="7820209" y="6235591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7EABC9-FD2F-3D8A-3A67-89217C950097}"/>
                </a:ext>
              </a:extLst>
            </p:cNvPr>
            <p:cNvSpPr txBox="1"/>
            <p:nvPr/>
          </p:nvSpPr>
          <p:spPr>
            <a:xfrm>
              <a:off x="8299502" y="6213884"/>
              <a:ext cx="1197444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Data(0x0B)</a:t>
              </a:r>
              <a:endParaRPr lang="ko-KR" altLang="en-US" sz="1050" dirty="0"/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252DE8BE-F389-926E-7D7E-1AE5800D4DC4}"/>
                </a:ext>
              </a:extLst>
            </p:cNvPr>
            <p:cNvCxnSpPr>
              <a:cxnSpLocks/>
            </p:cNvCxnSpPr>
            <p:nvPr/>
          </p:nvCxnSpPr>
          <p:spPr>
            <a:xfrm>
              <a:off x="8083175" y="6146800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3B19ABB4-3525-F7ED-A4C9-B9B579F2D4E9}"/>
                </a:ext>
              </a:extLst>
            </p:cNvPr>
            <p:cNvCxnSpPr>
              <a:cxnSpLocks/>
            </p:cNvCxnSpPr>
            <p:nvPr/>
          </p:nvCxnSpPr>
          <p:spPr>
            <a:xfrm>
              <a:off x="9676634" y="6146800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2AB3007-FBD5-B738-3134-3E4B912D4EF7}"/>
                </a:ext>
              </a:extLst>
            </p:cNvPr>
            <p:cNvSpPr txBox="1"/>
            <p:nvPr/>
          </p:nvSpPr>
          <p:spPr>
            <a:xfrm>
              <a:off x="9656629" y="6235591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982B704-B4A4-FFEB-7375-65EAAD99C97B}"/>
                </a:ext>
              </a:extLst>
            </p:cNvPr>
            <p:cNvSpPr txBox="1"/>
            <p:nvPr/>
          </p:nvSpPr>
          <p:spPr>
            <a:xfrm>
              <a:off x="10107243" y="6213884"/>
              <a:ext cx="1186222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Data(0xF8)</a:t>
              </a:r>
              <a:endParaRPr lang="ko-KR" altLang="en-US" sz="1050" dirty="0"/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F2FBE0A1-BA87-B4E5-ECC6-4D298C70D7AE}"/>
                </a:ext>
              </a:extLst>
            </p:cNvPr>
            <p:cNvCxnSpPr>
              <a:cxnSpLocks/>
            </p:cNvCxnSpPr>
            <p:nvPr/>
          </p:nvCxnSpPr>
          <p:spPr>
            <a:xfrm>
              <a:off x="9915785" y="6146800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A83C0A5B-AB70-3A48-1730-29889ABCBD23}"/>
                </a:ext>
              </a:extLst>
            </p:cNvPr>
            <p:cNvGrpSpPr/>
            <p:nvPr/>
          </p:nvGrpSpPr>
          <p:grpSpPr>
            <a:xfrm>
              <a:off x="1626691" y="3742944"/>
              <a:ext cx="10098845" cy="2785872"/>
              <a:chOff x="1626691" y="4882232"/>
              <a:chExt cx="10098845" cy="3863926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DB9AB6-F434-0017-8AF2-F5369ED57ACC}"/>
                  </a:ext>
                </a:extLst>
              </p:cNvPr>
              <p:cNvCxnSpPr/>
              <p:nvPr/>
            </p:nvCxnSpPr>
            <p:spPr>
              <a:xfrm>
                <a:off x="1626691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9D8262C2-4C82-F0EE-72CA-00EE7DD0B47F}"/>
                  </a:ext>
                </a:extLst>
              </p:cNvPr>
              <p:cNvCxnSpPr/>
              <p:nvPr/>
            </p:nvCxnSpPr>
            <p:spPr>
              <a:xfrm>
                <a:off x="325590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3D7E1189-3AE4-04EE-134E-B3F1699041EF}"/>
                  </a:ext>
                </a:extLst>
              </p:cNvPr>
              <p:cNvCxnSpPr/>
              <p:nvPr/>
            </p:nvCxnSpPr>
            <p:spPr>
              <a:xfrm>
                <a:off x="3461821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4E1FCC65-4A54-9754-A896-16982B035DE1}"/>
                  </a:ext>
                </a:extLst>
              </p:cNvPr>
              <p:cNvCxnSpPr/>
              <p:nvPr/>
            </p:nvCxnSpPr>
            <p:spPr>
              <a:xfrm>
                <a:off x="509232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2B669FFF-99A0-19FB-564C-970774CE73FB}"/>
                  </a:ext>
                </a:extLst>
              </p:cNvPr>
              <p:cNvCxnSpPr/>
              <p:nvPr/>
            </p:nvCxnSpPr>
            <p:spPr>
              <a:xfrm>
                <a:off x="530187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F00C1896-EDC3-4390-6525-F0F08400BAAF}"/>
                  </a:ext>
                </a:extLst>
              </p:cNvPr>
              <p:cNvCxnSpPr/>
              <p:nvPr/>
            </p:nvCxnSpPr>
            <p:spPr>
              <a:xfrm>
                <a:off x="6217741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D6E317B7-14FE-2415-5D74-2E7AD3E94C3F}"/>
                  </a:ext>
                </a:extLst>
              </p:cNvPr>
              <p:cNvCxnSpPr/>
              <p:nvPr/>
            </p:nvCxnSpPr>
            <p:spPr>
              <a:xfrm>
                <a:off x="784695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F4DC34D3-B5B9-1E14-95F4-59AA3D5B1B39}"/>
                  </a:ext>
                </a:extLst>
              </p:cNvPr>
              <p:cNvCxnSpPr/>
              <p:nvPr/>
            </p:nvCxnSpPr>
            <p:spPr>
              <a:xfrm>
                <a:off x="8052871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1DF2135A-2AC1-845A-FEFC-74B1B31663A2}"/>
                  </a:ext>
                </a:extLst>
              </p:cNvPr>
              <p:cNvCxnSpPr/>
              <p:nvPr/>
            </p:nvCxnSpPr>
            <p:spPr>
              <a:xfrm>
                <a:off x="968337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BD861016-173E-4745-A232-296CAD95838F}"/>
                  </a:ext>
                </a:extLst>
              </p:cNvPr>
              <p:cNvCxnSpPr/>
              <p:nvPr/>
            </p:nvCxnSpPr>
            <p:spPr>
              <a:xfrm>
                <a:off x="988911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C9923EAA-C722-D4E3-C932-FD949AFDC87B}"/>
                  </a:ext>
                </a:extLst>
              </p:cNvPr>
              <p:cNvCxnSpPr/>
              <p:nvPr/>
            </p:nvCxnSpPr>
            <p:spPr>
              <a:xfrm>
                <a:off x="1152741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0F97A130-DC7E-42CF-DF93-9E40027DA3A3}"/>
                  </a:ext>
                </a:extLst>
              </p:cNvPr>
              <p:cNvCxnSpPr/>
              <p:nvPr/>
            </p:nvCxnSpPr>
            <p:spPr>
              <a:xfrm>
                <a:off x="11725536" y="4882232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40B14D9-43D7-4C4B-CE70-9DAF404D3A0A}"/>
                </a:ext>
              </a:extLst>
            </p:cNvPr>
            <p:cNvSpPr txBox="1"/>
            <p:nvPr/>
          </p:nvSpPr>
          <p:spPr>
            <a:xfrm>
              <a:off x="11500669" y="6235591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NACK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815C3AFC-5C54-55EB-01CC-7D4746CFDB97}"/>
                </a:ext>
              </a:extLst>
            </p:cNvPr>
            <p:cNvCxnSpPr>
              <a:cxnSpLocks/>
            </p:cNvCxnSpPr>
            <p:nvPr/>
          </p:nvCxnSpPr>
          <p:spPr>
            <a:xfrm>
              <a:off x="11516864" y="6146800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547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28FA-4BE7-B53D-2568-3E6AF31A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AEF5B2-64B3-4F26-1472-F2AF52D5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299601"/>
            <a:ext cx="9821646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C11B-05CB-CF51-6FEA-59FD0404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23F1E14-2D9D-99DA-19B0-B0F5FAB9C086}"/>
              </a:ext>
            </a:extLst>
          </p:cNvPr>
          <p:cNvGrpSpPr/>
          <p:nvPr/>
        </p:nvGrpSpPr>
        <p:grpSpPr>
          <a:xfrm>
            <a:off x="-2448" y="1507828"/>
            <a:ext cx="12192000" cy="4259926"/>
            <a:chOff x="-2448" y="1507828"/>
            <a:chExt cx="12192000" cy="4259926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1FE52DD1-770E-9317-32B0-5B7DF009A3AF}"/>
                </a:ext>
              </a:extLst>
            </p:cNvPr>
            <p:cNvGrpSpPr/>
            <p:nvPr/>
          </p:nvGrpSpPr>
          <p:grpSpPr>
            <a:xfrm>
              <a:off x="-2448" y="1903828"/>
              <a:ext cx="12192000" cy="3863926"/>
              <a:chOff x="-2448" y="1903828"/>
              <a:chExt cx="12192000" cy="3863926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5970A66-6173-FF47-62D5-C11498D2B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2448" y="1964134"/>
                <a:ext cx="12192000" cy="2560079"/>
              </a:xfrm>
              <a:prstGeom prst="rect">
                <a:avLst/>
              </a:prstGeom>
            </p:spPr>
          </p:pic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04422561-19D6-3CC4-5756-155D2E139471}"/>
                  </a:ext>
                </a:extLst>
              </p:cNvPr>
              <p:cNvCxnSpPr/>
              <p:nvPr/>
            </p:nvCxnSpPr>
            <p:spPr>
              <a:xfrm>
                <a:off x="282760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14A865E7-782B-BC6C-AAC6-DE80D7B8901F}"/>
                  </a:ext>
                </a:extLst>
              </p:cNvPr>
              <p:cNvCxnSpPr/>
              <p:nvPr/>
            </p:nvCxnSpPr>
            <p:spPr>
              <a:xfrm>
                <a:off x="4750188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1246D-FBFD-07A7-359D-64BE7695792B}"/>
                  </a:ext>
                </a:extLst>
              </p:cNvPr>
              <p:cNvSpPr txBox="1"/>
              <p:nvPr/>
            </p:nvSpPr>
            <p:spPr>
              <a:xfrm>
                <a:off x="3278241" y="4810423"/>
                <a:ext cx="109164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Device ID(0xB0)</a:t>
                </a:r>
                <a:endParaRPr lang="ko-KR" altLang="en-US" sz="1200" dirty="0"/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25489171-4D57-A9DF-B78E-05AC8586A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427" y="4754880"/>
                <a:ext cx="1824111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CB4A9E58-B92F-08F3-60C3-7C8CB49BEC1C}"/>
                  </a:ext>
                </a:extLst>
              </p:cNvPr>
              <p:cNvCxnSpPr/>
              <p:nvPr/>
            </p:nvCxnSpPr>
            <p:spPr>
              <a:xfrm>
                <a:off x="499420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6CE8E2E4-96D3-A00F-FC81-6B3027B8D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4876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C3FEB-CE0D-85E7-C415-DC16AC61D832}"/>
                  </a:ext>
                </a:extLst>
              </p:cNvPr>
              <p:cNvSpPr txBox="1"/>
              <p:nvPr/>
            </p:nvSpPr>
            <p:spPr>
              <a:xfrm>
                <a:off x="4765526" y="4843671"/>
                <a:ext cx="2083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  <a:br>
                  <a:rPr lang="en-US" altLang="ko-KR" sz="700" dirty="0">
                    <a:solidFill>
                      <a:srgbClr val="0000FF"/>
                    </a:solidFill>
                  </a:rPr>
                </a:br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9E72BAE2-ABBA-0AF6-7FA4-2D0709209C1E}"/>
                  </a:ext>
                </a:extLst>
              </p:cNvPr>
              <p:cNvCxnSpPr/>
              <p:nvPr/>
            </p:nvCxnSpPr>
            <p:spPr>
              <a:xfrm>
                <a:off x="6904864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AD41D4F2-0667-1B56-5C6F-CAC8054B9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4831" y="4754880"/>
                <a:ext cx="1824111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64BAD2-D1F8-1BC1-A551-DE96540FCB31}"/>
                  </a:ext>
                </a:extLst>
              </p:cNvPr>
              <p:cNvSpPr txBox="1"/>
              <p:nvPr/>
            </p:nvSpPr>
            <p:spPr>
              <a:xfrm>
                <a:off x="5152875" y="4810423"/>
                <a:ext cx="15836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Address(0xE0)</a:t>
                </a:r>
                <a:endParaRPr lang="ko-KR" altLang="en-US" sz="1200" dirty="0"/>
              </a:p>
            </p:txBody>
          </p: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76477E2D-15EE-73FD-AD2D-92F5AE4D627C}"/>
                  </a:ext>
                </a:extLst>
              </p:cNvPr>
              <p:cNvCxnSpPr/>
              <p:nvPr/>
            </p:nvCxnSpPr>
            <p:spPr>
              <a:xfrm>
                <a:off x="7148880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AD0779A7-4018-760E-6479-0F51DB1E1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4144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3B0785-DE14-7CD8-CB4B-0670FE9AD4C5}"/>
                  </a:ext>
                </a:extLst>
              </p:cNvPr>
              <p:cNvSpPr txBox="1"/>
              <p:nvPr/>
            </p:nvSpPr>
            <p:spPr>
              <a:xfrm>
                <a:off x="6934794" y="4843671"/>
                <a:ext cx="2083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16F1A8F8-0048-E335-75F2-64DBC9AEBB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4916" y="4754880"/>
                <a:ext cx="1898815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A86A3B-53BC-3DC9-0ED2-EA427BF660DB}"/>
                  </a:ext>
                </a:extLst>
              </p:cNvPr>
              <p:cNvSpPr txBox="1"/>
              <p:nvPr/>
            </p:nvSpPr>
            <p:spPr>
              <a:xfrm>
                <a:off x="7384625" y="4810423"/>
                <a:ext cx="13613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Data(0x0B)</a:t>
                </a:r>
                <a:endParaRPr lang="ko-KR" altLang="en-US" sz="1200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5E4B78B6-C865-BD95-2CB5-7D2F92B7F077}"/>
                  </a:ext>
                </a:extLst>
              </p:cNvPr>
              <p:cNvCxnSpPr/>
              <p:nvPr/>
            </p:nvCxnSpPr>
            <p:spPr>
              <a:xfrm>
                <a:off x="1122963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38DE46E4-61D1-76DA-F16A-A40DB2C1557A}"/>
                  </a:ext>
                </a:extLst>
              </p:cNvPr>
              <p:cNvCxnSpPr/>
              <p:nvPr/>
            </p:nvCxnSpPr>
            <p:spPr>
              <a:xfrm>
                <a:off x="907009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D5E36884-5E69-08CD-4971-B259D9F7875B}"/>
                  </a:ext>
                </a:extLst>
              </p:cNvPr>
              <p:cNvCxnSpPr/>
              <p:nvPr/>
            </p:nvCxnSpPr>
            <p:spPr>
              <a:xfrm>
                <a:off x="9323011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B250073F-2B95-4CA6-6775-8DFE019924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3685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2AC4BD-F87B-89D5-6D05-DC77B47F24BB}"/>
                  </a:ext>
                </a:extLst>
              </p:cNvPr>
              <p:cNvSpPr txBox="1"/>
              <p:nvPr/>
            </p:nvSpPr>
            <p:spPr>
              <a:xfrm>
                <a:off x="9094336" y="4843670"/>
                <a:ext cx="20839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2F0878B3-F19A-C4C2-D1C3-454EA9F96C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4184" y="4754880"/>
                <a:ext cx="1898815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76F383-27BB-66E5-A053-226D3F7DC4E1}"/>
                  </a:ext>
                </a:extLst>
              </p:cNvPr>
              <p:cNvSpPr txBox="1"/>
              <p:nvPr/>
            </p:nvSpPr>
            <p:spPr>
              <a:xfrm>
                <a:off x="9560306" y="4810423"/>
                <a:ext cx="134857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Data(0xF8)</a:t>
                </a:r>
                <a:endParaRPr lang="ko-KR" altLang="en-US" sz="1200" dirty="0"/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CAE33EBD-D95F-D2C1-E836-50E431FB5749}"/>
                  </a:ext>
                </a:extLst>
              </p:cNvPr>
              <p:cNvCxnSpPr/>
              <p:nvPr/>
            </p:nvCxnSpPr>
            <p:spPr>
              <a:xfrm>
                <a:off x="11477688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88D257C7-2F8E-87D7-48DC-68C77E5F4C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38362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200270-D3C1-7827-00BB-9DEB742B5DC8}"/>
                  </a:ext>
                </a:extLst>
              </p:cNvPr>
              <p:cNvSpPr txBox="1"/>
              <p:nvPr/>
            </p:nvSpPr>
            <p:spPr>
              <a:xfrm>
                <a:off x="11233784" y="4789810"/>
                <a:ext cx="238848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endParaRPr lang="en-US" altLang="ko-KR" sz="700" dirty="0">
                  <a:solidFill>
                    <a:srgbClr val="0000FF"/>
                  </a:solidFill>
                </a:endParaRP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NACK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6864D0B-DE2D-85AE-0965-B66DB6BF0A15}"/>
                </a:ext>
              </a:extLst>
            </p:cNvPr>
            <p:cNvSpPr txBox="1"/>
            <p:nvPr/>
          </p:nvSpPr>
          <p:spPr>
            <a:xfrm>
              <a:off x="2588512" y="5226983"/>
              <a:ext cx="214193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Write Device ID: 8’b1011_0000</a:t>
              </a:r>
              <a:endParaRPr lang="ko-KR" altLang="en-US" sz="12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993782-A54A-A250-CA35-0F952320A57B}"/>
                </a:ext>
              </a:extLst>
            </p:cNvPr>
            <p:cNvSpPr txBox="1"/>
            <p:nvPr/>
          </p:nvSpPr>
          <p:spPr>
            <a:xfrm>
              <a:off x="257210" y="1507828"/>
              <a:ext cx="2141099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2000" dirty="0"/>
                <a:t>I2C Write Example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129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F753-9B77-BD88-3A87-5F08E3C8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40FC0BA-04FD-43A0-AC47-93CD7376A57E}"/>
              </a:ext>
            </a:extLst>
          </p:cNvPr>
          <p:cNvGrpSpPr/>
          <p:nvPr/>
        </p:nvGrpSpPr>
        <p:grpSpPr>
          <a:xfrm>
            <a:off x="0" y="1507828"/>
            <a:ext cx="12192000" cy="4413850"/>
            <a:chOff x="0" y="1507828"/>
            <a:chExt cx="12192000" cy="4413850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AC324976-E992-060C-A5FE-8D09F443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278380"/>
              <a:ext cx="12192000" cy="1897561"/>
            </a:xfrm>
            <a:prstGeom prst="rect">
              <a:avLst/>
            </a:prstGeom>
          </p:spPr>
        </p:pic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CF2B081-D826-90D5-01E6-2521B0072963}"/>
                </a:ext>
              </a:extLst>
            </p:cNvPr>
            <p:cNvCxnSpPr/>
            <p:nvPr/>
          </p:nvCxnSpPr>
          <p:spPr>
            <a:xfrm>
              <a:off x="1626691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B553EED-6340-D1FC-8920-9A3C948BC3DF}"/>
                </a:ext>
              </a:extLst>
            </p:cNvPr>
            <p:cNvCxnSpPr/>
            <p:nvPr/>
          </p:nvCxnSpPr>
          <p:spPr>
            <a:xfrm>
              <a:off x="325590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9BBCDE-D560-6E2F-F398-D52E1D28E128}"/>
                </a:ext>
              </a:extLst>
            </p:cNvPr>
            <p:cNvSpPr txBox="1"/>
            <p:nvPr/>
          </p:nvSpPr>
          <p:spPr>
            <a:xfrm>
              <a:off x="1988446" y="4663468"/>
              <a:ext cx="95699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Device ID(0xB0)</a:t>
              </a:r>
              <a:endParaRPr lang="ko-KR" altLang="en-US" sz="1050" dirty="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C8CEAD0E-5A0C-9A89-D543-FAA26507C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59515" y="4596384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CA25E8C8-C936-75A2-4197-91144A1B1440}"/>
                </a:ext>
              </a:extLst>
            </p:cNvPr>
            <p:cNvCxnSpPr/>
            <p:nvPr/>
          </p:nvCxnSpPr>
          <p:spPr>
            <a:xfrm>
              <a:off x="3461821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1CB4E71E-AAC2-2609-4E37-3B2A674A9E85}"/>
                </a:ext>
              </a:extLst>
            </p:cNvPr>
            <p:cNvCxnSpPr>
              <a:cxnSpLocks/>
            </p:cNvCxnSpPr>
            <p:nvPr/>
          </p:nvCxnSpPr>
          <p:spPr>
            <a:xfrm>
              <a:off x="3249164" y="459638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36DF16F-C22B-FD7E-CA67-5E7AB495DA67}"/>
                </a:ext>
              </a:extLst>
            </p:cNvPr>
            <p:cNvSpPr txBox="1"/>
            <p:nvPr/>
          </p:nvSpPr>
          <p:spPr>
            <a:xfrm>
              <a:off x="3263624" y="4685175"/>
              <a:ext cx="20839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4AAE48-B7E8-7EF3-7624-747D83467D97}"/>
                </a:ext>
              </a:extLst>
            </p:cNvPr>
            <p:cNvSpPr txBox="1"/>
            <p:nvPr/>
          </p:nvSpPr>
          <p:spPr>
            <a:xfrm>
              <a:off x="1652255" y="5091569"/>
              <a:ext cx="1612621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900" dirty="0"/>
                <a:t>Write Device ID: 8’b1011_0000</a:t>
              </a:r>
              <a:endParaRPr lang="ko-KR" altLang="en-US" sz="9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0DBEFF-8478-B405-2387-E53076619572}"/>
                </a:ext>
              </a:extLst>
            </p:cNvPr>
            <p:cNvSpPr txBox="1"/>
            <p:nvPr/>
          </p:nvSpPr>
          <p:spPr>
            <a:xfrm>
              <a:off x="6242294" y="5048897"/>
              <a:ext cx="159178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900" dirty="0"/>
                <a:t>Read Device ID: 8’b1011_0001</a:t>
              </a:r>
              <a:endParaRPr lang="ko-KR" altLang="en-US" sz="9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68BB28-3219-2EAE-EC21-2F7E82A90B6E}"/>
                </a:ext>
              </a:extLst>
            </p:cNvPr>
            <p:cNvSpPr txBox="1"/>
            <p:nvPr/>
          </p:nvSpPr>
          <p:spPr>
            <a:xfrm>
              <a:off x="281671" y="1507828"/>
              <a:ext cx="2092176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2000" dirty="0"/>
                <a:t>I2C Read Example</a:t>
              </a:r>
              <a:endParaRPr lang="ko-KR" altLang="en-US" sz="2000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7B5BB505-CD35-E621-36D9-860B77C6A719}"/>
                </a:ext>
              </a:extLst>
            </p:cNvPr>
            <p:cNvCxnSpPr/>
            <p:nvPr/>
          </p:nvCxnSpPr>
          <p:spPr>
            <a:xfrm>
              <a:off x="509232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6767FD22-C4BA-17D5-9FBC-C7A5CE8591F9}"/>
                </a:ext>
              </a:extLst>
            </p:cNvPr>
            <p:cNvCxnSpPr/>
            <p:nvPr/>
          </p:nvCxnSpPr>
          <p:spPr>
            <a:xfrm>
              <a:off x="530187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5C64AC3-0AB5-008E-EECA-F13356CA49D3}"/>
                </a:ext>
              </a:extLst>
            </p:cNvPr>
            <p:cNvSpPr txBox="1"/>
            <p:nvPr/>
          </p:nvSpPr>
          <p:spPr>
            <a:xfrm>
              <a:off x="3611471" y="4663468"/>
              <a:ext cx="1391407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Address(0xE0)</a:t>
              </a:r>
              <a:endParaRPr lang="ko-KR" altLang="en-US" sz="1050" dirty="0"/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60243BAA-4991-852E-F0B9-F8769FEDFD25}"/>
                </a:ext>
              </a:extLst>
            </p:cNvPr>
            <p:cNvCxnSpPr>
              <a:cxnSpLocks/>
            </p:cNvCxnSpPr>
            <p:nvPr/>
          </p:nvCxnSpPr>
          <p:spPr>
            <a:xfrm>
              <a:off x="3499745" y="4596384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AF10C6EE-B4B3-C676-CC9E-136E3F04938B}"/>
                </a:ext>
              </a:extLst>
            </p:cNvPr>
            <p:cNvCxnSpPr>
              <a:cxnSpLocks/>
            </p:cNvCxnSpPr>
            <p:nvPr/>
          </p:nvCxnSpPr>
          <p:spPr>
            <a:xfrm>
              <a:off x="5085584" y="459638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4E2ADE5-29B0-79D6-FCA8-78E13306342D}"/>
                </a:ext>
              </a:extLst>
            </p:cNvPr>
            <p:cNvSpPr txBox="1"/>
            <p:nvPr/>
          </p:nvSpPr>
          <p:spPr>
            <a:xfrm>
              <a:off x="5084815" y="4685175"/>
              <a:ext cx="23884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Slave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NACK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D4291AB7-B3F6-9D84-683E-E71E5C578F0A}"/>
                </a:ext>
              </a:extLst>
            </p:cNvPr>
            <p:cNvCxnSpPr/>
            <p:nvPr/>
          </p:nvCxnSpPr>
          <p:spPr>
            <a:xfrm>
              <a:off x="6217741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02D4928-25F4-408E-DA28-E6DA7DCFF4D0}"/>
                </a:ext>
              </a:extLst>
            </p:cNvPr>
            <p:cNvCxnSpPr/>
            <p:nvPr/>
          </p:nvCxnSpPr>
          <p:spPr>
            <a:xfrm>
              <a:off x="784695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2363462-69CD-2E80-18C5-EA0B89FD1673}"/>
                </a:ext>
              </a:extLst>
            </p:cNvPr>
            <p:cNvSpPr txBox="1"/>
            <p:nvPr/>
          </p:nvSpPr>
          <p:spPr>
            <a:xfrm>
              <a:off x="6579496" y="4663468"/>
              <a:ext cx="95699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Device ID(0xB1)</a:t>
              </a:r>
              <a:endParaRPr lang="ko-KR" altLang="en-US" sz="1050" dirty="0"/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9080BFD6-4135-93D4-C79C-3EF5A5061A1C}"/>
                </a:ext>
              </a:extLst>
            </p:cNvPr>
            <p:cNvCxnSpPr>
              <a:cxnSpLocks/>
            </p:cNvCxnSpPr>
            <p:nvPr/>
          </p:nvCxnSpPr>
          <p:spPr>
            <a:xfrm>
              <a:off x="6250565" y="4596384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912CCBA1-B367-59DE-7817-E3A1AC33391D}"/>
                </a:ext>
              </a:extLst>
            </p:cNvPr>
            <p:cNvCxnSpPr/>
            <p:nvPr/>
          </p:nvCxnSpPr>
          <p:spPr>
            <a:xfrm>
              <a:off x="8052871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F2E0CE5C-5045-7EDA-B39A-634EE1BC7A4F}"/>
                </a:ext>
              </a:extLst>
            </p:cNvPr>
            <p:cNvCxnSpPr>
              <a:cxnSpLocks/>
            </p:cNvCxnSpPr>
            <p:nvPr/>
          </p:nvCxnSpPr>
          <p:spPr>
            <a:xfrm>
              <a:off x="7840214" y="459638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E9E0F70-9A0C-7A65-C200-03863235822F}"/>
                </a:ext>
              </a:extLst>
            </p:cNvPr>
            <p:cNvSpPr txBox="1"/>
            <p:nvPr/>
          </p:nvSpPr>
          <p:spPr>
            <a:xfrm>
              <a:off x="7820209" y="4685175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40764FC0-30BC-3979-166E-58676EEE19BB}"/>
                </a:ext>
              </a:extLst>
            </p:cNvPr>
            <p:cNvCxnSpPr/>
            <p:nvPr/>
          </p:nvCxnSpPr>
          <p:spPr>
            <a:xfrm>
              <a:off x="968337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C0095800-3594-1385-715A-9862509C2D87}"/>
                </a:ext>
              </a:extLst>
            </p:cNvPr>
            <p:cNvCxnSpPr/>
            <p:nvPr/>
          </p:nvCxnSpPr>
          <p:spPr>
            <a:xfrm>
              <a:off x="988911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9157722-B7D0-F405-DB04-99FB4CA30BDB}"/>
                </a:ext>
              </a:extLst>
            </p:cNvPr>
            <p:cNvSpPr txBox="1"/>
            <p:nvPr/>
          </p:nvSpPr>
          <p:spPr>
            <a:xfrm>
              <a:off x="8299502" y="4663468"/>
              <a:ext cx="1197444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Data(0x0B)</a:t>
              </a:r>
              <a:endParaRPr lang="ko-KR" altLang="en-US" sz="1050" dirty="0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7310D6F5-6DFB-050B-37F4-82EABA1289AD}"/>
                </a:ext>
              </a:extLst>
            </p:cNvPr>
            <p:cNvCxnSpPr>
              <a:cxnSpLocks/>
            </p:cNvCxnSpPr>
            <p:nvPr/>
          </p:nvCxnSpPr>
          <p:spPr>
            <a:xfrm>
              <a:off x="8083175" y="4596384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1E4A98A8-BAAE-094E-CF55-C0BE0570AC50}"/>
                </a:ext>
              </a:extLst>
            </p:cNvPr>
            <p:cNvCxnSpPr>
              <a:cxnSpLocks/>
            </p:cNvCxnSpPr>
            <p:nvPr/>
          </p:nvCxnSpPr>
          <p:spPr>
            <a:xfrm>
              <a:off x="9676634" y="459638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BB622F2-FEF5-9DBB-7B96-8B9679C05B62}"/>
                </a:ext>
              </a:extLst>
            </p:cNvPr>
            <p:cNvSpPr txBox="1"/>
            <p:nvPr/>
          </p:nvSpPr>
          <p:spPr>
            <a:xfrm>
              <a:off x="9656629" y="4685175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0672371-8A5C-3CCF-A338-68F56DD61764}"/>
                </a:ext>
              </a:extLst>
            </p:cNvPr>
            <p:cNvSpPr txBox="1"/>
            <p:nvPr/>
          </p:nvSpPr>
          <p:spPr>
            <a:xfrm>
              <a:off x="10107243" y="4663468"/>
              <a:ext cx="1186222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050" dirty="0"/>
                <a:t>Register Data(0xF8)</a:t>
              </a:r>
              <a:endParaRPr lang="ko-KR" altLang="en-US" sz="1050" dirty="0"/>
            </a:p>
          </p:txBody>
        </p: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CA346A38-606B-083B-D069-80AEA25089B6}"/>
                </a:ext>
              </a:extLst>
            </p:cNvPr>
            <p:cNvCxnSpPr>
              <a:cxnSpLocks/>
            </p:cNvCxnSpPr>
            <p:nvPr/>
          </p:nvCxnSpPr>
          <p:spPr>
            <a:xfrm>
              <a:off x="9915785" y="4596384"/>
              <a:ext cx="1586605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7FE9C256-FDC9-D7D3-D9CA-4D26EB66F9AB}"/>
                </a:ext>
              </a:extLst>
            </p:cNvPr>
            <p:cNvCxnSpPr/>
            <p:nvPr/>
          </p:nvCxnSpPr>
          <p:spPr>
            <a:xfrm>
              <a:off x="1152741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D0C9485-17F3-0267-6FA8-C14B76ED5490}"/>
                </a:ext>
              </a:extLst>
            </p:cNvPr>
            <p:cNvCxnSpPr/>
            <p:nvPr/>
          </p:nvCxnSpPr>
          <p:spPr>
            <a:xfrm>
              <a:off x="11725536" y="2057752"/>
              <a:ext cx="0" cy="3863926"/>
            </a:xfrm>
            <a:prstGeom prst="line">
              <a:avLst/>
            </a:prstGeom>
            <a:ln w="63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57D7E00-2BD7-4B1C-60BF-0BE9AD1C3A81}"/>
                </a:ext>
              </a:extLst>
            </p:cNvPr>
            <p:cNvSpPr txBox="1"/>
            <p:nvPr/>
          </p:nvSpPr>
          <p:spPr>
            <a:xfrm>
              <a:off x="11500669" y="4685175"/>
              <a:ext cx="27732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rgbClr val="0000FF"/>
                  </a:solidFill>
                </a:rPr>
                <a:t>Master</a:t>
              </a:r>
              <a:br>
                <a:rPr lang="en-US" altLang="ko-KR" sz="700" dirty="0">
                  <a:solidFill>
                    <a:srgbClr val="0000FF"/>
                  </a:solidFill>
                </a:rPr>
              </a:br>
              <a:r>
                <a:rPr lang="en-US" altLang="ko-KR" sz="700" dirty="0">
                  <a:solidFill>
                    <a:srgbClr val="0000FF"/>
                  </a:solidFill>
                </a:rPr>
                <a:t>NACK</a:t>
              </a:r>
              <a:endParaRPr lang="ko-KR" altLang="en-US" sz="700" dirty="0">
                <a:solidFill>
                  <a:srgbClr val="0000FF"/>
                </a:solidFill>
              </a:endParaRPr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AEDEA826-502E-1A0F-9780-890E24247AE2}"/>
                </a:ext>
              </a:extLst>
            </p:cNvPr>
            <p:cNvCxnSpPr>
              <a:cxnSpLocks/>
            </p:cNvCxnSpPr>
            <p:nvPr/>
          </p:nvCxnSpPr>
          <p:spPr>
            <a:xfrm>
              <a:off x="11516864" y="4596384"/>
              <a:ext cx="225084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753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165</Words>
  <Application>Microsoft Office PowerPoint</Application>
  <PresentationFormat>와이드스크린</PresentationFormat>
  <Paragraphs>51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정균</dc:creator>
  <cp:lastModifiedBy>최 정균</cp:lastModifiedBy>
  <cp:revision>16</cp:revision>
  <dcterms:created xsi:type="dcterms:W3CDTF">2024-05-24T05:14:59Z</dcterms:created>
  <dcterms:modified xsi:type="dcterms:W3CDTF">2024-07-26T05:58:48Z</dcterms:modified>
</cp:coreProperties>
</file>