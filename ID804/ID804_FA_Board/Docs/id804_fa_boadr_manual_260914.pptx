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84" r:id="rId3"/>
    <p:sldId id="285" r:id="rId4"/>
    <p:sldId id="288" r:id="rId5"/>
    <p:sldId id="28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7C80"/>
    <a:srgbClr val="E949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C2125-1FD0-465A-4CF8-83B8F6743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CDA402-57DA-8A61-0C01-E646EA55F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A2410-E6DD-ADA6-EED2-DFFC7319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AC675F-1E21-CF89-4D28-0407EED1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F3142B-CC31-140D-D524-3BD086A1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68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5938A-A60C-D55C-150B-A7FBD324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C64294-FE9E-A287-9CE8-B2E8C0BD0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47F32A-3178-514A-AEDA-9F2613DF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59544-C6C3-8E82-B5B0-838C1D92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F2B6E-AF50-53E4-D628-E29B581B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0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9CEA6-8451-7D39-0681-06E8AA59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3B8C7C-9469-6E97-7288-D78C77682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FE53B-592F-CAAC-3E80-4F87F062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795C3-61B2-D5FC-F9CD-401B7C68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84E22-E49D-1515-C6A0-CC7B7899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11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7F315-4F8A-D7EE-EBDD-0A13B6EE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E1B61D-0936-5CF7-3791-77B56748B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263F86-99DC-E038-5154-98FD49AAB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9F17D8-FD5D-2B33-DF2D-C51C600E0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BF6CB-FC04-249F-16DA-332D715D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9936A0-A42E-8355-5030-E03FCF63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73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B4732-9967-741A-9F34-17B10A67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CE81C-19C9-861A-2429-801D5B4C0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EA700C-7504-3CE8-13CA-A44F068B2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5A142A-C95A-F0CC-4DFC-4A649E29D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EA5961-CD20-82D1-018A-E1A015C67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D392D8-A396-63A1-860A-7E2DF688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720B5E-6647-2125-B949-FDAF46FBF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2B77CD-D1E3-1A05-BCE0-E4BA8CBE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5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9722C-F37F-BDEF-A88D-DEF22CFF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492ADB-F158-154D-0828-A92CEF15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FC0F86-E548-1233-67F8-40E1432C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C32D8-0B18-6546-25CC-40F3725BD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960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BC3F5F-A3DA-305D-A74D-0940FADC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365153-6737-3C73-5196-6BF00939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D0E2EB-C5C5-77C9-90FB-19EE95EB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64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DA472-52FC-2612-677B-6602C188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54E958-4603-FF23-3EA4-009F99620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18FD83-0F13-AAD7-30DC-5CB954D1E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AAF1EF-D24F-2E25-38B2-F88CC820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78A79C-DE13-C2D3-0D15-FFF0B07B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0F8933-20BD-0B2C-E085-55C760F8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44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95A1C-B8A2-B818-4922-FB6A684E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3DA537-8F83-9835-296C-07D05C37C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D6ACAC-57EE-F877-2758-BD27441DF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2A714B-1732-4D73-68D0-A412C07C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BF7014-D6D1-E786-83DC-2EAD85EE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FF12D1-3885-F1B0-1395-E733E378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89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12489-E813-007B-ADA8-7D14BD2C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E20C71-92D3-08AD-7475-45438EBD1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92020-3BD8-6CFA-1677-47533AA1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B35DC7-34E6-EBD2-CACC-EAE25074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2BF3C-B2A9-88AD-1A95-6DA1F635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38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9E8988-29C5-F786-B04D-93A717F9F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08551C-002C-AE8D-47BD-BF4D26574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85064-7349-B40C-5E2F-6A9BAE60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AF948-46DA-65F2-6535-F6588415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D24953-09EB-8E9D-0271-862E1DDC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576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날짜 개체 틀 1">
            <a:extLst>
              <a:ext uri="{FF2B5EF4-FFF2-40B4-BE49-F238E27FC236}">
                <a16:creationId xmlns:a16="http://schemas.microsoft.com/office/drawing/2014/main" id="{6B7B4C22-4407-4B65-91BD-E8AC0010BFB7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6B65CF-520E-4FF8-8772-DD7004A04E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3F77356-3DCF-4239-BE5D-E2BDA591D330}"/>
              </a:ext>
            </a:extLst>
          </p:cNvPr>
          <p:cNvCxnSpPr/>
          <p:nvPr userDrawn="1"/>
        </p:nvCxnSpPr>
        <p:spPr>
          <a:xfrm>
            <a:off x="243191" y="717680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821F35-727B-47CB-853A-A66BB103B276}"/>
              </a:ext>
            </a:extLst>
          </p:cNvPr>
          <p:cNvCxnSpPr>
            <a:cxnSpLocks/>
          </p:cNvCxnSpPr>
          <p:nvPr userDrawn="1"/>
        </p:nvCxnSpPr>
        <p:spPr>
          <a:xfrm>
            <a:off x="243191" y="6281511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7C5E2ADB-C6E2-C075-32BF-D64A7200E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819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B67CC-33FA-4DFA-9873-F17687A4BA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13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253363-CAA9-0702-090A-368DF9AD8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5E51BF-306D-53F6-7EC8-F5D34F93B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6BD49-A40D-62B2-3242-A9AAC0A6A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3BDEE-9F52-44BB-955C-E64B430FFB4D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A1004-1CB8-E646-1507-E73A78B79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10E509-38D7-BF61-E7E7-3D890B7B0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67100-9799-4A8F-B39F-C5612598DAFF}"/>
              </a:ext>
            </a:extLst>
          </p:cNvPr>
          <p:cNvSpPr txBox="1"/>
          <p:nvPr/>
        </p:nvSpPr>
        <p:spPr>
          <a:xfrm>
            <a:off x="1687995" y="1811045"/>
            <a:ext cx="88160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ID804 FA Board</a:t>
            </a:r>
          </a:p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User Manual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5F2AA-5B65-4210-840C-9D57D55E394F}"/>
              </a:ext>
            </a:extLst>
          </p:cNvPr>
          <p:cNvSpPr txBox="1"/>
          <p:nvPr/>
        </p:nvSpPr>
        <p:spPr>
          <a:xfrm>
            <a:off x="5175719" y="4065973"/>
            <a:ext cx="1840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/>
              <a:t>Seq. 14, 2026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D7051-514F-451B-A600-C68725600D38}"/>
              </a:ext>
            </a:extLst>
          </p:cNvPr>
          <p:cNvSpPr txBox="1"/>
          <p:nvPr/>
        </p:nvSpPr>
        <p:spPr>
          <a:xfrm>
            <a:off x="4956172" y="5726096"/>
            <a:ext cx="227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Global Technologies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3341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B13DB-5808-8A36-331A-C69D7A2A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81014D8-E584-A093-FEF6-CC7CFB17F6C7}"/>
              </a:ext>
            </a:extLst>
          </p:cNvPr>
          <p:cNvSpPr txBox="1"/>
          <p:nvPr/>
        </p:nvSpPr>
        <p:spPr>
          <a:xfrm>
            <a:off x="243758" y="115888"/>
            <a:ext cx="6217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Connection – Forward </a:t>
            </a:r>
            <a:r>
              <a:rPr lang="en-US" altLang="ko-KR" sz="2400" b="1" dirty="0"/>
              <a:t>[SIO1 </a:t>
            </a:r>
            <a:r>
              <a:rPr lang="ko-KR" altLang="en-US" sz="2400" b="1" dirty="0"/>
              <a:t>→ </a:t>
            </a:r>
            <a:r>
              <a:rPr lang="en-US" altLang="ko-KR" sz="2400" b="1" dirty="0"/>
              <a:t>SIO2]</a:t>
            </a:r>
            <a:endParaRPr lang="ko-KR" altLang="en-US" sz="24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D683C7B-7CF8-F31F-60C1-B3D3F282D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902293-5BBC-EED8-BBA8-2A01BFBA04F3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35947B-1A66-C890-F033-4AB738B6453A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F389E4-8A7D-E58C-1D1B-390CF9AA702D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10C9B5D-18F1-1898-2062-C91AC3CBBC46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7646C9-C04E-064D-9ECE-4AA50B1AB711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4E8D35E-9B92-00BF-4286-C9A2171E96C7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(Optional)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85ACA83-02C9-A671-CD03-8CD6D24E3BE0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AE7DF48-E87F-B098-9328-92E392D76E4C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BDCE4AF-C3AD-58D2-8DC9-6278A0820E4C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9A0AC8E-F49B-7114-2CD6-9194971C7685}"/>
              </a:ext>
            </a:extLst>
          </p:cNvPr>
          <p:cNvCxnSpPr>
            <a:cxnSpLocks/>
          </p:cNvCxnSpPr>
          <p:nvPr/>
        </p:nvCxnSpPr>
        <p:spPr>
          <a:xfrm>
            <a:off x="3571147" y="3592507"/>
            <a:ext cx="23642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893DD2B-A8B8-5D8C-16A0-DD62AAA1E140}"/>
              </a:ext>
            </a:extLst>
          </p:cNvPr>
          <p:cNvCxnSpPr>
            <a:cxnSpLocks/>
          </p:cNvCxnSpPr>
          <p:nvPr/>
        </p:nvCxnSpPr>
        <p:spPr>
          <a:xfrm flipV="1">
            <a:off x="4246672" y="1943096"/>
            <a:ext cx="0" cy="1499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C7752A2-B9F9-BC46-36E5-0291E9B95402}"/>
              </a:ext>
            </a:extLst>
          </p:cNvPr>
          <p:cNvCxnSpPr>
            <a:cxnSpLocks/>
          </p:cNvCxnSpPr>
          <p:nvPr/>
        </p:nvCxnSpPr>
        <p:spPr>
          <a:xfrm>
            <a:off x="4000500" y="3743476"/>
            <a:ext cx="380158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503453E-2BB7-494C-A987-119ABFBCD506}"/>
              </a:ext>
            </a:extLst>
          </p:cNvPr>
          <p:cNvCxnSpPr>
            <a:cxnSpLocks/>
          </p:cNvCxnSpPr>
          <p:nvPr/>
        </p:nvCxnSpPr>
        <p:spPr>
          <a:xfrm flipV="1">
            <a:off x="7679732" y="1931983"/>
            <a:ext cx="0" cy="1517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63F467D-7942-C4D5-2C72-F519FD8A6E55}"/>
              </a:ext>
            </a:extLst>
          </p:cNvPr>
          <p:cNvCxnSpPr>
            <a:cxnSpLocks/>
          </p:cNvCxnSpPr>
          <p:nvPr/>
        </p:nvCxnSpPr>
        <p:spPr>
          <a:xfrm>
            <a:off x="4246672" y="1943096"/>
            <a:ext cx="34378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B2EF0DD-C777-7866-C2A0-9552DEB07519}"/>
              </a:ext>
            </a:extLst>
          </p:cNvPr>
          <p:cNvSpPr txBox="1"/>
          <p:nvPr/>
        </p:nvSpPr>
        <p:spPr>
          <a:xfrm>
            <a:off x="243758" y="894972"/>
            <a:ext cx="2836610" cy="869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dirty="0"/>
              <a:t>Forward via LVDS : </a:t>
            </a:r>
            <a:r>
              <a:rPr lang="ko-KR" altLang="en-US" b="1" dirty="0">
                <a:solidFill>
                  <a:srgbClr val="FF0000"/>
                </a:solidFill>
              </a:rPr>
              <a:t>→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dirty="0"/>
              <a:t>Forward via CAN : </a:t>
            </a:r>
            <a:r>
              <a:rPr lang="ko-KR" alt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→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55D26A-79E1-641C-81C0-741F87DB5805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8E284A-DC2B-1785-1E82-60771CC03BDB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F1002C-2912-F7BF-B33E-EB3C8CF15E56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SIO1</a:t>
            </a:r>
            <a:endParaRPr lang="ko-KR" altLang="en-US" sz="10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4D6A357-FAD4-50C7-3E6E-9A5B68CF77CF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SIO2</a:t>
            </a:r>
            <a:endParaRPr lang="ko-KR" altLang="en-US" sz="10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1D4DB2-3938-0B8D-9CA1-0256384ACEC6}"/>
              </a:ext>
            </a:extLst>
          </p:cNvPr>
          <p:cNvSpPr txBox="1"/>
          <p:nvPr/>
        </p:nvSpPr>
        <p:spPr>
          <a:xfrm>
            <a:off x="3933045" y="1567413"/>
            <a:ext cx="60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LVDS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595ED6-1741-DE45-24BA-55D5129A6116}"/>
              </a:ext>
            </a:extLst>
          </p:cNvPr>
          <p:cNvSpPr txBox="1"/>
          <p:nvPr/>
        </p:nvSpPr>
        <p:spPr>
          <a:xfrm>
            <a:off x="3851552" y="3761476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CAN</a:t>
            </a:r>
            <a:endParaRPr lang="ko-KR" altLang="en-US" sz="1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741F1A54-4DD3-AFB9-A4AD-1FEB63FD5A6E}"/>
              </a:ext>
            </a:extLst>
          </p:cNvPr>
          <p:cNvCxnSpPr>
            <a:cxnSpLocks/>
          </p:cNvCxnSpPr>
          <p:nvPr/>
        </p:nvCxnSpPr>
        <p:spPr>
          <a:xfrm>
            <a:off x="3807567" y="3430507"/>
            <a:ext cx="0" cy="324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D318C2D-DE43-B3EF-F248-6E25725C653D}"/>
              </a:ext>
            </a:extLst>
          </p:cNvPr>
          <p:cNvCxnSpPr>
            <a:cxnSpLocks/>
          </p:cNvCxnSpPr>
          <p:nvPr/>
        </p:nvCxnSpPr>
        <p:spPr>
          <a:xfrm>
            <a:off x="3799078" y="3435269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60FA1C21-E963-1E7E-3636-210A580BA25C}"/>
              </a:ext>
            </a:extLst>
          </p:cNvPr>
          <p:cNvCxnSpPr>
            <a:cxnSpLocks/>
          </p:cNvCxnSpPr>
          <p:nvPr/>
        </p:nvCxnSpPr>
        <p:spPr>
          <a:xfrm>
            <a:off x="3803840" y="3744983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EEB65491-CB85-47AA-EDC8-C694D4588C15}"/>
              </a:ext>
            </a:extLst>
          </p:cNvPr>
          <p:cNvSpPr/>
          <p:nvPr/>
        </p:nvSpPr>
        <p:spPr>
          <a:xfrm>
            <a:off x="3873250" y="3419470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A2A09ECE-8E67-561B-E5AB-CDFC23FB1545}"/>
              </a:ext>
            </a:extLst>
          </p:cNvPr>
          <p:cNvSpPr/>
          <p:nvPr/>
        </p:nvSpPr>
        <p:spPr>
          <a:xfrm>
            <a:off x="3881680" y="3726983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04FFB69C-02D8-95C3-4BD7-B9484809FE36}"/>
              </a:ext>
            </a:extLst>
          </p:cNvPr>
          <p:cNvCxnSpPr>
            <a:cxnSpLocks/>
            <a:stCxn id="84" idx="7"/>
          </p:cNvCxnSpPr>
          <p:nvPr/>
        </p:nvCxnSpPr>
        <p:spPr>
          <a:xfrm flipV="1">
            <a:off x="3903978" y="3340020"/>
            <a:ext cx="84722" cy="84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1330604A-8744-5B58-A944-47B8220EF38F}"/>
              </a:ext>
            </a:extLst>
          </p:cNvPr>
          <p:cNvCxnSpPr>
            <a:cxnSpLocks/>
            <a:stCxn id="86" idx="7"/>
          </p:cNvCxnSpPr>
          <p:nvPr/>
        </p:nvCxnSpPr>
        <p:spPr>
          <a:xfrm flipV="1">
            <a:off x="3912408" y="3648014"/>
            <a:ext cx="85381" cy="84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804B2C27-1461-0987-E988-ED8B40D05F0D}"/>
              </a:ext>
            </a:extLst>
          </p:cNvPr>
          <p:cNvCxnSpPr>
            <a:cxnSpLocks/>
          </p:cNvCxnSpPr>
          <p:nvPr/>
        </p:nvCxnSpPr>
        <p:spPr>
          <a:xfrm>
            <a:off x="4000500" y="3443466"/>
            <a:ext cx="24617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5903F205-7562-B0C9-EAD4-01AD1864C23F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25AB4E67-37F9-C56B-9A19-623D7753E7D1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32F92172-286F-A145-7771-923B7A6F29A9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4FA1DA42-A758-262F-26C7-E1CF855606B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4558FD72-FB4A-624F-26B6-5503D5685B65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4C3F6A9D-A1B1-F0CF-954B-66B3B45B4231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676EC64F-714F-A27E-B76F-F7337C5B6FD1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87B7D933-739B-8F28-828B-C4758BFD3967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84E0E168-ACF1-68B5-962D-3E5000194846}"/>
                </a:ext>
              </a:extLst>
            </p:cNvPr>
            <p:cNvCxnSpPr>
              <a:cxnSpLocks/>
              <a:stCxn id="113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772E999A-B046-7B8C-F589-74174436A16B}"/>
                </a:ext>
              </a:extLst>
            </p:cNvPr>
            <p:cNvCxnSpPr>
              <a:cxnSpLocks/>
              <a:stCxn id="114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9B0ED45E-54E7-89C1-6DF8-6D6F8CE33523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121001C2-B9CF-5A94-3719-99061DE20088}"/>
              </a:ext>
            </a:extLst>
          </p:cNvPr>
          <p:cNvCxnSpPr>
            <a:cxnSpLocks/>
            <a:stCxn id="64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3F9C41A4-E533-1187-1D7F-5CDA01CB7ABE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8CE2254-7B65-C378-90D8-16759CC9B094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514B775C-6A2C-638C-94A8-B461A803B998}"/>
              </a:ext>
            </a:extLst>
          </p:cNvPr>
          <p:cNvSpPr txBox="1"/>
          <p:nvPr/>
        </p:nvSpPr>
        <p:spPr>
          <a:xfrm>
            <a:off x="2786435" y="468848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GND</a:t>
            </a:r>
            <a:endParaRPr lang="ko-KR" altLang="en-US" sz="8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9957691-89DF-76EC-86BE-0ACD6C937B31}"/>
              </a:ext>
            </a:extLst>
          </p:cNvPr>
          <p:cNvSpPr txBox="1"/>
          <p:nvPr/>
        </p:nvSpPr>
        <p:spPr>
          <a:xfrm>
            <a:off x="3800961" y="3164860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1)</a:t>
            </a:r>
            <a:endParaRPr lang="ko-KR" altLang="en-US" sz="8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E22E7FE-15D7-9728-E920-31D29422AB91}"/>
              </a:ext>
            </a:extLst>
          </p:cNvPr>
          <p:cNvSpPr txBox="1"/>
          <p:nvPr/>
        </p:nvSpPr>
        <p:spPr>
          <a:xfrm>
            <a:off x="3800961" y="3493288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2)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118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84BB-5BFC-7117-0880-F18EB327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9AA8F24-4E77-22D7-1B8F-F7A8416568CC}"/>
              </a:ext>
            </a:extLst>
          </p:cNvPr>
          <p:cNvSpPr txBox="1"/>
          <p:nvPr/>
        </p:nvSpPr>
        <p:spPr>
          <a:xfrm>
            <a:off x="243758" y="115888"/>
            <a:ext cx="8184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Connection - Backward </a:t>
            </a:r>
            <a:r>
              <a:rPr lang="en-US" altLang="ko-KR" sz="2400" b="1" dirty="0"/>
              <a:t>[SIO2 </a:t>
            </a:r>
            <a:r>
              <a:rPr lang="ko-KR" altLang="en-US" sz="2400" b="1" dirty="0"/>
              <a:t>→ </a:t>
            </a:r>
            <a:r>
              <a:rPr lang="en-US" altLang="ko-KR" sz="2400" b="1" dirty="0"/>
              <a:t>SIO1 (Swapped)]</a:t>
            </a:r>
            <a:endParaRPr lang="ko-KR" altLang="en-US" sz="24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BFECA5F3-427F-13D4-B043-975E2EF0E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A56CB7-B008-4668-3CA7-94803992CD4B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431F94-DA52-4395-1822-1B4EA77A1D6C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16B034-E165-1A25-0DEF-E2043C1C5FD2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301EC8-1601-36A0-1E41-58AD81F598AB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8B9D6A9-5340-1CDD-6D6B-39D74518929B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91627F-6272-6982-C301-12C3A217429F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(Optional)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1708FE8-A223-96D7-9FA0-881E0F5C2449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29607CF-3225-D314-905A-339E69281691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3312321-CE11-7DF6-3D0B-74D609E2740E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E133740-5A11-FB1B-1FDB-570BEA9A21A4}"/>
              </a:ext>
            </a:extLst>
          </p:cNvPr>
          <p:cNvCxnSpPr>
            <a:cxnSpLocks/>
          </p:cNvCxnSpPr>
          <p:nvPr/>
        </p:nvCxnSpPr>
        <p:spPr>
          <a:xfrm>
            <a:off x="3571147" y="3592507"/>
            <a:ext cx="23642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92D4C8C-7A60-A23D-0B5A-CAFECA9ED698}"/>
              </a:ext>
            </a:extLst>
          </p:cNvPr>
          <p:cNvCxnSpPr>
            <a:cxnSpLocks/>
          </p:cNvCxnSpPr>
          <p:nvPr/>
        </p:nvCxnSpPr>
        <p:spPr>
          <a:xfrm flipV="1">
            <a:off x="4246672" y="1943096"/>
            <a:ext cx="0" cy="1499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A9084CF-31D9-D3A2-5852-CD89D059A567}"/>
              </a:ext>
            </a:extLst>
          </p:cNvPr>
          <p:cNvCxnSpPr>
            <a:cxnSpLocks/>
          </p:cNvCxnSpPr>
          <p:nvPr/>
        </p:nvCxnSpPr>
        <p:spPr>
          <a:xfrm>
            <a:off x="4000500" y="3743476"/>
            <a:ext cx="380158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4C07A72-00BE-9D57-E3BC-F40B8B5CEF88}"/>
              </a:ext>
            </a:extLst>
          </p:cNvPr>
          <p:cNvCxnSpPr>
            <a:cxnSpLocks/>
          </p:cNvCxnSpPr>
          <p:nvPr/>
        </p:nvCxnSpPr>
        <p:spPr>
          <a:xfrm flipV="1">
            <a:off x="7679732" y="1931983"/>
            <a:ext cx="0" cy="1517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BEC027C-F9EB-E6D9-64D8-CF02E697C8C8}"/>
              </a:ext>
            </a:extLst>
          </p:cNvPr>
          <p:cNvCxnSpPr>
            <a:cxnSpLocks/>
          </p:cNvCxnSpPr>
          <p:nvPr/>
        </p:nvCxnSpPr>
        <p:spPr>
          <a:xfrm>
            <a:off x="4246672" y="1943096"/>
            <a:ext cx="34378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2E4B010-9CE6-D6A1-C638-07D990655A6C}"/>
              </a:ext>
            </a:extLst>
          </p:cNvPr>
          <p:cNvSpPr txBox="1"/>
          <p:nvPr/>
        </p:nvSpPr>
        <p:spPr>
          <a:xfrm>
            <a:off x="243758" y="894972"/>
            <a:ext cx="2950038" cy="869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dirty="0"/>
              <a:t>Backward via LVDS : </a:t>
            </a:r>
            <a:r>
              <a:rPr lang="ko-KR" altLang="en-US" b="1" dirty="0">
                <a:solidFill>
                  <a:srgbClr val="FF0000"/>
                </a:solidFill>
              </a:rPr>
              <a:t>→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dirty="0"/>
              <a:t>Backward via CAN : </a:t>
            </a:r>
            <a:r>
              <a:rPr lang="ko-KR" alt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→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2F4BFD-3E3A-9D31-448F-826A1A4BC492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SIO1</a:t>
            </a:r>
            <a:endParaRPr lang="ko-KR" altLang="en-US" sz="10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4F6ABFB-F869-3DF9-4B05-653F433758A1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SIO2</a:t>
            </a:r>
            <a:endParaRPr lang="ko-KR" altLang="en-US" sz="10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DAA2DC-2DF4-58D0-487F-18AA6834A850}"/>
              </a:ext>
            </a:extLst>
          </p:cNvPr>
          <p:cNvSpPr txBox="1"/>
          <p:nvPr/>
        </p:nvSpPr>
        <p:spPr>
          <a:xfrm>
            <a:off x="3933045" y="1567413"/>
            <a:ext cx="60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LVDS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50CC9D5-2518-FD5A-2CC7-C257373CA723}"/>
              </a:ext>
            </a:extLst>
          </p:cNvPr>
          <p:cNvSpPr txBox="1"/>
          <p:nvPr/>
        </p:nvSpPr>
        <p:spPr>
          <a:xfrm>
            <a:off x="3851552" y="3761476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CAN</a:t>
            </a:r>
            <a:endParaRPr lang="ko-KR" altLang="en-US" sz="1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3127A6E6-57F1-EC1D-100A-DE41CD9425B6}"/>
              </a:ext>
            </a:extLst>
          </p:cNvPr>
          <p:cNvCxnSpPr>
            <a:cxnSpLocks/>
          </p:cNvCxnSpPr>
          <p:nvPr/>
        </p:nvCxnSpPr>
        <p:spPr>
          <a:xfrm>
            <a:off x="3807567" y="3430507"/>
            <a:ext cx="0" cy="324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9569E15-5052-2660-A28B-F53487333370}"/>
              </a:ext>
            </a:extLst>
          </p:cNvPr>
          <p:cNvCxnSpPr>
            <a:cxnSpLocks/>
          </p:cNvCxnSpPr>
          <p:nvPr/>
        </p:nvCxnSpPr>
        <p:spPr>
          <a:xfrm>
            <a:off x="3799078" y="3435269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EAB46CDE-7207-7568-19FD-DCE4DCC53DC9}"/>
              </a:ext>
            </a:extLst>
          </p:cNvPr>
          <p:cNvCxnSpPr>
            <a:cxnSpLocks/>
          </p:cNvCxnSpPr>
          <p:nvPr/>
        </p:nvCxnSpPr>
        <p:spPr>
          <a:xfrm>
            <a:off x="3803840" y="3744983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C02CB241-AE96-F0E9-507F-EF747595E733}"/>
              </a:ext>
            </a:extLst>
          </p:cNvPr>
          <p:cNvSpPr/>
          <p:nvPr/>
        </p:nvSpPr>
        <p:spPr>
          <a:xfrm>
            <a:off x="3873250" y="3419470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CD765D50-91ED-FCCC-E063-C5924CAF4FB6}"/>
              </a:ext>
            </a:extLst>
          </p:cNvPr>
          <p:cNvSpPr/>
          <p:nvPr/>
        </p:nvSpPr>
        <p:spPr>
          <a:xfrm>
            <a:off x="3881680" y="3726983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45A0F6E0-0339-2447-562D-FCD6A9249EC6}"/>
              </a:ext>
            </a:extLst>
          </p:cNvPr>
          <p:cNvCxnSpPr>
            <a:cxnSpLocks/>
            <a:stCxn id="84" idx="7"/>
          </p:cNvCxnSpPr>
          <p:nvPr/>
        </p:nvCxnSpPr>
        <p:spPr>
          <a:xfrm flipV="1">
            <a:off x="3903978" y="3340020"/>
            <a:ext cx="84722" cy="84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3A9E5D71-46F4-38F0-3039-D547B71789B4}"/>
              </a:ext>
            </a:extLst>
          </p:cNvPr>
          <p:cNvCxnSpPr>
            <a:cxnSpLocks/>
            <a:stCxn id="86" idx="7"/>
          </p:cNvCxnSpPr>
          <p:nvPr/>
        </p:nvCxnSpPr>
        <p:spPr>
          <a:xfrm flipV="1">
            <a:off x="3912408" y="3648014"/>
            <a:ext cx="85381" cy="84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8E86210E-9906-2CEC-3DE8-23235073A55B}"/>
              </a:ext>
            </a:extLst>
          </p:cNvPr>
          <p:cNvCxnSpPr>
            <a:cxnSpLocks/>
          </p:cNvCxnSpPr>
          <p:nvPr/>
        </p:nvCxnSpPr>
        <p:spPr>
          <a:xfrm>
            <a:off x="4000500" y="3443466"/>
            <a:ext cx="24617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AC98B398-3635-E305-B6A9-0A051A359B56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FB1F8583-24AA-4865-9071-FA42CD02ECD9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5523C429-C44F-5518-A4D0-C505D6806326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34D15F3A-B98F-3CB4-5416-B4EBAF938A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6F332E65-F49F-A2E2-4C69-68AA5811B123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8E048ED9-0940-7B0D-35E3-A1964C5DEA96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F2D91993-4B14-79D0-B7DC-F8B558FB3B1C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E7D30249-4A7A-6828-0E29-1F1C1A10196C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450E0CB1-C9DE-182F-8CB3-251D337C5FA2}"/>
                </a:ext>
              </a:extLst>
            </p:cNvPr>
            <p:cNvCxnSpPr>
              <a:cxnSpLocks/>
              <a:stCxn id="113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46D40617-971E-D540-40FB-0AB456F7648F}"/>
                </a:ext>
              </a:extLst>
            </p:cNvPr>
            <p:cNvCxnSpPr>
              <a:cxnSpLocks/>
              <a:stCxn id="114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3336289E-F39C-29D6-579C-D07A8A84809C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04982EB-CEB1-968C-C3B9-81161DE6DC64}"/>
              </a:ext>
            </a:extLst>
          </p:cNvPr>
          <p:cNvSpPr txBox="1"/>
          <p:nvPr/>
        </p:nvSpPr>
        <p:spPr>
          <a:xfrm>
            <a:off x="2663004" y="3807182"/>
            <a:ext cx="655949" cy="338554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※</a:t>
            </a:r>
            <a:r>
              <a:rPr lang="en-US" altLang="ko-KR" sz="800" dirty="0"/>
              <a:t> SIO1/2 </a:t>
            </a:r>
          </a:p>
          <a:p>
            <a:pPr algn="ctr"/>
            <a:r>
              <a:rPr lang="ko-KR" altLang="en-US" sz="800" dirty="0"/>
              <a:t>포트 반전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06D930-5A09-AD25-0CD2-80BAB1C13B40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765D49-4CDB-A302-305B-CBCA70720115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71623CA-38C5-F19C-0359-EC1AD8BBA509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2B7DA3A-6932-C365-74FF-5751FED0C557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5197191-6F76-04C2-533E-778DAFE4F36D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553659-1A22-16B6-8DC4-570B2F260EFC}"/>
              </a:ext>
            </a:extLst>
          </p:cNvPr>
          <p:cNvSpPr txBox="1"/>
          <p:nvPr/>
        </p:nvSpPr>
        <p:spPr>
          <a:xfrm>
            <a:off x="2786435" y="468848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GND</a:t>
            </a:r>
            <a:endParaRPr lang="ko-KR" altLang="en-US" sz="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9C11B0-25F7-2719-AB00-62BA3FEC2860}"/>
              </a:ext>
            </a:extLst>
          </p:cNvPr>
          <p:cNvSpPr txBox="1"/>
          <p:nvPr/>
        </p:nvSpPr>
        <p:spPr>
          <a:xfrm>
            <a:off x="3800961" y="3164860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1)</a:t>
            </a:r>
            <a:endParaRPr lang="ko-KR" altLang="en-US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D50083-8814-4F23-7FDE-F87E4FEEF120}"/>
              </a:ext>
            </a:extLst>
          </p:cNvPr>
          <p:cNvSpPr txBox="1"/>
          <p:nvPr/>
        </p:nvSpPr>
        <p:spPr>
          <a:xfrm>
            <a:off x="3800961" y="3493288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2)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584931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DEA58-2AFE-0970-B9FB-3E8FDA0C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FAF719A-01D7-32DD-97CD-0F05915602AE}"/>
              </a:ext>
            </a:extLst>
          </p:cNvPr>
          <p:cNvSpPr txBox="1"/>
          <p:nvPr/>
        </p:nvSpPr>
        <p:spPr>
          <a:xfrm>
            <a:off x="243758" y="115888"/>
            <a:ext cx="5328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Connection – Single Test (ME)</a:t>
            </a:r>
            <a:endParaRPr lang="ko-KR" altLang="en-US" sz="24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527C273A-8C2B-111D-C0F7-CB9033DD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5D4C2B-05F1-70C4-5ECA-BBBFD4E6A4F6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0559A7-95D3-8DCB-1809-8CC7A4C10A02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4BBC7C-92B9-8722-FAD1-2AD7BCDDABBA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#1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3818C2-64CB-1D0F-5E12-E3B7018E29EB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CE474E4-02DE-DFC3-D2DB-4428BD9A5ED3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FEA127B-C3F3-FC4F-2197-F07B842BA7BE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(Optional)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D627190-C99D-A871-6A84-3BEFFC7494A5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25D1681-D75C-BAD4-81B7-60789521C177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5858FE4-BC83-4931-1328-975DE75B1DE6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5CC6E13-3C9D-6CEF-699B-E2B9BD78839F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3571350" y="3592513"/>
            <a:ext cx="182230" cy="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FE0F49B-F514-73C7-5F72-6918C51C6EC6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F79E27-3AE5-0DA2-0273-9928A86FBD98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0265FB-6FD6-EBC2-007D-B6ED3A8A5D5B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SIO1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14F7B4-16B2-AFFB-B073-A40DDC5B6B28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SIO2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FC3242B9-20AA-1980-0C20-AF9D5DBFC0A0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BA79A188-CCAD-2316-F8EB-8DD93E84E2C6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24001F20-E6A5-A904-878D-15130942BAC0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F3B1862A-9D12-0749-9C00-CE50C2DD0BF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2908A689-1D79-F05A-1F44-726443F42CA9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AB469285-B3EF-36E9-A55E-0090F97EA982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939AC730-0625-B331-2B7E-B4ED64FB39AD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DEB6FDFC-4007-63DB-D76B-F18B64108D47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1CF22621-AA3B-C627-651C-17C098F48574}"/>
                </a:ext>
              </a:extLst>
            </p:cNvPr>
            <p:cNvCxnSpPr>
              <a:cxnSpLocks/>
              <a:stCxn id="113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F83CDE56-6A4A-9512-6FCB-4D92F15C0C69}"/>
                </a:ext>
              </a:extLst>
            </p:cNvPr>
            <p:cNvCxnSpPr>
              <a:cxnSpLocks/>
              <a:stCxn id="114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9D701D91-C299-685A-F088-22EC11F8B5BA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CCCC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9C0157F3-E6F6-9BF7-034F-7D83A8738AAA}"/>
              </a:ext>
            </a:extLst>
          </p:cNvPr>
          <p:cNvCxnSpPr>
            <a:cxnSpLocks/>
            <a:stCxn id="64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D164F5-B3B7-3601-42B9-D71E13139F38}"/>
              </a:ext>
            </a:extLst>
          </p:cNvPr>
          <p:cNvSpPr/>
          <p:nvPr/>
        </p:nvSpPr>
        <p:spPr>
          <a:xfrm>
            <a:off x="3753580" y="3412294"/>
            <a:ext cx="463331" cy="3620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EOL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2F9EB6-338A-0884-96A4-A3A09F37B8AA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B03412F-7EE0-3431-4BFC-18D9EDF100E2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D7C4A17-5EAC-150B-BE36-262B90CE7CB9}"/>
              </a:ext>
            </a:extLst>
          </p:cNvPr>
          <p:cNvSpPr txBox="1"/>
          <p:nvPr/>
        </p:nvSpPr>
        <p:spPr>
          <a:xfrm>
            <a:off x="2786435" y="468848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GND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82238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D1571-1C14-7CCA-78DB-B6854EDA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02B8F59-05F1-8D56-3996-0208CEF0821E}"/>
              </a:ext>
            </a:extLst>
          </p:cNvPr>
          <p:cNvSpPr txBox="1"/>
          <p:nvPr/>
        </p:nvSpPr>
        <p:spPr>
          <a:xfrm>
            <a:off x="243758" y="115888"/>
            <a:ext cx="5328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Connection – Single Test (I2C)</a:t>
            </a:r>
            <a:endParaRPr lang="ko-KR" altLang="en-US" sz="24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9DAC5D33-7064-AE3F-887B-A3F82FEAA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1819BD-3CE3-CFEA-B3AA-A9D06A8AAA23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CC15FE-FCFD-CDA0-5A7E-A327BDF1ED1B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A8B3263-CC09-F5B4-155D-B1B0E90A157C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CC583D0-58CB-8A01-29CA-A48EA4DD0406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CB6DBF-23B9-6BB4-506B-542C282950FC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75F76AD9-EA40-4081-108A-A9FB6FE1CD75}"/>
              </a:ext>
            </a:extLst>
          </p:cNvPr>
          <p:cNvCxnSpPr>
            <a:cxnSpLocks/>
            <a:stCxn id="64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D6B9B7-AEED-A04A-9B4B-50427E7970A9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17681C2-FD34-8C6A-3F74-00A5DD7FBF2B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5692A62-FF50-7961-15FC-982E7407015D}"/>
              </a:ext>
            </a:extLst>
          </p:cNvPr>
          <p:cNvCxnSpPr>
            <a:cxnSpLocks/>
          </p:cNvCxnSpPr>
          <p:nvPr/>
        </p:nvCxnSpPr>
        <p:spPr>
          <a:xfrm>
            <a:off x="2921630" y="4720801"/>
            <a:ext cx="1523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A4A226-FB07-D7DE-8C9B-C23960FBE048}"/>
              </a:ext>
            </a:extLst>
          </p:cNvPr>
          <p:cNvSpPr txBox="1"/>
          <p:nvPr/>
        </p:nvSpPr>
        <p:spPr>
          <a:xfrm>
            <a:off x="2640124" y="4689016"/>
            <a:ext cx="7104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ID804_VDD</a:t>
            </a:r>
            <a:endParaRPr lang="ko-KR" altLang="en-US" sz="8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555D96-882A-2CA4-0D53-C30EDAC406DE}"/>
              </a:ext>
            </a:extLst>
          </p:cNvPr>
          <p:cNvSpPr/>
          <p:nvPr/>
        </p:nvSpPr>
        <p:spPr>
          <a:xfrm>
            <a:off x="3753580" y="3412294"/>
            <a:ext cx="463331" cy="3620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EOL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039C56F-86C0-66F4-C480-3D5C09B65CA1}"/>
              </a:ext>
            </a:extLst>
          </p:cNvPr>
          <p:cNvCxnSpPr>
            <a:cxnSpLocks/>
          </p:cNvCxnSpPr>
          <p:nvPr/>
        </p:nvCxnSpPr>
        <p:spPr>
          <a:xfrm>
            <a:off x="3571350" y="3592513"/>
            <a:ext cx="182230" cy="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3A9FD8-4B24-4736-B8F1-EC1D1F82D316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#1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84C6B6-061B-6982-3D26-ECF62D4AA9A5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E02683-635D-F6AF-2D4B-0DF64F5AFE23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5321204-3C1B-EF22-A6F7-EACA217F3BF1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(Optional)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70748AA-F1F6-A9A5-F86A-80005B7D09DC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0B5BADF-1E9D-5011-7154-55086334E845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E25C881-AFA0-7865-1E51-CF15D4B1F812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SIO1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7E993E-EAC9-1730-9BD8-6A1758D36BB5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SIO2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28DB6E2-E91A-86C8-F1F2-4A50A0E49B43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694EA85-902C-B0D9-A37D-2C59C67BF7FA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834DA776-67F0-1E90-B177-3D451EB7F1FF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BD05FFD2-238E-B3EA-F821-ED34D5390D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86862A89-2136-0173-F9D6-2DF1DC54183A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9EABD550-B3D6-C696-80DC-9E62B0E8ACC3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BC1B630-EE41-851C-73C1-5B00E8FB5005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51F3D90-6C92-61B6-677F-A3C4E1B03861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55BF8A85-FAC9-2EF6-7967-AEAC5D586473}"/>
                </a:ext>
              </a:extLst>
            </p:cNvPr>
            <p:cNvCxnSpPr>
              <a:cxnSpLocks/>
              <a:stCxn id="39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966638D-4B4B-BEE7-3BDE-C7E0980A6E9A}"/>
                </a:ext>
              </a:extLst>
            </p:cNvPr>
            <p:cNvCxnSpPr>
              <a:cxnSpLocks/>
              <a:stCxn id="40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2CC84BF-6CAD-3ED8-6264-FE7917D2DA29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CCCC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921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1802</TotalTime>
  <Words>200</Words>
  <Application>Microsoft Office PowerPoint</Application>
  <PresentationFormat>와이드스크린</PresentationFormat>
  <Paragraphs>128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지훈</dc:creator>
  <cp:lastModifiedBy>이 준영</cp:lastModifiedBy>
  <cp:revision>40</cp:revision>
  <dcterms:created xsi:type="dcterms:W3CDTF">2024-09-25T08:23:49Z</dcterms:created>
  <dcterms:modified xsi:type="dcterms:W3CDTF">2026-09-14T00:40:16Z</dcterms:modified>
</cp:coreProperties>
</file>