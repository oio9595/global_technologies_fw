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617" r:id="rId2"/>
    <p:sldId id="569" r:id="rId3"/>
    <p:sldId id="590" r:id="rId4"/>
    <p:sldId id="597" r:id="rId5"/>
    <p:sldId id="594" r:id="rId6"/>
    <p:sldId id="618" r:id="rId7"/>
    <p:sldId id="288" r:id="rId8"/>
    <p:sldId id="595" r:id="rId9"/>
    <p:sldId id="619" r:id="rId10"/>
    <p:sldId id="287" r:id="rId11"/>
    <p:sldId id="596" r:id="rId12"/>
    <p:sldId id="620" r:id="rId13"/>
    <p:sldId id="284" r:id="rId14"/>
    <p:sldId id="600" r:id="rId15"/>
    <p:sldId id="601" r:id="rId16"/>
    <p:sldId id="621" r:id="rId17"/>
    <p:sldId id="285" r:id="rId18"/>
    <p:sldId id="602" r:id="rId19"/>
    <p:sldId id="603" r:id="rId20"/>
    <p:sldId id="622" r:id="rId21"/>
    <p:sldId id="606" r:id="rId22"/>
    <p:sldId id="607" r:id="rId23"/>
    <p:sldId id="608" r:id="rId24"/>
    <p:sldId id="610" r:id="rId25"/>
    <p:sldId id="609" r:id="rId26"/>
    <p:sldId id="611" r:id="rId27"/>
    <p:sldId id="612" r:id="rId28"/>
    <p:sldId id="613" r:id="rId29"/>
    <p:sldId id="614" r:id="rId30"/>
    <p:sldId id="615" r:id="rId31"/>
    <p:sldId id="616" r:id="rId32"/>
    <p:sldId id="623" r:id="rId33"/>
    <p:sldId id="575" r:id="rId3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7C80"/>
    <a:srgbClr val="E949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48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45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7DA5B8-8709-4D42-B2EB-A35CD8AC272C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9B968-69B5-4EAA-B517-9A38573752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04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07141-FDAD-D8E4-0B51-80CFA170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CA1589-1658-26C0-1F81-325DE1B551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DAF2298-1D5C-4B86-BCB5-1B3F15B3C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BD1CFE-D323-5E15-2E2E-7F38FF864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9B968-69B5-4EAA-B517-9A38573752DA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767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9B968-69B5-4EAA-B517-9A38573752DA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882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C6334-8C18-09A5-909E-1088002D0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F71160-CF86-21E7-D0B9-AD348FD60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F5F2C5-493D-8212-7395-57B7210DE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31A9CF-8E09-009D-ACD0-7ECCF0DDB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9B968-69B5-4EAA-B517-9A38573752DA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712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AC28D-204B-4B4C-DA9B-E9DE8BE0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A7FE14-B481-81CF-FB92-D5F6F959A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BDE270-4460-DA17-FFCB-97B15E998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17A438-187B-03C6-47AD-5F87B05594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9B968-69B5-4EAA-B517-9A38573752DA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261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D3261-610D-D541-D7CF-52293C582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E9258D-1736-A6A3-56D3-49B234F13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3CC99C-457C-F125-2ABB-D87BE1398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D31C00-C945-BD01-9FA6-22E3865D32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9B968-69B5-4EAA-B517-9A38573752D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271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D97E8-DB33-06F2-892F-0802C56C1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1299DF-951B-C597-02D1-D3DA085C00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D6ED55-7960-CEAA-D88A-A8EF72B1E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9F8A0E-54DD-C109-AD03-D193D1AF2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9B968-69B5-4EAA-B517-9A38573752DA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339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42C4F-3B78-7F47-3676-FA086381F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43AE25E-1E0C-D183-C594-17091D71C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8D28B1-9D94-9298-B119-5790ECF2A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87D1CA-713F-8B13-9AF3-35C238CFC0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9B968-69B5-4EAA-B517-9A38573752DA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767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195B5-86D7-3818-0F33-FE50FEA87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96B09F-0743-D02D-FABF-EC5CBBC384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F4BA57-2FEB-27E4-12FD-7D0225DABC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707B30-59F8-DAA5-C4F2-B5EB86FEB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9B968-69B5-4EAA-B517-9A38573752DA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931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C2125-1FD0-465A-4CF8-83B8F67439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CDA402-57DA-8A61-0C01-E646EA55F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A2410-E6DD-ADA6-EED2-DFFC73190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AC675F-1E21-CF89-4D28-0407EED1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F3142B-CC31-140D-D524-3BD086A1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684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5938A-A60C-D55C-150B-A7FBD324C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C64294-FE9E-A287-9CE8-B2E8C0BD0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7F32A-3178-514A-AEDA-9F2613DFE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59544-C6C3-8E82-B5B0-838C1D92A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DF2B6E-AF50-53E4-D628-E29B581B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02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F9CEA6-8451-7D39-0681-06E8AA59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3B8C7C-9469-6E97-7288-D78C77682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BFE53B-592F-CAAC-3E80-4F87F062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795C3-61B2-D5FC-F9CD-401B7C68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984E22-E49D-1515-C6A0-CC7B78996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11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7F315-4F8A-D7EE-EBDD-0A13B6EE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1B61D-0936-5CF7-3791-77B56748BD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263F86-99DC-E038-5154-98FD49AAB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9F17D8-FD5D-2B33-DF2D-C51C600E0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6BF6CB-FC04-249F-16DA-332D715D7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9936A0-A42E-8355-5030-E03FCF63F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30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B4732-9967-741A-9F34-17B10A67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4CE81C-19C9-861A-2429-801D5B4C0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EA700C-7504-3CE8-13CA-A44F068B2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5A142A-C95A-F0CC-4DFC-4A649E29D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4EA5961-CD20-82D1-018A-E1A015C67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D392D8-A396-63A1-860A-7E2DF688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B720B5E-6647-2125-B949-FDAF46FBF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2B77CD-D1E3-1A05-BCE0-E4BA8CBE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50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9722C-F37F-BDEF-A88D-DEF22CFF5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492ADB-F158-154D-0828-A92CEF15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6FC0F86-E548-1233-67F8-40E1432C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C32D8-0B18-6546-25CC-40F3725BD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960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BC3F5F-A3DA-305D-A74D-0940FADC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7365153-6737-3C73-5196-6BF009390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D0E2EB-C5C5-77C9-90FB-19EE95EB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64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DA472-52FC-2612-677B-6602C1882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54E958-4603-FF23-3EA4-009F99620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18FD83-0F13-AAD7-30DC-5CB954D1E4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AAF1EF-D24F-2E25-38B2-F88CC820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78A79C-DE13-C2D3-0D15-FFF0B07B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0F8933-20BD-0B2C-E085-55C760F8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44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95A1C-B8A2-B818-4922-FB6A684E1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73DA537-8F83-9835-296C-07D05C37C9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D6ACAC-57EE-F877-2758-BD27441DF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2A714B-1732-4D73-68D0-A412C07C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BF7014-D6D1-E786-83DC-2EAD85EE0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FF12D1-3885-F1B0-1395-E733E378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898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212489-E813-007B-ADA8-7D14BD2C4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E20C71-92D3-08AD-7475-45438EBD13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92020-3BD8-6CFA-1677-47533AA1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B35DC7-34E6-EBD2-CACC-EAE25074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2BF3C-B2A9-88AD-1A95-6DA1F635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38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09E8988-29C5-F786-B04D-93A717F9FD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08551C-002C-AE8D-47BD-BF4D26574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485064-7349-B40C-5E2F-6A9BAE60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AF948-46DA-65F2-6535-F65884150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D24953-09EB-8E9D-0271-862E1DDC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576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날짜 개체 틀 1">
            <a:extLst>
              <a:ext uri="{FF2B5EF4-FFF2-40B4-BE49-F238E27FC236}">
                <a16:creationId xmlns:a16="http://schemas.microsoft.com/office/drawing/2014/main" id="{6B7B4C22-4407-4B65-91BD-E8AC0010BFB7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56B65CF-520E-4FF8-8772-DD7004A04E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3F77356-3DCF-4239-BE5D-E2BDA591D330}"/>
              </a:ext>
            </a:extLst>
          </p:cNvPr>
          <p:cNvCxnSpPr/>
          <p:nvPr userDrawn="1"/>
        </p:nvCxnSpPr>
        <p:spPr>
          <a:xfrm>
            <a:off x="243191" y="717680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6821F35-727B-47CB-853A-A66BB103B276}"/>
              </a:ext>
            </a:extLst>
          </p:cNvPr>
          <p:cNvCxnSpPr>
            <a:cxnSpLocks/>
          </p:cNvCxnSpPr>
          <p:nvPr userDrawn="1"/>
        </p:nvCxnSpPr>
        <p:spPr>
          <a:xfrm>
            <a:off x="243191" y="6281511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">
            <a:extLst>
              <a:ext uri="{FF2B5EF4-FFF2-40B4-BE49-F238E27FC236}">
                <a16:creationId xmlns:a16="http://schemas.microsoft.com/office/drawing/2014/main" id="{7C5E2ADB-C6E2-C075-32BF-D64A7200E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819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AB67CC-33FA-4DFA-9873-F17687A4BA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131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5A2A0E3-0991-436B-8A58-2FA92CE21EA2}"/>
              </a:ext>
            </a:extLst>
          </p:cNvPr>
          <p:cNvSpPr txBox="1">
            <a:spLocks/>
          </p:cNvSpPr>
          <p:nvPr userDrawn="1"/>
        </p:nvSpPr>
        <p:spPr>
          <a:xfrm>
            <a:off x="0" y="6356350"/>
            <a:ext cx="13364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400" b="1" i="0" kern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Confidential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C7E163-C4EE-4C24-9A05-EA212EAC93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483"/>
          <a:stretch/>
        </p:blipFill>
        <p:spPr>
          <a:xfrm>
            <a:off x="10608816" y="6346952"/>
            <a:ext cx="1583184" cy="437288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DFFAC23-0B1C-41E0-BDC8-C2E2644CAB67}"/>
              </a:ext>
            </a:extLst>
          </p:cNvPr>
          <p:cNvCxnSpPr/>
          <p:nvPr userDrawn="1"/>
        </p:nvCxnSpPr>
        <p:spPr>
          <a:xfrm>
            <a:off x="186043" y="505408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1AE250-F23E-48C1-98E3-71224BD682CB}"/>
              </a:ext>
            </a:extLst>
          </p:cNvPr>
          <p:cNvCxnSpPr>
            <a:cxnSpLocks/>
          </p:cNvCxnSpPr>
          <p:nvPr userDrawn="1"/>
        </p:nvCxnSpPr>
        <p:spPr>
          <a:xfrm>
            <a:off x="186043" y="6354987"/>
            <a:ext cx="11819107" cy="0"/>
          </a:xfrm>
          <a:prstGeom prst="line">
            <a:avLst/>
          </a:prstGeom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AF98D79A-9994-43C1-B0E9-541E28F8D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65314"/>
            <a:ext cx="10515600" cy="44009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D30CA2C5-BAFD-4790-B676-DC65D130A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D7C3DD-38B7-4D6D-B394-0849C77A12E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253363-CAA9-0702-090A-368DF9AD8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5E51BF-306D-53F6-7EC8-F5D34F93B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6BD49-A40D-62B2-3242-A9AAC0A6A2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03BDEE-9F52-44BB-955C-E64B430FFB4D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1A1004-1CB8-E646-1507-E73A78B79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10E509-38D7-BF61-E7E7-3D890B7B0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9975A-06FB-4651-9992-C86BC1BD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43C26-F8A3-C08B-4F3A-45FE5E36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7736EBF-8102-2470-FA63-1D289499F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1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BA19A-5220-EF25-3A53-E2A70DF822B5}"/>
              </a:ext>
            </a:extLst>
          </p:cNvPr>
          <p:cNvSpPr txBox="1"/>
          <p:nvPr/>
        </p:nvSpPr>
        <p:spPr>
          <a:xfrm>
            <a:off x="1687994" y="1052220"/>
            <a:ext cx="8816011" cy="1992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400" b="1" dirty="0">
                <a:solidFill>
                  <a:srgbClr val="000099"/>
                </a:solidFill>
              </a:rPr>
              <a:t>ID804 FA Board</a:t>
            </a:r>
          </a:p>
          <a:p>
            <a:pPr algn="ctr">
              <a:lnSpc>
                <a:spcPct val="150000"/>
              </a:lnSpc>
            </a:pPr>
            <a:r>
              <a:rPr lang="en-US" altLang="ko-KR" sz="4400" b="1" dirty="0">
                <a:solidFill>
                  <a:srgbClr val="000099"/>
                </a:solidFill>
              </a:rPr>
              <a:t>User Manual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71F77F-4CA4-C930-38E3-A7BC8BBA7DC5}"/>
              </a:ext>
            </a:extLst>
          </p:cNvPr>
          <p:cNvSpPr txBox="1"/>
          <p:nvPr/>
        </p:nvSpPr>
        <p:spPr>
          <a:xfrm>
            <a:off x="5175716" y="3618298"/>
            <a:ext cx="1840568" cy="9561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000" b="1" dirty="0"/>
              <a:t>Sep. 16, 2026</a:t>
            </a:r>
          </a:p>
          <a:p>
            <a:pPr algn="ctr">
              <a:lnSpc>
                <a:spcPct val="150000"/>
              </a:lnSpc>
            </a:pPr>
            <a:r>
              <a:rPr lang="en-US" altLang="ko-KR" sz="2000" b="1" dirty="0"/>
              <a:t>Ver. R00</a:t>
            </a:r>
            <a:endParaRPr lang="ko-KR" alt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1A35BD-B72A-4618-88CC-46D570872FB1}"/>
              </a:ext>
            </a:extLst>
          </p:cNvPr>
          <p:cNvSpPr txBox="1"/>
          <p:nvPr/>
        </p:nvSpPr>
        <p:spPr>
          <a:xfrm>
            <a:off x="4956169" y="5278421"/>
            <a:ext cx="2279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Global Technologies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98F0-CED6-B154-92F0-340E098B8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11E5CB7-201C-D10E-0747-1D94454D0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2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75E45-24B0-2074-78E5-839A3E3F46DC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Rev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664FBBE-2045-699E-D60E-968A61992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522077"/>
              </p:ext>
            </p:extLst>
          </p:nvPr>
        </p:nvGraphicFramePr>
        <p:xfrm>
          <a:off x="182088" y="662516"/>
          <a:ext cx="1180988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3837">
                  <a:extLst>
                    <a:ext uri="{9D8B030D-6E8A-4147-A177-3AD203B41FA5}">
                      <a16:colId xmlns:a16="http://schemas.microsoft.com/office/drawing/2014/main" val="3740590380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1487268348"/>
                    </a:ext>
                  </a:extLst>
                </a:gridCol>
                <a:gridCol w="8886825">
                  <a:extLst>
                    <a:ext uri="{9D8B030D-6E8A-4147-A177-3AD203B41FA5}">
                      <a16:colId xmlns:a16="http://schemas.microsoft.com/office/drawing/2014/main" val="14460235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Release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일자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Release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Update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340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26. 09. 16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lt"/>
                        </a:rPr>
                        <a:t>R00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lt"/>
                        </a:rPr>
                        <a:t>최초 배포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27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278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75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807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760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785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838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617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451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B6BD6-B625-97C7-1E25-311878649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296CD8-1BFA-7356-4C7A-D1ADAAF2F1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3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7D9A50-2568-D5CF-7697-CFD631534EAC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펌웨어 버전 확인 방법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8D25AB9-5451-2837-02EA-56BE0E6640B6}"/>
              </a:ext>
            </a:extLst>
          </p:cNvPr>
          <p:cNvGrpSpPr/>
          <p:nvPr/>
        </p:nvGrpSpPr>
        <p:grpSpPr>
          <a:xfrm>
            <a:off x="3459201" y="1981173"/>
            <a:ext cx="5273599" cy="2895654"/>
            <a:chOff x="3459201" y="1981173"/>
            <a:chExt cx="5273599" cy="28956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1FFC883-336D-E45F-E1C3-2EA165497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59201" y="1981173"/>
              <a:ext cx="5273599" cy="2895654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E1BA79D-F495-1DB1-8589-B9137F0C3759}"/>
                </a:ext>
              </a:extLst>
            </p:cNvPr>
            <p:cNvSpPr/>
            <p:nvPr/>
          </p:nvSpPr>
          <p:spPr>
            <a:xfrm>
              <a:off x="5165725" y="3247414"/>
              <a:ext cx="2085975" cy="20966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0CA649D-EF31-9E09-44EA-7DD039E5058F}"/>
                </a:ext>
              </a:extLst>
            </p:cNvPr>
            <p:cNvSpPr/>
            <p:nvPr/>
          </p:nvSpPr>
          <p:spPr>
            <a:xfrm>
              <a:off x="5165725" y="3469781"/>
              <a:ext cx="720725" cy="1800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995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104B6-B766-CB9E-B5FE-FC1DD7C4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17C647-84AF-A32D-0D56-E9F34BCDD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4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DB673D-1F72-EC3D-2767-764765F56569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Command Line Interface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명령어 모음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185BA8B-078A-BF57-E39C-2EC98B2F8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614" y="744682"/>
            <a:ext cx="7488773" cy="5368636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F5643E30-5A8B-7FDC-F2F6-FE7B58CCA45E}"/>
              </a:ext>
            </a:extLst>
          </p:cNvPr>
          <p:cNvSpPr/>
          <p:nvPr/>
        </p:nvSpPr>
        <p:spPr>
          <a:xfrm>
            <a:off x="10039350" y="5257800"/>
            <a:ext cx="1571625" cy="76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뒷면　이어서</a:t>
            </a:r>
          </a:p>
        </p:txBody>
      </p:sp>
    </p:spTree>
    <p:extLst>
      <p:ext uri="{BB962C8B-B14F-4D97-AF65-F5344CB8AC3E}">
        <p14:creationId xmlns:p14="http://schemas.microsoft.com/office/powerpoint/2010/main" val="3482163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58B56-28FE-817D-0359-4ACB9F98E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1973BE-0C8E-3194-007D-2DBC8FBB7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5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BEA794-C7FA-A805-EBAB-CC53DD53EF4C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en-US" altLang="ko-KR" dirty="0">
                <a:latin typeface="Arial" panose="020B0604020202020204" pitchFamily="34" charset="0"/>
                <a:cs typeface="Arial" panose="020B0604020202020204" pitchFamily="34" charset="0"/>
              </a:rPr>
              <a:t>Command Line Interface </a:t>
            </a:r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명령어 모음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CF64A9F1-BE32-8113-BB7B-564B388A78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577303"/>
              </p:ext>
            </p:extLst>
          </p:nvPr>
        </p:nvGraphicFramePr>
        <p:xfrm>
          <a:off x="182087" y="663017"/>
          <a:ext cx="11733687" cy="5194856"/>
        </p:xfrm>
        <a:graphic>
          <a:graphicData uri="http://schemas.openxmlformats.org/drawingml/2006/table">
            <a:tbl>
              <a:tblPr/>
              <a:tblGrid>
                <a:gridCol w="1037113">
                  <a:extLst>
                    <a:ext uri="{9D8B030D-6E8A-4147-A177-3AD203B41FA5}">
                      <a16:colId xmlns:a16="http://schemas.microsoft.com/office/drawing/2014/main" val="2298445747"/>
                    </a:ext>
                  </a:extLst>
                </a:gridCol>
                <a:gridCol w="2181225">
                  <a:extLst>
                    <a:ext uri="{9D8B030D-6E8A-4147-A177-3AD203B41FA5}">
                      <a16:colId xmlns:a16="http://schemas.microsoft.com/office/drawing/2014/main" val="1250088678"/>
                    </a:ext>
                  </a:extLst>
                </a:gridCol>
                <a:gridCol w="2305050">
                  <a:extLst>
                    <a:ext uri="{9D8B030D-6E8A-4147-A177-3AD203B41FA5}">
                      <a16:colId xmlns:a16="http://schemas.microsoft.com/office/drawing/2014/main" val="441464243"/>
                    </a:ext>
                  </a:extLst>
                </a:gridCol>
                <a:gridCol w="2197568">
                  <a:extLst>
                    <a:ext uri="{9D8B030D-6E8A-4147-A177-3AD203B41FA5}">
                      <a16:colId xmlns:a16="http://schemas.microsoft.com/office/drawing/2014/main" val="3284627299"/>
                    </a:ext>
                  </a:extLst>
                </a:gridCol>
                <a:gridCol w="2002957">
                  <a:extLst>
                    <a:ext uri="{9D8B030D-6E8A-4147-A177-3AD203B41FA5}">
                      <a16:colId xmlns:a16="http://schemas.microsoft.com/office/drawing/2014/main" val="3413422842"/>
                    </a:ext>
                  </a:extLst>
                </a:gridCol>
                <a:gridCol w="2009774">
                  <a:extLst>
                    <a:ext uri="{9D8B030D-6E8A-4147-A177-3AD203B41FA5}">
                      <a16:colId xmlns:a16="http://schemas.microsoft.com/office/drawing/2014/main" val="1921837283"/>
                    </a:ext>
                  </a:extLst>
                </a:gridCol>
              </a:tblGrid>
              <a:tr h="1756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명령어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매개변수 (</a:t>
                      </a:r>
                      <a:r>
                        <a:rPr lang="ko-KR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Parameters</a:t>
                      </a:r>
                      <a:r>
                        <a:rPr lang="ko-K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및 동작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예시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 및 주의사항 (Notes)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156235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help</a:t>
                      </a: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도움말 정보 출력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help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752509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도움말 정보 출력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213412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시스템(메인 MCU) 리셋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157665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id804_vdd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&lt;0: OFF, 1: 5V, 2: 5.5V&gt;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 VDD 전압 제어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id804_vdd 1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VDD 5V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484961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id804_vled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&lt;0: OFF, 1: 5V&gt;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 VLED 전원 제어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id804_vled 1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VLED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5V</a:t>
                      </a: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970976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id804_tm0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&lt;0: GND, 1: VDD&gt;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 TM0 핀 논리 수준 제어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id804_tm0 0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TM0 GND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348587"/>
                  </a:ext>
                </a:extLst>
              </a:tr>
              <a:tr h="175669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id804_sio1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&lt;인터페이스&gt; &lt;활성화&gt;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SIO1 인터페이스 통신 경로 선택 및 활성화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id804_sio1 2 1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SIO1 CAN 선택 후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Enable</a:t>
                      </a: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728976"/>
                  </a:ext>
                </a:extLst>
              </a:tr>
              <a:tr h="2668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인터페이스: 1: MCU, 2: CAN, 3: LVDS, 4: I2C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706127"/>
                  </a:ext>
                </a:extLst>
              </a:tr>
              <a:tr h="175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활성화: 1: ENABLE, 0: DISABLE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497045"/>
                  </a:ext>
                </a:extLst>
              </a:tr>
              <a:tr h="175669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id804_sio2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&lt;인터페이스&gt; &lt;활성화&gt;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SIO2 인터페이스 통신 경로 선택 및 활성화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id804_sio2 3 1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SIO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LVDS 선택 후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Enable</a:t>
                      </a: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454993"/>
                  </a:ext>
                </a:extLst>
              </a:tr>
              <a:tr h="2668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인터페이스: 1: MCU, 2: CAN, 3: LVDS, 4: EOL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060325"/>
                  </a:ext>
                </a:extLst>
              </a:tr>
              <a:tr h="175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활성화: 1: ENABLE, 0: DISABLE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21207"/>
                  </a:ext>
                </a:extLst>
              </a:tr>
              <a:tr h="286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id804_boot_single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&lt;0: MCU, 1: I2C&gt;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Single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부팅 시 통신 방식 설정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id804_boot_single 0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 제어, MCU 부팅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Boot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모드 변경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 시 보드 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리셋 필요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184071"/>
                  </a:ext>
                </a:extLst>
              </a:tr>
              <a:tr h="286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id804_boot_forward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&lt;0: LVDS, 1: CAN&gt;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Forward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부팅 시 통신 방식 설정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id804_boot_forward 1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 정방향 제어, CAN 부팅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※ </a:t>
                      </a:r>
                      <a:r>
                        <a:rPr lang="ko-KR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Boot</a:t>
                      </a:r>
                      <a:r>
                        <a:rPr lang="ko-KR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모드 변경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필요 시 보드 </a:t>
                      </a:r>
                      <a:r>
                        <a:rPr lang="ko-KR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리셋 필요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859367"/>
                  </a:ext>
                </a:extLst>
              </a:tr>
              <a:tr h="286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id804_boot_backward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&lt;0: LVDS, 1: CAN&gt;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 Backward 부팅 시 통신 방식 설정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id804_boot_backward 0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복수 역방향 제어, LVDS 부팅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※ </a:t>
                      </a:r>
                      <a:r>
                        <a:rPr lang="ko-KR" alt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Boot</a:t>
                      </a:r>
                      <a:r>
                        <a:rPr lang="ko-KR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모드 변경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필요 시 보드 </a:t>
                      </a:r>
                      <a:r>
                        <a:rPr lang="ko-KR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리셋 필요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816638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id804_reset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 Dev Addr ID804 RESET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id804_reset 0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RESET, Broadcast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710389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id804_initbidir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&lt;Dev Addr&gt;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 Dev Addr ID804 INITBIDIR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id804_initbidir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INITBIDIR, Dev Addr = 1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302654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id804_clrerror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&lt;Dev Addr&gt;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 Dev Addr ID804 CLRERROR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id804_clrerror 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CLRERROR,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Broadcast</a:t>
                      </a: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803514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id804_gosleep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&lt;Dev Addr&gt;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 Dev Addr ID804 GOSLEEP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id804_gosleep 10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GOSLEEP,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 10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076192"/>
                  </a:ext>
                </a:extLst>
              </a:tr>
              <a:tr h="175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id804_goactive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&lt;Dev Addr&gt;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 Dev Addr ID804 GOACTIVE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id804_goactive 100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GOACTIVE,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 100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97102"/>
                  </a:ext>
                </a:extLst>
              </a:tr>
              <a:tr h="286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id804_godeepsleep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&lt;Dev Addr&gt;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 Dev Addr ID804 GODEEPSLEEP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id804_godeepsleep 1000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GODEEPSLEEP,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Dev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 10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</a:t>
                      </a: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004178"/>
                  </a:ext>
                </a:extLst>
              </a:tr>
              <a:tr h="175669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id804_me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&lt;0: WRITE, 1: READ&gt; &lt;Dev Addr&gt; &lt;CMD&gt; &lt;Data&gt;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M.E. 인터페이스 레지스터 Read/Write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쓰기: id804_me 0 0 0xA0 0xFFFFFF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SET_RGB,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Broadcas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</a:t>
                      </a: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 Data 인자는 생략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849151"/>
                  </a:ext>
                </a:extLst>
              </a:tr>
              <a:tr h="175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읽기: id804_me 1 2 0x60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READ_RGB, </a:t>
                      </a: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Broadcast</a:t>
                      </a:r>
                      <a:endParaRPr 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351980"/>
                  </a:ext>
                </a:extLst>
              </a:tr>
              <a:tr h="175669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id804_i2c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&lt;0: WRITE, 1: READ&gt; &lt;Address&gt; &lt;Data&gt;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I2C 인터페이스 레지스터 Read/Write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쓰기: id804_i2c 0 0x50 0xAB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Address = 0x50, Data = 0xAB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Read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 Data 인자는 생략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5956131"/>
                  </a:ext>
                </a:extLst>
              </a:tr>
              <a:tr h="17566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• 읽기: id804_i2c 1 0x50 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Address</a:t>
                      </a:r>
                      <a:r>
                        <a:rPr 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= 0x50</a:t>
                      </a:r>
                    </a:p>
                  </a:txBody>
                  <a:tcPr marL="3912" marR="3912" marT="391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014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072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FF95C-634C-1AD5-2582-882E6C980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77E938-4533-F67B-5A2D-F89748071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6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FECB52A-2344-2D36-8A99-7956241F38EC}"/>
              </a:ext>
            </a:extLst>
          </p:cNvPr>
          <p:cNvSpPr txBox="1">
            <a:spLocks/>
          </p:cNvSpPr>
          <p:nvPr/>
        </p:nvSpPr>
        <p:spPr>
          <a:xfrm>
            <a:off x="0" y="2227708"/>
            <a:ext cx="12192000" cy="240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200" b="1">
                <a:latin typeface="Calibri Light" panose="020F0302020204030204" pitchFamily="34" charset="0"/>
                <a:cs typeface="Calibri Light" panose="020F0302020204030204" pitchFamily="34" charset="0"/>
              </a:rPr>
              <a:t>ID804 Control</a:t>
            </a:r>
            <a:br>
              <a:rPr lang="en-US" sz="3200" b="1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3200" b="1">
                <a:latin typeface="Calibri Light" panose="020F0302020204030204" pitchFamily="34" charset="0"/>
                <a:cs typeface="Calibri Light" panose="020F0302020204030204" pitchFamily="34" charset="0"/>
              </a:rPr>
              <a:t>(Single, MCU)</a:t>
            </a:r>
            <a:endParaRPr lang="en-US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301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DEA58-2AFE-0970-B9FB-3E8FDA0CA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FAF719A-01D7-32DD-97CD-0F05915602AE}"/>
              </a:ext>
            </a:extLst>
          </p:cNvPr>
          <p:cNvSpPr txBox="1"/>
          <p:nvPr/>
        </p:nvSpPr>
        <p:spPr>
          <a:xfrm>
            <a:off x="243758" y="115888"/>
            <a:ext cx="332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Control (Single, MCU)</a:t>
            </a:r>
            <a:endParaRPr lang="ko-KR" altLang="en-US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25D4C2B-05F1-70C4-5ECA-BBBFD4E6A4F6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0559A7-95D3-8DCB-1809-8CC7A4C10A02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4BBC7C-92B9-8722-FAD1-2AD7BCDDABBA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#1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3818C2-64CB-1D0F-5E12-E3B7018E29EB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CE474E4-02DE-DFC3-D2DB-4428BD9A5ED3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FEA127B-C3F3-FC4F-2197-F07B842BA7BE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(Optional)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627190-C99D-A871-6A84-3BEFFC7494A5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25D1681-D75C-BAD4-81B7-60789521C177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C5858FE4-BC83-4931-1328-975DE75B1DE6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A5CC6E13-3C9D-6CEF-699B-E2B9BD78839F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3571350" y="3592513"/>
            <a:ext cx="182230" cy="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FE0F49B-F514-73C7-5F72-6918C51C6EC6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2F79E27-3AE5-0DA2-0273-9928A86FBD98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0265FB-6FD6-EBC2-007D-B6ED3A8A5D5B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SIO1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14F7B4-16B2-AFFB-B073-A40DDC5B6B28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SIO2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FC3242B9-20AA-1980-0C20-AF9D5DBFC0A0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BA79A188-CCAD-2316-F8EB-8DD93E84E2C6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24001F20-E6A5-A904-878D-15130942BAC0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F3B1862A-9D12-0749-9C00-CE50C2DD0BF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2908A689-1D79-F05A-1F44-726443F42CA9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AB469285-B3EF-36E9-A55E-0090F97EA982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939AC730-0625-B331-2B7E-B4ED64FB39AD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DEB6FDFC-4007-63DB-D76B-F18B64108D47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1CF22621-AA3B-C627-651C-17C098F48574}"/>
                </a:ext>
              </a:extLst>
            </p:cNvPr>
            <p:cNvCxnSpPr>
              <a:cxnSpLocks/>
              <a:stCxn id="113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F83CDE56-6A4A-9512-6FCB-4D92F15C0C69}"/>
                </a:ext>
              </a:extLst>
            </p:cNvPr>
            <p:cNvCxnSpPr>
              <a:cxnSpLocks/>
              <a:stCxn id="114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9D701D91-C299-685A-F088-22EC11F8B5BA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CCCC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9C0157F3-E6F6-9BF7-034F-7D83A8738AAA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A5D164F5-B3B7-3601-42B9-D71E13139F38}"/>
              </a:ext>
            </a:extLst>
          </p:cNvPr>
          <p:cNvSpPr/>
          <p:nvPr/>
        </p:nvSpPr>
        <p:spPr>
          <a:xfrm>
            <a:off x="3753580" y="3412294"/>
            <a:ext cx="463331" cy="3620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EOL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2F9EB6-338A-0884-96A4-A3A09F37B8AA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2B03412F-7EE0-3431-4BFC-18D9EDF100E2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D7C4A17-5EAC-150B-BE36-262B90CE7CB9}"/>
              </a:ext>
            </a:extLst>
          </p:cNvPr>
          <p:cNvSpPr txBox="1"/>
          <p:nvPr/>
        </p:nvSpPr>
        <p:spPr>
          <a:xfrm>
            <a:off x="2786435" y="468848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GND</a:t>
            </a:r>
            <a:endParaRPr lang="ko-KR" altLang="en-US" sz="800" dirty="0"/>
          </a:p>
        </p:txBody>
      </p:sp>
      <p:sp>
        <p:nvSpPr>
          <p:cNvPr id="5" name="슬라이드 번호 개체 틀 8">
            <a:extLst>
              <a:ext uri="{FF2B5EF4-FFF2-40B4-BE49-F238E27FC236}">
                <a16:creationId xmlns:a16="http://schemas.microsoft.com/office/drawing/2014/main" id="{24A00B1D-1580-D2AE-E258-B5AC135C1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7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3AFE2-0AB9-9BFA-1880-17613A878227}"/>
              </a:ext>
            </a:extLst>
          </p:cNvPr>
          <p:cNvSpPr txBox="1"/>
          <p:nvPr/>
        </p:nvSpPr>
        <p:spPr>
          <a:xfrm>
            <a:off x="334163" y="820782"/>
            <a:ext cx="1569660" cy="1216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[</a:t>
            </a:r>
            <a:r>
              <a:rPr lang="ko-KR" altLang="en-US" sz="1000" dirty="0"/>
              <a:t>테스트 항목</a:t>
            </a:r>
            <a:r>
              <a:rPr lang="en-US" altLang="ko-KR" sz="1000" dirty="0"/>
              <a:t>] 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 - ID804 </a:t>
            </a:r>
            <a:r>
              <a:rPr lang="ko-KR" altLang="en-US" sz="1000" dirty="0"/>
              <a:t>단일 장치 제어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</a:t>
            </a:r>
            <a:r>
              <a:rPr lang="ko-KR" altLang="en-US" sz="1000" dirty="0"/>
              <a:t>통신 모드 설정</a:t>
            </a:r>
            <a:endParaRPr lang="en-US" altLang="ko-KR" sz="1000" dirty="0"/>
          </a:p>
          <a:p>
            <a:pPr marL="2520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SIO1: MCU (M.E.)</a:t>
            </a:r>
          </a:p>
          <a:p>
            <a:pPr marL="2520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SIO2: EOL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822389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53EA7-F5E4-9D06-F20C-18B3206A5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F1BA7DE5-14AD-61E3-68F2-5E95CFDD1F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869"/>
          <a:stretch>
            <a:fillRect/>
          </a:stretch>
        </p:blipFill>
        <p:spPr>
          <a:xfrm>
            <a:off x="343001" y="1145974"/>
            <a:ext cx="6079988" cy="47246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B9F42BA-3F9D-258B-B196-F016C3489F6A}"/>
              </a:ext>
            </a:extLst>
          </p:cNvPr>
          <p:cNvSpPr txBox="1"/>
          <p:nvPr/>
        </p:nvSpPr>
        <p:spPr>
          <a:xfrm>
            <a:off x="243758" y="115888"/>
            <a:ext cx="3325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Control (Single, MCU)</a:t>
            </a:r>
            <a:endParaRPr lang="ko-KR" altLang="en-US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BC6E803-2852-671D-E190-BC6B8163D613}"/>
              </a:ext>
            </a:extLst>
          </p:cNvPr>
          <p:cNvCxnSpPr>
            <a:cxnSpLocks/>
          </p:cNvCxnSpPr>
          <p:nvPr/>
        </p:nvCxnSpPr>
        <p:spPr>
          <a:xfrm>
            <a:off x="2341880" y="3147060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D62C2CE-D6C0-1F88-CA88-C1EC6296D5B2}"/>
              </a:ext>
            </a:extLst>
          </p:cNvPr>
          <p:cNvSpPr txBox="1"/>
          <p:nvPr/>
        </p:nvSpPr>
        <p:spPr>
          <a:xfrm>
            <a:off x="2745105" y="3023949"/>
            <a:ext cx="22829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connection: Single Test, MCU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00967D7-FD1D-85B7-F41F-11C55926DB20}"/>
              </a:ext>
            </a:extLst>
          </p:cNvPr>
          <p:cNvCxnSpPr>
            <a:cxnSpLocks/>
          </p:cNvCxnSpPr>
          <p:nvPr/>
        </p:nvCxnSpPr>
        <p:spPr>
          <a:xfrm>
            <a:off x="1720339" y="3675063"/>
            <a:ext cx="7656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408C5371-A99A-BC08-AF1E-0847B57937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9710" y="1897718"/>
            <a:ext cx="5378378" cy="30625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E1266C5-2EEC-6122-3D3E-983560AB4F85}"/>
              </a:ext>
            </a:extLst>
          </p:cNvPr>
          <p:cNvSpPr txBox="1"/>
          <p:nvPr/>
        </p:nvSpPr>
        <p:spPr>
          <a:xfrm>
            <a:off x="6607810" y="4382683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SIO1P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5FC5FC-583A-59C8-FEC6-D803D5FE01A0}"/>
              </a:ext>
            </a:extLst>
          </p:cNvPr>
          <p:cNvSpPr txBox="1"/>
          <p:nvPr/>
        </p:nvSpPr>
        <p:spPr>
          <a:xfrm>
            <a:off x="7206200" y="4382683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SIO1N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FCB31B-186E-9763-83D7-869D8964D36C}"/>
              </a:ext>
            </a:extLst>
          </p:cNvPr>
          <p:cNvSpPr txBox="1"/>
          <p:nvPr/>
        </p:nvSpPr>
        <p:spPr>
          <a:xfrm>
            <a:off x="7816807" y="4382684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SIO2P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4EF2F2-D65E-A07C-6381-D0C410C9CE86}"/>
              </a:ext>
            </a:extLst>
          </p:cNvPr>
          <p:cNvSpPr txBox="1"/>
          <p:nvPr/>
        </p:nvSpPr>
        <p:spPr>
          <a:xfrm>
            <a:off x="8409637" y="4382684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SIO2N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6A7FE0-3FE8-FA97-3151-0844FCC5FDE9}"/>
              </a:ext>
            </a:extLst>
          </p:cNvPr>
          <p:cNvSpPr txBox="1"/>
          <p:nvPr/>
        </p:nvSpPr>
        <p:spPr>
          <a:xfrm>
            <a:off x="6569710" y="1548479"/>
            <a:ext cx="5378377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Example) ID804 Command - INITBIDIR</a:t>
            </a:r>
            <a:endParaRPr lang="ko-KR" altLang="en-US" sz="11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7D85EC9-958E-150C-194E-AA0329846FF0}"/>
              </a:ext>
            </a:extLst>
          </p:cNvPr>
          <p:cNvCxnSpPr>
            <a:cxnSpLocks/>
          </p:cNvCxnSpPr>
          <p:nvPr/>
        </p:nvCxnSpPr>
        <p:spPr>
          <a:xfrm>
            <a:off x="1881505" y="3874167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A5504AB-8C89-A755-C26E-17C81602ADC2}"/>
              </a:ext>
            </a:extLst>
          </p:cNvPr>
          <p:cNvSpPr txBox="1"/>
          <p:nvPr/>
        </p:nvSpPr>
        <p:spPr>
          <a:xfrm>
            <a:off x="2284730" y="3751056"/>
            <a:ext cx="16594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Command - RESET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8845C2A0-42C2-B81B-D5EA-D3343F2E5A73}"/>
              </a:ext>
            </a:extLst>
          </p:cNvPr>
          <p:cNvCxnSpPr>
            <a:cxnSpLocks/>
          </p:cNvCxnSpPr>
          <p:nvPr/>
        </p:nvCxnSpPr>
        <p:spPr>
          <a:xfrm rot="10800000">
            <a:off x="5358691" y="4170515"/>
            <a:ext cx="375729" cy="144310"/>
          </a:xfrm>
          <a:prstGeom prst="bentConnector3">
            <a:avLst>
              <a:gd name="adj1" fmla="val 267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EE74240E-4D0F-EE3C-0C16-6D5BEB2FBF4D}"/>
              </a:ext>
            </a:extLst>
          </p:cNvPr>
          <p:cNvCxnSpPr>
            <a:cxnSpLocks/>
          </p:cNvCxnSpPr>
          <p:nvPr/>
        </p:nvCxnSpPr>
        <p:spPr>
          <a:xfrm rot="10800000">
            <a:off x="5358693" y="5058891"/>
            <a:ext cx="375729" cy="144310"/>
          </a:xfrm>
          <a:prstGeom prst="bentConnector3">
            <a:avLst>
              <a:gd name="adj1" fmla="val 267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D0980B5D-1672-DC12-3D8E-0A75429C1DDF}"/>
              </a:ext>
            </a:extLst>
          </p:cNvPr>
          <p:cNvCxnSpPr>
            <a:cxnSpLocks/>
          </p:cNvCxnSpPr>
          <p:nvPr/>
        </p:nvCxnSpPr>
        <p:spPr>
          <a:xfrm rot="10800000">
            <a:off x="5358691" y="4899153"/>
            <a:ext cx="375729" cy="144310"/>
          </a:xfrm>
          <a:prstGeom prst="bentConnector3">
            <a:avLst>
              <a:gd name="adj1" fmla="val 267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8E20A25-A736-F6C6-B78D-1362ABC480CA}"/>
              </a:ext>
            </a:extLst>
          </p:cNvPr>
          <p:cNvCxnSpPr>
            <a:cxnSpLocks/>
          </p:cNvCxnSpPr>
          <p:nvPr/>
        </p:nvCxnSpPr>
        <p:spPr>
          <a:xfrm>
            <a:off x="2129630" y="4609546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CE0D58A3-3DDF-A2DF-F635-331B79F659CD}"/>
              </a:ext>
            </a:extLst>
          </p:cNvPr>
          <p:cNvSpPr txBox="1"/>
          <p:nvPr/>
        </p:nvSpPr>
        <p:spPr>
          <a:xfrm>
            <a:off x="2532855" y="4486435"/>
            <a:ext cx="18646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Command - INITBIDIR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885EE9C-6798-B79E-66D8-521D21E63C2A}"/>
              </a:ext>
            </a:extLst>
          </p:cNvPr>
          <p:cNvSpPr/>
          <p:nvPr/>
        </p:nvSpPr>
        <p:spPr>
          <a:xfrm>
            <a:off x="8136287" y="2085975"/>
            <a:ext cx="1188688" cy="1266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F583AC63-1416-D6A7-F168-D473614CB40D}"/>
              </a:ext>
            </a:extLst>
          </p:cNvPr>
          <p:cNvSpPr/>
          <p:nvPr/>
        </p:nvSpPr>
        <p:spPr>
          <a:xfrm>
            <a:off x="9446895" y="2085975"/>
            <a:ext cx="1188688" cy="1266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EBD8CD9-E8EF-5F09-3217-C6B3D13DE510}"/>
              </a:ext>
            </a:extLst>
          </p:cNvPr>
          <p:cNvSpPr txBox="1"/>
          <p:nvPr/>
        </p:nvSpPr>
        <p:spPr>
          <a:xfrm>
            <a:off x="8282319" y="3262075"/>
            <a:ext cx="915636" cy="24622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Downstream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5E8EFC9-5997-334D-C6C7-474E9A26E977}"/>
              </a:ext>
            </a:extLst>
          </p:cNvPr>
          <p:cNvSpPr txBox="1"/>
          <p:nvPr/>
        </p:nvSpPr>
        <p:spPr>
          <a:xfrm>
            <a:off x="9668382" y="3262075"/>
            <a:ext cx="745718" cy="24622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Upstream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7867E9FD-AC81-16C5-FE56-0E506ECC7384}"/>
              </a:ext>
            </a:extLst>
          </p:cNvPr>
          <p:cNvSpPr/>
          <p:nvPr/>
        </p:nvSpPr>
        <p:spPr>
          <a:xfrm>
            <a:off x="1654465" y="3783521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783DA-EFF8-849B-78D4-1C847CAF2176}"/>
              </a:ext>
            </a:extLst>
          </p:cNvPr>
          <p:cNvSpPr txBox="1"/>
          <p:nvPr/>
        </p:nvSpPr>
        <p:spPr>
          <a:xfrm>
            <a:off x="1484606" y="3943052"/>
            <a:ext cx="458780" cy="1692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6BDB224-5480-87FA-7102-E27929F9A536}"/>
              </a:ext>
            </a:extLst>
          </p:cNvPr>
          <p:cNvSpPr/>
          <p:nvPr/>
        </p:nvSpPr>
        <p:spPr>
          <a:xfrm>
            <a:off x="1927511" y="4506697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0505B0-4722-8E9D-1E85-15958F3FE2F2}"/>
              </a:ext>
            </a:extLst>
          </p:cNvPr>
          <p:cNvSpPr txBox="1"/>
          <p:nvPr/>
        </p:nvSpPr>
        <p:spPr>
          <a:xfrm>
            <a:off x="1757652" y="4666228"/>
            <a:ext cx="458780" cy="16927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0F815A5-AF65-9E3F-2C48-C314352282E6}"/>
              </a:ext>
            </a:extLst>
          </p:cNvPr>
          <p:cNvSpPr/>
          <p:nvPr/>
        </p:nvSpPr>
        <p:spPr>
          <a:xfrm>
            <a:off x="2066124" y="3056378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57B64D-78F9-EBEC-7BB9-998E290CF360}"/>
                  </a:ext>
                </a:extLst>
              </p:cNvPr>
              <p:cNvSpPr txBox="1"/>
              <p:nvPr/>
            </p:nvSpPr>
            <p:spPr>
              <a:xfrm>
                <a:off x="1996773" y="3271467"/>
                <a:ext cx="257763" cy="77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𝑀𝐶𝑈</m:t>
                        </m:r>
                      </m:e>
                    </m:acc>
                  </m:oMath>
                </a14:m>
                <a:r>
                  <a:rPr lang="en-US" altLang="ko-KR" sz="500" dirty="0">
                    <a:solidFill>
                      <a:srgbClr val="FF0000"/>
                    </a:solidFill>
                  </a:rPr>
                  <a:t>/I2C</a:t>
                </a:r>
                <a:endParaRPr lang="ko-KR" altLang="en-US" sz="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B57B64D-78F9-EBEC-7BB9-998E290CF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773" y="3271467"/>
                <a:ext cx="257763" cy="77009"/>
              </a:xfrm>
              <a:prstGeom prst="rect">
                <a:avLst/>
              </a:prstGeom>
              <a:blipFill>
                <a:blip r:embed="rId4"/>
                <a:stretch>
                  <a:fillRect l="-9524" t="-33333" r="-14286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6A6BC6A4-C431-FC88-6FD6-B431DF470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8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471C6-0A88-A196-33CE-FB6FB3C01AC2}"/>
              </a:ext>
            </a:extLst>
          </p:cNvPr>
          <p:cNvSpPr txBox="1"/>
          <p:nvPr/>
        </p:nvSpPr>
        <p:spPr>
          <a:xfrm>
            <a:off x="4978666" y="5170927"/>
            <a:ext cx="15295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ME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Frame Descriptions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7E24C07-5C6E-04F2-1417-AFD5DB6FCD01}"/>
              </a:ext>
            </a:extLst>
          </p:cNvPr>
          <p:cNvCxnSpPr/>
          <p:nvPr/>
        </p:nvCxnSpPr>
        <p:spPr>
          <a:xfrm>
            <a:off x="5724894" y="4305300"/>
            <a:ext cx="0" cy="64545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9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A5968-183E-B097-70CF-CC3C052A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EC2441-90EC-1D33-CD4E-4010EBB0F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9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EEF1798-2826-DA3A-1505-27DFE9C771A2}"/>
              </a:ext>
            </a:extLst>
          </p:cNvPr>
          <p:cNvSpPr txBox="1">
            <a:spLocks/>
          </p:cNvSpPr>
          <p:nvPr/>
        </p:nvSpPr>
        <p:spPr>
          <a:xfrm>
            <a:off x="0" y="2227708"/>
            <a:ext cx="12192000" cy="240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ID804 Control</a:t>
            </a:r>
            <a:b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(Single, I2C)</a:t>
            </a:r>
            <a:endParaRPr lang="en-US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254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D1571-1C14-7CCA-78DB-B6854EDA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D02B8F59-05F1-8D56-3996-0208CEF0821E}"/>
              </a:ext>
            </a:extLst>
          </p:cNvPr>
          <p:cNvSpPr txBox="1"/>
          <p:nvPr/>
        </p:nvSpPr>
        <p:spPr>
          <a:xfrm>
            <a:off x="243758" y="115888"/>
            <a:ext cx="313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Control (Single, I2C)</a:t>
            </a:r>
            <a:endParaRPr lang="ko-KR" altLang="en-US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1819BD-3CE3-CFEA-B3AA-A9D06A8AAA23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ACC15FE-FCFD-CDA0-5A7E-A327BDF1ED1B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A8B3263-CC09-F5B4-155D-B1B0E90A157C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CC583D0-58CB-8A01-29CA-A48EA4DD0406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CCB6DBF-23B9-6BB4-506B-542C282950FC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75F76AD9-EA40-4081-108A-A9FB6FE1CD75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9D6B9B7-AEED-A04A-9B4B-50427E7970A9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17681C2-FD34-8C6A-3F74-00A5DD7FBF2B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5692A62-FF50-7961-15FC-982E7407015D}"/>
              </a:ext>
            </a:extLst>
          </p:cNvPr>
          <p:cNvCxnSpPr>
            <a:cxnSpLocks/>
          </p:cNvCxnSpPr>
          <p:nvPr/>
        </p:nvCxnSpPr>
        <p:spPr>
          <a:xfrm>
            <a:off x="2921630" y="4720801"/>
            <a:ext cx="15238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A4A226-FB07-D7DE-8C9B-C23960FBE048}"/>
              </a:ext>
            </a:extLst>
          </p:cNvPr>
          <p:cNvSpPr txBox="1"/>
          <p:nvPr/>
        </p:nvSpPr>
        <p:spPr>
          <a:xfrm>
            <a:off x="2640124" y="4689016"/>
            <a:ext cx="7104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ID804_VDD</a:t>
            </a:r>
            <a:endParaRPr lang="ko-KR" altLang="en-US" sz="8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9555D96-882A-2CA4-0D53-C30EDAC406DE}"/>
              </a:ext>
            </a:extLst>
          </p:cNvPr>
          <p:cNvSpPr/>
          <p:nvPr/>
        </p:nvSpPr>
        <p:spPr>
          <a:xfrm>
            <a:off x="3753580" y="3412294"/>
            <a:ext cx="463331" cy="3620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chemeClr val="tx1"/>
                </a:solidFill>
              </a:rPr>
              <a:t>EOL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039C56F-86C0-66F4-C480-3D5C09B65CA1}"/>
              </a:ext>
            </a:extLst>
          </p:cNvPr>
          <p:cNvCxnSpPr>
            <a:cxnSpLocks/>
          </p:cNvCxnSpPr>
          <p:nvPr/>
        </p:nvCxnSpPr>
        <p:spPr>
          <a:xfrm>
            <a:off x="3571350" y="3592513"/>
            <a:ext cx="182230" cy="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3A9FD8-4B24-4736-B8F1-EC1D1F82D316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#1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84C6B6-061B-6982-3D26-ECF62D4AA9A5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en-US" altLang="ko-KR" sz="1400" dirty="0">
              <a:solidFill>
                <a:schemeClr val="bg2">
                  <a:lumMod val="90000"/>
                </a:schemeClr>
              </a:solidFill>
            </a:endParaRPr>
          </a:p>
          <a:p>
            <a:pPr algn="ctr"/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EE02683-635D-F6AF-2D4B-0DF64F5AFE23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#2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5321204-3C1B-EF22-A6F7-EACA217F3BF1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bg2">
                    <a:lumMod val="90000"/>
                  </a:schemeClr>
                </a:solidFill>
              </a:rPr>
              <a:t>(Optional)</a:t>
            </a:r>
            <a:endParaRPr lang="ko-KR" alt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870748AA-F1F6-A9A5-F86A-80005B7D09DC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0B5BADF-1E9D-5011-7154-55086334E845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solidFill>
              <a:schemeClr val="tx2">
                <a:lumMod val="10000"/>
                <a:lumOff val="9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E25C881-AFA0-7865-1E51-CF15D4B1F812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SIO1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7E993E-EAC9-1730-9BD8-6A1758D36BB5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bg2">
                    <a:lumMod val="90000"/>
                  </a:schemeClr>
                </a:solidFill>
              </a:rPr>
              <a:t>SIO2</a:t>
            </a:r>
            <a:endParaRPr lang="ko-KR" altLang="en-US" sz="1000" b="1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28DB6E2-E91A-86C8-F1F2-4A50A0E49B43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694EA85-902C-B0D9-A37D-2C59C67BF7FA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834DA776-67F0-1E90-B177-3D451EB7F1FF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BD05FFD2-238E-B3EA-F821-ED34D5390D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86862A89-2136-0173-F9D6-2DF1DC54183A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9EABD550-B3D6-C696-80DC-9E62B0E8ACC3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BC1B630-EE41-851C-73C1-5B00E8FB5005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A51F3D90-6C92-61B6-677F-A3C4E1B03861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2">
                      <a:lumMod val="90000"/>
                    </a:schemeClr>
                  </a:solidFill>
                </a:rPr>
                <a:t>.</a:t>
              </a:r>
              <a:endParaRPr lang="ko-KR" altLang="en-US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55BF8A85-FAC9-2EF6-7967-AEAC5D586473}"/>
                </a:ext>
              </a:extLst>
            </p:cNvPr>
            <p:cNvCxnSpPr>
              <a:cxnSpLocks/>
              <a:stCxn id="39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966638D-4B4B-BEE7-3BDE-C7E0980A6E9A}"/>
                </a:ext>
              </a:extLst>
            </p:cNvPr>
            <p:cNvCxnSpPr>
              <a:cxnSpLocks/>
              <a:stCxn id="40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  <a:ln>
              <a:solidFill>
                <a:schemeClr val="tx2">
                  <a:lumMod val="10000"/>
                  <a:lumOff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2CC84BF-6CAD-3ED8-6264-FE7917D2DA29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CCCC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8">
            <a:extLst>
              <a:ext uri="{FF2B5EF4-FFF2-40B4-BE49-F238E27FC236}">
                <a16:creationId xmlns:a16="http://schemas.microsoft.com/office/drawing/2014/main" id="{F90F92E0-BE65-79CD-8AC1-D92748819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10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22D9DB-492A-42F6-440F-4700B743BFCF}"/>
              </a:ext>
            </a:extLst>
          </p:cNvPr>
          <p:cNvSpPr txBox="1"/>
          <p:nvPr/>
        </p:nvSpPr>
        <p:spPr>
          <a:xfrm>
            <a:off x="334163" y="820782"/>
            <a:ext cx="1569660" cy="1216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[</a:t>
            </a:r>
            <a:r>
              <a:rPr lang="ko-KR" altLang="en-US" sz="1000" dirty="0"/>
              <a:t>테스트 항목</a:t>
            </a:r>
            <a:r>
              <a:rPr lang="en-US" altLang="ko-KR" sz="1000" dirty="0"/>
              <a:t>] 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 - ID804 </a:t>
            </a:r>
            <a:r>
              <a:rPr lang="ko-KR" altLang="en-US" sz="1000" dirty="0"/>
              <a:t>단일 장치 제어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</a:t>
            </a:r>
            <a:r>
              <a:rPr lang="ko-KR" altLang="en-US" sz="1000" dirty="0"/>
              <a:t>통신 모드 설정</a:t>
            </a:r>
            <a:endParaRPr lang="en-US" altLang="ko-KR" sz="1000" dirty="0"/>
          </a:p>
          <a:p>
            <a:pPr marL="2520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SIO1: MCU (I2C)</a:t>
            </a:r>
          </a:p>
          <a:p>
            <a:pPr marL="2520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SIO2: EOL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37921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141CE-569A-F7C6-E220-601C881C1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8037254-0179-1B96-8CD1-39B8515CB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065"/>
          <a:stretch>
            <a:fillRect/>
          </a:stretch>
        </p:blipFill>
        <p:spPr>
          <a:xfrm>
            <a:off x="341429" y="1139707"/>
            <a:ext cx="6059371" cy="472464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0DA10B1-1F38-D8C6-E57D-A78454C01FE5}"/>
              </a:ext>
            </a:extLst>
          </p:cNvPr>
          <p:cNvSpPr txBox="1"/>
          <p:nvPr/>
        </p:nvSpPr>
        <p:spPr>
          <a:xfrm>
            <a:off x="243758" y="115888"/>
            <a:ext cx="313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Control (Single, I2C)</a:t>
            </a:r>
            <a:endParaRPr lang="ko-KR" altLang="en-US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DA90114-710A-BAFE-FEE4-6489D167C17B}"/>
              </a:ext>
            </a:extLst>
          </p:cNvPr>
          <p:cNvCxnSpPr>
            <a:cxnSpLocks/>
          </p:cNvCxnSpPr>
          <p:nvPr/>
        </p:nvCxnSpPr>
        <p:spPr>
          <a:xfrm>
            <a:off x="2341880" y="3147060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C83E8CC-38A3-609E-8856-49CD24D8657E}"/>
              </a:ext>
            </a:extLst>
          </p:cNvPr>
          <p:cNvSpPr txBox="1"/>
          <p:nvPr/>
        </p:nvSpPr>
        <p:spPr>
          <a:xfrm>
            <a:off x="2745105" y="3023949"/>
            <a:ext cx="21820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connection: Single Test, I2C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B10EF89-7F61-BCB5-47AE-33E1EFEC8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3453" y="1897718"/>
            <a:ext cx="5370891" cy="30625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B1BC248-4907-ED91-68D2-C5FF06AC7CA7}"/>
              </a:ext>
            </a:extLst>
          </p:cNvPr>
          <p:cNvSpPr txBox="1"/>
          <p:nvPr/>
        </p:nvSpPr>
        <p:spPr>
          <a:xfrm>
            <a:off x="6607810" y="4382683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SIO1P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85CCA3-1939-B511-6D99-00682A6FBD72}"/>
              </a:ext>
            </a:extLst>
          </p:cNvPr>
          <p:cNvSpPr txBox="1"/>
          <p:nvPr/>
        </p:nvSpPr>
        <p:spPr>
          <a:xfrm>
            <a:off x="7206200" y="4382683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SIO1N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0F1934-B4F0-1AC5-ECAE-DD4854956FFD}"/>
              </a:ext>
            </a:extLst>
          </p:cNvPr>
          <p:cNvSpPr txBox="1"/>
          <p:nvPr/>
        </p:nvSpPr>
        <p:spPr>
          <a:xfrm>
            <a:off x="7816807" y="4382684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SIO2P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206AB8-543D-08DA-1626-AB269DE343CD}"/>
              </a:ext>
            </a:extLst>
          </p:cNvPr>
          <p:cNvSpPr txBox="1"/>
          <p:nvPr/>
        </p:nvSpPr>
        <p:spPr>
          <a:xfrm>
            <a:off x="8409637" y="4382684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SIO2N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D287826-00E9-8FBB-E766-1CFF7509FEFD}"/>
              </a:ext>
            </a:extLst>
          </p:cNvPr>
          <p:cNvSpPr txBox="1"/>
          <p:nvPr/>
        </p:nvSpPr>
        <p:spPr>
          <a:xfrm>
            <a:off x="6569710" y="1548479"/>
            <a:ext cx="5378377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Example) ID804 I2C Read</a:t>
            </a:r>
            <a:endParaRPr lang="ko-KR" altLang="en-US" sz="11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4016CB4-8F68-668B-B889-AA7D370F8CBD}"/>
              </a:ext>
            </a:extLst>
          </p:cNvPr>
          <p:cNvCxnSpPr>
            <a:cxnSpLocks/>
          </p:cNvCxnSpPr>
          <p:nvPr/>
        </p:nvCxnSpPr>
        <p:spPr>
          <a:xfrm>
            <a:off x="2481810" y="3878303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8FE0AA8-3B66-3C52-9AF5-E1317A018C38}"/>
              </a:ext>
            </a:extLst>
          </p:cNvPr>
          <p:cNvSpPr txBox="1"/>
          <p:nvPr/>
        </p:nvSpPr>
        <p:spPr>
          <a:xfrm>
            <a:off x="2885035" y="3755192"/>
            <a:ext cx="11128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I2C Write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E632D19-084B-4F4E-E461-76A94DFF26E4}"/>
              </a:ext>
            </a:extLst>
          </p:cNvPr>
          <p:cNvCxnSpPr>
            <a:cxnSpLocks/>
          </p:cNvCxnSpPr>
          <p:nvPr/>
        </p:nvCxnSpPr>
        <p:spPr>
          <a:xfrm>
            <a:off x="2481810" y="4601648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8252B1E-CA3A-7619-5202-15A12B3F0AB3}"/>
              </a:ext>
            </a:extLst>
          </p:cNvPr>
          <p:cNvSpPr txBox="1"/>
          <p:nvPr/>
        </p:nvSpPr>
        <p:spPr>
          <a:xfrm>
            <a:off x="2885035" y="4478537"/>
            <a:ext cx="10919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I2C Read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8B2FCFA-9049-FEE7-5CBC-160037DBF9D6}"/>
              </a:ext>
            </a:extLst>
          </p:cNvPr>
          <p:cNvSpPr/>
          <p:nvPr/>
        </p:nvSpPr>
        <p:spPr>
          <a:xfrm>
            <a:off x="1514476" y="3786187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38234E0-22C6-0C2D-3A0F-9D7DEEA7CEA8}"/>
              </a:ext>
            </a:extLst>
          </p:cNvPr>
          <p:cNvSpPr/>
          <p:nvPr/>
        </p:nvSpPr>
        <p:spPr>
          <a:xfrm>
            <a:off x="1681163" y="3786186"/>
            <a:ext cx="276225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218C5E8-4AD8-AD56-AA56-DA3C7964955C}"/>
              </a:ext>
            </a:extLst>
          </p:cNvPr>
          <p:cNvSpPr/>
          <p:nvPr/>
        </p:nvSpPr>
        <p:spPr>
          <a:xfrm>
            <a:off x="2005013" y="3786185"/>
            <a:ext cx="408531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079091F-72A2-1FCC-B47D-189789C54D4E}"/>
                  </a:ext>
                </a:extLst>
              </p:cNvPr>
              <p:cNvSpPr txBox="1"/>
              <p:nvPr/>
            </p:nvSpPr>
            <p:spPr>
              <a:xfrm>
                <a:off x="1405403" y="3953778"/>
                <a:ext cx="337207" cy="172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acc>
                        <m:accPr>
                          <m:chr m:val="̅"/>
                          <m:ctrlP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Ｗ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079091F-72A2-1FCC-B47D-189789C54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403" y="3953778"/>
                <a:ext cx="337207" cy="1721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B00474D-0EB6-47A9-067D-CBCB46D34800}"/>
              </a:ext>
            </a:extLst>
          </p:cNvPr>
          <p:cNvSpPr txBox="1"/>
          <p:nvPr/>
        </p:nvSpPr>
        <p:spPr>
          <a:xfrm>
            <a:off x="1612328" y="3953777"/>
            <a:ext cx="41389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Address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EB5E6E-E267-58C0-A272-3AAA632417BE}"/>
              </a:ext>
            </a:extLst>
          </p:cNvPr>
          <p:cNvSpPr txBox="1"/>
          <p:nvPr/>
        </p:nvSpPr>
        <p:spPr>
          <a:xfrm>
            <a:off x="2048817" y="3953776"/>
            <a:ext cx="32092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Data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9B1A6C82-0D3A-2323-DD51-2820405438D5}"/>
              </a:ext>
            </a:extLst>
          </p:cNvPr>
          <p:cNvSpPr/>
          <p:nvPr/>
        </p:nvSpPr>
        <p:spPr>
          <a:xfrm>
            <a:off x="1514476" y="4515333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4DF176F1-1563-3B02-B17F-E893481EE049}"/>
              </a:ext>
            </a:extLst>
          </p:cNvPr>
          <p:cNvSpPr/>
          <p:nvPr/>
        </p:nvSpPr>
        <p:spPr>
          <a:xfrm>
            <a:off x="1681163" y="4515332"/>
            <a:ext cx="276225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6958AA-F267-3E33-A9E4-0C8422949A90}"/>
                  </a:ext>
                </a:extLst>
              </p:cNvPr>
              <p:cNvSpPr txBox="1"/>
              <p:nvPr/>
            </p:nvSpPr>
            <p:spPr>
              <a:xfrm>
                <a:off x="1405403" y="4682924"/>
                <a:ext cx="337207" cy="172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acc>
                        <m:accPr>
                          <m:chr m:val="̅"/>
                          <m:ctrlP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Ｗ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6958AA-F267-3E33-A9E4-0C8422949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403" y="4682924"/>
                <a:ext cx="337207" cy="1721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692C9EA0-C604-57CA-6BBD-3701170C5DC6}"/>
              </a:ext>
            </a:extLst>
          </p:cNvPr>
          <p:cNvSpPr txBox="1"/>
          <p:nvPr/>
        </p:nvSpPr>
        <p:spPr>
          <a:xfrm>
            <a:off x="1615418" y="4685810"/>
            <a:ext cx="413896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Address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F52ADF6-F239-8DFF-2C98-70A9DE581B2E}"/>
              </a:ext>
            </a:extLst>
          </p:cNvPr>
          <p:cNvSpPr/>
          <p:nvPr/>
        </p:nvSpPr>
        <p:spPr>
          <a:xfrm>
            <a:off x="2066124" y="3056378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1C0E9E5-5CA1-F5AD-478D-EA80D5A60910}"/>
                  </a:ext>
                </a:extLst>
              </p:cNvPr>
              <p:cNvSpPr txBox="1"/>
              <p:nvPr/>
            </p:nvSpPr>
            <p:spPr>
              <a:xfrm>
                <a:off x="1996773" y="3271467"/>
                <a:ext cx="257763" cy="77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𝑀𝐶𝑈</m:t>
                        </m:r>
                      </m:e>
                    </m:acc>
                  </m:oMath>
                </a14:m>
                <a:r>
                  <a:rPr lang="en-US" altLang="ko-KR" sz="500" dirty="0">
                    <a:solidFill>
                      <a:srgbClr val="FF0000"/>
                    </a:solidFill>
                  </a:rPr>
                  <a:t>/I2C</a:t>
                </a:r>
                <a:endParaRPr lang="ko-KR" altLang="en-US" sz="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1C0E9E5-5CA1-F5AD-478D-EA80D5A60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773" y="3271467"/>
                <a:ext cx="257763" cy="77009"/>
              </a:xfrm>
              <a:prstGeom prst="rect">
                <a:avLst/>
              </a:prstGeom>
              <a:blipFill>
                <a:blip r:embed="rId6"/>
                <a:stretch>
                  <a:fillRect l="-9524" t="-33333" r="-14286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08E3FEF-6A1B-2ABA-2ABE-09B922605DAE}"/>
              </a:ext>
            </a:extLst>
          </p:cNvPr>
          <p:cNvCxnSpPr>
            <a:cxnSpLocks/>
          </p:cNvCxnSpPr>
          <p:nvPr/>
        </p:nvCxnSpPr>
        <p:spPr>
          <a:xfrm>
            <a:off x="1720339" y="3675063"/>
            <a:ext cx="76568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4DBA722B-F500-FAD7-C851-40FEC82E1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11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36035828-619A-9627-86F6-3D37A01BAE4A}"/>
              </a:ext>
            </a:extLst>
          </p:cNvPr>
          <p:cNvCxnSpPr>
            <a:cxnSpLocks/>
          </p:cNvCxnSpPr>
          <p:nvPr/>
        </p:nvCxnSpPr>
        <p:spPr>
          <a:xfrm rot="10800000">
            <a:off x="3904137" y="4165255"/>
            <a:ext cx="375729" cy="144310"/>
          </a:xfrm>
          <a:prstGeom prst="bentConnector3">
            <a:avLst>
              <a:gd name="adj1" fmla="val 267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ADFF252A-8115-D636-2D4F-47B96F404EF6}"/>
              </a:ext>
            </a:extLst>
          </p:cNvPr>
          <p:cNvCxnSpPr>
            <a:cxnSpLocks/>
          </p:cNvCxnSpPr>
          <p:nvPr/>
        </p:nvCxnSpPr>
        <p:spPr>
          <a:xfrm rot="10800000">
            <a:off x="3910487" y="4893893"/>
            <a:ext cx="375729" cy="144310"/>
          </a:xfrm>
          <a:prstGeom prst="bentConnector3">
            <a:avLst>
              <a:gd name="adj1" fmla="val 267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042BBB4-EAFF-BD16-6D06-4CC6992D7DE2}"/>
              </a:ext>
            </a:extLst>
          </p:cNvPr>
          <p:cNvSpPr txBox="1"/>
          <p:nvPr/>
        </p:nvSpPr>
        <p:spPr>
          <a:xfrm>
            <a:off x="3530462" y="5165667"/>
            <a:ext cx="15343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I2C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Frame Descriptions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ABB3269-E71C-9505-3C8D-909894AF901B}"/>
              </a:ext>
            </a:extLst>
          </p:cNvPr>
          <p:cNvCxnSpPr>
            <a:cxnSpLocks/>
          </p:cNvCxnSpPr>
          <p:nvPr/>
        </p:nvCxnSpPr>
        <p:spPr>
          <a:xfrm>
            <a:off x="4263990" y="4300040"/>
            <a:ext cx="18565" cy="86562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125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D5D14-A8FA-D4F4-C245-70BFFA9C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A44905-F944-1F25-57B9-93A80496E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12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29CBB36-9715-6256-7DF8-4DF57374A942}"/>
              </a:ext>
            </a:extLst>
          </p:cNvPr>
          <p:cNvSpPr txBox="1">
            <a:spLocks/>
          </p:cNvSpPr>
          <p:nvPr/>
        </p:nvSpPr>
        <p:spPr>
          <a:xfrm>
            <a:off x="0" y="2227708"/>
            <a:ext cx="12192000" cy="240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ID804 Control</a:t>
            </a:r>
            <a:b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(Forward, LVDS &amp; CAN)</a:t>
            </a:r>
            <a:endParaRPr lang="en-US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9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B13DB-5808-8A36-331A-C69D7A2A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81014D8-E584-A093-FEF6-CC7CFB17F6C7}"/>
              </a:ext>
            </a:extLst>
          </p:cNvPr>
          <p:cNvSpPr txBox="1"/>
          <p:nvPr/>
        </p:nvSpPr>
        <p:spPr>
          <a:xfrm>
            <a:off x="243758" y="115888"/>
            <a:ext cx="2882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Control (Forward)</a:t>
            </a:r>
            <a:endParaRPr lang="ko-KR" altLang="en-US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902293-5BBC-EED8-BBA8-2A01BFBA04F3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835947B-1A66-C890-F033-4AB738B6453A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F389E4-8A7D-E58C-1D1B-390CF9AA702D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0C9B5D-18F1-1898-2062-C91AC3CBBC46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17646C9-C04E-064D-9ECE-4AA50B1AB711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4E8D35E-9B92-00BF-4286-C9A2171E96C7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(Optional)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85ACA83-02C9-A671-CD03-8CD6D24E3BE0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AE7DF48-E87F-B098-9328-92E392D76E4C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6BDCE4AF-C3AD-58D2-8DC9-6278A0820E4C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9A0AC8E-F49B-7114-2CD6-9194971C7685}"/>
              </a:ext>
            </a:extLst>
          </p:cNvPr>
          <p:cNvCxnSpPr>
            <a:cxnSpLocks/>
          </p:cNvCxnSpPr>
          <p:nvPr/>
        </p:nvCxnSpPr>
        <p:spPr>
          <a:xfrm>
            <a:off x="3571147" y="3592507"/>
            <a:ext cx="23642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893DD2B-A8B8-5D8C-16A0-DD62AAA1E140}"/>
              </a:ext>
            </a:extLst>
          </p:cNvPr>
          <p:cNvCxnSpPr>
            <a:cxnSpLocks/>
          </p:cNvCxnSpPr>
          <p:nvPr/>
        </p:nvCxnSpPr>
        <p:spPr>
          <a:xfrm flipV="1">
            <a:off x="4246672" y="1943096"/>
            <a:ext cx="0" cy="1499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5C7752A2-B9F9-BC46-36E5-0291E9B95402}"/>
              </a:ext>
            </a:extLst>
          </p:cNvPr>
          <p:cNvCxnSpPr>
            <a:cxnSpLocks/>
          </p:cNvCxnSpPr>
          <p:nvPr/>
        </p:nvCxnSpPr>
        <p:spPr>
          <a:xfrm>
            <a:off x="4000500" y="3743476"/>
            <a:ext cx="380158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503453E-2BB7-494C-A987-119ABFBCD506}"/>
              </a:ext>
            </a:extLst>
          </p:cNvPr>
          <p:cNvCxnSpPr>
            <a:cxnSpLocks/>
          </p:cNvCxnSpPr>
          <p:nvPr/>
        </p:nvCxnSpPr>
        <p:spPr>
          <a:xfrm flipV="1">
            <a:off x="7679732" y="1931983"/>
            <a:ext cx="0" cy="1517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63F467D-7942-C4D5-2C72-F519FD8A6E55}"/>
              </a:ext>
            </a:extLst>
          </p:cNvPr>
          <p:cNvCxnSpPr>
            <a:cxnSpLocks/>
          </p:cNvCxnSpPr>
          <p:nvPr/>
        </p:nvCxnSpPr>
        <p:spPr>
          <a:xfrm>
            <a:off x="4246672" y="1943096"/>
            <a:ext cx="34378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B2EF0DD-C777-7866-C2A0-9552DEB07519}"/>
              </a:ext>
            </a:extLst>
          </p:cNvPr>
          <p:cNvSpPr txBox="1"/>
          <p:nvPr/>
        </p:nvSpPr>
        <p:spPr>
          <a:xfrm>
            <a:off x="9912879" y="1429153"/>
            <a:ext cx="1802096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sz="1000" dirty="0"/>
              <a:t>Forward via LVDS : </a:t>
            </a:r>
            <a:r>
              <a:rPr lang="ko-KR" altLang="en-US" sz="1000" b="1" dirty="0">
                <a:solidFill>
                  <a:srgbClr val="FF0000"/>
                </a:solidFill>
              </a:rPr>
              <a:t>→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sz="1000" dirty="0"/>
              <a:t>Forward via CAN : </a:t>
            </a:r>
            <a:r>
              <a:rPr lang="ko-KR" altLang="en-US" sz="1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→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55D26A-79E1-641C-81C0-741F87DB5805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8E284A-DC2B-1785-1E82-60771CC03BDB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F1002C-2912-F7BF-B33E-EB3C8CF15E56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SIO1</a:t>
            </a:r>
            <a:endParaRPr lang="ko-KR" altLang="en-US" sz="10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D6A357-FAD4-50C7-3E6E-9A5B68CF77CF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SIO2</a:t>
            </a:r>
            <a:endParaRPr lang="ko-KR" altLang="en-US" sz="10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31D4DB2-3938-0B8D-9CA1-0256384ACEC6}"/>
              </a:ext>
            </a:extLst>
          </p:cNvPr>
          <p:cNvSpPr txBox="1"/>
          <p:nvPr/>
        </p:nvSpPr>
        <p:spPr>
          <a:xfrm>
            <a:off x="3933045" y="1567413"/>
            <a:ext cx="60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LVDS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595ED6-1741-DE45-24BA-55D5129A6116}"/>
              </a:ext>
            </a:extLst>
          </p:cNvPr>
          <p:cNvSpPr txBox="1"/>
          <p:nvPr/>
        </p:nvSpPr>
        <p:spPr>
          <a:xfrm>
            <a:off x="3851552" y="3761476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CAN</a:t>
            </a:r>
            <a:endParaRPr lang="ko-KR" altLang="en-US" sz="1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741F1A54-4DD3-AFB9-A4AD-1FEB63FD5A6E}"/>
              </a:ext>
            </a:extLst>
          </p:cNvPr>
          <p:cNvCxnSpPr>
            <a:cxnSpLocks/>
          </p:cNvCxnSpPr>
          <p:nvPr/>
        </p:nvCxnSpPr>
        <p:spPr>
          <a:xfrm>
            <a:off x="3807567" y="3430507"/>
            <a:ext cx="0" cy="324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D318C2D-DE43-B3EF-F248-6E25725C653D}"/>
              </a:ext>
            </a:extLst>
          </p:cNvPr>
          <p:cNvCxnSpPr>
            <a:cxnSpLocks/>
          </p:cNvCxnSpPr>
          <p:nvPr/>
        </p:nvCxnSpPr>
        <p:spPr>
          <a:xfrm>
            <a:off x="3799078" y="3435269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60FA1C21-E963-1E7E-3636-210A580BA25C}"/>
              </a:ext>
            </a:extLst>
          </p:cNvPr>
          <p:cNvCxnSpPr>
            <a:cxnSpLocks/>
          </p:cNvCxnSpPr>
          <p:nvPr/>
        </p:nvCxnSpPr>
        <p:spPr>
          <a:xfrm>
            <a:off x="3803840" y="3744983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EEB65491-CB85-47AA-EDC8-C694D4588C15}"/>
              </a:ext>
            </a:extLst>
          </p:cNvPr>
          <p:cNvSpPr/>
          <p:nvPr/>
        </p:nvSpPr>
        <p:spPr>
          <a:xfrm>
            <a:off x="3873250" y="3419470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A2A09ECE-8E67-561B-E5AB-CDFC23FB1545}"/>
              </a:ext>
            </a:extLst>
          </p:cNvPr>
          <p:cNvSpPr/>
          <p:nvPr/>
        </p:nvSpPr>
        <p:spPr>
          <a:xfrm>
            <a:off x="3881680" y="3726983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04FFB69C-02D8-95C3-4BD7-B9484809FE36}"/>
              </a:ext>
            </a:extLst>
          </p:cNvPr>
          <p:cNvCxnSpPr>
            <a:cxnSpLocks/>
            <a:stCxn id="84" idx="7"/>
          </p:cNvCxnSpPr>
          <p:nvPr/>
        </p:nvCxnSpPr>
        <p:spPr>
          <a:xfrm flipV="1">
            <a:off x="3903978" y="3340020"/>
            <a:ext cx="84722" cy="84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1330604A-8744-5B58-A944-47B8220EF38F}"/>
              </a:ext>
            </a:extLst>
          </p:cNvPr>
          <p:cNvCxnSpPr>
            <a:cxnSpLocks/>
            <a:stCxn id="86" idx="7"/>
          </p:cNvCxnSpPr>
          <p:nvPr/>
        </p:nvCxnSpPr>
        <p:spPr>
          <a:xfrm flipV="1">
            <a:off x="3912408" y="3648014"/>
            <a:ext cx="85381" cy="84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804B2C27-1461-0987-E988-ED8B40D05F0D}"/>
              </a:ext>
            </a:extLst>
          </p:cNvPr>
          <p:cNvCxnSpPr>
            <a:cxnSpLocks/>
          </p:cNvCxnSpPr>
          <p:nvPr/>
        </p:nvCxnSpPr>
        <p:spPr>
          <a:xfrm>
            <a:off x="4000500" y="3443466"/>
            <a:ext cx="24617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5903F205-7562-B0C9-EAD4-01AD1864C23F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25AB4E67-37F9-C56B-9A19-623D7753E7D1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32F92172-286F-A145-7771-923B7A6F29A9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4FA1DA42-A758-262F-26C7-E1CF855606B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4558FD72-FB4A-624F-26B6-5503D5685B65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4C3F6A9D-A1B1-F0CF-954B-66B3B45B4231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676EC64F-714F-A27E-B76F-F7337C5B6FD1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87B7D933-739B-8F28-828B-C4758BFD3967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84E0E168-ACF1-68B5-962D-3E5000194846}"/>
                </a:ext>
              </a:extLst>
            </p:cNvPr>
            <p:cNvCxnSpPr>
              <a:cxnSpLocks/>
              <a:stCxn id="113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772E999A-B046-7B8C-F589-74174436A16B}"/>
                </a:ext>
              </a:extLst>
            </p:cNvPr>
            <p:cNvCxnSpPr>
              <a:cxnSpLocks/>
              <a:stCxn id="114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9B0ED45E-54E7-89C1-6DF8-6D6F8CE33523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직선 화살표 연결선 154">
            <a:extLst>
              <a:ext uri="{FF2B5EF4-FFF2-40B4-BE49-F238E27FC236}">
                <a16:creationId xmlns:a16="http://schemas.microsoft.com/office/drawing/2014/main" id="{121001C2-B9CF-5A94-3719-99061DE20088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3F9C41A4-E533-1187-1D7F-5CDA01CB7ABE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78CE2254-7B65-C378-90D8-16759CC9B094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514B775C-6A2C-638C-94A8-B461A803B998}"/>
              </a:ext>
            </a:extLst>
          </p:cNvPr>
          <p:cNvSpPr txBox="1"/>
          <p:nvPr/>
        </p:nvSpPr>
        <p:spPr>
          <a:xfrm>
            <a:off x="2786435" y="468848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GND</a:t>
            </a:r>
            <a:endParaRPr lang="ko-KR" altLang="en-US" sz="8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09957691-89DF-76EC-86BE-0ACD6C937B31}"/>
              </a:ext>
            </a:extLst>
          </p:cNvPr>
          <p:cNvSpPr txBox="1"/>
          <p:nvPr/>
        </p:nvSpPr>
        <p:spPr>
          <a:xfrm>
            <a:off x="3800961" y="3164860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1)</a:t>
            </a:r>
            <a:endParaRPr lang="ko-KR" altLang="en-US" sz="8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8E22E7FE-15D7-9728-E920-31D29422AB91}"/>
              </a:ext>
            </a:extLst>
          </p:cNvPr>
          <p:cNvSpPr txBox="1"/>
          <p:nvPr/>
        </p:nvSpPr>
        <p:spPr>
          <a:xfrm>
            <a:off x="3800961" y="3493288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2)</a:t>
            </a:r>
            <a:endParaRPr lang="ko-KR" altLang="en-US" sz="800" dirty="0"/>
          </a:p>
        </p:txBody>
      </p:sp>
      <p:sp>
        <p:nvSpPr>
          <p:cNvPr id="3" name="슬라이드 번호 개체 틀 8">
            <a:extLst>
              <a:ext uri="{FF2B5EF4-FFF2-40B4-BE49-F238E27FC236}">
                <a16:creationId xmlns:a16="http://schemas.microsoft.com/office/drawing/2014/main" id="{8449707A-B88F-795E-920B-406B9614E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13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DCD085-65BB-3AC9-BED9-862954FAC37B}"/>
              </a:ext>
            </a:extLst>
          </p:cNvPr>
          <p:cNvSpPr txBox="1"/>
          <p:nvPr/>
        </p:nvSpPr>
        <p:spPr>
          <a:xfrm>
            <a:off x="334163" y="820782"/>
            <a:ext cx="2018501" cy="1216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[</a:t>
            </a:r>
            <a:r>
              <a:rPr lang="ko-KR" altLang="en-US" sz="1000" dirty="0"/>
              <a:t>테스트 항목</a:t>
            </a:r>
            <a:r>
              <a:rPr lang="en-US" altLang="ko-KR" sz="1000" dirty="0"/>
              <a:t>] 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 - ID804 </a:t>
            </a:r>
            <a:r>
              <a:rPr lang="ko-KR" altLang="en-US" sz="1000" dirty="0"/>
              <a:t>복수</a:t>
            </a:r>
            <a:r>
              <a:rPr lang="en-US" altLang="ko-KR" sz="1000" dirty="0"/>
              <a:t>(#1, #2)</a:t>
            </a:r>
            <a:r>
              <a:rPr lang="ko-KR" altLang="en-US" sz="1000" dirty="0"/>
              <a:t> 장치 제어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</a:t>
            </a:r>
            <a:r>
              <a:rPr lang="ko-KR" altLang="en-US" sz="1000" dirty="0"/>
              <a:t>통신 모드 설정</a:t>
            </a:r>
            <a:endParaRPr lang="en-US" altLang="ko-KR" sz="1000" dirty="0"/>
          </a:p>
          <a:p>
            <a:pPr marL="2520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SIO1: MCU (M.E.)</a:t>
            </a:r>
          </a:p>
          <a:p>
            <a:pPr marL="2520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SIO2: LVDS or CAN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184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7515-48EE-6D96-3A3E-9ED20133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그림 50">
            <a:extLst>
              <a:ext uri="{FF2B5EF4-FFF2-40B4-BE49-F238E27FC236}">
                <a16:creationId xmlns:a16="http://schemas.microsoft.com/office/drawing/2014/main" id="{DE40616A-CF5B-C9BC-4701-9CFF0D2DA8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" r="42822" b="4848"/>
          <a:stretch>
            <a:fillRect/>
          </a:stretch>
        </p:blipFill>
        <p:spPr>
          <a:xfrm>
            <a:off x="523875" y="1133414"/>
            <a:ext cx="5979963" cy="50454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7F77077-BAE0-E4E9-353A-0010374BFA93}"/>
              </a:ext>
            </a:extLst>
          </p:cNvPr>
          <p:cNvSpPr txBox="1"/>
          <p:nvPr/>
        </p:nvSpPr>
        <p:spPr>
          <a:xfrm>
            <a:off x="243758" y="115888"/>
            <a:ext cx="3586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Control (Forward, LVDS)</a:t>
            </a:r>
            <a:endParaRPr lang="ko-KR" altLang="en-US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B66FB57-522F-6711-CBF1-2A4C31F1EAD5}"/>
              </a:ext>
            </a:extLst>
          </p:cNvPr>
          <p:cNvCxnSpPr>
            <a:cxnSpLocks/>
          </p:cNvCxnSpPr>
          <p:nvPr/>
        </p:nvCxnSpPr>
        <p:spPr>
          <a:xfrm>
            <a:off x="2539124" y="3003988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64DE927-E203-DFAB-A22C-478288B50CE3}"/>
              </a:ext>
            </a:extLst>
          </p:cNvPr>
          <p:cNvSpPr txBox="1"/>
          <p:nvPr/>
        </p:nvSpPr>
        <p:spPr>
          <a:xfrm>
            <a:off x="2942349" y="2880877"/>
            <a:ext cx="24144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connection: Forward Test, LVDS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5E91D53-2B38-C43F-649C-A60A3BF01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7129" y="1482231"/>
            <a:ext cx="5370891" cy="306256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D1B0DBB-30F2-FB96-E566-E0C4418C3206}"/>
              </a:ext>
            </a:extLst>
          </p:cNvPr>
          <p:cNvSpPr txBox="1"/>
          <p:nvPr/>
        </p:nvSpPr>
        <p:spPr>
          <a:xfrm>
            <a:off x="6641486" y="3967196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SIO1P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EFA755-62F9-F740-BDE5-9678A5ACC22E}"/>
              </a:ext>
            </a:extLst>
          </p:cNvPr>
          <p:cNvSpPr txBox="1"/>
          <p:nvPr/>
        </p:nvSpPr>
        <p:spPr>
          <a:xfrm>
            <a:off x="7239876" y="3967196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SIO1N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8E4798-D3F3-97D1-0DD5-B7635C40AA58}"/>
              </a:ext>
            </a:extLst>
          </p:cNvPr>
          <p:cNvSpPr txBox="1"/>
          <p:nvPr/>
        </p:nvSpPr>
        <p:spPr>
          <a:xfrm>
            <a:off x="7850483" y="3967197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SIO2P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259304-3B6E-E04B-1F9B-DE6AFFD0ED23}"/>
              </a:ext>
            </a:extLst>
          </p:cNvPr>
          <p:cNvSpPr txBox="1"/>
          <p:nvPr/>
        </p:nvSpPr>
        <p:spPr>
          <a:xfrm>
            <a:off x="8443313" y="3967197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SIO2N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F63CA2-4634-B5DE-55EA-5100EE119676}"/>
              </a:ext>
            </a:extLst>
          </p:cNvPr>
          <p:cNvSpPr txBox="1"/>
          <p:nvPr/>
        </p:nvSpPr>
        <p:spPr>
          <a:xfrm>
            <a:off x="6603386" y="1132992"/>
            <a:ext cx="5378377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Example) ID804 READ_STATUS1</a:t>
            </a:r>
            <a:endParaRPr lang="ko-KR" altLang="en-US" sz="11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68DCFBE-9186-9DBF-D60F-FD828ED7CBAA}"/>
              </a:ext>
            </a:extLst>
          </p:cNvPr>
          <p:cNvCxnSpPr>
            <a:cxnSpLocks/>
          </p:cNvCxnSpPr>
          <p:nvPr/>
        </p:nvCxnSpPr>
        <p:spPr>
          <a:xfrm>
            <a:off x="2802223" y="3730902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E3E129D-A525-BFF4-2F55-E6877308BFD1}"/>
              </a:ext>
            </a:extLst>
          </p:cNvPr>
          <p:cNvSpPr txBox="1"/>
          <p:nvPr/>
        </p:nvSpPr>
        <p:spPr>
          <a:xfrm>
            <a:off x="3205448" y="3607791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RESET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A0EA97E-4584-C520-7653-CCDEE5903E9C}"/>
              </a:ext>
            </a:extLst>
          </p:cNvPr>
          <p:cNvCxnSpPr>
            <a:cxnSpLocks/>
          </p:cNvCxnSpPr>
          <p:nvPr/>
        </p:nvCxnSpPr>
        <p:spPr>
          <a:xfrm>
            <a:off x="2536767" y="4479615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B6B9C9C-4029-0029-E0B0-3F1D8C00C24B}"/>
              </a:ext>
            </a:extLst>
          </p:cNvPr>
          <p:cNvSpPr txBox="1"/>
          <p:nvPr/>
        </p:nvSpPr>
        <p:spPr>
          <a:xfrm>
            <a:off x="2939992" y="4356504"/>
            <a:ext cx="1120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INITBIDIR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9FE91B-62F6-2022-1722-4E793D8B20D8}"/>
              </a:ext>
            </a:extLst>
          </p:cNvPr>
          <p:cNvSpPr txBox="1"/>
          <p:nvPr/>
        </p:nvSpPr>
        <p:spPr>
          <a:xfrm>
            <a:off x="243758" y="679122"/>
            <a:ext cx="2304477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sz="1400" dirty="0"/>
              <a:t>Forward via LVDS : </a:t>
            </a:r>
            <a:r>
              <a:rPr lang="ko-KR" altLang="en-US" sz="1400" b="1" dirty="0">
                <a:solidFill>
                  <a:srgbClr val="FF0000"/>
                </a:solidFill>
              </a:rPr>
              <a:t>→</a:t>
            </a:r>
            <a:endParaRPr lang="ko-KR" altLang="en-US" sz="1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C35A470-2EDE-719F-8EAC-D7AE3641D89F}"/>
              </a:ext>
            </a:extLst>
          </p:cNvPr>
          <p:cNvSpPr/>
          <p:nvPr/>
        </p:nvSpPr>
        <p:spPr>
          <a:xfrm>
            <a:off x="1616571" y="3626729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9097594-6B8A-9AA2-CC7D-5FC12067FA4F}"/>
              </a:ext>
            </a:extLst>
          </p:cNvPr>
          <p:cNvSpPr/>
          <p:nvPr/>
        </p:nvSpPr>
        <p:spPr>
          <a:xfrm>
            <a:off x="1922676" y="3629108"/>
            <a:ext cx="276225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0C3D8FA-AD3C-3EF0-5F03-C5C73C577E1F}"/>
              </a:ext>
            </a:extLst>
          </p:cNvPr>
          <p:cNvSpPr/>
          <p:nvPr/>
        </p:nvSpPr>
        <p:spPr>
          <a:xfrm>
            <a:off x="2220001" y="3626729"/>
            <a:ext cx="408531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501E07-71B2-B425-B8B6-D44BAA56CA12}"/>
                  </a:ext>
                </a:extLst>
              </p:cNvPr>
              <p:cNvSpPr txBox="1"/>
              <p:nvPr/>
            </p:nvSpPr>
            <p:spPr>
              <a:xfrm>
                <a:off x="1513848" y="3794320"/>
                <a:ext cx="337207" cy="172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acc>
                        <m:accPr>
                          <m:chr m:val="̅"/>
                          <m:ctrlP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Ｗ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5501E07-71B2-B425-B8B6-D44BAA56C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3848" y="3794320"/>
                <a:ext cx="337207" cy="1721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113014D-560E-06F9-5DB5-E0CC2A1D2E45}"/>
              </a:ext>
            </a:extLst>
          </p:cNvPr>
          <p:cNvSpPr txBox="1"/>
          <p:nvPr/>
        </p:nvSpPr>
        <p:spPr>
          <a:xfrm>
            <a:off x="1899219" y="3794320"/>
            <a:ext cx="31931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Cmd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5520DC-63FF-EE46-095F-08528195607F}"/>
              </a:ext>
            </a:extLst>
          </p:cNvPr>
          <p:cNvSpPr txBox="1"/>
          <p:nvPr/>
        </p:nvSpPr>
        <p:spPr>
          <a:xfrm>
            <a:off x="2260630" y="3794320"/>
            <a:ext cx="320921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Data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6F618BA-B46A-12D4-B399-6DF778A04AA8}"/>
              </a:ext>
            </a:extLst>
          </p:cNvPr>
          <p:cNvSpPr/>
          <p:nvPr/>
        </p:nvSpPr>
        <p:spPr>
          <a:xfrm>
            <a:off x="1766266" y="3626729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F1DB18-1F39-F38E-5C52-CE9256930DB1}"/>
              </a:ext>
            </a:extLst>
          </p:cNvPr>
          <p:cNvSpPr txBox="1"/>
          <p:nvPr/>
        </p:nvSpPr>
        <p:spPr>
          <a:xfrm>
            <a:off x="1596406" y="3480536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F062845-623B-E12F-5E3A-59BC918BECCF}"/>
              </a:ext>
            </a:extLst>
          </p:cNvPr>
          <p:cNvSpPr/>
          <p:nvPr/>
        </p:nvSpPr>
        <p:spPr>
          <a:xfrm>
            <a:off x="1621730" y="4360030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661F4C4-D586-C87C-DB19-714D574C4A40}"/>
              </a:ext>
            </a:extLst>
          </p:cNvPr>
          <p:cNvSpPr/>
          <p:nvPr/>
        </p:nvSpPr>
        <p:spPr>
          <a:xfrm>
            <a:off x="1921485" y="4362409"/>
            <a:ext cx="276225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EC27F0B-58CC-4431-03F1-1A9C2E360267}"/>
                  </a:ext>
                </a:extLst>
              </p:cNvPr>
              <p:cNvSpPr txBox="1"/>
              <p:nvPr/>
            </p:nvSpPr>
            <p:spPr>
              <a:xfrm>
                <a:off x="1512657" y="4527621"/>
                <a:ext cx="337207" cy="172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acc>
                        <m:accPr>
                          <m:chr m:val="̅"/>
                          <m:ctrlP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Ｗ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EC27F0B-58CC-4431-03F1-1A9C2E360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657" y="4527621"/>
                <a:ext cx="337207" cy="1721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BD43824-F10B-B8D4-CDD7-9A01AE0B2961}"/>
              </a:ext>
            </a:extLst>
          </p:cNvPr>
          <p:cNvSpPr txBox="1"/>
          <p:nvPr/>
        </p:nvSpPr>
        <p:spPr>
          <a:xfrm>
            <a:off x="1898028" y="4527621"/>
            <a:ext cx="31931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Cmd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7ADB0A57-AC7F-54C8-02CF-47F419545F0D}"/>
              </a:ext>
            </a:extLst>
          </p:cNvPr>
          <p:cNvSpPr/>
          <p:nvPr/>
        </p:nvSpPr>
        <p:spPr>
          <a:xfrm>
            <a:off x="1771425" y="4360030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688B78-C0BA-3141-3B1D-F776FADC80CE}"/>
              </a:ext>
            </a:extLst>
          </p:cNvPr>
          <p:cNvSpPr txBox="1"/>
          <p:nvPr/>
        </p:nvSpPr>
        <p:spPr>
          <a:xfrm>
            <a:off x="1601565" y="4213837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EBAF4893-4A86-97DF-3A9F-CF76480E7B6C}"/>
              </a:ext>
            </a:extLst>
          </p:cNvPr>
          <p:cNvSpPr/>
          <p:nvPr/>
        </p:nvSpPr>
        <p:spPr>
          <a:xfrm>
            <a:off x="2323185" y="2904110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1A8E52E-7535-54BB-32E2-9E7ED7A6A873}"/>
                  </a:ext>
                </a:extLst>
              </p:cNvPr>
              <p:cNvSpPr txBox="1"/>
              <p:nvPr/>
            </p:nvSpPr>
            <p:spPr>
              <a:xfrm>
                <a:off x="2253834" y="3119199"/>
                <a:ext cx="310662" cy="77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𝐿𝑉𝐷𝑆</m:t>
                        </m:r>
                      </m:e>
                    </m:acc>
                  </m:oMath>
                </a14:m>
                <a:r>
                  <a:rPr lang="en-US" altLang="ko-KR" sz="500" dirty="0">
                    <a:solidFill>
                      <a:srgbClr val="FF0000"/>
                    </a:solidFill>
                  </a:rPr>
                  <a:t>/CAN</a:t>
                </a:r>
                <a:endParaRPr lang="ko-KR" altLang="en-US" sz="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1A8E52E-7535-54BB-32E2-9E7ED7A6A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834" y="3119199"/>
                <a:ext cx="310662" cy="77009"/>
              </a:xfrm>
              <a:prstGeom prst="rect">
                <a:avLst/>
              </a:prstGeom>
              <a:blipFill>
                <a:blip r:embed="rId6"/>
                <a:stretch>
                  <a:fillRect l="-7843" t="-33333" r="-9804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3D5F3679-DC68-246A-DD6E-3ABE9E646AD3}"/>
              </a:ext>
            </a:extLst>
          </p:cNvPr>
          <p:cNvCxnSpPr>
            <a:cxnSpLocks/>
          </p:cNvCxnSpPr>
          <p:nvPr/>
        </p:nvCxnSpPr>
        <p:spPr>
          <a:xfrm>
            <a:off x="2544430" y="5347691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DA68D2FB-FC39-27A2-CE09-FDCFC30FCA5E}"/>
              </a:ext>
            </a:extLst>
          </p:cNvPr>
          <p:cNvSpPr txBox="1"/>
          <p:nvPr/>
        </p:nvSpPr>
        <p:spPr>
          <a:xfrm>
            <a:off x="2947655" y="5224580"/>
            <a:ext cx="14638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READ_STATUS1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A1A7071A-6133-C05C-66E5-F646FD6C71D6}"/>
              </a:ext>
            </a:extLst>
          </p:cNvPr>
          <p:cNvSpPr/>
          <p:nvPr/>
        </p:nvSpPr>
        <p:spPr>
          <a:xfrm>
            <a:off x="1629393" y="5228106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0BC13DAD-98D0-C3FA-F4F9-2EC3723D7B42}"/>
              </a:ext>
            </a:extLst>
          </p:cNvPr>
          <p:cNvSpPr/>
          <p:nvPr/>
        </p:nvSpPr>
        <p:spPr>
          <a:xfrm>
            <a:off x="1929148" y="5230485"/>
            <a:ext cx="276225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D009FE3-B6E1-5E05-98A0-C99B60CA0B3E}"/>
                  </a:ext>
                </a:extLst>
              </p:cNvPr>
              <p:cNvSpPr txBox="1"/>
              <p:nvPr/>
            </p:nvSpPr>
            <p:spPr>
              <a:xfrm>
                <a:off x="1520320" y="5395697"/>
                <a:ext cx="337207" cy="172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acc>
                        <m:accPr>
                          <m:chr m:val="̅"/>
                          <m:ctrlP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Ｗ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D009FE3-B6E1-5E05-98A0-C99B60CA0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320" y="5395697"/>
                <a:ext cx="337207" cy="1721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0AB04CD6-1332-94AB-6230-1DF2AC766E62}"/>
              </a:ext>
            </a:extLst>
          </p:cNvPr>
          <p:cNvSpPr txBox="1"/>
          <p:nvPr/>
        </p:nvSpPr>
        <p:spPr>
          <a:xfrm>
            <a:off x="1905691" y="5395697"/>
            <a:ext cx="31931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Cmd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D4517501-05C5-2F5B-B6A5-EF35A362452A}"/>
              </a:ext>
            </a:extLst>
          </p:cNvPr>
          <p:cNvSpPr/>
          <p:nvPr/>
        </p:nvSpPr>
        <p:spPr>
          <a:xfrm>
            <a:off x="1779088" y="5228106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8B892E0-D970-2859-FB91-03B308A25E5F}"/>
              </a:ext>
            </a:extLst>
          </p:cNvPr>
          <p:cNvSpPr/>
          <p:nvPr/>
        </p:nvSpPr>
        <p:spPr>
          <a:xfrm>
            <a:off x="6843608" y="1707384"/>
            <a:ext cx="1214479" cy="2307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0A9136-5E88-2672-164F-8DBD324561A4}"/>
              </a:ext>
            </a:extLst>
          </p:cNvPr>
          <p:cNvSpPr txBox="1"/>
          <p:nvPr/>
        </p:nvSpPr>
        <p:spPr>
          <a:xfrm>
            <a:off x="6985464" y="2790671"/>
            <a:ext cx="915636" cy="24622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Downstream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EF896D1-34B9-84E5-5E82-DD805226E536}"/>
              </a:ext>
            </a:extLst>
          </p:cNvPr>
          <p:cNvSpPr txBox="1"/>
          <p:nvPr/>
        </p:nvSpPr>
        <p:spPr>
          <a:xfrm>
            <a:off x="9680004" y="2772432"/>
            <a:ext cx="745718" cy="24622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Upstream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48161F68-1E87-E92E-84E4-9CA062C4EAA6}"/>
              </a:ext>
            </a:extLst>
          </p:cNvPr>
          <p:cNvSpPr/>
          <p:nvPr/>
        </p:nvSpPr>
        <p:spPr>
          <a:xfrm>
            <a:off x="8123959" y="1717009"/>
            <a:ext cx="3768041" cy="2307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F6DC57CD-4BB1-87AF-D158-1CDFB2EFAB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803" y="4604512"/>
            <a:ext cx="1830198" cy="1580866"/>
          </a:xfrm>
          <a:prstGeom prst="rect">
            <a:avLst/>
          </a:prstGeom>
        </p:spPr>
      </p:pic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88247B4E-5265-916F-B5B5-67B08F22DFCA}"/>
              </a:ext>
            </a:extLst>
          </p:cNvPr>
          <p:cNvCxnSpPr/>
          <p:nvPr/>
        </p:nvCxnSpPr>
        <p:spPr>
          <a:xfrm flipV="1">
            <a:off x="5556250" y="5565780"/>
            <a:ext cx="146411" cy="146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9B6C2AB-B0BF-C476-D83F-355AFAE7D7F4}"/>
              </a:ext>
            </a:extLst>
          </p:cNvPr>
          <p:cNvSpPr txBox="1"/>
          <p:nvPr/>
        </p:nvSpPr>
        <p:spPr>
          <a:xfrm>
            <a:off x="1609229" y="5094049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1B757D0-E04A-79B0-7E81-070DC3B29E45}"/>
              </a:ext>
            </a:extLst>
          </p:cNvPr>
          <p:cNvSpPr txBox="1"/>
          <p:nvPr/>
        </p:nvSpPr>
        <p:spPr>
          <a:xfrm>
            <a:off x="5405347" y="5346816"/>
            <a:ext cx="989373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SIO2 : 2b’01 / SIO1 : 2b’00</a:t>
            </a:r>
          </a:p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           EOL            LVDS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8E5C053-8613-6491-DFBE-672C2D64708B}"/>
              </a:ext>
            </a:extLst>
          </p:cNvPr>
          <p:cNvSpPr txBox="1"/>
          <p:nvPr/>
        </p:nvSpPr>
        <p:spPr>
          <a:xfrm>
            <a:off x="4706938" y="5951857"/>
            <a:ext cx="989373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SIO2 : 2b’00 / SIO1 : 2b’10</a:t>
            </a:r>
          </a:p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         LVDS            MCU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E86302F3-0767-C135-8F52-A99B4F13B4CF}"/>
              </a:ext>
            </a:extLst>
          </p:cNvPr>
          <p:cNvCxnSpPr>
            <a:cxnSpLocks/>
          </p:cNvCxnSpPr>
          <p:nvPr/>
        </p:nvCxnSpPr>
        <p:spPr>
          <a:xfrm>
            <a:off x="1978641" y="3508374"/>
            <a:ext cx="875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72A1EE1F-4159-76F7-BB93-93DB7B151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14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07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0070F-50F9-CD05-8525-810D170E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7A1DC98-4044-FED1-9862-CFB7D124D0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626"/>
          <a:stretch>
            <a:fillRect/>
          </a:stretch>
        </p:blipFill>
        <p:spPr>
          <a:xfrm>
            <a:off x="522203" y="1125912"/>
            <a:ext cx="5981636" cy="500163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DAECE44-C40B-77AF-5395-4E7D6827E46D}"/>
              </a:ext>
            </a:extLst>
          </p:cNvPr>
          <p:cNvSpPr txBox="1"/>
          <p:nvPr/>
        </p:nvSpPr>
        <p:spPr>
          <a:xfrm>
            <a:off x="243758" y="115888"/>
            <a:ext cx="351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Control (Forward, CAN)</a:t>
            </a:r>
            <a:endParaRPr lang="ko-KR" altLang="en-US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ABFE615-2F08-1C18-EA6E-9982CC852A87}"/>
              </a:ext>
            </a:extLst>
          </p:cNvPr>
          <p:cNvCxnSpPr>
            <a:cxnSpLocks/>
          </p:cNvCxnSpPr>
          <p:nvPr/>
        </p:nvCxnSpPr>
        <p:spPr>
          <a:xfrm>
            <a:off x="2391378" y="2846875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EB1372E-4544-C32F-B450-58C545BC6EB6}"/>
              </a:ext>
            </a:extLst>
          </p:cNvPr>
          <p:cNvSpPr txBox="1"/>
          <p:nvPr/>
        </p:nvSpPr>
        <p:spPr>
          <a:xfrm>
            <a:off x="2794603" y="2723764"/>
            <a:ext cx="23759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connection: Forward Test, CAN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7D2886F-7B40-B33E-CAAD-C13F1AF76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36529" y="1474344"/>
            <a:ext cx="5370890" cy="306256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8BD485C-539E-F3BF-1D20-0FF1527AB480}"/>
              </a:ext>
            </a:extLst>
          </p:cNvPr>
          <p:cNvSpPr txBox="1"/>
          <p:nvPr/>
        </p:nvSpPr>
        <p:spPr>
          <a:xfrm>
            <a:off x="6670886" y="3959309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SIO1P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974965-0A14-E49D-391C-38EC59BD5509}"/>
              </a:ext>
            </a:extLst>
          </p:cNvPr>
          <p:cNvSpPr txBox="1"/>
          <p:nvPr/>
        </p:nvSpPr>
        <p:spPr>
          <a:xfrm>
            <a:off x="7269276" y="3959309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SIO1N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A82F8A-861A-62AF-97A7-34238C3E0C99}"/>
              </a:ext>
            </a:extLst>
          </p:cNvPr>
          <p:cNvSpPr txBox="1"/>
          <p:nvPr/>
        </p:nvSpPr>
        <p:spPr>
          <a:xfrm>
            <a:off x="7879883" y="3959310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SIO2P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868878-BFA2-D6BC-082C-211ACACA44B9}"/>
              </a:ext>
            </a:extLst>
          </p:cNvPr>
          <p:cNvSpPr txBox="1"/>
          <p:nvPr/>
        </p:nvSpPr>
        <p:spPr>
          <a:xfrm>
            <a:off x="8472713" y="3959310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SIO2N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33916F-1A81-7828-1A2F-B45D71E51D50}"/>
              </a:ext>
            </a:extLst>
          </p:cNvPr>
          <p:cNvSpPr txBox="1"/>
          <p:nvPr/>
        </p:nvSpPr>
        <p:spPr>
          <a:xfrm>
            <a:off x="6632786" y="1125105"/>
            <a:ext cx="5378377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Example) ID804 READ_STATUS1</a:t>
            </a:r>
            <a:endParaRPr lang="ko-KR" altLang="en-US" sz="11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C514F9CF-630C-FC58-4997-3BD373846E2D}"/>
              </a:ext>
            </a:extLst>
          </p:cNvPr>
          <p:cNvCxnSpPr>
            <a:cxnSpLocks/>
          </p:cNvCxnSpPr>
          <p:nvPr/>
        </p:nvCxnSpPr>
        <p:spPr>
          <a:xfrm>
            <a:off x="2466801" y="3622957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CD37EC3-7136-B8F6-25B8-4C3FC65E8E12}"/>
              </a:ext>
            </a:extLst>
          </p:cNvPr>
          <p:cNvSpPr txBox="1"/>
          <p:nvPr/>
        </p:nvSpPr>
        <p:spPr>
          <a:xfrm>
            <a:off x="2870026" y="3499846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RESET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BCFC1210-47C2-6FF6-DD0B-AB018E35C14B}"/>
              </a:ext>
            </a:extLst>
          </p:cNvPr>
          <p:cNvCxnSpPr>
            <a:cxnSpLocks/>
          </p:cNvCxnSpPr>
          <p:nvPr/>
        </p:nvCxnSpPr>
        <p:spPr>
          <a:xfrm>
            <a:off x="2466801" y="4305838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131047-A82E-6C05-A170-B5149DFCF010}"/>
              </a:ext>
            </a:extLst>
          </p:cNvPr>
          <p:cNvSpPr txBox="1"/>
          <p:nvPr/>
        </p:nvSpPr>
        <p:spPr>
          <a:xfrm>
            <a:off x="2870026" y="4182727"/>
            <a:ext cx="1120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INITBIDIR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85F552-3C69-F066-FE9E-1236C8232385}"/>
              </a:ext>
            </a:extLst>
          </p:cNvPr>
          <p:cNvSpPr txBox="1"/>
          <p:nvPr/>
        </p:nvSpPr>
        <p:spPr>
          <a:xfrm>
            <a:off x="243758" y="679122"/>
            <a:ext cx="2259401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 startAt="2"/>
            </a:pPr>
            <a:r>
              <a:rPr lang="en-US" altLang="ko-KR" sz="1400" dirty="0"/>
              <a:t>Forward via CAN : </a:t>
            </a:r>
            <a:r>
              <a:rPr lang="ko-KR" altLang="en-US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→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1652F75-E90C-40A9-D552-7F95BF629E45}"/>
              </a:ext>
            </a:extLst>
          </p:cNvPr>
          <p:cNvSpPr/>
          <p:nvPr/>
        </p:nvSpPr>
        <p:spPr>
          <a:xfrm>
            <a:off x="1711894" y="3548417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9405B6-56CD-1B0F-B5E4-7143BA037F2C}"/>
              </a:ext>
            </a:extLst>
          </p:cNvPr>
          <p:cNvSpPr txBox="1"/>
          <p:nvPr/>
        </p:nvSpPr>
        <p:spPr>
          <a:xfrm>
            <a:off x="1549698" y="3706703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A44FC5F4-9655-42BB-4240-EF876B98A8D6}"/>
              </a:ext>
            </a:extLst>
          </p:cNvPr>
          <p:cNvSpPr/>
          <p:nvPr/>
        </p:nvSpPr>
        <p:spPr>
          <a:xfrm>
            <a:off x="2175439" y="2746997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CAD4872-F1C4-E2AD-D5B3-B6C3B767372D}"/>
                  </a:ext>
                </a:extLst>
              </p:cNvPr>
              <p:cNvSpPr txBox="1"/>
              <p:nvPr/>
            </p:nvSpPr>
            <p:spPr>
              <a:xfrm>
                <a:off x="2106088" y="2962086"/>
                <a:ext cx="310662" cy="77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𝐿𝑉𝐷𝑆</m:t>
                        </m:r>
                      </m:e>
                    </m:acc>
                  </m:oMath>
                </a14:m>
                <a:r>
                  <a:rPr lang="en-US" altLang="ko-KR" sz="500" dirty="0">
                    <a:solidFill>
                      <a:srgbClr val="FF0000"/>
                    </a:solidFill>
                  </a:rPr>
                  <a:t>/CAN</a:t>
                </a:r>
                <a:endParaRPr lang="ko-KR" altLang="en-US" sz="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CAD4872-F1C4-E2AD-D5B3-B6C3B7673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088" y="2962086"/>
                <a:ext cx="310662" cy="77009"/>
              </a:xfrm>
              <a:prstGeom prst="rect">
                <a:avLst/>
              </a:prstGeom>
              <a:blipFill>
                <a:blip r:embed="rId4"/>
                <a:stretch>
                  <a:fillRect l="-7843" t="-30769" r="-11765" b="-38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1A62B95-A8BD-B338-877C-42CEBFD355A1}"/>
              </a:ext>
            </a:extLst>
          </p:cNvPr>
          <p:cNvCxnSpPr>
            <a:cxnSpLocks/>
          </p:cNvCxnSpPr>
          <p:nvPr/>
        </p:nvCxnSpPr>
        <p:spPr>
          <a:xfrm>
            <a:off x="2466801" y="5119958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8DEBE6E9-7F86-8FCA-21ED-5E1C40CD847E}"/>
              </a:ext>
            </a:extLst>
          </p:cNvPr>
          <p:cNvSpPr txBox="1"/>
          <p:nvPr/>
        </p:nvSpPr>
        <p:spPr>
          <a:xfrm>
            <a:off x="2870026" y="4996847"/>
            <a:ext cx="14638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READ_STATUS1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2E545DA4-1D4C-66A1-33F8-90F7D02DA9CE}"/>
              </a:ext>
            </a:extLst>
          </p:cNvPr>
          <p:cNvSpPr/>
          <p:nvPr/>
        </p:nvSpPr>
        <p:spPr>
          <a:xfrm>
            <a:off x="1515187" y="5014541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03C251AE-6FD4-F5AE-FCEA-D841ADD19B1E}"/>
              </a:ext>
            </a:extLst>
          </p:cNvPr>
          <p:cNvSpPr/>
          <p:nvPr/>
        </p:nvSpPr>
        <p:spPr>
          <a:xfrm>
            <a:off x="1814942" y="5016920"/>
            <a:ext cx="276225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4B50A88-6A01-4441-349A-D43B52A5BB80}"/>
                  </a:ext>
                </a:extLst>
              </p:cNvPr>
              <p:cNvSpPr txBox="1"/>
              <p:nvPr/>
            </p:nvSpPr>
            <p:spPr>
              <a:xfrm>
                <a:off x="1406114" y="5182132"/>
                <a:ext cx="337207" cy="172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acc>
                        <m:accPr>
                          <m:chr m:val="̅"/>
                          <m:ctrlP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Ｗ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4B50A88-6A01-4441-349A-D43B52A5B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6114" y="5182132"/>
                <a:ext cx="337207" cy="1721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B00A7641-FB12-D026-E6B6-F48A8DDC4FA9}"/>
              </a:ext>
            </a:extLst>
          </p:cNvPr>
          <p:cNvSpPr txBox="1"/>
          <p:nvPr/>
        </p:nvSpPr>
        <p:spPr>
          <a:xfrm>
            <a:off x="1791485" y="5182132"/>
            <a:ext cx="31931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Cmd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8FDE758-B96E-0C5F-B77B-94FA58E9A141}"/>
              </a:ext>
            </a:extLst>
          </p:cNvPr>
          <p:cNvSpPr/>
          <p:nvPr/>
        </p:nvSpPr>
        <p:spPr>
          <a:xfrm>
            <a:off x="1664882" y="5014541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2C3CDF1-B74E-DE31-6B7B-1A681D659F56}"/>
              </a:ext>
            </a:extLst>
          </p:cNvPr>
          <p:cNvSpPr/>
          <p:nvPr/>
        </p:nvSpPr>
        <p:spPr>
          <a:xfrm>
            <a:off x="6873008" y="1699497"/>
            <a:ext cx="1214479" cy="2307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CDCB7E-1D96-FD9B-8AFF-0D29F7B0C6AA}"/>
              </a:ext>
            </a:extLst>
          </p:cNvPr>
          <p:cNvSpPr txBox="1"/>
          <p:nvPr/>
        </p:nvSpPr>
        <p:spPr>
          <a:xfrm>
            <a:off x="7014864" y="2782784"/>
            <a:ext cx="915636" cy="24622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Downstream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29C26A9-5005-63C6-2961-B76013F81885}"/>
              </a:ext>
            </a:extLst>
          </p:cNvPr>
          <p:cNvSpPr txBox="1"/>
          <p:nvPr/>
        </p:nvSpPr>
        <p:spPr>
          <a:xfrm>
            <a:off x="9709404" y="2764545"/>
            <a:ext cx="745718" cy="24622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Upstream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662CCAF-0780-1887-83BF-0427B1414A94}"/>
              </a:ext>
            </a:extLst>
          </p:cNvPr>
          <p:cNvSpPr/>
          <p:nvPr/>
        </p:nvSpPr>
        <p:spPr>
          <a:xfrm>
            <a:off x="8153359" y="1709122"/>
            <a:ext cx="3768041" cy="2307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D637DBA8-6C5B-CA14-EAC6-3CD613ACAD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003" y="4598971"/>
            <a:ext cx="1769659" cy="1528574"/>
          </a:xfrm>
          <a:prstGeom prst="rect">
            <a:avLst/>
          </a:prstGeom>
        </p:spPr>
      </p:pic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DD69B66B-BEA3-906C-D5A4-0B55FDEE4A0F}"/>
              </a:ext>
            </a:extLst>
          </p:cNvPr>
          <p:cNvCxnSpPr/>
          <p:nvPr/>
        </p:nvCxnSpPr>
        <p:spPr>
          <a:xfrm flipV="1">
            <a:off x="5136632" y="5313204"/>
            <a:ext cx="146411" cy="146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3E7822C3-C253-A15C-0E41-B0A3F2169213}"/>
              </a:ext>
            </a:extLst>
          </p:cNvPr>
          <p:cNvSpPr/>
          <p:nvPr/>
        </p:nvSpPr>
        <p:spPr>
          <a:xfrm>
            <a:off x="1977138" y="4209344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B038FD-1BA7-E223-AF85-231EA162B353}"/>
              </a:ext>
            </a:extLst>
          </p:cNvPr>
          <p:cNvSpPr txBox="1"/>
          <p:nvPr/>
        </p:nvSpPr>
        <p:spPr>
          <a:xfrm>
            <a:off x="1814942" y="4367630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6CE87E-1672-B1E2-D1DB-2160EB3C3BE8}"/>
              </a:ext>
            </a:extLst>
          </p:cNvPr>
          <p:cNvSpPr txBox="1"/>
          <p:nvPr/>
        </p:nvSpPr>
        <p:spPr>
          <a:xfrm>
            <a:off x="5082192" y="5103776"/>
            <a:ext cx="97494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SIO2 : 2b’01 / SIO1 : 2b’11</a:t>
            </a:r>
          </a:p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          EOL             CAN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F44706-B764-38AA-E068-EC4C7F912360}"/>
              </a:ext>
            </a:extLst>
          </p:cNvPr>
          <p:cNvSpPr txBox="1"/>
          <p:nvPr/>
        </p:nvSpPr>
        <p:spPr>
          <a:xfrm>
            <a:off x="4333888" y="5689858"/>
            <a:ext cx="97494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SIO2 : 2b’11 / SIO1 : 2b’10</a:t>
            </a:r>
          </a:p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          CAN            MCU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05F049CC-951D-3FBD-8BB3-454CCECED2FC}"/>
              </a:ext>
            </a:extLst>
          </p:cNvPr>
          <p:cNvCxnSpPr>
            <a:cxnSpLocks/>
          </p:cNvCxnSpPr>
          <p:nvPr/>
        </p:nvCxnSpPr>
        <p:spPr>
          <a:xfrm>
            <a:off x="1791485" y="3450790"/>
            <a:ext cx="875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8D63DA1A-0B9C-8927-8025-32FA64563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15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358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07B5E-8E07-8F3E-8C18-D5ABD3BFD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2ADC540-BF65-9203-32AC-AF79811D5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16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8A24DA3-1F06-E861-4539-69D5CA7A816F}"/>
              </a:ext>
            </a:extLst>
          </p:cNvPr>
          <p:cNvSpPr txBox="1">
            <a:spLocks/>
          </p:cNvSpPr>
          <p:nvPr/>
        </p:nvSpPr>
        <p:spPr>
          <a:xfrm>
            <a:off x="0" y="2227708"/>
            <a:ext cx="12192000" cy="240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ID804 Control</a:t>
            </a:r>
            <a:b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(Backward, LVDS &amp; CAN)</a:t>
            </a:r>
            <a:endParaRPr lang="en-US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294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84BB-5BFC-7117-0880-F18EB327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9AA8F24-4E77-22D7-1B8F-F7A8416568CC}"/>
              </a:ext>
            </a:extLst>
          </p:cNvPr>
          <p:cNvSpPr txBox="1"/>
          <p:nvPr/>
        </p:nvSpPr>
        <p:spPr>
          <a:xfrm>
            <a:off x="243758" y="115888"/>
            <a:ext cx="31142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Control (Backward)</a:t>
            </a:r>
            <a:endParaRPr lang="ko-KR" altLang="en-US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4A56CB7-B008-4668-3CA7-94803992CD4B}"/>
              </a:ext>
            </a:extLst>
          </p:cNvPr>
          <p:cNvSpPr/>
          <p:nvPr/>
        </p:nvSpPr>
        <p:spPr>
          <a:xfrm>
            <a:off x="2419350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3431F94-DA52-4395-1822-1B4EA77A1D6C}"/>
              </a:ext>
            </a:extLst>
          </p:cNvPr>
          <p:cNvSpPr/>
          <p:nvPr/>
        </p:nvSpPr>
        <p:spPr>
          <a:xfrm>
            <a:off x="442913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MCU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16B034-E165-1A25-0DEF-E2043C1C5FD2}"/>
              </a:ext>
            </a:extLst>
          </p:cNvPr>
          <p:cNvSpPr/>
          <p:nvPr/>
        </p:nvSpPr>
        <p:spPr>
          <a:xfrm>
            <a:off x="4395787" y="2711448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6301EC8-1601-36A0-1E41-58AD81F598AB}"/>
              </a:ext>
            </a:extLst>
          </p:cNvPr>
          <p:cNvSpPr/>
          <p:nvPr/>
        </p:nvSpPr>
        <p:spPr>
          <a:xfrm>
            <a:off x="8348661" y="2711450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ID804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8B9D6A9-5340-1CDD-6D6B-39D74518929B}"/>
              </a:ext>
            </a:extLst>
          </p:cNvPr>
          <p:cNvSpPr/>
          <p:nvPr/>
        </p:nvSpPr>
        <p:spPr>
          <a:xfrm>
            <a:off x="6372224" y="2711449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C91627F-6272-6982-C301-12C3A217429F}"/>
              </a:ext>
            </a:extLst>
          </p:cNvPr>
          <p:cNvSpPr/>
          <p:nvPr/>
        </p:nvSpPr>
        <p:spPr>
          <a:xfrm>
            <a:off x="10325100" y="2711447"/>
            <a:ext cx="1152000" cy="17621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CAN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#3</a:t>
            </a: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(Optional)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C1708FE8-A223-96D7-9FA0-881E0F5C2449}"/>
              </a:ext>
            </a:extLst>
          </p:cNvPr>
          <p:cNvCxnSpPr>
            <a:stCxn id="6" idx="3"/>
            <a:endCxn id="2" idx="1"/>
          </p:cNvCxnSpPr>
          <p:nvPr/>
        </p:nvCxnSpPr>
        <p:spPr>
          <a:xfrm>
            <a:off x="1594913" y="3592511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29607CF-3225-D314-905A-339E69281691}"/>
              </a:ext>
            </a:extLst>
          </p:cNvPr>
          <p:cNvCxnSpPr/>
          <p:nvPr/>
        </p:nvCxnSpPr>
        <p:spPr>
          <a:xfrm>
            <a:off x="5547787" y="3592507"/>
            <a:ext cx="824437" cy="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3312321-CE11-7DF6-3D0B-74D609E2740E}"/>
              </a:ext>
            </a:extLst>
          </p:cNvPr>
          <p:cNvCxnSpPr/>
          <p:nvPr/>
        </p:nvCxnSpPr>
        <p:spPr>
          <a:xfrm>
            <a:off x="9500661" y="3592507"/>
            <a:ext cx="824437" cy="2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E133740-5A11-FB1B-1FDB-570BEA9A21A4}"/>
              </a:ext>
            </a:extLst>
          </p:cNvPr>
          <p:cNvCxnSpPr>
            <a:cxnSpLocks/>
          </p:cNvCxnSpPr>
          <p:nvPr/>
        </p:nvCxnSpPr>
        <p:spPr>
          <a:xfrm>
            <a:off x="3571147" y="3592507"/>
            <a:ext cx="236420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92D4C8C-7A60-A23D-0B5A-CAFECA9ED698}"/>
              </a:ext>
            </a:extLst>
          </p:cNvPr>
          <p:cNvCxnSpPr>
            <a:cxnSpLocks/>
          </p:cNvCxnSpPr>
          <p:nvPr/>
        </p:nvCxnSpPr>
        <p:spPr>
          <a:xfrm flipV="1">
            <a:off x="4246672" y="1943096"/>
            <a:ext cx="0" cy="1499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A9084CF-31D9-D3A2-5852-CD89D059A567}"/>
              </a:ext>
            </a:extLst>
          </p:cNvPr>
          <p:cNvCxnSpPr>
            <a:cxnSpLocks/>
          </p:cNvCxnSpPr>
          <p:nvPr/>
        </p:nvCxnSpPr>
        <p:spPr>
          <a:xfrm>
            <a:off x="4000500" y="3743476"/>
            <a:ext cx="380158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D4C07A72-00BE-9D57-E3BC-F40B8B5CEF88}"/>
              </a:ext>
            </a:extLst>
          </p:cNvPr>
          <p:cNvCxnSpPr>
            <a:cxnSpLocks/>
          </p:cNvCxnSpPr>
          <p:nvPr/>
        </p:nvCxnSpPr>
        <p:spPr>
          <a:xfrm flipV="1">
            <a:off x="7679732" y="1931983"/>
            <a:ext cx="0" cy="15172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BEC027C-F9EB-E6D9-64D8-CF02E697C8C8}"/>
              </a:ext>
            </a:extLst>
          </p:cNvPr>
          <p:cNvCxnSpPr>
            <a:cxnSpLocks/>
          </p:cNvCxnSpPr>
          <p:nvPr/>
        </p:nvCxnSpPr>
        <p:spPr>
          <a:xfrm>
            <a:off x="4246672" y="1943096"/>
            <a:ext cx="343782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F2F4BFD-3E3A-9D31-448F-826A1A4BC492}"/>
              </a:ext>
            </a:extLst>
          </p:cNvPr>
          <p:cNvSpPr txBox="1"/>
          <p:nvPr/>
        </p:nvSpPr>
        <p:spPr>
          <a:xfrm>
            <a:off x="8406443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SIO1</a:t>
            </a:r>
            <a:endParaRPr lang="ko-KR" altLang="en-US" sz="10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4F6ABFB-F869-3DF9-4B05-653F433758A1}"/>
              </a:ext>
            </a:extLst>
          </p:cNvPr>
          <p:cNvSpPr txBox="1"/>
          <p:nvPr/>
        </p:nvSpPr>
        <p:spPr>
          <a:xfrm>
            <a:off x="9034442" y="3469396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/>
              <a:t>SIO2</a:t>
            </a:r>
            <a:endParaRPr lang="ko-KR" altLang="en-US" sz="1000" b="1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5DAA2DC-2DF4-58D0-487F-18AA6834A850}"/>
              </a:ext>
            </a:extLst>
          </p:cNvPr>
          <p:cNvSpPr txBox="1"/>
          <p:nvPr/>
        </p:nvSpPr>
        <p:spPr>
          <a:xfrm>
            <a:off x="3933045" y="1567413"/>
            <a:ext cx="600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LVDS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50CC9D5-2518-FD5A-2CC7-C257373CA723}"/>
              </a:ext>
            </a:extLst>
          </p:cNvPr>
          <p:cNvSpPr txBox="1"/>
          <p:nvPr/>
        </p:nvSpPr>
        <p:spPr>
          <a:xfrm>
            <a:off x="3851552" y="3761476"/>
            <a:ext cx="5549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CAN</a:t>
            </a:r>
            <a:endParaRPr lang="ko-KR" altLang="en-US" sz="14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3127A6E6-57F1-EC1D-100A-DE41CD9425B6}"/>
              </a:ext>
            </a:extLst>
          </p:cNvPr>
          <p:cNvCxnSpPr>
            <a:cxnSpLocks/>
          </p:cNvCxnSpPr>
          <p:nvPr/>
        </p:nvCxnSpPr>
        <p:spPr>
          <a:xfrm>
            <a:off x="3807567" y="3430507"/>
            <a:ext cx="0" cy="32400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09569E15-5052-2660-A28B-F53487333370}"/>
              </a:ext>
            </a:extLst>
          </p:cNvPr>
          <p:cNvCxnSpPr>
            <a:cxnSpLocks/>
          </p:cNvCxnSpPr>
          <p:nvPr/>
        </p:nvCxnSpPr>
        <p:spPr>
          <a:xfrm>
            <a:off x="3799078" y="3435269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EAB46CDE-7207-7568-19FD-DCE4DCC53DC9}"/>
              </a:ext>
            </a:extLst>
          </p:cNvPr>
          <p:cNvCxnSpPr>
            <a:cxnSpLocks/>
          </p:cNvCxnSpPr>
          <p:nvPr/>
        </p:nvCxnSpPr>
        <p:spPr>
          <a:xfrm>
            <a:off x="3803840" y="3744983"/>
            <a:ext cx="90281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타원 83">
            <a:extLst>
              <a:ext uri="{FF2B5EF4-FFF2-40B4-BE49-F238E27FC236}">
                <a16:creationId xmlns:a16="http://schemas.microsoft.com/office/drawing/2014/main" id="{C02CB241-AE96-F0E9-507F-EF747595E733}"/>
              </a:ext>
            </a:extLst>
          </p:cNvPr>
          <p:cNvSpPr/>
          <p:nvPr/>
        </p:nvSpPr>
        <p:spPr>
          <a:xfrm>
            <a:off x="3873250" y="3419470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CD765D50-91ED-FCCC-E063-C5924CAF4FB6}"/>
              </a:ext>
            </a:extLst>
          </p:cNvPr>
          <p:cNvSpPr/>
          <p:nvPr/>
        </p:nvSpPr>
        <p:spPr>
          <a:xfrm>
            <a:off x="3881680" y="3726983"/>
            <a:ext cx="36000" cy="3600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45A0F6E0-0339-2447-562D-FCD6A9249EC6}"/>
              </a:ext>
            </a:extLst>
          </p:cNvPr>
          <p:cNvCxnSpPr>
            <a:cxnSpLocks/>
            <a:stCxn id="84" idx="7"/>
          </p:cNvCxnSpPr>
          <p:nvPr/>
        </p:nvCxnSpPr>
        <p:spPr>
          <a:xfrm flipV="1">
            <a:off x="3903978" y="3340020"/>
            <a:ext cx="84722" cy="847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3A9E5D71-46F4-38F0-3039-D547B71789B4}"/>
              </a:ext>
            </a:extLst>
          </p:cNvPr>
          <p:cNvCxnSpPr>
            <a:cxnSpLocks/>
            <a:stCxn id="86" idx="7"/>
          </p:cNvCxnSpPr>
          <p:nvPr/>
        </p:nvCxnSpPr>
        <p:spPr>
          <a:xfrm flipV="1">
            <a:off x="3912408" y="3648014"/>
            <a:ext cx="85381" cy="842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8E86210E-9906-2CEC-3DE8-23235073A55B}"/>
              </a:ext>
            </a:extLst>
          </p:cNvPr>
          <p:cNvCxnSpPr>
            <a:cxnSpLocks/>
          </p:cNvCxnSpPr>
          <p:nvPr/>
        </p:nvCxnSpPr>
        <p:spPr>
          <a:xfrm>
            <a:off x="4000500" y="3443466"/>
            <a:ext cx="24617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AC98B398-3635-E305-B6A9-0A051A359B56}"/>
              </a:ext>
            </a:extLst>
          </p:cNvPr>
          <p:cNvCxnSpPr>
            <a:cxnSpLocks/>
          </p:cNvCxnSpPr>
          <p:nvPr/>
        </p:nvCxnSpPr>
        <p:spPr>
          <a:xfrm flipH="1">
            <a:off x="7515113" y="3725476"/>
            <a:ext cx="438262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FB1F8583-24AA-4865-9071-FA42CD02ECD9}"/>
              </a:ext>
            </a:extLst>
          </p:cNvPr>
          <p:cNvGrpSpPr/>
          <p:nvPr/>
        </p:nvGrpSpPr>
        <p:grpSpPr>
          <a:xfrm flipH="1">
            <a:off x="7909420" y="3338513"/>
            <a:ext cx="435459" cy="422963"/>
            <a:chOff x="7800774" y="4370541"/>
            <a:chExt cx="304218" cy="422963"/>
          </a:xfrm>
        </p:grpSpPr>
        <p:cxnSp>
          <p:nvCxnSpPr>
            <p:cNvPr id="109" name="직선 화살표 연결선 108">
              <a:extLst>
                <a:ext uri="{FF2B5EF4-FFF2-40B4-BE49-F238E27FC236}">
                  <a16:creationId xmlns:a16="http://schemas.microsoft.com/office/drawing/2014/main" id="{5523C429-C44F-5518-A4D0-C505D6806326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74" y="4624541"/>
              <a:ext cx="107888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34D15F3A-B98F-3CB4-5416-B4EBAF938A6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2770" y="4623028"/>
              <a:ext cx="324000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직선 화살표 연결선 110">
              <a:extLst>
                <a:ext uri="{FF2B5EF4-FFF2-40B4-BE49-F238E27FC236}">
                  <a16:creationId xmlns:a16="http://schemas.microsoft.com/office/drawing/2014/main" id="{6F332E65-F49F-A2E2-4C69-68AA5811B123}"/>
                </a:ext>
              </a:extLst>
            </p:cNvPr>
            <p:cNvCxnSpPr>
              <a:cxnSpLocks/>
            </p:cNvCxnSpPr>
            <p:nvPr/>
          </p:nvCxnSpPr>
          <p:spPr>
            <a:xfrm>
              <a:off x="7906281" y="4465790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8E048ED9-0940-7B0D-35E3-A1964C5DEA96}"/>
                </a:ext>
              </a:extLst>
            </p:cNvPr>
            <p:cNvCxnSpPr>
              <a:cxnSpLocks/>
            </p:cNvCxnSpPr>
            <p:nvPr/>
          </p:nvCxnSpPr>
          <p:spPr>
            <a:xfrm>
              <a:off x="7911043" y="4775504"/>
              <a:ext cx="90281" cy="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F2D91993-4B14-79D0-B7DC-F8B558FB3B1C}"/>
                </a:ext>
              </a:extLst>
            </p:cNvPr>
            <p:cNvSpPr/>
            <p:nvPr/>
          </p:nvSpPr>
          <p:spPr>
            <a:xfrm>
              <a:off x="7980453" y="4449991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E7D30249-4A7A-6828-0E29-1F1C1A10196C}"/>
                </a:ext>
              </a:extLst>
            </p:cNvPr>
            <p:cNvSpPr/>
            <p:nvPr/>
          </p:nvSpPr>
          <p:spPr>
            <a:xfrm>
              <a:off x="7988883" y="4757504"/>
              <a:ext cx="36000" cy="36000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.</a:t>
              </a:r>
              <a:endParaRPr lang="ko-KR" altLang="en-US" dirty="0"/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450E0CB1-C9DE-182F-8CB3-251D337C5FA2}"/>
                </a:ext>
              </a:extLst>
            </p:cNvPr>
            <p:cNvCxnSpPr>
              <a:cxnSpLocks/>
              <a:stCxn id="113" idx="7"/>
            </p:cNvCxnSpPr>
            <p:nvPr/>
          </p:nvCxnSpPr>
          <p:spPr>
            <a:xfrm flipV="1">
              <a:off x="8011181" y="4370541"/>
              <a:ext cx="84722" cy="847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46D40617-971E-D540-40FB-0AB456F7648F}"/>
                </a:ext>
              </a:extLst>
            </p:cNvPr>
            <p:cNvCxnSpPr>
              <a:cxnSpLocks/>
              <a:stCxn id="114" idx="7"/>
            </p:cNvCxnSpPr>
            <p:nvPr/>
          </p:nvCxnSpPr>
          <p:spPr>
            <a:xfrm flipV="1">
              <a:off x="8019611" y="4678535"/>
              <a:ext cx="85381" cy="8424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9" name="직선 화살표 연결선 128">
            <a:extLst>
              <a:ext uri="{FF2B5EF4-FFF2-40B4-BE49-F238E27FC236}">
                <a16:creationId xmlns:a16="http://schemas.microsoft.com/office/drawing/2014/main" id="{3336289E-F39C-29D6-579C-D07A8A84809C}"/>
              </a:ext>
            </a:extLst>
          </p:cNvPr>
          <p:cNvCxnSpPr>
            <a:cxnSpLocks/>
          </p:cNvCxnSpPr>
          <p:nvPr/>
        </p:nvCxnSpPr>
        <p:spPr>
          <a:xfrm flipH="1">
            <a:off x="7692271" y="3443720"/>
            <a:ext cx="242054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04982EB-CEB1-968C-C3B9-81161DE6DC64}"/>
              </a:ext>
            </a:extLst>
          </p:cNvPr>
          <p:cNvSpPr txBox="1"/>
          <p:nvPr/>
        </p:nvSpPr>
        <p:spPr>
          <a:xfrm>
            <a:off x="2663004" y="3807182"/>
            <a:ext cx="655949" cy="338554"/>
          </a:xfrm>
          <a:prstGeom prst="rect">
            <a:avLst/>
          </a:prstGeom>
          <a:noFill/>
          <a:ln w="3175">
            <a:solidFill>
              <a:srgbClr val="FF0000"/>
            </a:solidFill>
            <a:prstDash val="lgDash"/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※</a:t>
            </a:r>
            <a:r>
              <a:rPr lang="en-US" altLang="ko-KR" sz="800" dirty="0"/>
              <a:t> SIO1/2 </a:t>
            </a:r>
          </a:p>
          <a:p>
            <a:pPr algn="ctr"/>
            <a:r>
              <a:rPr lang="ko-KR" altLang="en-US" sz="800" dirty="0"/>
              <a:t>포트 반전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06D930-5A09-AD25-0CD2-80BAB1C13B40}"/>
              </a:ext>
            </a:extLst>
          </p:cNvPr>
          <p:cNvSpPr txBox="1"/>
          <p:nvPr/>
        </p:nvSpPr>
        <p:spPr>
          <a:xfrm>
            <a:off x="2480610" y="3494076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SIO2</a:t>
            </a:r>
            <a:endParaRPr lang="ko-KR" altLang="en-US" sz="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765D49-4CDB-A302-305B-CBCA70720115}"/>
              </a:ext>
            </a:extLst>
          </p:cNvPr>
          <p:cNvSpPr txBox="1"/>
          <p:nvPr/>
        </p:nvSpPr>
        <p:spPr>
          <a:xfrm>
            <a:off x="3105200" y="3493288"/>
            <a:ext cx="413896" cy="215444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/>
              <a:t>SIO1</a:t>
            </a:r>
            <a:endParaRPr lang="ko-KR" altLang="en-US" sz="800" b="1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71623CA-38C5-F19C-0359-EC1AD8BBA509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2894506" y="3601010"/>
            <a:ext cx="201952" cy="78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2B7DA3A-6932-C365-74FF-5751FED0C557}"/>
              </a:ext>
            </a:extLst>
          </p:cNvPr>
          <p:cNvSpPr txBox="1"/>
          <p:nvPr/>
        </p:nvSpPr>
        <p:spPr>
          <a:xfrm>
            <a:off x="2800425" y="4258128"/>
            <a:ext cx="38985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TM0</a:t>
            </a:r>
            <a:endParaRPr lang="ko-KR" altLang="en-US" sz="8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65197191-6F76-04C2-533E-778DAFE4F36D}"/>
              </a:ext>
            </a:extLst>
          </p:cNvPr>
          <p:cNvCxnSpPr>
            <a:cxnSpLocks/>
          </p:cNvCxnSpPr>
          <p:nvPr/>
        </p:nvCxnSpPr>
        <p:spPr>
          <a:xfrm rot="5400000">
            <a:off x="2871812" y="4597110"/>
            <a:ext cx="247229" cy="153"/>
          </a:xfrm>
          <a:prstGeom prst="straightConnector1">
            <a:avLst/>
          </a:prstGeom>
          <a:ln>
            <a:headEnd type="none" w="med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F553659-1A22-16B6-8DC4-570B2F260EFC}"/>
              </a:ext>
            </a:extLst>
          </p:cNvPr>
          <p:cNvSpPr txBox="1"/>
          <p:nvPr/>
        </p:nvSpPr>
        <p:spPr>
          <a:xfrm>
            <a:off x="2786435" y="468848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GND</a:t>
            </a:r>
            <a:endParaRPr lang="ko-KR" altLang="en-US" sz="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9C11B0-25F7-2719-AB00-62BA3FEC2860}"/>
              </a:ext>
            </a:extLst>
          </p:cNvPr>
          <p:cNvSpPr txBox="1"/>
          <p:nvPr/>
        </p:nvSpPr>
        <p:spPr>
          <a:xfrm>
            <a:off x="3800961" y="3164860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1)</a:t>
            </a:r>
            <a:endParaRPr lang="ko-KR" altLang="en-US" sz="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D50083-8814-4F23-7FDE-F87E4FEEF120}"/>
              </a:ext>
            </a:extLst>
          </p:cNvPr>
          <p:cNvSpPr txBox="1"/>
          <p:nvPr/>
        </p:nvSpPr>
        <p:spPr>
          <a:xfrm>
            <a:off x="3800961" y="3493288"/>
            <a:ext cx="272832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800" dirty="0"/>
              <a:t>2)</a:t>
            </a:r>
            <a:endParaRPr lang="ko-KR" altLang="en-US" sz="800" dirty="0"/>
          </a:p>
        </p:txBody>
      </p:sp>
      <p:sp>
        <p:nvSpPr>
          <p:cNvPr id="5" name="슬라이드 번호 개체 틀 8">
            <a:extLst>
              <a:ext uri="{FF2B5EF4-FFF2-40B4-BE49-F238E27FC236}">
                <a16:creationId xmlns:a16="http://schemas.microsoft.com/office/drawing/2014/main" id="{D7F6A61C-231A-0F13-B48F-4D4C54767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17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6881BB-A0B6-5D49-260D-B51BB2753D4E}"/>
              </a:ext>
            </a:extLst>
          </p:cNvPr>
          <p:cNvSpPr txBox="1"/>
          <p:nvPr/>
        </p:nvSpPr>
        <p:spPr>
          <a:xfrm>
            <a:off x="334163" y="820782"/>
            <a:ext cx="2063385" cy="1216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/>
              <a:t>[</a:t>
            </a:r>
            <a:r>
              <a:rPr lang="ko-KR" altLang="en-US" sz="1000" dirty="0"/>
              <a:t>테스트 항목</a:t>
            </a:r>
            <a:r>
              <a:rPr lang="en-US" altLang="ko-KR" sz="1000" dirty="0"/>
              <a:t>] </a:t>
            </a:r>
          </a:p>
          <a:p>
            <a:pPr>
              <a:lnSpc>
                <a:spcPct val="150000"/>
              </a:lnSpc>
            </a:pPr>
            <a:r>
              <a:rPr lang="en-US" altLang="ko-KR" sz="1000" dirty="0"/>
              <a:t> - ID804 </a:t>
            </a:r>
            <a:r>
              <a:rPr lang="ko-KR" altLang="en-US" sz="1000" dirty="0"/>
              <a:t>복수</a:t>
            </a:r>
            <a:r>
              <a:rPr lang="en-US" altLang="ko-KR" sz="1000" dirty="0"/>
              <a:t>(#1, #2)</a:t>
            </a:r>
            <a:r>
              <a:rPr lang="ko-KR" altLang="en-US" sz="1000" dirty="0"/>
              <a:t> 장치 제어</a:t>
            </a:r>
            <a:endParaRPr lang="en-US" altLang="ko-KR" sz="1000" dirty="0"/>
          </a:p>
          <a:p>
            <a:pPr>
              <a:lnSpc>
                <a:spcPct val="150000"/>
              </a:lnSpc>
            </a:pPr>
            <a:r>
              <a:rPr lang="en-US" altLang="ko-KR" sz="1000" dirty="0"/>
              <a:t> - </a:t>
            </a:r>
            <a:r>
              <a:rPr lang="ko-KR" altLang="en-US" sz="1000" dirty="0"/>
              <a:t>통신 모드 설정</a:t>
            </a:r>
            <a:endParaRPr lang="en-US" altLang="ko-KR" sz="1000" dirty="0"/>
          </a:p>
          <a:p>
            <a:pPr marL="2520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SIO1: LVDS or CAN</a:t>
            </a:r>
          </a:p>
          <a:p>
            <a:pPr marL="2520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00" dirty="0"/>
              <a:t>SIO2: MCU (M.E.)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70C9CB-1C08-9446-47FD-F3724843F191}"/>
              </a:ext>
            </a:extLst>
          </p:cNvPr>
          <p:cNvSpPr txBox="1"/>
          <p:nvPr/>
        </p:nvSpPr>
        <p:spPr>
          <a:xfrm>
            <a:off x="9912879" y="1429153"/>
            <a:ext cx="1883849" cy="524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sz="1000" dirty="0"/>
              <a:t>Backward via LVDS : </a:t>
            </a:r>
            <a:r>
              <a:rPr lang="ko-KR" altLang="en-US" sz="1000" b="1" dirty="0">
                <a:solidFill>
                  <a:srgbClr val="FF0000"/>
                </a:solidFill>
              </a:rPr>
              <a:t>→</a:t>
            </a:r>
            <a:endParaRPr lang="en-US" altLang="ko-KR" sz="10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sz="1000" dirty="0"/>
              <a:t>Backward via CAN : </a:t>
            </a:r>
            <a:r>
              <a:rPr lang="ko-KR" altLang="en-US" sz="1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E66524-68CD-E728-A75D-05F24A192564}"/>
              </a:ext>
            </a:extLst>
          </p:cNvPr>
          <p:cNvSpPr txBox="1"/>
          <p:nvPr/>
        </p:nvSpPr>
        <p:spPr>
          <a:xfrm>
            <a:off x="380364" y="2015503"/>
            <a:ext cx="37785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rgbClr val="FF0000"/>
                </a:solidFill>
              </a:rPr>
              <a:t>⚠  </a:t>
            </a:r>
            <a:r>
              <a:rPr lang="en-US" altLang="ko-KR" sz="1000" b="1" dirty="0">
                <a:solidFill>
                  <a:srgbClr val="FF0000"/>
                </a:solidFill>
              </a:rPr>
              <a:t>Backward </a:t>
            </a:r>
            <a:r>
              <a:rPr lang="ko-KR" altLang="en-US" sz="1000" b="1" dirty="0">
                <a:solidFill>
                  <a:srgbClr val="FF0000"/>
                </a:solidFill>
              </a:rPr>
              <a:t>모드에서는 </a:t>
            </a:r>
            <a:r>
              <a:rPr lang="en-US" altLang="ko-KR" sz="1000" b="1" dirty="0">
                <a:solidFill>
                  <a:srgbClr val="FF0000"/>
                </a:solidFill>
              </a:rPr>
              <a:t>SIO1/SIO2 </a:t>
            </a:r>
            <a:r>
              <a:rPr lang="ko-KR" altLang="en-US" sz="1000" b="1" dirty="0">
                <a:solidFill>
                  <a:srgbClr val="FF0000"/>
                </a:solidFill>
              </a:rPr>
              <a:t>포트 역할이 반전됩니다</a:t>
            </a:r>
            <a:r>
              <a:rPr lang="en-US" altLang="ko-KR" sz="1000" b="1" dirty="0">
                <a:solidFill>
                  <a:srgbClr val="FF0000"/>
                </a:solidFill>
              </a:rPr>
              <a:t>.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931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174B-BD5C-2073-EB01-FE2A2D1D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F4CE985-A37C-D9A3-68C4-79ED209F14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319" b="4904"/>
          <a:stretch>
            <a:fillRect/>
          </a:stretch>
        </p:blipFill>
        <p:spPr>
          <a:xfrm>
            <a:off x="542790" y="1080998"/>
            <a:ext cx="5949701" cy="494452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4996695-698E-F73C-27CB-622B419D5341}"/>
              </a:ext>
            </a:extLst>
          </p:cNvPr>
          <p:cNvSpPr txBox="1"/>
          <p:nvPr/>
        </p:nvSpPr>
        <p:spPr>
          <a:xfrm>
            <a:off x="243758" y="115888"/>
            <a:ext cx="3734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Control (Backward, LVDS)</a:t>
            </a:r>
            <a:endParaRPr lang="ko-KR" altLang="en-US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3DD9CE0-541E-9158-6FCF-074A4D84D0D5}"/>
              </a:ext>
            </a:extLst>
          </p:cNvPr>
          <p:cNvCxnSpPr>
            <a:cxnSpLocks/>
          </p:cNvCxnSpPr>
          <p:nvPr/>
        </p:nvCxnSpPr>
        <p:spPr>
          <a:xfrm>
            <a:off x="2539124" y="3003988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578FC22-B6B1-F0FF-D21F-92499E85762F}"/>
              </a:ext>
            </a:extLst>
          </p:cNvPr>
          <p:cNvSpPr txBox="1"/>
          <p:nvPr/>
        </p:nvSpPr>
        <p:spPr>
          <a:xfrm>
            <a:off x="2942349" y="2880877"/>
            <a:ext cx="2496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connection: Backward Test, LVDS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F4927CE4-B93A-6E8D-B226-DFCA309AEE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93111" y="1427377"/>
            <a:ext cx="5370890" cy="306256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1B11ABB-AD4B-A8A2-6C8C-42250A520581}"/>
              </a:ext>
            </a:extLst>
          </p:cNvPr>
          <p:cNvSpPr txBox="1"/>
          <p:nvPr/>
        </p:nvSpPr>
        <p:spPr>
          <a:xfrm>
            <a:off x="6627468" y="3912342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SIO1P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477421-5B4E-0826-EC39-D8677C98BFA8}"/>
              </a:ext>
            </a:extLst>
          </p:cNvPr>
          <p:cNvSpPr txBox="1"/>
          <p:nvPr/>
        </p:nvSpPr>
        <p:spPr>
          <a:xfrm>
            <a:off x="7225858" y="3912342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SIO1N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331B916-9BC8-8BD4-9247-7283A4C46DC1}"/>
              </a:ext>
            </a:extLst>
          </p:cNvPr>
          <p:cNvSpPr txBox="1"/>
          <p:nvPr/>
        </p:nvSpPr>
        <p:spPr>
          <a:xfrm>
            <a:off x="7836465" y="3912343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SIO2P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F4C97C-41BD-29A9-F693-2066EFBF1C7A}"/>
              </a:ext>
            </a:extLst>
          </p:cNvPr>
          <p:cNvSpPr txBox="1"/>
          <p:nvPr/>
        </p:nvSpPr>
        <p:spPr>
          <a:xfrm>
            <a:off x="8429295" y="3912343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SIO2N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059132-EF60-5313-2C8D-22653FF405C4}"/>
              </a:ext>
            </a:extLst>
          </p:cNvPr>
          <p:cNvSpPr txBox="1"/>
          <p:nvPr/>
        </p:nvSpPr>
        <p:spPr>
          <a:xfrm>
            <a:off x="6589368" y="1078138"/>
            <a:ext cx="5378377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Example) ID804 READ_STATUS1</a:t>
            </a:r>
            <a:endParaRPr lang="ko-KR" altLang="en-US" sz="11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6CBE6076-B6E5-C707-DEA7-9FD7C4FE3161}"/>
              </a:ext>
            </a:extLst>
          </p:cNvPr>
          <p:cNvCxnSpPr>
            <a:cxnSpLocks/>
          </p:cNvCxnSpPr>
          <p:nvPr/>
        </p:nvCxnSpPr>
        <p:spPr>
          <a:xfrm>
            <a:off x="2554135" y="3730903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05A0474-E01D-CF98-B1CC-671D83E80ED3}"/>
              </a:ext>
            </a:extLst>
          </p:cNvPr>
          <p:cNvSpPr txBox="1"/>
          <p:nvPr/>
        </p:nvSpPr>
        <p:spPr>
          <a:xfrm>
            <a:off x="2957360" y="3607792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RESET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5A46355B-0ECE-A61A-59C1-099C02E6BD6E}"/>
              </a:ext>
            </a:extLst>
          </p:cNvPr>
          <p:cNvCxnSpPr>
            <a:cxnSpLocks/>
          </p:cNvCxnSpPr>
          <p:nvPr/>
        </p:nvCxnSpPr>
        <p:spPr>
          <a:xfrm>
            <a:off x="2559441" y="4424296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C8BFF7-767A-26BE-364C-36CE79521EF7}"/>
              </a:ext>
            </a:extLst>
          </p:cNvPr>
          <p:cNvSpPr txBox="1"/>
          <p:nvPr/>
        </p:nvSpPr>
        <p:spPr>
          <a:xfrm>
            <a:off x="2962666" y="4301185"/>
            <a:ext cx="1120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INITBIDIR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406A56-30F3-760F-0C7F-DA6A5BE47C5A}"/>
              </a:ext>
            </a:extLst>
          </p:cNvPr>
          <p:cNvSpPr txBox="1"/>
          <p:nvPr/>
        </p:nvSpPr>
        <p:spPr>
          <a:xfrm>
            <a:off x="243758" y="679122"/>
            <a:ext cx="2408865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 sz="1400" dirty="0"/>
              <a:t>Backward via LVDS : </a:t>
            </a:r>
            <a:r>
              <a:rPr lang="ko-KR" altLang="en-US" sz="1400" b="1" dirty="0">
                <a:solidFill>
                  <a:srgbClr val="FF0000"/>
                </a:solidFill>
              </a:rPr>
              <a:t>→</a:t>
            </a:r>
            <a:endParaRPr lang="ko-KR" altLang="en-US" sz="1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46CCC6B-9AE1-FBB4-2102-C6B246CD8F83}"/>
              </a:ext>
            </a:extLst>
          </p:cNvPr>
          <p:cNvSpPr/>
          <p:nvPr/>
        </p:nvSpPr>
        <p:spPr>
          <a:xfrm>
            <a:off x="1781506" y="3611489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5BD66D-F15A-F945-1C70-94B074B3A6DD}"/>
              </a:ext>
            </a:extLst>
          </p:cNvPr>
          <p:cNvSpPr txBox="1"/>
          <p:nvPr/>
        </p:nvSpPr>
        <p:spPr>
          <a:xfrm>
            <a:off x="1629393" y="3790080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FC0FAFDD-DA9B-0C6D-A5A7-4C90D2ECA95C}"/>
              </a:ext>
            </a:extLst>
          </p:cNvPr>
          <p:cNvSpPr/>
          <p:nvPr/>
        </p:nvSpPr>
        <p:spPr>
          <a:xfrm>
            <a:off x="2323185" y="2904110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F115C15-CA9C-9A2D-CBDD-B3AA83CFB9D3}"/>
                  </a:ext>
                </a:extLst>
              </p:cNvPr>
              <p:cNvSpPr txBox="1"/>
              <p:nvPr/>
            </p:nvSpPr>
            <p:spPr>
              <a:xfrm>
                <a:off x="2253834" y="3119199"/>
                <a:ext cx="310662" cy="77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𝐿𝑉𝐷𝑆</m:t>
                        </m:r>
                      </m:e>
                    </m:acc>
                  </m:oMath>
                </a14:m>
                <a:r>
                  <a:rPr lang="en-US" altLang="ko-KR" sz="500" dirty="0">
                    <a:solidFill>
                      <a:srgbClr val="FF0000"/>
                    </a:solidFill>
                  </a:rPr>
                  <a:t>/CAN</a:t>
                </a:r>
                <a:endParaRPr lang="ko-KR" altLang="en-US" sz="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F115C15-CA9C-9A2D-CBDD-B3AA83CFB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834" y="3119199"/>
                <a:ext cx="310662" cy="77009"/>
              </a:xfrm>
              <a:prstGeom prst="rect">
                <a:avLst/>
              </a:prstGeom>
              <a:blipFill>
                <a:blip r:embed="rId4"/>
                <a:stretch>
                  <a:fillRect l="-7843" t="-33333" r="-9804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779D8BB-DCDC-9E3C-D6EE-761884169817}"/>
              </a:ext>
            </a:extLst>
          </p:cNvPr>
          <p:cNvCxnSpPr>
            <a:cxnSpLocks/>
          </p:cNvCxnSpPr>
          <p:nvPr/>
        </p:nvCxnSpPr>
        <p:spPr>
          <a:xfrm>
            <a:off x="2539124" y="5257044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E2734FD-9836-1D3B-22BF-2D1429BCE7CF}"/>
              </a:ext>
            </a:extLst>
          </p:cNvPr>
          <p:cNvSpPr txBox="1"/>
          <p:nvPr/>
        </p:nvSpPr>
        <p:spPr>
          <a:xfrm>
            <a:off x="2942349" y="5133933"/>
            <a:ext cx="14638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READ_STATUS1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413218B6-6AD5-7F5D-864C-F3B60E5D8B1C}"/>
              </a:ext>
            </a:extLst>
          </p:cNvPr>
          <p:cNvSpPr/>
          <p:nvPr/>
        </p:nvSpPr>
        <p:spPr>
          <a:xfrm>
            <a:off x="1568556" y="5133933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614BACF0-D394-5A9A-DC2C-AFB7C7CD08DE}"/>
              </a:ext>
            </a:extLst>
          </p:cNvPr>
          <p:cNvSpPr/>
          <p:nvPr/>
        </p:nvSpPr>
        <p:spPr>
          <a:xfrm>
            <a:off x="1868311" y="5136312"/>
            <a:ext cx="276225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7B2E721-0114-1C3D-D03A-B051F5F2BC77}"/>
                  </a:ext>
                </a:extLst>
              </p:cNvPr>
              <p:cNvSpPr txBox="1"/>
              <p:nvPr/>
            </p:nvSpPr>
            <p:spPr>
              <a:xfrm>
                <a:off x="1459483" y="5301524"/>
                <a:ext cx="337207" cy="172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acc>
                        <m:accPr>
                          <m:chr m:val="̅"/>
                          <m:ctrlP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Ｗ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7B2E721-0114-1C3D-D03A-B051F5F2B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483" y="5301524"/>
                <a:ext cx="337207" cy="1721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613323C7-8E86-666E-65FB-1298B0F5AC43}"/>
              </a:ext>
            </a:extLst>
          </p:cNvPr>
          <p:cNvSpPr txBox="1"/>
          <p:nvPr/>
        </p:nvSpPr>
        <p:spPr>
          <a:xfrm>
            <a:off x="1844854" y="5301524"/>
            <a:ext cx="31931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Cmd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3F7F59D9-A26E-7D50-4D46-BE7D3E4D2640}"/>
              </a:ext>
            </a:extLst>
          </p:cNvPr>
          <p:cNvSpPr/>
          <p:nvPr/>
        </p:nvSpPr>
        <p:spPr>
          <a:xfrm>
            <a:off x="1718251" y="5133933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1239867-62CC-4DCC-5159-3635717C1B28}"/>
              </a:ext>
            </a:extLst>
          </p:cNvPr>
          <p:cNvSpPr/>
          <p:nvPr/>
        </p:nvSpPr>
        <p:spPr>
          <a:xfrm>
            <a:off x="6829590" y="1652530"/>
            <a:ext cx="1214479" cy="2307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AB73C5-DB24-16EC-B651-DBCEF0A08817}"/>
              </a:ext>
            </a:extLst>
          </p:cNvPr>
          <p:cNvSpPr txBox="1"/>
          <p:nvPr/>
        </p:nvSpPr>
        <p:spPr>
          <a:xfrm>
            <a:off x="6971446" y="2735817"/>
            <a:ext cx="915636" cy="24622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Downstream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A5DC8B-F642-127F-0288-358B65D88C65}"/>
              </a:ext>
            </a:extLst>
          </p:cNvPr>
          <p:cNvSpPr txBox="1"/>
          <p:nvPr/>
        </p:nvSpPr>
        <p:spPr>
          <a:xfrm>
            <a:off x="9665986" y="2717578"/>
            <a:ext cx="745718" cy="24622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Upstream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4475A32-A099-8A50-5961-B294BA2E924E}"/>
              </a:ext>
            </a:extLst>
          </p:cNvPr>
          <p:cNvSpPr/>
          <p:nvPr/>
        </p:nvSpPr>
        <p:spPr>
          <a:xfrm>
            <a:off x="8109941" y="1662155"/>
            <a:ext cx="3768041" cy="2307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4380034C-D30D-A97D-C85B-B57B77A383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710" y="4489414"/>
            <a:ext cx="1799273" cy="1554154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70BF30BF-6583-2B23-E29D-7E09F72ECC01}"/>
              </a:ext>
            </a:extLst>
          </p:cNvPr>
          <p:cNvSpPr txBox="1"/>
          <p:nvPr/>
        </p:nvSpPr>
        <p:spPr>
          <a:xfrm>
            <a:off x="5184387" y="5232287"/>
            <a:ext cx="974946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SIO2 : 2b’01 / SIO1 : 2b’00</a:t>
            </a:r>
          </a:p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          EOL            LVDS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4C84907E-D775-122A-62A6-DD131B82139D}"/>
              </a:ext>
            </a:extLst>
          </p:cNvPr>
          <p:cNvCxnSpPr/>
          <p:nvPr/>
        </p:nvCxnSpPr>
        <p:spPr>
          <a:xfrm flipV="1">
            <a:off x="5332484" y="5435304"/>
            <a:ext cx="146411" cy="146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8FEC3D2A-D683-A83F-6579-EFD3CD488532}"/>
              </a:ext>
            </a:extLst>
          </p:cNvPr>
          <p:cNvSpPr txBox="1"/>
          <p:nvPr/>
        </p:nvSpPr>
        <p:spPr>
          <a:xfrm>
            <a:off x="1548392" y="4999876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03616D2-1355-DA27-5AE1-F0D438D83756}"/>
              </a:ext>
            </a:extLst>
          </p:cNvPr>
          <p:cNvSpPr/>
          <p:nvPr/>
        </p:nvSpPr>
        <p:spPr>
          <a:xfrm>
            <a:off x="2057804" y="4301185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4FFD1F-CAE5-6452-8F8F-42A4E106E61C}"/>
              </a:ext>
            </a:extLst>
          </p:cNvPr>
          <p:cNvSpPr txBox="1"/>
          <p:nvPr/>
        </p:nvSpPr>
        <p:spPr>
          <a:xfrm>
            <a:off x="1905691" y="4479776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BDC5B0-F80F-8FA7-3E17-6D02DFCE6549}"/>
              </a:ext>
            </a:extLst>
          </p:cNvPr>
          <p:cNvSpPr txBox="1"/>
          <p:nvPr/>
        </p:nvSpPr>
        <p:spPr>
          <a:xfrm>
            <a:off x="4511964" y="5805242"/>
            <a:ext cx="96693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SIO2 : 2b’10 / SIO1 : 2b’00</a:t>
            </a:r>
          </a:p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          MCU            LVDS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415B0F8-5BA3-82F9-4960-C35B8B322FA3}"/>
              </a:ext>
            </a:extLst>
          </p:cNvPr>
          <p:cNvCxnSpPr>
            <a:cxnSpLocks/>
          </p:cNvCxnSpPr>
          <p:nvPr/>
        </p:nvCxnSpPr>
        <p:spPr>
          <a:xfrm>
            <a:off x="1940772" y="3498415"/>
            <a:ext cx="875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73579D82-CBEA-49A0-22DE-D131E2CA2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18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08803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A46D-FD33-35AD-2C9C-4A8B2468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ED4B21DE-084A-BC11-1967-521A7FECBE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373" b="4907"/>
          <a:stretch>
            <a:fillRect/>
          </a:stretch>
        </p:blipFill>
        <p:spPr>
          <a:xfrm>
            <a:off x="543865" y="1084979"/>
            <a:ext cx="5939826" cy="494054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100BAB-3298-CF05-43AE-85B64AC5DF1F}"/>
              </a:ext>
            </a:extLst>
          </p:cNvPr>
          <p:cNvSpPr txBox="1"/>
          <p:nvPr/>
        </p:nvSpPr>
        <p:spPr>
          <a:xfrm>
            <a:off x="243758" y="115888"/>
            <a:ext cx="3667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Control (Backward, CAN)</a:t>
            </a:r>
            <a:endParaRPr lang="ko-KR" altLang="en-US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34BF9CF-CF58-1B09-A185-E5793F73C4D4}"/>
              </a:ext>
            </a:extLst>
          </p:cNvPr>
          <p:cNvCxnSpPr>
            <a:cxnSpLocks/>
          </p:cNvCxnSpPr>
          <p:nvPr/>
        </p:nvCxnSpPr>
        <p:spPr>
          <a:xfrm>
            <a:off x="2539124" y="3003988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2D60648-D228-7FCF-AF5D-5ED121E8CB7E}"/>
              </a:ext>
            </a:extLst>
          </p:cNvPr>
          <p:cNvSpPr txBox="1"/>
          <p:nvPr/>
        </p:nvSpPr>
        <p:spPr>
          <a:xfrm>
            <a:off x="2942349" y="2880877"/>
            <a:ext cx="24577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connection: Backward Test, CAN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227E4D8-D9B7-9F71-D846-C51ED09BF6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4311" y="1434218"/>
            <a:ext cx="5370890" cy="3062562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D6FE4E6-D810-5D69-C3B0-55F4A1281DC1}"/>
              </a:ext>
            </a:extLst>
          </p:cNvPr>
          <p:cNvSpPr txBox="1"/>
          <p:nvPr/>
        </p:nvSpPr>
        <p:spPr>
          <a:xfrm>
            <a:off x="6618668" y="3919183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SIO1P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E51C0DB-7F73-BB14-41DB-517C22A9865D}"/>
              </a:ext>
            </a:extLst>
          </p:cNvPr>
          <p:cNvSpPr txBox="1"/>
          <p:nvPr/>
        </p:nvSpPr>
        <p:spPr>
          <a:xfrm>
            <a:off x="7217058" y="3919183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SIO1N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3AC4DE-5ED2-5E7D-1F1C-EB5BD3AF5DA2}"/>
              </a:ext>
            </a:extLst>
          </p:cNvPr>
          <p:cNvSpPr txBox="1"/>
          <p:nvPr/>
        </p:nvSpPr>
        <p:spPr>
          <a:xfrm>
            <a:off x="7827665" y="3919184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SIO2P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24F9D1-9C52-DF0D-D8A7-8AF7C703783B}"/>
              </a:ext>
            </a:extLst>
          </p:cNvPr>
          <p:cNvSpPr txBox="1"/>
          <p:nvPr/>
        </p:nvSpPr>
        <p:spPr>
          <a:xfrm>
            <a:off x="8420495" y="3919184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SIO2N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082DB72-8510-9025-144E-472779CCBD43}"/>
              </a:ext>
            </a:extLst>
          </p:cNvPr>
          <p:cNvSpPr txBox="1"/>
          <p:nvPr/>
        </p:nvSpPr>
        <p:spPr>
          <a:xfrm>
            <a:off x="6580568" y="1084979"/>
            <a:ext cx="5378377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Example) ID804 READ_STATUS1</a:t>
            </a:r>
            <a:endParaRPr lang="ko-KR" altLang="en-US" sz="11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D2750A9C-CD6C-70FE-8005-36432AC02332}"/>
              </a:ext>
            </a:extLst>
          </p:cNvPr>
          <p:cNvCxnSpPr>
            <a:cxnSpLocks/>
          </p:cNvCxnSpPr>
          <p:nvPr/>
        </p:nvCxnSpPr>
        <p:spPr>
          <a:xfrm>
            <a:off x="2554135" y="3730903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C069D42-54B3-76DE-AFEB-78F8DF515B42}"/>
              </a:ext>
            </a:extLst>
          </p:cNvPr>
          <p:cNvSpPr txBox="1"/>
          <p:nvPr/>
        </p:nvSpPr>
        <p:spPr>
          <a:xfrm>
            <a:off x="2957360" y="3607792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RESET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70B4C03-1E0B-D645-017B-D70715EA240D}"/>
              </a:ext>
            </a:extLst>
          </p:cNvPr>
          <p:cNvCxnSpPr>
            <a:cxnSpLocks/>
          </p:cNvCxnSpPr>
          <p:nvPr/>
        </p:nvCxnSpPr>
        <p:spPr>
          <a:xfrm>
            <a:off x="2559441" y="4424296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3E583CF-33C6-7C07-F802-3DC047AD8165}"/>
              </a:ext>
            </a:extLst>
          </p:cNvPr>
          <p:cNvSpPr txBox="1"/>
          <p:nvPr/>
        </p:nvSpPr>
        <p:spPr>
          <a:xfrm>
            <a:off x="2962666" y="4301185"/>
            <a:ext cx="11208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INITBIDIR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4909CF-137B-279E-E102-0EF0CE6FCBDD}"/>
              </a:ext>
            </a:extLst>
          </p:cNvPr>
          <p:cNvSpPr txBox="1"/>
          <p:nvPr/>
        </p:nvSpPr>
        <p:spPr>
          <a:xfrm>
            <a:off x="243758" y="679122"/>
            <a:ext cx="2363789" cy="697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 startAt="2"/>
            </a:pPr>
            <a:r>
              <a:rPr lang="en-US" altLang="ko-KR" sz="1400" dirty="0"/>
              <a:t>Backward via CAN : </a:t>
            </a:r>
            <a:r>
              <a:rPr lang="ko-KR" altLang="en-US" sz="14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→</a:t>
            </a:r>
          </a:p>
          <a:p>
            <a:pPr marL="342900" indent="-342900">
              <a:lnSpc>
                <a:spcPct val="150000"/>
              </a:lnSpc>
              <a:buAutoNum type="arabicParenR" startAt="2"/>
            </a:pPr>
            <a:endParaRPr lang="ko-KR" altLang="en-US" sz="1400" b="1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758E953-7569-D2D5-8C5B-74A41E5D1066}"/>
              </a:ext>
            </a:extLst>
          </p:cNvPr>
          <p:cNvSpPr/>
          <p:nvPr/>
        </p:nvSpPr>
        <p:spPr>
          <a:xfrm>
            <a:off x="1781506" y="3611489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949676-DA76-A7A7-AF9C-0790A7C769EF}"/>
              </a:ext>
            </a:extLst>
          </p:cNvPr>
          <p:cNvSpPr txBox="1"/>
          <p:nvPr/>
        </p:nvSpPr>
        <p:spPr>
          <a:xfrm>
            <a:off x="1629393" y="3790080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FC1C2E8E-F1A3-F939-5599-A290EA160C99}"/>
              </a:ext>
            </a:extLst>
          </p:cNvPr>
          <p:cNvSpPr/>
          <p:nvPr/>
        </p:nvSpPr>
        <p:spPr>
          <a:xfrm>
            <a:off x="2323185" y="2904110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CA1CCD-9F3E-053B-C6C3-417FCAC2B1D4}"/>
                  </a:ext>
                </a:extLst>
              </p:cNvPr>
              <p:cNvSpPr txBox="1"/>
              <p:nvPr/>
            </p:nvSpPr>
            <p:spPr>
              <a:xfrm>
                <a:off x="2253834" y="3119199"/>
                <a:ext cx="310662" cy="770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𝐿𝑉𝐷𝑆</m:t>
                        </m:r>
                      </m:e>
                    </m:acc>
                  </m:oMath>
                </a14:m>
                <a:r>
                  <a:rPr lang="en-US" altLang="ko-KR" sz="500" dirty="0">
                    <a:solidFill>
                      <a:srgbClr val="FF0000"/>
                    </a:solidFill>
                  </a:rPr>
                  <a:t>/CAN</a:t>
                </a:r>
                <a:endParaRPr lang="ko-KR" altLang="en-US" sz="5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CA1CCD-9F3E-053B-C6C3-417FCAC2B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834" y="3119199"/>
                <a:ext cx="310662" cy="77009"/>
              </a:xfrm>
              <a:prstGeom prst="rect">
                <a:avLst/>
              </a:prstGeom>
              <a:blipFill>
                <a:blip r:embed="rId4"/>
                <a:stretch>
                  <a:fillRect l="-7843" t="-33333" r="-9804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146F52E-D6D8-5AA3-874B-830B23ADAF28}"/>
              </a:ext>
            </a:extLst>
          </p:cNvPr>
          <p:cNvCxnSpPr>
            <a:cxnSpLocks/>
          </p:cNvCxnSpPr>
          <p:nvPr/>
        </p:nvCxnSpPr>
        <p:spPr>
          <a:xfrm>
            <a:off x="2539124" y="5257044"/>
            <a:ext cx="40853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E3415EA-B211-8082-6EE1-49209B617E35}"/>
              </a:ext>
            </a:extLst>
          </p:cNvPr>
          <p:cNvSpPr txBox="1"/>
          <p:nvPr/>
        </p:nvSpPr>
        <p:spPr>
          <a:xfrm>
            <a:off x="2942349" y="5133933"/>
            <a:ext cx="14638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ID804 READ_STATUS1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D1243254-37B6-893D-7995-B54B3F9DE6B0}"/>
              </a:ext>
            </a:extLst>
          </p:cNvPr>
          <p:cNvSpPr/>
          <p:nvPr/>
        </p:nvSpPr>
        <p:spPr>
          <a:xfrm>
            <a:off x="1568556" y="5133933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C01D9D24-2B7C-5021-D104-FC8392E698DA}"/>
              </a:ext>
            </a:extLst>
          </p:cNvPr>
          <p:cNvSpPr/>
          <p:nvPr/>
        </p:nvSpPr>
        <p:spPr>
          <a:xfrm>
            <a:off x="1868311" y="5136312"/>
            <a:ext cx="276225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E2DD3DD-052D-5491-36B8-305004BBC57D}"/>
                  </a:ext>
                </a:extLst>
              </p:cNvPr>
              <p:cNvSpPr txBox="1"/>
              <p:nvPr/>
            </p:nvSpPr>
            <p:spPr>
              <a:xfrm>
                <a:off x="1459483" y="5301524"/>
                <a:ext cx="337207" cy="1721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sz="5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acc>
                        <m:accPr>
                          <m:chr m:val="̅"/>
                          <m:ctrlP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ko-KR" altLang="en-US" sz="5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Ｗ</m:t>
                          </m:r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E2DD3DD-052D-5491-36B8-305004BBC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483" y="5301524"/>
                <a:ext cx="337207" cy="1721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6E78DA80-9072-54F2-800E-898C9DE65A2E}"/>
              </a:ext>
            </a:extLst>
          </p:cNvPr>
          <p:cNvSpPr txBox="1"/>
          <p:nvPr/>
        </p:nvSpPr>
        <p:spPr>
          <a:xfrm>
            <a:off x="1844854" y="5301524"/>
            <a:ext cx="319319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Cmd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0FC58D83-01F7-A58A-7F14-29B9D619EC1D}"/>
              </a:ext>
            </a:extLst>
          </p:cNvPr>
          <p:cNvSpPr/>
          <p:nvPr/>
        </p:nvSpPr>
        <p:spPr>
          <a:xfrm>
            <a:off x="1718251" y="5133933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B32CEA9-1EFF-9AF0-706E-099BED844B2B}"/>
              </a:ext>
            </a:extLst>
          </p:cNvPr>
          <p:cNvSpPr/>
          <p:nvPr/>
        </p:nvSpPr>
        <p:spPr>
          <a:xfrm>
            <a:off x="6820790" y="1659371"/>
            <a:ext cx="1214479" cy="2307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7C0073-AFDA-A20A-2B83-D89C98F7EE1D}"/>
              </a:ext>
            </a:extLst>
          </p:cNvPr>
          <p:cNvSpPr txBox="1"/>
          <p:nvPr/>
        </p:nvSpPr>
        <p:spPr>
          <a:xfrm>
            <a:off x="6962646" y="2742658"/>
            <a:ext cx="915636" cy="24622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Downstream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77BA4F-3BAE-4072-8963-3F13EE056853}"/>
              </a:ext>
            </a:extLst>
          </p:cNvPr>
          <p:cNvSpPr txBox="1"/>
          <p:nvPr/>
        </p:nvSpPr>
        <p:spPr>
          <a:xfrm>
            <a:off x="9657186" y="2724419"/>
            <a:ext cx="745718" cy="246221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Upstream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BA8758DA-72D1-B0F2-90B2-C1CCC3A0DDDA}"/>
              </a:ext>
            </a:extLst>
          </p:cNvPr>
          <p:cNvSpPr/>
          <p:nvPr/>
        </p:nvSpPr>
        <p:spPr>
          <a:xfrm>
            <a:off x="8101141" y="1668996"/>
            <a:ext cx="3768041" cy="23079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2" name="그림 91">
            <a:extLst>
              <a:ext uri="{FF2B5EF4-FFF2-40B4-BE49-F238E27FC236}">
                <a16:creationId xmlns:a16="http://schemas.microsoft.com/office/drawing/2014/main" id="{4235D7BB-1AF6-0E81-1709-6B7F0B33AE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5309" y="4518384"/>
            <a:ext cx="1774874" cy="1533079"/>
          </a:xfrm>
          <a:prstGeom prst="rect">
            <a:avLst/>
          </a:prstGeom>
        </p:spPr>
      </p:pic>
      <p:sp>
        <p:nvSpPr>
          <p:cNvPr id="95" name="TextBox 94">
            <a:extLst>
              <a:ext uri="{FF2B5EF4-FFF2-40B4-BE49-F238E27FC236}">
                <a16:creationId xmlns:a16="http://schemas.microsoft.com/office/drawing/2014/main" id="{5D1AA322-5398-4EFB-EA98-7CA783CB6008}"/>
              </a:ext>
            </a:extLst>
          </p:cNvPr>
          <p:cNvSpPr txBox="1"/>
          <p:nvPr/>
        </p:nvSpPr>
        <p:spPr>
          <a:xfrm>
            <a:off x="4511964" y="5805242"/>
            <a:ext cx="96693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SIO2 : 2b’10 / SIO1 : 2b’11</a:t>
            </a:r>
          </a:p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         MCU             CAN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0115D0E-F93B-B0FE-9A75-002C4AEFD869}"/>
              </a:ext>
            </a:extLst>
          </p:cNvPr>
          <p:cNvSpPr txBox="1"/>
          <p:nvPr/>
        </p:nvSpPr>
        <p:spPr>
          <a:xfrm>
            <a:off x="5129069" y="5211777"/>
            <a:ext cx="966931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SIO2 : 2b’01 / SIO1 : 2b’11</a:t>
            </a:r>
          </a:p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         EOL             CAN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3E7C7F67-851E-6D68-7E84-FC0E51182693}"/>
              </a:ext>
            </a:extLst>
          </p:cNvPr>
          <p:cNvCxnSpPr/>
          <p:nvPr/>
        </p:nvCxnSpPr>
        <p:spPr>
          <a:xfrm flipV="1">
            <a:off x="5332484" y="5435304"/>
            <a:ext cx="146411" cy="1464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88B1756-6C4D-C5FA-DF6A-0662ADC0017A}"/>
              </a:ext>
            </a:extLst>
          </p:cNvPr>
          <p:cNvSpPr txBox="1"/>
          <p:nvPr/>
        </p:nvSpPr>
        <p:spPr>
          <a:xfrm>
            <a:off x="1548392" y="4999876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266897A-F0ED-074D-8875-9C79A6B5AD9F}"/>
              </a:ext>
            </a:extLst>
          </p:cNvPr>
          <p:cNvSpPr/>
          <p:nvPr/>
        </p:nvSpPr>
        <p:spPr>
          <a:xfrm>
            <a:off x="2057804" y="4301185"/>
            <a:ext cx="119062" cy="205697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BDA945-6A6E-461E-035A-C823D032C142}"/>
              </a:ext>
            </a:extLst>
          </p:cNvPr>
          <p:cNvSpPr txBox="1"/>
          <p:nvPr/>
        </p:nvSpPr>
        <p:spPr>
          <a:xfrm>
            <a:off x="1905691" y="4479776"/>
            <a:ext cx="458780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00" dirty="0">
                <a:solidFill>
                  <a:srgbClr val="FF0000"/>
                </a:solidFill>
              </a:rPr>
              <a:t>Dev Addr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0428332-BF28-E18E-0151-8671E2ADEE8C}"/>
              </a:ext>
            </a:extLst>
          </p:cNvPr>
          <p:cNvCxnSpPr>
            <a:cxnSpLocks/>
          </p:cNvCxnSpPr>
          <p:nvPr/>
        </p:nvCxnSpPr>
        <p:spPr>
          <a:xfrm>
            <a:off x="1912194" y="3498415"/>
            <a:ext cx="87597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29834AB0-0C3B-FB34-6BAC-8F82CCABE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19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383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BFE89-D4A1-C4B7-7F63-8E74B995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87F0DA-2C47-A980-AA7F-2A693B7ED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20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488056-2021-4F73-8A85-24EC2467FF52}"/>
              </a:ext>
            </a:extLst>
          </p:cNvPr>
          <p:cNvSpPr txBox="1">
            <a:spLocks/>
          </p:cNvSpPr>
          <p:nvPr/>
        </p:nvSpPr>
        <p:spPr>
          <a:xfrm>
            <a:off x="0" y="2227708"/>
            <a:ext cx="12192000" cy="240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ID804 FA Board</a:t>
            </a:r>
            <a:b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Test Items</a:t>
            </a:r>
            <a:endParaRPr lang="en-US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050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F2F10-4407-799D-41D1-00A33321C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372AA33-8072-EB81-344D-4EC84EBC4AA0}"/>
              </a:ext>
            </a:extLst>
          </p:cNvPr>
          <p:cNvSpPr txBox="1"/>
          <p:nvPr/>
        </p:nvSpPr>
        <p:spPr>
          <a:xfrm>
            <a:off x="243758" y="115888"/>
            <a:ext cx="386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(Active Current)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30A511C-D121-968B-2E6E-F0F2A9DC5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278" y="1587392"/>
            <a:ext cx="3778443" cy="41150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CF7939-2985-211F-9E42-8162B6691F9E}"/>
              </a:ext>
            </a:extLst>
          </p:cNvPr>
          <p:cNvSpPr txBox="1"/>
          <p:nvPr/>
        </p:nvSpPr>
        <p:spPr>
          <a:xfrm>
            <a:off x="714278" y="1184158"/>
            <a:ext cx="3778444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Tera Term CLI </a:t>
            </a:r>
            <a:r>
              <a:rPr lang="ko-KR" altLang="en-US" sz="1100" dirty="0"/>
              <a:t>로그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943B4B-66ED-6D1A-D698-ECE2399A0162}"/>
              </a:ext>
            </a:extLst>
          </p:cNvPr>
          <p:cNvSpPr txBox="1"/>
          <p:nvPr/>
        </p:nvSpPr>
        <p:spPr>
          <a:xfrm>
            <a:off x="5118100" y="1184158"/>
            <a:ext cx="6557690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FA Board &amp; </a:t>
            </a:r>
            <a:r>
              <a:rPr lang="ko-KR" altLang="en-US" sz="1100" dirty="0"/>
              <a:t>계측기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D46B2D2E-5A00-CEDA-FD2C-B10E98DE8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1" y="1587391"/>
            <a:ext cx="6557690" cy="4115011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8AF2791-76B7-A815-E576-D83FA3EAF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0" y="5844025"/>
            <a:ext cx="5702593" cy="21591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F5ACC739-85C8-7855-EDC4-05F532714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21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41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FC4EB-A515-F30E-6ED5-A4E20B354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81584D8-AFB5-7CE9-79EE-88E2B9A89CFE}"/>
              </a:ext>
            </a:extLst>
          </p:cNvPr>
          <p:cNvSpPr txBox="1"/>
          <p:nvPr/>
        </p:nvSpPr>
        <p:spPr>
          <a:xfrm>
            <a:off x="243758" y="115888"/>
            <a:ext cx="377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(Sleep Current)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8F52E4C-49A5-36E1-D910-5386F029F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278" y="1587392"/>
            <a:ext cx="3778443" cy="41150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D41C1E-25B8-0DF1-C8D3-B4DDA2637F17}"/>
              </a:ext>
            </a:extLst>
          </p:cNvPr>
          <p:cNvSpPr txBox="1"/>
          <p:nvPr/>
        </p:nvSpPr>
        <p:spPr>
          <a:xfrm>
            <a:off x="714278" y="1184158"/>
            <a:ext cx="3778444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Tera Term CLI </a:t>
            </a:r>
            <a:r>
              <a:rPr lang="ko-KR" altLang="en-US" sz="1100" dirty="0"/>
              <a:t>로그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465975-F85B-30AF-36FC-873E4D53EA73}"/>
              </a:ext>
            </a:extLst>
          </p:cNvPr>
          <p:cNvSpPr txBox="1"/>
          <p:nvPr/>
        </p:nvSpPr>
        <p:spPr>
          <a:xfrm>
            <a:off x="5118100" y="1184158"/>
            <a:ext cx="6557690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FA Board &amp; </a:t>
            </a:r>
            <a:r>
              <a:rPr lang="ko-KR" altLang="en-US" sz="1100" dirty="0"/>
              <a:t>계측기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DC65925D-1FDB-D7C3-5EA9-7A706E5FE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0" y="1625507"/>
            <a:ext cx="6567536" cy="407689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BF7CC0E-F309-D604-B458-93BDF0F70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0" y="5842142"/>
            <a:ext cx="5702593" cy="1968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84BEE1E0-9099-D285-7347-8F3BE861C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22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837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54970-8E74-25D7-12A1-7F40C9E77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6761C5ED-EC53-A4EB-028E-EF5A6E1B724B}"/>
              </a:ext>
            </a:extLst>
          </p:cNvPr>
          <p:cNvSpPr txBox="1"/>
          <p:nvPr/>
        </p:nvSpPr>
        <p:spPr>
          <a:xfrm>
            <a:off x="243758" y="115888"/>
            <a:ext cx="4348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</a:t>
            </a:r>
            <a:r>
              <a:rPr lang="en-US" altLang="ko-KR" b="1" dirty="0" err="1"/>
              <a:t>DeepSleep</a:t>
            </a:r>
            <a:r>
              <a:rPr lang="en-US" altLang="ko-KR" b="1" dirty="0"/>
              <a:t> Current)</a:t>
            </a:r>
            <a:endParaRPr lang="ko-KR" altLang="en-US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70A3245-BF6D-C99B-257F-69F5C346F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4278" y="1587392"/>
            <a:ext cx="3778443" cy="4115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5C9D8B-B631-3C90-1A74-A75332BD9F20}"/>
              </a:ext>
            </a:extLst>
          </p:cNvPr>
          <p:cNvSpPr txBox="1"/>
          <p:nvPr/>
        </p:nvSpPr>
        <p:spPr>
          <a:xfrm>
            <a:off x="714278" y="1184158"/>
            <a:ext cx="3778444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Tera Term CLI </a:t>
            </a:r>
            <a:r>
              <a:rPr lang="ko-KR" altLang="en-US" sz="1100" dirty="0"/>
              <a:t>로그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E7917F-E1B4-8F28-796E-1FC47880D28D}"/>
              </a:ext>
            </a:extLst>
          </p:cNvPr>
          <p:cNvSpPr txBox="1"/>
          <p:nvPr/>
        </p:nvSpPr>
        <p:spPr>
          <a:xfrm>
            <a:off x="5118100" y="1184158"/>
            <a:ext cx="6557690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FA Board &amp; </a:t>
            </a:r>
            <a:r>
              <a:rPr lang="ko-KR" altLang="en-US" sz="1100" dirty="0"/>
              <a:t>계측기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7F6622-F498-5675-F7EA-BEB7AF54F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1" y="1587392"/>
            <a:ext cx="6557690" cy="411501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23AB22-2A08-C117-F283-239FEAAEA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0" y="5842141"/>
            <a:ext cx="5721644" cy="1968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CEB98528-53BE-1728-26C1-46A9084EA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23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9053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B97E8-1840-BCF0-A004-4CF638F01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4A8859AE-A2C3-BA26-F160-3FFE9E461842}"/>
              </a:ext>
            </a:extLst>
          </p:cNvPr>
          <p:cNvSpPr txBox="1"/>
          <p:nvPr/>
        </p:nvSpPr>
        <p:spPr>
          <a:xfrm>
            <a:off x="243758" y="115888"/>
            <a:ext cx="426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(LED Drive Current)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79F59-1754-8D50-999C-AC152A683C27}"/>
              </a:ext>
            </a:extLst>
          </p:cNvPr>
          <p:cNvSpPr txBox="1"/>
          <p:nvPr/>
        </p:nvSpPr>
        <p:spPr>
          <a:xfrm>
            <a:off x="243758" y="904758"/>
            <a:ext cx="4591286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Tera Term CLI </a:t>
            </a:r>
            <a:r>
              <a:rPr lang="ko-KR" altLang="en-US" sz="1100" dirty="0"/>
              <a:t>로그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68363F-E28C-FB65-554D-62347836684D}"/>
              </a:ext>
            </a:extLst>
          </p:cNvPr>
          <p:cNvSpPr txBox="1"/>
          <p:nvPr/>
        </p:nvSpPr>
        <p:spPr>
          <a:xfrm>
            <a:off x="5118100" y="904758"/>
            <a:ext cx="6946899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FA Board &amp; </a:t>
            </a:r>
            <a:r>
              <a:rPr lang="ko-KR" altLang="en-US" sz="1100" dirty="0"/>
              <a:t>계측기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97ACF1-761F-2C7D-DDAD-578F51DFA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58" y="1295354"/>
            <a:ext cx="4591286" cy="480084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DF0BF3A-1D28-A979-826C-A34166CB2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0" y="1295353"/>
            <a:ext cx="6946899" cy="4800847"/>
          </a:xfrm>
          <a:prstGeom prst="rect">
            <a:avLst/>
          </a:prstGeom>
        </p:spPr>
      </p:pic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9ED62BA6-9B18-E188-C84A-2ADF86FE6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24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4953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E40B8-FAC5-4400-6932-F7F821B3A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FB5D228-5B7C-8C0B-005F-C7475B63E2AC}"/>
              </a:ext>
            </a:extLst>
          </p:cNvPr>
          <p:cNvSpPr txBox="1"/>
          <p:nvPr/>
        </p:nvSpPr>
        <p:spPr>
          <a:xfrm>
            <a:off x="243758" y="115888"/>
            <a:ext cx="4089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</a:t>
            </a:r>
            <a:r>
              <a:rPr lang="ko-KR" altLang="en-US" b="1" dirty="0"/>
              <a:t>번외 </a:t>
            </a:r>
            <a:r>
              <a:rPr lang="en-US" altLang="ko-KR" b="1" dirty="0"/>
              <a:t>- </a:t>
            </a:r>
            <a:r>
              <a:rPr lang="ko-KR" altLang="en-US" b="1" dirty="0"/>
              <a:t>색상 제어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423E1E-8093-5DF1-D7B2-C312989A0C9D}"/>
              </a:ext>
            </a:extLst>
          </p:cNvPr>
          <p:cNvSpPr txBox="1"/>
          <p:nvPr/>
        </p:nvSpPr>
        <p:spPr>
          <a:xfrm>
            <a:off x="243758" y="904758"/>
            <a:ext cx="4591286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Tera Term CLI </a:t>
            </a:r>
            <a:r>
              <a:rPr lang="ko-KR" altLang="en-US" sz="1100" dirty="0"/>
              <a:t>로그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A42558-32F6-EFF8-45AB-6C7CADD598B2}"/>
              </a:ext>
            </a:extLst>
          </p:cNvPr>
          <p:cNvSpPr txBox="1"/>
          <p:nvPr/>
        </p:nvSpPr>
        <p:spPr>
          <a:xfrm>
            <a:off x="5118100" y="904758"/>
            <a:ext cx="6946899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FA Board &amp; </a:t>
            </a:r>
            <a:r>
              <a:rPr lang="ko-KR" altLang="en-US" sz="1100" dirty="0"/>
              <a:t>계측기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6958CA0-00BD-4238-9969-EDBEA79AA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58" y="1370465"/>
            <a:ext cx="4591286" cy="463663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E2E4547-CC20-4EEE-050B-52A6D037F5B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118100" y="2036883"/>
            <a:ext cx="3420000" cy="12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11BCBE8-0C61-1791-0622-5A024C53D6C6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664049" y="2021598"/>
            <a:ext cx="3420000" cy="12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6FB2CCB-4321-EF62-1598-7AD072C98DA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118100" y="4445799"/>
            <a:ext cx="3420000" cy="12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7607291-7E42-32F7-6C9F-364804525B4D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8644999" y="4430514"/>
            <a:ext cx="3420000" cy="126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F3427E1-23D8-9B60-C454-264326769BCA}"/>
              </a:ext>
            </a:extLst>
          </p:cNvPr>
          <p:cNvSpPr txBox="1"/>
          <p:nvPr/>
        </p:nvSpPr>
        <p:spPr>
          <a:xfrm>
            <a:off x="5118100" y="1639963"/>
            <a:ext cx="342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dirty="0"/>
              <a:t>SET_RGB</a:t>
            </a:r>
            <a:r>
              <a:rPr lang="ko-KR" altLang="en-US" sz="1000" dirty="0"/>
              <a:t> </a:t>
            </a:r>
            <a:r>
              <a:rPr lang="en-US" altLang="ko-KR" sz="1000" dirty="0"/>
              <a:t>(0xFF_FF_FF)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712D26-1A07-A5DD-777E-C3C58CF20DED}"/>
              </a:ext>
            </a:extLst>
          </p:cNvPr>
          <p:cNvSpPr txBox="1"/>
          <p:nvPr/>
        </p:nvSpPr>
        <p:spPr>
          <a:xfrm>
            <a:off x="5118100" y="4045032"/>
            <a:ext cx="3420000" cy="2539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dirty="0"/>
              <a:t>SET_RGB</a:t>
            </a:r>
            <a:r>
              <a:rPr lang="ko-KR" altLang="en-US" sz="1000" dirty="0"/>
              <a:t> </a:t>
            </a:r>
            <a:r>
              <a:rPr lang="en-US" altLang="ko-KR" sz="1000" dirty="0"/>
              <a:t>(0x00_FF_00)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99CFDF-F534-3B72-1E8A-26CB8533C06C}"/>
              </a:ext>
            </a:extLst>
          </p:cNvPr>
          <p:cNvSpPr txBox="1"/>
          <p:nvPr/>
        </p:nvSpPr>
        <p:spPr>
          <a:xfrm>
            <a:off x="8664049" y="1639963"/>
            <a:ext cx="3420000" cy="2462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dirty="0"/>
              <a:t>SET_RGB</a:t>
            </a:r>
            <a:r>
              <a:rPr lang="ko-KR" altLang="en-US" sz="1000" dirty="0"/>
              <a:t> </a:t>
            </a:r>
            <a:r>
              <a:rPr lang="en-US" altLang="ko-KR" sz="1000" dirty="0"/>
              <a:t>(0xFF_00_00)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ECCFE1-ED76-A90E-B8F5-4DA5B1504429}"/>
              </a:ext>
            </a:extLst>
          </p:cNvPr>
          <p:cNvSpPr txBox="1"/>
          <p:nvPr/>
        </p:nvSpPr>
        <p:spPr>
          <a:xfrm>
            <a:off x="8644999" y="4045032"/>
            <a:ext cx="3420000" cy="2539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dirty="0"/>
              <a:t>SET_RGB</a:t>
            </a:r>
            <a:r>
              <a:rPr lang="ko-KR" altLang="en-US" sz="1000" dirty="0"/>
              <a:t> </a:t>
            </a:r>
            <a:r>
              <a:rPr lang="en-US" altLang="ko-KR" sz="1000" dirty="0"/>
              <a:t>(0x00_00_FF)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45B69D-26A3-0D63-3269-4C7A4B31A073}"/>
              </a:ext>
            </a:extLst>
          </p:cNvPr>
          <p:cNvSpPr txBox="1"/>
          <p:nvPr/>
        </p:nvSpPr>
        <p:spPr>
          <a:xfrm>
            <a:off x="1877483" y="2002086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(1)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AA87D-E986-F4D7-09A7-9E81B1A32D2E}"/>
              </a:ext>
            </a:extLst>
          </p:cNvPr>
          <p:cNvSpPr txBox="1"/>
          <p:nvPr/>
        </p:nvSpPr>
        <p:spPr>
          <a:xfrm>
            <a:off x="1877483" y="2892754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(2)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2CF76E-B07E-1704-C170-0AE84239EB12}"/>
              </a:ext>
            </a:extLst>
          </p:cNvPr>
          <p:cNvSpPr txBox="1"/>
          <p:nvPr/>
        </p:nvSpPr>
        <p:spPr>
          <a:xfrm>
            <a:off x="1877483" y="3783422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(3)</a:t>
            </a:r>
            <a:endParaRPr lang="ko-KR" alt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0D7283-31DC-B26B-31E3-59BC85134020}"/>
              </a:ext>
            </a:extLst>
          </p:cNvPr>
          <p:cNvSpPr txBox="1"/>
          <p:nvPr/>
        </p:nvSpPr>
        <p:spPr>
          <a:xfrm>
            <a:off x="1877483" y="4774022"/>
            <a:ext cx="348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00B0F0"/>
                </a:solidFill>
              </a:rPr>
              <a:t>(4)</a:t>
            </a:r>
            <a:endParaRPr lang="ko-KR" altLang="en-US" sz="1100" dirty="0">
              <a:solidFill>
                <a:srgbClr val="00B0F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D08780-1E07-218E-5F4B-D1CEB4ACF189}"/>
              </a:ext>
            </a:extLst>
          </p:cNvPr>
          <p:cNvSpPr txBox="1"/>
          <p:nvPr/>
        </p:nvSpPr>
        <p:spPr>
          <a:xfrm>
            <a:off x="7518400" y="1489898"/>
            <a:ext cx="348172" cy="2616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</a:rPr>
              <a:t>(1)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4149F0-7F17-FF5C-312C-C71E89442D9C}"/>
              </a:ext>
            </a:extLst>
          </p:cNvPr>
          <p:cNvSpPr txBox="1"/>
          <p:nvPr/>
        </p:nvSpPr>
        <p:spPr>
          <a:xfrm>
            <a:off x="11047370" y="1489898"/>
            <a:ext cx="348172" cy="2616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(2)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BCB7D0-35D7-A942-11CE-8DB46845B877}"/>
              </a:ext>
            </a:extLst>
          </p:cNvPr>
          <p:cNvSpPr txBox="1"/>
          <p:nvPr/>
        </p:nvSpPr>
        <p:spPr>
          <a:xfrm>
            <a:off x="7518400" y="3870249"/>
            <a:ext cx="348172" cy="2616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(3)</a:t>
            </a:r>
            <a:endParaRPr lang="ko-KR" alt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89C639-53C0-0A29-EEAE-1F2C7AEAAD93}"/>
              </a:ext>
            </a:extLst>
          </p:cNvPr>
          <p:cNvSpPr txBox="1"/>
          <p:nvPr/>
        </p:nvSpPr>
        <p:spPr>
          <a:xfrm>
            <a:off x="11047370" y="3870249"/>
            <a:ext cx="348172" cy="261610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00B0F0"/>
                </a:solidFill>
              </a:rPr>
              <a:t>(4)</a:t>
            </a:r>
            <a:endParaRPr lang="ko-KR" altLang="en-US" sz="1100" dirty="0">
              <a:solidFill>
                <a:srgbClr val="00B0F0"/>
              </a:solidFill>
            </a:endParaRPr>
          </a:p>
        </p:txBody>
      </p:sp>
      <p:sp>
        <p:nvSpPr>
          <p:cNvPr id="3" name="슬라이드 번호 개체 틀 8">
            <a:extLst>
              <a:ext uri="{FF2B5EF4-FFF2-40B4-BE49-F238E27FC236}">
                <a16:creationId xmlns:a16="http://schemas.microsoft.com/office/drawing/2014/main" id="{C50BCB89-6831-3A39-9E3D-4236276D98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25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429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1A598-4153-D1B1-D7FA-F593EE94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E7FCADC-BF68-906C-F7C4-19118912B937}"/>
              </a:ext>
            </a:extLst>
          </p:cNvPr>
          <p:cNvSpPr txBox="1"/>
          <p:nvPr/>
        </p:nvSpPr>
        <p:spPr>
          <a:xfrm>
            <a:off x="243758" y="115888"/>
            <a:ext cx="2736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(OSC)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F9E68-1039-07C4-925A-AC95EC355C39}"/>
              </a:ext>
            </a:extLst>
          </p:cNvPr>
          <p:cNvSpPr txBox="1"/>
          <p:nvPr/>
        </p:nvSpPr>
        <p:spPr>
          <a:xfrm>
            <a:off x="243758" y="904758"/>
            <a:ext cx="4023442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Tera Term CLI </a:t>
            </a:r>
            <a:r>
              <a:rPr lang="ko-KR" altLang="en-US" sz="1100" dirty="0"/>
              <a:t>로그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4CF1A3-F8F0-96E1-E5CD-470E7EA52FCB}"/>
              </a:ext>
            </a:extLst>
          </p:cNvPr>
          <p:cNvSpPr txBox="1"/>
          <p:nvPr/>
        </p:nvSpPr>
        <p:spPr>
          <a:xfrm>
            <a:off x="4733748" y="918149"/>
            <a:ext cx="7214494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100" dirty="0"/>
              <a:t>오실로스코프 파형 </a:t>
            </a:r>
            <a:r>
              <a:rPr lang="en-US" altLang="ko-KR" sz="1100" dirty="0"/>
              <a:t>(SIO2N)</a:t>
            </a:r>
            <a:endParaRPr lang="ko-KR" altLang="en-US" sz="11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B92F98-1466-4F7E-80A2-FB923C189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58" y="1370465"/>
            <a:ext cx="4023442" cy="465684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328076A-514D-094A-6D5E-9A806EFA44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3748" y="1370465"/>
            <a:ext cx="7214494" cy="4656844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8AD126CC-F4CB-8168-A2A3-EB84961784B5}"/>
              </a:ext>
            </a:extLst>
          </p:cNvPr>
          <p:cNvSpPr/>
          <p:nvPr/>
        </p:nvSpPr>
        <p:spPr>
          <a:xfrm>
            <a:off x="5410200" y="5295900"/>
            <a:ext cx="698500" cy="2297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4F8FD2-613B-6DC4-5784-561819822C04}"/>
              </a:ext>
            </a:extLst>
          </p:cNvPr>
          <p:cNvSpPr txBox="1"/>
          <p:nvPr/>
        </p:nvSpPr>
        <p:spPr>
          <a:xfrm>
            <a:off x="6085922" y="5261336"/>
            <a:ext cx="6992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≒</a:t>
            </a:r>
            <a:r>
              <a:rPr lang="en-US" altLang="ko-KR" sz="1200" dirty="0">
                <a:solidFill>
                  <a:srgbClr val="FF0000"/>
                </a:solidFill>
              </a:rPr>
              <a:t>1MHz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45CE607B-49B2-25AC-49D5-CA0C012BE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26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61C1CE-601C-35EB-7E74-46E4F197D6C8}"/>
              </a:ext>
            </a:extLst>
          </p:cNvPr>
          <p:cNvSpPr txBox="1"/>
          <p:nvPr/>
        </p:nvSpPr>
        <p:spPr>
          <a:xfrm>
            <a:off x="2351799" y="4204852"/>
            <a:ext cx="12971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TEST_E, CKO_E = 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2EDF52A-F49A-FF05-F823-9F36ADBC9BA9}"/>
              </a:ext>
            </a:extLst>
          </p:cNvPr>
          <p:cNvCxnSpPr/>
          <p:nvPr/>
        </p:nvCxnSpPr>
        <p:spPr>
          <a:xfrm>
            <a:off x="752475" y="4432023"/>
            <a:ext cx="1599324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8148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E911F-8208-7832-C21D-31039495A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849543-392F-B575-B875-76EE584F6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64" y="1278058"/>
            <a:ext cx="4483330" cy="491515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710C42D-46B7-B058-EA31-D244371143AD}"/>
              </a:ext>
            </a:extLst>
          </p:cNvPr>
          <p:cNvSpPr txBox="1"/>
          <p:nvPr/>
        </p:nvSpPr>
        <p:spPr>
          <a:xfrm>
            <a:off x="243758" y="115888"/>
            <a:ext cx="5691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(ADC TEMP &amp; LED Open, Short)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02AC9F-0AE4-04C7-04CA-7F5969CF59B4}"/>
              </a:ext>
            </a:extLst>
          </p:cNvPr>
          <p:cNvSpPr txBox="1"/>
          <p:nvPr/>
        </p:nvSpPr>
        <p:spPr>
          <a:xfrm>
            <a:off x="832974" y="944236"/>
            <a:ext cx="4498419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Tera Term CLI </a:t>
            </a:r>
            <a:r>
              <a:rPr lang="ko-KR" altLang="en-US" sz="1100" dirty="0"/>
              <a:t>로그 </a:t>
            </a:r>
            <a:r>
              <a:rPr lang="en-US" altLang="ko-KR" sz="1100" dirty="0"/>
              <a:t>– ADC Temp</a:t>
            </a:r>
            <a:endParaRPr lang="ko-KR" altLang="en-US" sz="11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79A755D-572A-478F-DF8F-15F807023537}"/>
              </a:ext>
            </a:extLst>
          </p:cNvPr>
          <p:cNvCxnSpPr>
            <a:cxnSpLocks/>
          </p:cNvCxnSpPr>
          <p:nvPr/>
        </p:nvCxnSpPr>
        <p:spPr>
          <a:xfrm flipH="1">
            <a:off x="6081234" y="944236"/>
            <a:ext cx="29533" cy="51136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DB6059F-C5B5-13E6-AC99-8629F8876804}"/>
              </a:ext>
            </a:extLst>
          </p:cNvPr>
          <p:cNvSpPr txBox="1"/>
          <p:nvPr/>
        </p:nvSpPr>
        <p:spPr>
          <a:xfrm>
            <a:off x="6702657" y="944236"/>
            <a:ext cx="4656368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100" dirty="0"/>
              <a:t>Tera Term CLI </a:t>
            </a:r>
            <a:r>
              <a:rPr lang="ko-KR" altLang="en-US" sz="1100" dirty="0"/>
              <a:t>로그 </a:t>
            </a:r>
            <a:r>
              <a:rPr lang="en-US" altLang="ko-KR" sz="1100" dirty="0"/>
              <a:t>– LED Open, Short</a:t>
            </a:r>
            <a:endParaRPr lang="ko-KR" altLang="en-US" sz="110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5541A8B9-04DC-D459-C434-2695E39AC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656" y="1364612"/>
            <a:ext cx="4681903" cy="4774746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5937094-7790-8B28-BF50-14B9B847E839}"/>
              </a:ext>
            </a:extLst>
          </p:cNvPr>
          <p:cNvSpPr/>
          <p:nvPr/>
        </p:nvSpPr>
        <p:spPr>
          <a:xfrm>
            <a:off x="9953621" y="5411518"/>
            <a:ext cx="614363" cy="255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2B16A7-C4B2-B3F7-AF78-358B3285BD1A}"/>
              </a:ext>
            </a:extLst>
          </p:cNvPr>
          <p:cNvSpPr txBox="1"/>
          <p:nvPr/>
        </p:nvSpPr>
        <p:spPr>
          <a:xfrm>
            <a:off x="9697304" y="5671576"/>
            <a:ext cx="11480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STATUS2 [B9:B4]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4C16CC7-736C-4302-FC74-62410D9C39A5}"/>
              </a:ext>
            </a:extLst>
          </p:cNvPr>
          <p:cNvSpPr/>
          <p:nvPr/>
        </p:nvSpPr>
        <p:spPr>
          <a:xfrm>
            <a:off x="3377529" y="5374994"/>
            <a:ext cx="1519242" cy="136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774A82-FA4E-ED3F-136F-F2BA986FE0D2}"/>
              </a:ext>
            </a:extLst>
          </p:cNvPr>
          <p:cNvSpPr txBox="1"/>
          <p:nvPr/>
        </p:nvSpPr>
        <p:spPr>
          <a:xfrm>
            <a:off x="4838206" y="5339389"/>
            <a:ext cx="5517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FF0000"/>
                </a:solidFill>
              </a:rPr>
              <a:t>TEMP(</a:t>
            </a:r>
            <a:r>
              <a:rPr lang="ko-KR" altLang="en-US" sz="700" dirty="0">
                <a:solidFill>
                  <a:srgbClr val="FF0000"/>
                </a:solidFill>
              </a:rPr>
              <a:t>℃</a:t>
            </a:r>
            <a:r>
              <a:rPr lang="en-US" altLang="ko-KR" sz="700" dirty="0">
                <a:solidFill>
                  <a:srgbClr val="FF0000"/>
                </a:solidFill>
              </a:rPr>
              <a:t>)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0268B7D-A560-4277-A30A-065CCF85B8A2}"/>
              </a:ext>
            </a:extLst>
          </p:cNvPr>
          <p:cNvSpPr/>
          <p:nvPr/>
        </p:nvSpPr>
        <p:spPr>
          <a:xfrm>
            <a:off x="3377529" y="5608497"/>
            <a:ext cx="1519242" cy="136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68129F-9A4D-BBFA-056C-EF79FD47DDF8}"/>
              </a:ext>
            </a:extLst>
          </p:cNvPr>
          <p:cNvSpPr txBox="1"/>
          <p:nvPr/>
        </p:nvSpPr>
        <p:spPr>
          <a:xfrm>
            <a:off x="4838206" y="5584001"/>
            <a:ext cx="5517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dirty="0">
                <a:solidFill>
                  <a:srgbClr val="FF0000"/>
                </a:solidFill>
              </a:rPr>
              <a:t>TEMP(</a:t>
            </a:r>
            <a:r>
              <a:rPr lang="ko-KR" altLang="en-US" sz="700" dirty="0">
                <a:solidFill>
                  <a:srgbClr val="FF0000"/>
                </a:solidFill>
              </a:rPr>
              <a:t>℃</a:t>
            </a:r>
            <a:r>
              <a:rPr lang="en-US" altLang="ko-KR" sz="700" dirty="0">
                <a:solidFill>
                  <a:srgbClr val="FF0000"/>
                </a:solidFill>
              </a:rPr>
              <a:t>)</a:t>
            </a:r>
            <a:endParaRPr lang="ko-KR" altLang="en-US" sz="70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7AB55E49-671F-036D-B5BE-3A3890390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27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620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431E-DDF8-721C-BBC6-134253C9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E73A301-3485-9A83-93C4-B146FA54DF16}"/>
              </a:ext>
            </a:extLst>
          </p:cNvPr>
          <p:cNvSpPr txBox="1"/>
          <p:nvPr/>
        </p:nvSpPr>
        <p:spPr>
          <a:xfrm>
            <a:off x="243758" y="115888"/>
            <a:ext cx="586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(Single Ended Propagation Delay)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6A7745-0A8D-5E0E-8D71-C015B74E7F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876" y="898730"/>
            <a:ext cx="8904248" cy="5070270"/>
          </a:xfrm>
          <a:prstGeom prst="rect">
            <a:avLst/>
          </a:prstGeo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A89E69A-96DA-A965-7652-9395674D1783}"/>
              </a:ext>
            </a:extLst>
          </p:cNvPr>
          <p:cNvSpPr/>
          <p:nvPr/>
        </p:nvSpPr>
        <p:spPr>
          <a:xfrm>
            <a:off x="3975100" y="4241800"/>
            <a:ext cx="1104900" cy="749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B7CB8-D910-209D-7964-3C8E7FB735F5}"/>
              </a:ext>
            </a:extLst>
          </p:cNvPr>
          <p:cNvSpPr txBox="1"/>
          <p:nvPr/>
        </p:nvSpPr>
        <p:spPr>
          <a:xfrm>
            <a:off x="1837118" y="5158389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FF00"/>
                </a:solidFill>
              </a:rPr>
              <a:t>SIO1P</a:t>
            </a:r>
            <a:endParaRPr lang="ko-KR" altLang="en-US" sz="1000" dirty="0">
              <a:solidFill>
                <a:srgbClr val="FFFF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AC9173-3F3A-F2E9-12B4-4FFAC8448A94}"/>
              </a:ext>
            </a:extLst>
          </p:cNvPr>
          <p:cNvSpPr txBox="1"/>
          <p:nvPr/>
        </p:nvSpPr>
        <p:spPr>
          <a:xfrm>
            <a:off x="3930607" y="5154227"/>
            <a:ext cx="532518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6000"/>
                </a:solidFill>
              </a:rPr>
              <a:t>SIO2P</a:t>
            </a:r>
            <a:endParaRPr lang="ko-KR" altLang="en-US" sz="1000" dirty="0">
              <a:solidFill>
                <a:srgbClr val="FF6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48D083-C68C-293C-509F-0D25A81D93AB}"/>
              </a:ext>
            </a:extLst>
          </p:cNvPr>
          <p:cNvSpPr txBox="1"/>
          <p:nvPr/>
        </p:nvSpPr>
        <p:spPr>
          <a:xfrm>
            <a:off x="4884147" y="5154227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7296FF"/>
                </a:solidFill>
              </a:rPr>
              <a:t>SIO2N</a:t>
            </a:r>
            <a:endParaRPr lang="ko-KR" altLang="en-US" sz="1000" dirty="0">
              <a:solidFill>
                <a:srgbClr val="7296F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AD94660-8883-9054-65CF-1E6AAB59F9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3711" y="5207485"/>
            <a:ext cx="455230" cy="1643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01E1AB-C415-BE67-FA97-70752562CD3C}"/>
              </a:ext>
            </a:extLst>
          </p:cNvPr>
          <p:cNvSpPr txBox="1"/>
          <p:nvPr/>
        </p:nvSpPr>
        <p:spPr>
          <a:xfrm>
            <a:off x="2892708" y="5154227"/>
            <a:ext cx="556563" cy="24622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FF00"/>
                </a:solidFill>
              </a:rPr>
              <a:t>SIO1N</a:t>
            </a:r>
            <a:endParaRPr lang="ko-KR" altLang="en-US" sz="1000" dirty="0">
              <a:solidFill>
                <a:srgbClr val="00FF00"/>
              </a:solidFill>
            </a:endParaRPr>
          </a:p>
        </p:txBody>
      </p:sp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B082159F-B593-027F-C825-E3F35328A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28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949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7ACED-6FFF-1A02-F1CF-C7C1EBC8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B61252D-4304-2AF0-2872-9F33B644D17F}"/>
              </a:ext>
            </a:extLst>
          </p:cNvPr>
          <p:cNvSpPr txBox="1"/>
          <p:nvPr/>
        </p:nvSpPr>
        <p:spPr>
          <a:xfrm>
            <a:off x="243758" y="115888"/>
            <a:ext cx="670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(Single Ended Pull-Up &amp; Pull-Down </a:t>
            </a:r>
            <a:r>
              <a:rPr lang="ko-KR" altLang="en-US" b="1" dirty="0"/>
              <a:t>저항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212A6B-4A69-B256-A4CB-1222F9117B29}"/>
              </a:ext>
            </a:extLst>
          </p:cNvPr>
          <p:cNvSpPr/>
          <p:nvPr/>
        </p:nvSpPr>
        <p:spPr>
          <a:xfrm>
            <a:off x="1803400" y="1104900"/>
            <a:ext cx="8585200" cy="450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GT Lab Current Sourcing </a:t>
            </a:r>
            <a:r>
              <a:rPr lang="ko-KR" altLang="en-US" dirty="0"/>
              <a:t>장비 미보유로</a:t>
            </a:r>
            <a:endParaRPr lang="en-US" altLang="ko-KR" dirty="0"/>
          </a:p>
          <a:p>
            <a:pPr algn="ctr"/>
            <a:r>
              <a:rPr lang="ko-KR" altLang="en-US" dirty="0"/>
              <a:t>진행 불가</a:t>
            </a:r>
          </a:p>
        </p:txBody>
      </p:sp>
      <p:sp>
        <p:nvSpPr>
          <p:cNvPr id="3" name="슬라이드 번호 개체 틀 8">
            <a:extLst>
              <a:ext uri="{FF2B5EF4-FFF2-40B4-BE49-F238E27FC236}">
                <a16:creationId xmlns:a16="http://schemas.microsoft.com/office/drawing/2014/main" id="{4904CFD8-F4FD-E443-6BAF-020354408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29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212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985C-4523-981C-EF59-7B7E8112E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F26174FC-662F-3956-8315-32D4EF39DA8A}"/>
              </a:ext>
            </a:extLst>
          </p:cNvPr>
          <p:cNvSpPr txBox="1"/>
          <p:nvPr/>
        </p:nvSpPr>
        <p:spPr>
          <a:xfrm>
            <a:off x="243758" y="115888"/>
            <a:ext cx="4072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(LVDS</a:t>
            </a:r>
            <a:r>
              <a:rPr lang="ko-KR" altLang="en-US" b="1" dirty="0"/>
              <a:t> </a:t>
            </a:r>
            <a:r>
              <a:rPr lang="en-US" altLang="ko-KR" b="1" dirty="0"/>
              <a:t>Tx</a:t>
            </a:r>
            <a:r>
              <a:rPr lang="ko-KR" altLang="en-US" b="1" dirty="0"/>
              <a:t> </a:t>
            </a:r>
            <a:r>
              <a:rPr lang="en-US" altLang="ko-KR" b="1" dirty="0"/>
              <a:t>Current)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E3508E7-68D3-A78C-DB8D-05B62D820BF4}"/>
              </a:ext>
            </a:extLst>
          </p:cNvPr>
          <p:cNvSpPr/>
          <p:nvPr/>
        </p:nvSpPr>
        <p:spPr>
          <a:xfrm>
            <a:off x="1803400" y="1104900"/>
            <a:ext cx="8585200" cy="450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/>
              <a:t>T.B.D.</a:t>
            </a:r>
          </a:p>
          <a:p>
            <a:pPr algn="ctr">
              <a:lnSpc>
                <a:spcPct val="150000"/>
              </a:lnSpc>
            </a:pPr>
            <a:r>
              <a:rPr lang="ko-KR" altLang="en-US" dirty="0"/>
              <a:t>파워 서플라이 준비 시 테스트 예정</a:t>
            </a:r>
            <a:endParaRPr lang="en-US" altLang="ko-KR" dirty="0"/>
          </a:p>
          <a:p>
            <a:pPr algn="ctr">
              <a:lnSpc>
                <a:spcPct val="150000"/>
              </a:lnSpc>
            </a:pPr>
            <a:endParaRPr lang="en-US" altLang="ko-KR" dirty="0"/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US" altLang="ko-KR" dirty="0"/>
              <a:t>I2C </a:t>
            </a:r>
            <a:r>
              <a:rPr lang="ko-KR" altLang="en-US" dirty="0"/>
              <a:t>부팅 후 다음 명령어 입력</a:t>
            </a:r>
            <a:endParaRPr lang="en-US" altLang="ko-KR" dirty="0"/>
          </a:p>
          <a:p>
            <a:pPr algn="ctr">
              <a:lnSpc>
                <a:spcPct val="150000"/>
              </a:lnSpc>
            </a:pPr>
            <a:endParaRPr lang="en-US" altLang="ko-KR" dirty="0"/>
          </a:p>
          <a:p>
            <a:pPr marL="342900" indent="-342900" algn="ctr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/>
              <a:t>SIO2P&lt;-&gt;SIO2N</a:t>
            </a:r>
            <a:r>
              <a:rPr lang="ko-KR" altLang="en-US" dirty="0"/>
              <a:t> 사이 </a:t>
            </a:r>
            <a:r>
              <a:rPr lang="en-US" altLang="ko-KR" dirty="0"/>
              <a:t>200</a:t>
            </a:r>
            <a:r>
              <a:rPr lang="ko-KR" altLang="en-US" dirty="0"/>
              <a:t>옴 </a:t>
            </a:r>
            <a:r>
              <a:rPr lang="en-US" altLang="ko-KR" dirty="0"/>
              <a:t>termination </a:t>
            </a:r>
            <a:r>
              <a:rPr lang="ko-KR" altLang="en-US" dirty="0"/>
              <a:t>저항 연결</a:t>
            </a:r>
            <a:endParaRPr lang="en-US" altLang="ko-KR" dirty="0"/>
          </a:p>
          <a:p>
            <a:pPr marL="342900" indent="-342900" algn="ctr">
              <a:lnSpc>
                <a:spcPct val="150000"/>
              </a:lnSpc>
              <a:buAutoNum type="arabicPeriod" startAt="2"/>
            </a:pPr>
            <a:r>
              <a:rPr lang="en-US" altLang="ko-KR" dirty="0"/>
              <a:t>SIO1P : 1.35V / SIO1N : 1.05V </a:t>
            </a:r>
            <a:r>
              <a:rPr lang="ko-KR" altLang="en-US" dirty="0"/>
              <a:t>인가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SIO2P, SIO2N </a:t>
            </a:r>
            <a:r>
              <a:rPr lang="ko-KR" altLang="en-US" dirty="0"/>
              <a:t>전압 측정</a:t>
            </a:r>
            <a:endParaRPr lang="en-US" altLang="ko-KR" dirty="0"/>
          </a:p>
          <a:p>
            <a:pPr marL="342900" indent="-342900" algn="ctr">
              <a:lnSpc>
                <a:spcPct val="150000"/>
              </a:lnSpc>
              <a:buAutoNum type="arabicPeriod" startAt="2"/>
            </a:pPr>
            <a:r>
              <a:rPr lang="en-US" altLang="ko-KR" dirty="0"/>
              <a:t>Tx Current = (SIO2P – SIO2N) / 200</a:t>
            </a:r>
          </a:p>
          <a:p>
            <a:pPr marL="342900" indent="-342900" algn="ctr">
              <a:lnSpc>
                <a:spcPct val="150000"/>
              </a:lnSpc>
              <a:buAutoNum type="arabicPeriod" startAt="2"/>
            </a:pPr>
            <a:endParaRPr lang="en-US" altLang="ko-KR" dirty="0"/>
          </a:p>
          <a:p>
            <a:pPr algn="ctr">
              <a:lnSpc>
                <a:spcPct val="150000"/>
              </a:lnSpc>
            </a:pPr>
            <a:r>
              <a:rPr lang="ko-KR" altLang="en-US" dirty="0"/>
              <a:t>부팅 시퀀스 확인 필요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F18D4F-70AB-3454-3254-B083D2232DA7}"/>
              </a:ext>
            </a:extLst>
          </p:cNvPr>
          <p:cNvSpPr txBox="1"/>
          <p:nvPr/>
        </p:nvSpPr>
        <p:spPr>
          <a:xfrm>
            <a:off x="8122835" y="2236945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I2C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write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0xe3 0xa5a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I2C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write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0xe0 0x800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I2C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write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0xe0 0x840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I2C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write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0xe0 0x878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0A117656-9914-79BC-C166-9D7447BBBFFC}"/>
              </a:ext>
            </a:extLst>
          </p:cNvPr>
          <p:cNvSpPr/>
          <p:nvPr/>
        </p:nvSpPr>
        <p:spPr>
          <a:xfrm>
            <a:off x="7915275" y="2476500"/>
            <a:ext cx="207560" cy="1714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8">
            <a:extLst>
              <a:ext uri="{FF2B5EF4-FFF2-40B4-BE49-F238E27FC236}">
                <a16:creationId xmlns:a16="http://schemas.microsoft.com/office/drawing/2014/main" id="{0FB69C44-8D80-707C-3439-D6B405C90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30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393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2ECEF-408A-6EDE-1AE7-59B256D1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9EC7DBC-5F90-5602-D9F6-4DA1C6D86D5A}"/>
              </a:ext>
            </a:extLst>
          </p:cNvPr>
          <p:cNvSpPr txBox="1"/>
          <p:nvPr/>
        </p:nvSpPr>
        <p:spPr>
          <a:xfrm>
            <a:off x="243758" y="115888"/>
            <a:ext cx="4614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ID804 Test Items (LVDS</a:t>
            </a:r>
            <a:r>
              <a:rPr lang="ko-KR" altLang="en-US" b="1" dirty="0"/>
              <a:t> </a:t>
            </a:r>
            <a:r>
              <a:rPr lang="en-US" altLang="ko-KR" b="1" dirty="0"/>
              <a:t>Pull-Down </a:t>
            </a:r>
            <a:r>
              <a:rPr lang="ko-KR" altLang="en-US" b="1" dirty="0"/>
              <a:t>저항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C080013-1138-0FBD-48E5-17192438761C}"/>
              </a:ext>
            </a:extLst>
          </p:cNvPr>
          <p:cNvSpPr/>
          <p:nvPr/>
        </p:nvSpPr>
        <p:spPr>
          <a:xfrm>
            <a:off x="1803400" y="1104900"/>
            <a:ext cx="8585200" cy="4508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/>
              <a:t>T.B.D.</a:t>
            </a:r>
          </a:p>
          <a:p>
            <a:pPr algn="ctr">
              <a:lnSpc>
                <a:spcPct val="150000"/>
              </a:lnSpc>
            </a:pPr>
            <a:r>
              <a:rPr lang="ko-KR" altLang="en-US" dirty="0"/>
              <a:t>파워 서플라이 준비 시 테스트 예정</a:t>
            </a:r>
            <a:endParaRPr lang="en-US" altLang="ko-KR" dirty="0"/>
          </a:p>
          <a:p>
            <a:pPr marL="342900" indent="-342900" algn="ctr">
              <a:lnSpc>
                <a:spcPct val="150000"/>
              </a:lnSpc>
              <a:buFontTx/>
              <a:buAutoNum type="arabicPeriod"/>
            </a:pPr>
            <a:r>
              <a:rPr lang="en-US" altLang="ko-KR" dirty="0"/>
              <a:t>I2C </a:t>
            </a:r>
            <a:r>
              <a:rPr lang="ko-KR" altLang="en-US" dirty="0"/>
              <a:t>부팅 후 다음 명령어 입력</a:t>
            </a:r>
            <a:endParaRPr lang="en-US" altLang="ko-KR" dirty="0"/>
          </a:p>
          <a:p>
            <a:pPr algn="ctr">
              <a:lnSpc>
                <a:spcPct val="150000"/>
              </a:lnSpc>
            </a:pPr>
            <a:endParaRPr lang="en-US" altLang="ko-KR" dirty="0"/>
          </a:p>
          <a:p>
            <a:pPr marL="342900" indent="-342900" algn="ctr">
              <a:lnSpc>
                <a:spcPct val="150000"/>
              </a:lnSpc>
              <a:buFont typeface="+mj-lt"/>
              <a:buAutoNum type="arabicPeriod" startAt="2"/>
            </a:pPr>
            <a:r>
              <a:rPr lang="en-US" altLang="ko-KR" dirty="0" err="1"/>
              <a:t>SIOx</a:t>
            </a:r>
            <a:r>
              <a:rPr lang="en-US" altLang="ko-KR" dirty="0"/>
              <a:t> : 0.95V </a:t>
            </a:r>
            <a:r>
              <a:rPr lang="ko-KR" altLang="en-US" dirty="0"/>
              <a:t>인가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전류 측정</a:t>
            </a:r>
            <a:endParaRPr lang="en-US" altLang="ko-KR" dirty="0"/>
          </a:p>
          <a:p>
            <a:pPr marL="342900" indent="-342900" algn="ctr">
              <a:lnSpc>
                <a:spcPct val="150000"/>
              </a:lnSpc>
              <a:buAutoNum type="arabicPeriod" startAt="2"/>
            </a:pPr>
            <a:r>
              <a:rPr lang="en-US" altLang="ko-KR" dirty="0"/>
              <a:t>PD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0.95 / current</a:t>
            </a:r>
          </a:p>
          <a:p>
            <a:pPr marL="342900" indent="-342900" algn="ctr">
              <a:lnSpc>
                <a:spcPct val="150000"/>
              </a:lnSpc>
              <a:buAutoNum type="arabicPeriod" startAt="2"/>
            </a:pPr>
            <a:endParaRPr lang="en-US" altLang="ko-KR" dirty="0"/>
          </a:p>
          <a:p>
            <a:pPr algn="ctr">
              <a:lnSpc>
                <a:spcPct val="150000"/>
              </a:lnSpc>
            </a:pPr>
            <a:r>
              <a:rPr lang="ko-KR" altLang="en-US" dirty="0"/>
              <a:t>부팅 시퀀스 확인 필요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651830-B240-1683-12FB-B0561A566E7A}"/>
              </a:ext>
            </a:extLst>
          </p:cNvPr>
          <p:cNvSpPr txBox="1"/>
          <p:nvPr/>
        </p:nvSpPr>
        <p:spPr>
          <a:xfrm>
            <a:off x="7970435" y="2084545"/>
            <a:ext cx="1402948" cy="707886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I2C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write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0xe3 0xa5a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I2C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write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0xe0 0x800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I2C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write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0xe0 0x840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I2C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write</a:t>
            </a:r>
            <a:r>
              <a:rPr lang="ko-KR" altLang="en-US" sz="1000" dirty="0">
                <a:solidFill>
                  <a:schemeClr val="bg1"/>
                </a:solidFill>
              </a:rPr>
              <a:t> </a:t>
            </a:r>
            <a:r>
              <a:rPr lang="en-US" altLang="ko-KR" sz="1000" dirty="0">
                <a:solidFill>
                  <a:schemeClr val="bg1"/>
                </a:solidFill>
              </a:rPr>
              <a:t>0xe0 0x878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4FCBDD1A-5EC2-0B1F-6293-8FB4B4E592D1}"/>
              </a:ext>
            </a:extLst>
          </p:cNvPr>
          <p:cNvSpPr/>
          <p:nvPr/>
        </p:nvSpPr>
        <p:spPr>
          <a:xfrm>
            <a:off x="7762875" y="2352763"/>
            <a:ext cx="207560" cy="17145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8">
            <a:extLst>
              <a:ext uri="{FF2B5EF4-FFF2-40B4-BE49-F238E27FC236}">
                <a16:creationId xmlns:a16="http://schemas.microsoft.com/office/drawing/2014/main" id="{85F20E6D-9357-6EB6-C9D5-8F3019CBD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71444"/>
            <a:ext cx="2743200" cy="365125"/>
          </a:xfrm>
        </p:spPr>
        <p:txBody>
          <a:bodyPr/>
          <a:lstStyle/>
          <a:p>
            <a:pPr algn="ctr"/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 algn="ctr"/>
              <a:t>31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605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DF95D-F4E1-E534-2DC3-0DAED333A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F6D7632-FD54-5C4D-E643-545800FE3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32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E2BA547-D6DA-F714-EBC9-7D31918D468A}"/>
              </a:ext>
            </a:extLst>
          </p:cNvPr>
          <p:cNvSpPr txBox="1">
            <a:spLocks/>
          </p:cNvSpPr>
          <p:nvPr/>
        </p:nvSpPr>
        <p:spPr>
          <a:xfrm>
            <a:off x="0" y="2227708"/>
            <a:ext cx="12192000" cy="2402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ID804 FA Board</a:t>
            </a:r>
            <a:b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altLang="ko-KR" sz="32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Firmware Download</a:t>
            </a:r>
            <a:endParaRPr lang="en-US" sz="32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307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EA399-D289-FBA1-5571-536101B90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6CFF8-2390-ADEB-B818-AC57DE5F0F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3D7C3DD-38B7-4D6D-B394-0849C77A12EC}" type="slidenum">
              <a:rPr lang="en-US" smtClean="0">
                <a:latin typeface="Calibri Light" panose="020F0302020204030204" pitchFamily="34" charset="0"/>
                <a:cs typeface="Calibri Light" panose="020F0302020204030204" pitchFamily="34" charset="0"/>
              </a:rPr>
              <a:pPr/>
              <a:t>33</a:t>
            </a:fld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0B9AF-776C-9231-E35F-462406417A69}"/>
              </a:ext>
            </a:extLst>
          </p:cNvPr>
          <p:cNvSpPr txBox="1"/>
          <p:nvPr/>
        </p:nvSpPr>
        <p:spPr>
          <a:xfrm>
            <a:off x="182088" y="0"/>
            <a:ext cx="12009912" cy="498764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/>
          <a:p>
            <a:r>
              <a:rPr lang="ko-KR" altLang="en-US" dirty="0">
                <a:latin typeface="Arial" panose="020B0604020202020204" pitchFamily="34" charset="0"/>
                <a:cs typeface="Arial" panose="020B0604020202020204" pitchFamily="34" charset="0"/>
              </a:rPr>
              <a:t>펌웨어 업데이트</a:t>
            </a:r>
            <a:endParaRPr lang="en-US" altLang="ko-K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24D2B-7C55-58E1-F700-A0822930A684}"/>
              </a:ext>
            </a:extLst>
          </p:cNvPr>
          <p:cNvSpPr txBox="1"/>
          <p:nvPr/>
        </p:nvSpPr>
        <p:spPr>
          <a:xfrm>
            <a:off x="182088" y="610791"/>
            <a:ext cx="5925671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Jig 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보드 연결</a:t>
            </a: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 - 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보드에 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USB 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연결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, 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전원 공급 후 다음의 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Info 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메시지를 확인한다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2. </a:t>
            </a:r>
            <a:r>
              <a:rPr lang="ko-KR" altLang="en-US" sz="1000" b="1" dirty="0" err="1">
                <a:latin typeface="+mn-ea"/>
                <a:cs typeface="Arial" panose="020B0604020202020204" pitchFamily="34" charset="0"/>
              </a:rPr>
              <a:t>부트로더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 진입</a:t>
            </a: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- “reset”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+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000" b="1" dirty="0" err="1">
                <a:latin typeface="+mn-ea"/>
                <a:cs typeface="Arial" panose="020B0604020202020204" pitchFamily="34" charset="0"/>
              </a:rPr>
              <a:t>엔터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 명령어 입력 후 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3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초 이내 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“</a:t>
            </a:r>
            <a:r>
              <a:rPr lang="en-US" altLang="ko-KR" sz="1000" b="1" dirty="0" err="1">
                <a:latin typeface="+mn-ea"/>
                <a:cs typeface="Arial" panose="020B0604020202020204" pitchFamily="34" charset="0"/>
              </a:rPr>
              <a:t>gt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” + “1”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를 입력한다</a:t>
            </a:r>
            <a:endParaRPr lang="en-US" altLang="ko-KR" sz="1000" b="1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B8D2E8-6AD8-DFA5-5112-34D26141396F}"/>
              </a:ext>
            </a:extLst>
          </p:cNvPr>
          <p:cNvSpPr txBox="1"/>
          <p:nvPr/>
        </p:nvSpPr>
        <p:spPr>
          <a:xfrm>
            <a:off x="4504764" y="610791"/>
            <a:ext cx="5925671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펌웨어 다운로드 모드 진입</a:t>
            </a: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 - 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메뉴 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-&gt; 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전송 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-&gt; YMODEM -&gt; 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보내기 순서로 클릭한다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BB4822D7-CA27-F4FD-6B30-03AB3CA24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2310" y="1158559"/>
            <a:ext cx="3700153" cy="3461066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1F48D0BD-6D9D-42DC-C92C-BC8F8C2ACCD9}"/>
              </a:ext>
            </a:extLst>
          </p:cNvPr>
          <p:cNvSpPr/>
          <p:nvPr/>
        </p:nvSpPr>
        <p:spPr>
          <a:xfrm>
            <a:off x="4781550" y="2798604"/>
            <a:ext cx="1314450" cy="1809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F41173A-FA8D-AE5A-43B0-471711CE9B26}"/>
              </a:ext>
            </a:extLst>
          </p:cNvPr>
          <p:cNvSpPr/>
          <p:nvPr/>
        </p:nvSpPr>
        <p:spPr>
          <a:xfrm>
            <a:off x="6194407" y="3069324"/>
            <a:ext cx="777893" cy="168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2DECCB3-625C-20C5-DBFA-CA7B3C175516}"/>
              </a:ext>
            </a:extLst>
          </p:cNvPr>
          <p:cNvSpPr/>
          <p:nvPr/>
        </p:nvSpPr>
        <p:spPr>
          <a:xfrm>
            <a:off x="7025677" y="3211255"/>
            <a:ext cx="843969" cy="1497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81E6022-5F52-787B-94B3-295BEAB5AD3D}"/>
              </a:ext>
            </a:extLst>
          </p:cNvPr>
          <p:cNvSpPr/>
          <p:nvPr/>
        </p:nvSpPr>
        <p:spPr>
          <a:xfrm>
            <a:off x="4653490" y="1325770"/>
            <a:ext cx="298541" cy="1549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5B24DC60-101F-6A60-1F61-480ABE20C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8906" y="1101063"/>
            <a:ext cx="3406505" cy="2268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6387645-7DBE-72E2-D8B9-EFD5F178AB33}"/>
              </a:ext>
            </a:extLst>
          </p:cNvPr>
          <p:cNvSpPr txBox="1"/>
          <p:nvPr/>
        </p:nvSpPr>
        <p:spPr>
          <a:xfrm>
            <a:off x="8493170" y="610791"/>
            <a:ext cx="5925671" cy="2430904"/>
          </a:xfrm>
          <a:prstGeom prst="rect">
            <a:avLst/>
          </a:prstGeom>
          <a:noFill/>
        </p:spPr>
        <p:txBody>
          <a:bodyPr wrap="none" lIns="0" tIns="0" rIns="0" bIns="0" rtlCol="0" anchor="t" anchorCtr="0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 startAt="4"/>
            </a:pP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펌웨어 다운로드</a:t>
            </a:r>
            <a:endParaRPr lang="en-US" altLang="ko-KR" sz="1000" b="1" dirty="0"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 - 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전달받은 </a:t>
            </a:r>
            <a:r>
              <a:rPr lang="en-US" altLang="ko-KR" sz="1000" b="1" dirty="0" err="1">
                <a:latin typeface="+mn-ea"/>
                <a:cs typeface="Arial" panose="020B0604020202020204" pitchFamily="34" charset="0"/>
              </a:rPr>
              <a:t>App.bin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 </a:t>
            </a:r>
            <a:r>
              <a:rPr lang="ko-KR" altLang="en-US" sz="1000" b="1" dirty="0">
                <a:latin typeface="+mn-ea"/>
                <a:cs typeface="Arial" panose="020B0604020202020204" pitchFamily="34" charset="0"/>
              </a:rPr>
              <a:t>파일을 선택한다</a:t>
            </a:r>
            <a:r>
              <a:rPr lang="en-US" altLang="ko-KR" sz="1000" b="1" dirty="0">
                <a:latin typeface="+mn-ea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4801B82-6F2D-4F09-8A65-13D109462161}"/>
              </a:ext>
            </a:extLst>
          </p:cNvPr>
          <p:cNvSpPr/>
          <p:nvPr/>
        </p:nvSpPr>
        <p:spPr>
          <a:xfrm>
            <a:off x="9468820" y="1711946"/>
            <a:ext cx="365744" cy="197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3C06D9E8-6947-A4FE-D5CA-8C604C7D83DC}"/>
              </a:ext>
            </a:extLst>
          </p:cNvPr>
          <p:cNvSpPr/>
          <p:nvPr/>
        </p:nvSpPr>
        <p:spPr>
          <a:xfrm>
            <a:off x="11021395" y="3088311"/>
            <a:ext cx="494330" cy="1978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B30B7A-E97D-913D-BF1F-0452F6021E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403"/>
          <a:stretch>
            <a:fillRect/>
          </a:stretch>
        </p:blipFill>
        <p:spPr>
          <a:xfrm>
            <a:off x="297321" y="1101063"/>
            <a:ext cx="3667104" cy="20526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7198EDF-9132-1AA9-FA5B-82868DAFF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321" y="3816306"/>
            <a:ext cx="3962604" cy="22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544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2377</TotalTime>
  <Words>1871</Words>
  <Application>Microsoft Office PowerPoint</Application>
  <PresentationFormat>와이드스크린</PresentationFormat>
  <Paragraphs>543</Paragraphs>
  <Slides>33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맑은 고딕</vt:lpstr>
      <vt:lpstr>Arial</vt:lpstr>
      <vt:lpstr>Calibri Light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 지훈</dc:creator>
  <cp:lastModifiedBy>이 준영</cp:lastModifiedBy>
  <cp:revision>68</cp:revision>
  <dcterms:created xsi:type="dcterms:W3CDTF">2024-09-25T08:23:49Z</dcterms:created>
  <dcterms:modified xsi:type="dcterms:W3CDTF">2026-09-16T01:52:15Z</dcterms:modified>
</cp:coreProperties>
</file>