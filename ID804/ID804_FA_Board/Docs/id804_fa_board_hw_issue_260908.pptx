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564" r:id="rId2"/>
    <p:sldId id="586" r:id="rId3"/>
    <p:sldId id="569" r:id="rId4"/>
    <p:sldId id="587" r:id="rId5"/>
    <p:sldId id="588" r:id="rId6"/>
    <p:sldId id="590" r:id="rId7"/>
    <p:sldId id="592" r:id="rId8"/>
    <p:sldId id="597" r:id="rId9"/>
    <p:sldId id="598" r:id="rId10"/>
    <p:sldId id="593" r:id="rId11"/>
    <p:sldId id="594" r:id="rId12"/>
    <p:sldId id="596" r:id="rId13"/>
    <p:sldId id="58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0FF00"/>
    <a:srgbClr val="FF6000"/>
    <a:srgbClr val="729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1D6318-F20B-69A9-A230-8B2D20EBE0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F9CFFF-D12C-D8AF-E804-0C7F095850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D38474-0110-F75C-AAE9-CBC080094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935568-B040-5334-4544-593A8C2EB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636C4A-3FAE-BB19-ABD2-9C7F1DAFB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88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644EAB-6278-7205-F58B-D48FFBC7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1CA590-ABBA-5A11-84C8-649103252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D4A89A-8207-3F5F-80F6-F8EE1F00D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4BFA8D-EDE7-5923-7B8C-69899FA2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8497F4-2EA9-7965-9B83-D0D55EFFA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387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393851-A11B-908B-7B36-51DA826AF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5EB7FF-0422-0405-247F-C955CEDC5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F184BF-1EAF-DB33-D62A-AC55B658F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C54E65-503E-FA89-7B6E-EBFFEA4BC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B501E5-D481-10FC-600D-C3600D68D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2440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D27ADB-3E4B-5539-2EB5-7C3982945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7AF2E-0411-5E92-3159-BAE9E3E38F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5C85C25-B4F1-7C90-D789-F73DEAD28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7B945E-E3E2-9A4F-66A0-27142B0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0F98152-3328-16CE-B082-D81AF3F43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908E9D-4C9A-773A-CBAA-4B20CB3F0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00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513C2B-3AE9-2CBE-F195-9604AE44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6218C6-CDCC-CCD5-96E7-AF3FF3D16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EDB7EC-DDFD-ED14-9172-BD60F68AA4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F5F1238-2DAB-5A19-909C-510691D67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2ED6DB-B4EA-D523-4BB9-5E42B91045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723C6EB-E88C-4683-DB0E-D8C7C7D3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7F28413-A060-AB47-BBA4-9682AFE02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093ECE-8A95-95C6-71F5-253795602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163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959CA-1703-FD8B-8512-FECD57D42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E7829C-3FB1-154E-4463-F2DD6BC45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624941-D57A-DD74-EE90-EC9F5BD8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C8AE20A-B8D8-A107-28CF-3599BBC31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538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7A9CE60-901E-075D-324B-091E9648E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3FF37B-8B9F-E9CE-933D-CCC61D555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442595-38E1-FC63-C21C-AF51753D3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860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F7B0AD-12F3-8B6A-6037-CFBB482F1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6CFA6-92ED-B467-1BE4-A6F2EC1DF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AD6C7E-743B-61DD-3A09-7340EA8D7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E2385A-AB33-3E6C-95A4-276BFB7A2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DF9862-BF85-598D-CAD7-F0D64383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3C6A67F-7C8B-48E8-4C25-85251ECA5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33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C254CA-B41F-6965-F5AE-971AA78CC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C31193-1F0A-BA2D-3662-3C65D0BE7B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082270-7B72-49E0-5971-3707CA553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065E53-481A-3F5C-12B3-DE71032F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20DC30-03B6-E4D8-C567-1B14B606F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46256ED-5BBB-0E22-4DB5-1274474CF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318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76081F-437A-859F-C771-4671EA40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9CF5D-EDC8-163A-95E1-84A7A42A1E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01638-FDBB-27D0-46E7-A95C1EF8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29BF4-806E-60DC-FCC2-CAF21BAB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97F160-17F7-23FE-E71C-A873EE3CF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6658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EC73CA9-312C-4035-8F50-3F4ED4443C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ECA387-E1F9-603B-13F6-E348174F1A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13CE17-59EF-8BF9-B901-DFB1C5BB0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6F6B29-460B-08A3-0605-9ED1CFBC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49CBA4-5248-BAB8-69A4-015B260B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851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5A2A0E3-0991-436B-8A58-2FA92CE21EA2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13364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400" b="1" i="0" kern="12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Confidential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C7E163-C4EE-4C24-9A05-EA212EAC93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483"/>
          <a:stretch/>
        </p:blipFill>
        <p:spPr>
          <a:xfrm>
            <a:off x="10608816" y="6346952"/>
            <a:ext cx="1583184" cy="437288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DFFAC23-0B1C-41E0-BDC8-C2E2644CAB67}"/>
              </a:ext>
            </a:extLst>
          </p:cNvPr>
          <p:cNvCxnSpPr/>
          <p:nvPr userDrawn="1"/>
        </p:nvCxnSpPr>
        <p:spPr>
          <a:xfrm>
            <a:off x="186043" y="505408"/>
            <a:ext cx="11819107" cy="0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121AE250-F23E-48C1-98E3-71224BD682CB}"/>
              </a:ext>
            </a:extLst>
          </p:cNvPr>
          <p:cNvCxnSpPr>
            <a:cxnSpLocks/>
          </p:cNvCxnSpPr>
          <p:nvPr userDrawn="1"/>
        </p:nvCxnSpPr>
        <p:spPr>
          <a:xfrm>
            <a:off x="186043" y="6354987"/>
            <a:ext cx="11819107" cy="0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AF98D79A-9994-43C1-B0E9-541E28F8D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048" y="65314"/>
            <a:ext cx="10515600" cy="44009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30CA2C5-BAFD-4790-B676-DC65D130A9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714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7C3DD-38B7-4D6D-B394-0849C77A12E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84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623593-09DC-4F8D-35AC-2F5A61D79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C67579-84AF-CBE6-77DB-1582DD922E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6FEACD-3A6E-19B6-2CFF-544EFAE7DC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049FB-D58F-4316-AFBD-5B9DD005872D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602F5F-365B-D640-A199-43ECC71626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02F15-D55D-7880-E111-C279B454C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53C52-D8E9-4691-9A6A-C9686C96AA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5659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F226B-AC70-4978-AE1B-1435B77DE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ID804 FA Board HW Issue</a:t>
            </a:r>
            <a:br>
              <a:rPr lang="en-US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</a:br>
            <a:br>
              <a:rPr lang="en-US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altLang="ko-KR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2026. 09. 08</a:t>
            </a:r>
            <a:endParaRPr lang="en-US" sz="3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6F20D4-8954-4B38-BD4A-363B526372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8717" y="5875988"/>
            <a:ext cx="1674226" cy="679007"/>
          </a:xfrm>
          <a:prstGeom prst="rect">
            <a:avLst/>
          </a:prstGeom>
          <a:effectLst>
            <a:outerShdw blurRad="50800" dist="50800" dir="5400000" algn="ctr" rotWithShape="0">
              <a:schemeClr val="bg1"/>
            </a:outerShdw>
          </a:effec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B846274-2521-4186-8052-37B7ECC2A4FB}"/>
              </a:ext>
            </a:extLst>
          </p:cNvPr>
          <p:cNvSpPr/>
          <p:nvPr/>
        </p:nvSpPr>
        <p:spPr>
          <a:xfrm>
            <a:off x="10566476" y="141606"/>
            <a:ext cx="1476000" cy="324000"/>
          </a:xfrm>
          <a:prstGeom prst="rect">
            <a:avLst/>
          </a:prstGeom>
          <a:solidFill>
            <a:srgbClr val="FFFF00"/>
          </a:solidFill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895355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F57CA-D185-337E-4595-8AFDB36E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2CEABA-0796-744C-95D8-205174AAC6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SIO1P Source</a:t>
            </a:r>
          </a:p>
        </p:txBody>
      </p:sp>
    </p:spTree>
    <p:extLst>
      <p:ext uri="{BB962C8B-B14F-4D97-AF65-F5344CB8AC3E}">
        <p14:creationId xmlns:p14="http://schemas.microsoft.com/office/powerpoint/2010/main" val="3409010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698F0-CED6-B154-92F0-340E098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11E5CB7-201C-D10E-0747-1D94454D05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3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975E45-24B0-2074-78E5-839A3E3F46DC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en-US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SIO1P Source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7D585E5-AA6F-961E-59A2-E165BF761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339312"/>
            <a:ext cx="5695950" cy="32433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381D6F-E74B-47EC-02BB-C985CBD54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54" y="1708297"/>
            <a:ext cx="4754296" cy="250542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FEC68E2-C50D-83A7-4839-A42D9B213E63}"/>
              </a:ext>
            </a:extLst>
          </p:cNvPr>
          <p:cNvSpPr/>
          <p:nvPr/>
        </p:nvSpPr>
        <p:spPr>
          <a:xfrm>
            <a:off x="7362825" y="2343150"/>
            <a:ext cx="561975" cy="43815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CED42A-D3C9-9550-AB2C-8818DCE79A3D}"/>
              </a:ext>
            </a:extLst>
          </p:cNvPr>
          <p:cNvSpPr txBox="1"/>
          <p:nvPr/>
        </p:nvSpPr>
        <p:spPr>
          <a:xfrm>
            <a:off x="653775" y="2124075"/>
            <a:ext cx="4491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FF00"/>
                </a:solidFill>
              </a:rPr>
              <a:t>VDD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731D72-BB2F-81BF-2C52-CA976C7C51FD}"/>
              </a:ext>
            </a:extLst>
          </p:cNvPr>
          <p:cNvSpPr txBox="1"/>
          <p:nvPr/>
        </p:nvSpPr>
        <p:spPr>
          <a:xfrm>
            <a:off x="657783" y="2439114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0FF00"/>
                </a:solidFill>
              </a:rPr>
              <a:t>TM0</a:t>
            </a:r>
            <a:endParaRPr lang="ko-KR" altLang="en-US" sz="1000" dirty="0">
              <a:solidFill>
                <a:srgbClr val="00FF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881764-8196-EB5E-800D-B7C482B96705}"/>
              </a:ext>
            </a:extLst>
          </p:cNvPr>
          <p:cNvSpPr txBox="1"/>
          <p:nvPr/>
        </p:nvSpPr>
        <p:spPr>
          <a:xfrm>
            <a:off x="612097" y="319587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6000"/>
                </a:solidFill>
              </a:rPr>
              <a:t>SIO1P</a:t>
            </a:r>
            <a:endParaRPr lang="ko-KR" altLang="en-US" sz="1000" dirty="0">
              <a:solidFill>
                <a:srgbClr val="FF6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AB0189-D221-0BC6-D63D-A4A536FF9554}"/>
              </a:ext>
            </a:extLst>
          </p:cNvPr>
          <p:cNvSpPr txBox="1"/>
          <p:nvPr/>
        </p:nvSpPr>
        <p:spPr>
          <a:xfrm>
            <a:off x="600075" y="3754034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7296FF"/>
                </a:solidFill>
              </a:rPr>
              <a:t>SIO1N</a:t>
            </a:r>
            <a:endParaRPr lang="ko-KR" altLang="en-US" sz="1000" dirty="0">
              <a:solidFill>
                <a:srgbClr val="729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451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6AAA-35ED-4D1A-37F9-C21F9C151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4B16801-BDE9-C4A1-3547-87476E1739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4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33029E-7094-EB62-4C72-EE6328A8153A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en-US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SIO1P Source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4DA377-2334-7C8A-497F-A4B2B33B4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050" y="1339582"/>
            <a:ext cx="5695950" cy="32428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6C030B-2434-771D-49BA-CC19B6AFB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54" y="1708297"/>
            <a:ext cx="4754296" cy="250542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AEC61EC8-BF24-6BD6-11CB-07AE478097D4}"/>
              </a:ext>
            </a:extLst>
          </p:cNvPr>
          <p:cNvSpPr/>
          <p:nvPr/>
        </p:nvSpPr>
        <p:spPr>
          <a:xfrm>
            <a:off x="7222863" y="2343150"/>
            <a:ext cx="841897" cy="438150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F6CB3E-80A4-FFB1-B827-E3BCDD360296}"/>
              </a:ext>
            </a:extLst>
          </p:cNvPr>
          <p:cNvSpPr txBox="1"/>
          <p:nvPr/>
        </p:nvSpPr>
        <p:spPr>
          <a:xfrm>
            <a:off x="7222863" y="2439114"/>
            <a:ext cx="8418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ID804_VDD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90B148-6BF7-E0A9-2E33-DDB22607EF3E}"/>
              </a:ext>
            </a:extLst>
          </p:cNvPr>
          <p:cNvSpPr txBox="1"/>
          <p:nvPr/>
        </p:nvSpPr>
        <p:spPr>
          <a:xfrm>
            <a:off x="653775" y="2124075"/>
            <a:ext cx="4491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FF00"/>
                </a:solidFill>
              </a:rPr>
              <a:t>VDD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7B29A6-1684-E1A4-0DC7-4DF9EBF49E93}"/>
              </a:ext>
            </a:extLst>
          </p:cNvPr>
          <p:cNvSpPr txBox="1"/>
          <p:nvPr/>
        </p:nvSpPr>
        <p:spPr>
          <a:xfrm>
            <a:off x="657783" y="2439114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0FF00"/>
                </a:solidFill>
              </a:rPr>
              <a:t>TM0</a:t>
            </a:r>
            <a:endParaRPr lang="ko-KR" altLang="en-US" sz="1000" dirty="0">
              <a:solidFill>
                <a:srgbClr val="00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C3BB55-C478-3E8A-8BA2-ABB67BEF2EF5}"/>
              </a:ext>
            </a:extLst>
          </p:cNvPr>
          <p:cNvSpPr txBox="1"/>
          <p:nvPr/>
        </p:nvSpPr>
        <p:spPr>
          <a:xfrm>
            <a:off x="612097" y="319587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6000"/>
                </a:solidFill>
              </a:rPr>
              <a:t>SIO1P</a:t>
            </a:r>
            <a:endParaRPr lang="ko-KR" altLang="en-US" sz="1000" dirty="0">
              <a:solidFill>
                <a:srgbClr val="FF6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8E8ED6-F175-7BB2-AE07-570C13650FA0}"/>
              </a:ext>
            </a:extLst>
          </p:cNvPr>
          <p:cNvSpPr txBox="1"/>
          <p:nvPr/>
        </p:nvSpPr>
        <p:spPr>
          <a:xfrm>
            <a:off x="600075" y="3754034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7296FF"/>
                </a:solidFill>
              </a:rPr>
              <a:t>SIO1N</a:t>
            </a:r>
            <a:endParaRPr lang="ko-KR" altLang="en-US" sz="1000" dirty="0">
              <a:solidFill>
                <a:srgbClr val="729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766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9A552-8026-EEEE-4EF0-C8539759F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B6BD7-C844-FC20-11BC-20FF22CB09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VDD Ripple</a:t>
            </a:r>
          </a:p>
        </p:txBody>
      </p:sp>
    </p:spTree>
    <p:extLst>
      <p:ext uri="{BB962C8B-B14F-4D97-AF65-F5344CB8AC3E}">
        <p14:creationId xmlns:p14="http://schemas.microsoft.com/office/powerpoint/2010/main" val="80626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7EE4C-1FA0-1DB9-9699-8DEF14384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F3A1B7-F4C4-35AD-5934-CD16AFEB8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6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62077D-048E-6CE2-E066-68DAB479027E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en-US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VDD Ripple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D47A754-B7E1-EA40-3479-FE5F9954B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423" y="1112123"/>
            <a:ext cx="4250851" cy="4645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477C44-B8C3-BDCC-0B0D-70C413614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928" y="1807571"/>
            <a:ext cx="5687072" cy="3242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211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B6151-A6C5-2F04-80B9-5AC3355CF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0433BAC-8E07-F30C-61E2-8D569906B8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7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1450A5-21EB-FCDD-E32C-15DDEC330D2A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en-US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VDD Ripple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70B0B0-BBBE-3582-9F72-6B0F0B90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874" y="2156477"/>
            <a:ext cx="2339774" cy="25572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FF23FB0-A27D-F5AA-D01A-B65133120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928" y="1810098"/>
            <a:ext cx="5687072" cy="3237801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E035534-03A8-34AF-A4E4-03A323690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511112"/>
              </p:ext>
            </p:extLst>
          </p:nvPr>
        </p:nvGraphicFramePr>
        <p:xfrm>
          <a:off x="9249522" y="2549257"/>
          <a:ext cx="2675778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3753">
                  <a:extLst>
                    <a:ext uri="{9D8B030D-6E8A-4147-A177-3AD203B41FA5}">
                      <a16:colId xmlns:a16="http://schemas.microsoft.com/office/drawing/2014/main" val="1543169528"/>
                    </a:ext>
                  </a:extLst>
                </a:gridCol>
                <a:gridCol w="962025">
                  <a:extLst>
                    <a:ext uri="{9D8B030D-6E8A-4147-A177-3AD203B41FA5}">
                      <a16:colId xmlns:a16="http://schemas.microsoft.com/office/drawing/2014/main" val="1590640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부품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작업 내역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721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C22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N.C.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311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C21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1uF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23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C19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100nF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0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부품 추가</a:t>
                      </a:r>
                      <a:endParaRPr lang="en-US" altLang="ko-KR" sz="10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U6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Pin.2 &lt;-&gt; GND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330nF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4048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868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AAF9F-EB50-B3D0-9D1F-0C5EB6F0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71B35A-B3C0-4312-E89E-EBCFA3A09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ID804_RXD</a:t>
            </a:r>
          </a:p>
        </p:txBody>
      </p:sp>
    </p:spTree>
    <p:extLst>
      <p:ext uri="{BB962C8B-B14F-4D97-AF65-F5344CB8AC3E}">
        <p14:creationId xmlns:p14="http://schemas.microsoft.com/office/powerpoint/2010/main" val="3203369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F9809-4A14-789F-908F-5BC6C7FD7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960AF7-204F-9BA5-4E07-BC4769C95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9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D06A71-99E5-467F-0CE4-5EDA5BCEDDA3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en-US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ID804_RXD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3B030F8-12C8-7946-1D9B-83734ABEE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44" y="1543730"/>
            <a:ext cx="6039160" cy="375939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56E1648-FE1B-39C8-24E9-028E45A77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438" y="2181937"/>
            <a:ext cx="3378374" cy="248297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56ACD5-8B8A-7B30-4248-CFF3A610ABC6}"/>
              </a:ext>
            </a:extLst>
          </p:cNvPr>
          <p:cNvSpPr/>
          <p:nvPr/>
        </p:nvSpPr>
        <p:spPr>
          <a:xfrm>
            <a:off x="845820" y="3726180"/>
            <a:ext cx="50292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ECD5F1-5E3A-E0FD-5898-1E9F1CBA144C}"/>
              </a:ext>
            </a:extLst>
          </p:cNvPr>
          <p:cNvSpPr/>
          <p:nvPr/>
        </p:nvSpPr>
        <p:spPr>
          <a:xfrm>
            <a:off x="10766512" y="3108960"/>
            <a:ext cx="50292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44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4E255-DC4C-EEBB-F164-3348F0DC9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14DA7-C701-E8E4-5DE8-57A87E517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ko-KR" sz="3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Waveforms</a:t>
            </a:r>
            <a:r>
              <a:rPr lang="ko-KR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sz="3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on</a:t>
            </a:r>
            <a:r>
              <a:rPr lang="ko-KR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sz="3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the</a:t>
            </a:r>
            <a:r>
              <a:rPr lang="ko-KR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sz="3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Updated</a:t>
            </a:r>
            <a:r>
              <a:rPr lang="ko-KR" altLang="ko-KR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Circuit</a:t>
            </a:r>
            <a:endParaRPr lang="en-US" sz="3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1365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451C-2CF3-A16D-B4DC-0CAE7693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ECCC97-1C84-C83E-AFB8-A3D807FC4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11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14A721-935B-D467-CB7F-EFC2C89863DC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Waveforms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on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the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Updated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Circuit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99B79B2-3C3A-C11B-CAFB-013B3D7E3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766" y="1047500"/>
            <a:ext cx="8386069" cy="47752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B72BC4-0C90-A173-8B3A-18DD5ACA8709}"/>
              </a:ext>
            </a:extLst>
          </p:cNvPr>
          <p:cNvSpPr txBox="1"/>
          <p:nvPr/>
        </p:nvSpPr>
        <p:spPr>
          <a:xfrm>
            <a:off x="1139550" y="2349253"/>
            <a:ext cx="4491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FF00"/>
                </a:solidFill>
              </a:rPr>
              <a:t>VDD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9E41B8-7CC5-77A2-B446-760EC53AD0A5}"/>
              </a:ext>
            </a:extLst>
          </p:cNvPr>
          <p:cNvSpPr txBox="1"/>
          <p:nvPr/>
        </p:nvSpPr>
        <p:spPr>
          <a:xfrm>
            <a:off x="1143558" y="275954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0FF00"/>
                </a:solidFill>
              </a:rPr>
              <a:t>TM0</a:t>
            </a:r>
            <a:endParaRPr lang="ko-KR" altLang="en-US" sz="1000" dirty="0">
              <a:solidFill>
                <a:srgbClr val="00FF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701F98-E1A4-B418-F3FC-0B0AC82A5118}"/>
              </a:ext>
            </a:extLst>
          </p:cNvPr>
          <p:cNvSpPr txBox="1"/>
          <p:nvPr/>
        </p:nvSpPr>
        <p:spPr>
          <a:xfrm>
            <a:off x="1097872" y="389730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6000"/>
                </a:solidFill>
              </a:rPr>
              <a:t>SIO1P</a:t>
            </a:r>
            <a:endParaRPr lang="ko-KR" altLang="en-US" sz="1000" dirty="0">
              <a:solidFill>
                <a:srgbClr val="FF6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99E116-3969-53CD-F52B-DC0B851883CA}"/>
              </a:ext>
            </a:extLst>
          </p:cNvPr>
          <p:cNvSpPr txBox="1"/>
          <p:nvPr/>
        </p:nvSpPr>
        <p:spPr>
          <a:xfrm>
            <a:off x="1085850" y="4684062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7296FF"/>
                </a:solidFill>
              </a:rPr>
              <a:t>SIO1N</a:t>
            </a:r>
            <a:endParaRPr lang="ko-KR" altLang="en-US" sz="1000" dirty="0">
              <a:solidFill>
                <a:srgbClr val="7296FF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3C4B2D-6C4F-3DCB-740F-505DF25C2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619" y="2482801"/>
            <a:ext cx="2190863" cy="189239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31F668B-41DF-F169-FDDF-59914729E982}"/>
              </a:ext>
            </a:extLst>
          </p:cNvPr>
          <p:cNvSpPr/>
          <p:nvPr/>
        </p:nvSpPr>
        <p:spPr>
          <a:xfrm>
            <a:off x="10229851" y="2882652"/>
            <a:ext cx="1390650" cy="2605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7625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65D70-C696-4CD4-D48B-07806D8DB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EAD10BD-FB21-A539-AAFB-BAC5CA779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>
                <a:latin typeface="Calibri Light" panose="020F0302020204030204" pitchFamily="34" charset="0"/>
                <a:cs typeface="Calibri Light" panose="020F0302020204030204" pitchFamily="34" charset="0"/>
              </a:rPr>
              <a:pPr/>
              <a:t>12</a:t>
            </a:fld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07EC85-5053-714C-25A6-6C65B022FA13}"/>
              </a:ext>
            </a:extLst>
          </p:cNvPr>
          <p:cNvSpPr txBox="1"/>
          <p:nvPr/>
        </p:nvSpPr>
        <p:spPr>
          <a:xfrm>
            <a:off x="182088" y="0"/>
            <a:ext cx="12009912" cy="49876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Waveforms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on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the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ko-KR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Updated</a:t>
            </a:r>
            <a:r>
              <a:rPr lang="ko-KR" altLang="ko-KR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Circuit</a:t>
            </a:r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9C6426-EAB9-9525-1B8E-A7488AAB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9603" y="1047500"/>
            <a:ext cx="8374394" cy="47752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E049C3-F006-3514-7CFF-09D79FAF1052}"/>
              </a:ext>
            </a:extLst>
          </p:cNvPr>
          <p:cNvSpPr txBox="1"/>
          <p:nvPr/>
        </p:nvSpPr>
        <p:spPr>
          <a:xfrm>
            <a:off x="1139550" y="2349253"/>
            <a:ext cx="4491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FF00"/>
                </a:solidFill>
              </a:rPr>
              <a:t>VDD</a:t>
            </a:r>
            <a:endParaRPr lang="ko-KR" altLang="en-US" sz="1000" dirty="0">
              <a:solidFill>
                <a:srgbClr val="FFFF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62E50-B7FC-A118-0225-71A36F5A3021}"/>
              </a:ext>
            </a:extLst>
          </p:cNvPr>
          <p:cNvSpPr txBox="1"/>
          <p:nvPr/>
        </p:nvSpPr>
        <p:spPr>
          <a:xfrm>
            <a:off x="1143558" y="275954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00FF00"/>
                </a:solidFill>
              </a:rPr>
              <a:t>TM0</a:t>
            </a:r>
            <a:endParaRPr lang="ko-KR" altLang="en-US" sz="1000" dirty="0">
              <a:solidFill>
                <a:srgbClr val="00FF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38A65-A581-D1CD-0485-79E379BFABCE}"/>
              </a:ext>
            </a:extLst>
          </p:cNvPr>
          <p:cNvSpPr txBox="1"/>
          <p:nvPr/>
        </p:nvSpPr>
        <p:spPr>
          <a:xfrm>
            <a:off x="1097872" y="389730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6000"/>
                </a:solidFill>
              </a:rPr>
              <a:t>SIO2P</a:t>
            </a:r>
            <a:endParaRPr lang="ko-KR" altLang="en-US" sz="1000" dirty="0">
              <a:solidFill>
                <a:srgbClr val="FF6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A21E14-E295-D624-7A9F-2DC2C5FC690D}"/>
              </a:ext>
            </a:extLst>
          </p:cNvPr>
          <p:cNvSpPr txBox="1"/>
          <p:nvPr/>
        </p:nvSpPr>
        <p:spPr>
          <a:xfrm>
            <a:off x="1085850" y="4684062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7296FF"/>
                </a:solidFill>
              </a:rPr>
              <a:t>SIO2N</a:t>
            </a:r>
            <a:endParaRPr lang="ko-KR" altLang="en-US" sz="1000" dirty="0">
              <a:solidFill>
                <a:srgbClr val="7296FF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E37F463-F320-0448-1EBE-5E554274E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619" y="2482801"/>
            <a:ext cx="2190863" cy="189239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0952C60-BFB9-1D55-276C-20A5E4642715}"/>
              </a:ext>
            </a:extLst>
          </p:cNvPr>
          <p:cNvSpPr/>
          <p:nvPr/>
        </p:nvSpPr>
        <p:spPr>
          <a:xfrm>
            <a:off x="10229851" y="4035177"/>
            <a:ext cx="1390650" cy="2605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483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ABE34-2803-F258-5032-3861394F7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8AD2D-D791-0E6B-53E1-3013EE8D3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7708"/>
            <a:ext cx="12192000" cy="240258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3662354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95</Words>
  <Application>Microsoft Office PowerPoint</Application>
  <PresentationFormat>와이드스크린</PresentationFormat>
  <Paragraphs>49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 Light</vt:lpstr>
      <vt:lpstr>Office 테마</vt:lpstr>
      <vt:lpstr>ID804 FA Board HW Issue  2026. 09. 08</vt:lpstr>
      <vt:lpstr>SIO1P Source</vt:lpstr>
      <vt:lpstr>PowerPoint 프레젠테이션</vt:lpstr>
      <vt:lpstr>PowerPoint 프레젠테이션</vt:lpstr>
      <vt:lpstr>VDD Ripple</vt:lpstr>
      <vt:lpstr>PowerPoint 프레젠테이션</vt:lpstr>
      <vt:lpstr>PowerPoint 프레젠테이션</vt:lpstr>
      <vt:lpstr>ID804_RXD</vt:lpstr>
      <vt:lpstr>PowerPoint 프레젠테이션</vt:lpstr>
      <vt:lpstr>Waveforms on the Updated Circuit</vt:lpstr>
      <vt:lpstr>PowerPoint 프레젠테이션</vt:lpstr>
      <vt:lpstr>PowerPoint 프레젠테이션</vt:lpstr>
      <vt:lpstr>Thanks.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 준영</dc:creator>
  <cp:lastModifiedBy>이 준영</cp:lastModifiedBy>
  <cp:revision>6</cp:revision>
  <dcterms:created xsi:type="dcterms:W3CDTF">2026-09-08T00:33:26Z</dcterms:created>
  <dcterms:modified xsi:type="dcterms:W3CDTF">2026-09-09T01:24:53Z</dcterms:modified>
</cp:coreProperties>
</file>