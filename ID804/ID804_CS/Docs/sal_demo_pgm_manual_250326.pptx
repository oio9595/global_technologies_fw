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9" r:id="rId3"/>
    <p:sldId id="271" r:id="rId4"/>
    <p:sldId id="270" r:id="rId5"/>
    <p:sldId id="272" r:id="rId6"/>
    <p:sldId id="263" r:id="rId7"/>
    <p:sldId id="264" r:id="rId8"/>
    <p:sldId id="265" r:id="rId9"/>
    <p:sldId id="266" r:id="rId10"/>
    <p:sldId id="267" r:id="rId11"/>
    <p:sldId id="276" r:id="rId12"/>
    <p:sldId id="281" r:id="rId13"/>
    <p:sldId id="273" r:id="rId14"/>
    <p:sldId id="274" r:id="rId15"/>
    <p:sldId id="275" r:id="rId16"/>
    <p:sldId id="277" r:id="rId17"/>
    <p:sldId id="278" r:id="rId18"/>
    <p:sldId id="279" r:id="rId19"/>
    <p:sldId id="280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49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360000" cy="360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6C2125-1FD0-465A-4CF8-83B8F67439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6CDA402-57DA-8A61-0C01-E646EA55FB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5A2410-E6DD-ADA6-EED2-DFFC73190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3BDEE-9F52-44BB-955C-E64B430FFB4D}" type="datetimeFigureOut">
              <a:rPr lang="ko-KR" altLang="en-US" smtClean="0"/>
              <a:t>2025-03-05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AC675F-1E21-CF89-4D28-0407EED15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F3142B-CC31-140D-D524-3BD086A1B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9975A-06FB-4651-9992-C86BC1BD7B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2684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D5938A-A60C-D55C-150B-A7FBD324C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C64294-FE9E-A287-9CE8-B2E8C0BD0E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47F32A-3178-514A-AEDA-9F2613DFE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3BDEE-9F52-44BB-955C-E64B430FFB4D}" type="datetimeFigureOut">
              <a:rPr lang="ko-KR" altLang="en-US" smtClean="0"/>
              <a:t>2025-03-05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6A59544-C6C3-8E82-B5B0-838C1D92A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DF2B6E-AF50-53E4-D628-E29B581BB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9975A-06FB-4651-9992-C86BC1BD7B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602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F9CEA6-8451-7D39-0681-06E8AA59C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03B8C7C-9469-6E97-7288-D78C77682E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BFE53B-592F-CAAC-3E80-4F87F0626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3BDEE-9F52-44BB-955C-E64B430FFB4D}" type="datetimeFigureOut">
              <a:rPr lang="ko-KR" altLang="en-US" smtClean="0"/>
              <a:t>2025-03-05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D7795C3-61B2-D5FC-F9CD-401B7C684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984E22-E49D-1515-C6A0-CC7B78996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9975A-06FB-4651-9992-C86BC1BD7B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6117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E7F315-4F8A-D7EE-EBDD-0A13B6EE0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5E1B61D-0936-5CF7-3791-77B56748BD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A263F86-99DC-E038-5154-98FD49AAB1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99F17D8-FD5D-2B33-DF2D-C51C600E0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3BDEE-9F52-44BB-955C-E64B430FFB4D}" type="datetimeFigureOut">
              <a:rPr lang="ko-KR" altLang="en-US" smtClean="0"/>
              <a:t>2025-03-05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B6BF6CB-FC04-249F-16DA-332D715D7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C9936A0-A42E-8355-5030-E03FCF63F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9975A-06FB-4651-9992-C86BC1BD7B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7730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9B4732-9967-741A-9F34-17B10A67E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34CE81C-19C9-861A-2429-801D5B4C0A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AEA700C-7504-3CE8-13CA-A44F068B2A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05A142A-C95A-F0CC-4DFC-4A649E29DF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4EA5961-CD20-82D1-018A-E1A015C672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2D392D8-A396-63A1-860A-7E2DF688B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3BDEE-9F52-44BB-955C-E64B430FFB4D}" type="datetimeFigureOut">
              <a:rPr lang="ko-KR" altLang="en-US" smtClean="0"/>
              <a:t>2025-03-05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B720B5E-6647-2125-B949-FDAF46FBF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B2B77CD-D1E3-1A05-BCE0-E4BA8CBE1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9975A-06FB-4651-9992-C86BC1BD7B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3504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79722C-F37F-BDEF-A88D-DEF22CFF5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C492ADB-F158-154D-0828-A92CEF15C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3BDEE-9F52-44BB-955C-E64B430FFB4D}" type="datetimeFigureOut">
              <a:rPr lang="ko-KR" altLang="en-US" smtClean="0"/>
              <a:t>2025-03-05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6FC0F86-E548-1233-67F8-40E1432C5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98C32D8-0B18-6546-25CC-40F3725BD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9975A-06FB-4651-9992-C86BC1BD7B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0960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1BC3F5F-A3DA-305D-A74D-0940FADCD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3BDEE-9F52-44BB-955C-E64B430FFB4D}" type="datetimeFigureOut">
              <a:rPr lang="ko-KR" altLang="en-US" smtClean="0"/>
              <a:t>2025-03-05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7365153-6737-3C73-5196-6BF009390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D0E2EB-C5C5-77C9-90FB-19EE95EBD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9975A-06FB-4651-9992-C86BC1BD7B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3649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FDA472-52FC-2612-677B-6602C1882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54E958-4603-FF23-3EA4-009F996205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D18FD83-0F13-AAD7-30DC-5CB954D1E4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7AAF1EF-D24F-2E25-38B2-F88CC8201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3BDEE-9F52-44BB-955C-E64B430FFB4D}" type="datetimeFigureOut">
              <a:rPr lang="ko-KR" altLang="en-US" smtClean="0"/>
              <a:t>2025-03-05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D78A79C-DE13-C2D3-0D15-FFF0B07B3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50F8933-20BD-0B2C-E085-55C760F86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9975A-06FB-4651-9992-C86BC1BD7B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6440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195A1C-B8A2-B818-4922-FB6A684E1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73DA537-8F83-9835-296C-07D05C37C9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1D6ACAC-57EE-F877-2758-BD27441DFD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F2A714B-1732-4D73-68D0-A412C07C9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3BDEE-9F52-44BB-955C-E64B430FFB4D}" type="datetimeFigureOut">
              <a:rPr lang="ko-KR" altLang="en-US" smtClean="0"/>
              <a:t>2025-03-05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DBF7014-D6D1-E786-83DC-2EAD85EE0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CFF12D1-3885-F1B0-1395-E733E378D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9975A-06FB-4651-9992-C86BC1BD7B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6898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212489-E813-007B-ADA8-7D14BD2C4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2E20C71-92D3-08AD-7475-45438EBD13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092020-3BD8-6CFA-1677-47533AA1C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3BDEE-9F52-44BB-955C-E64B430FFB4D}" type="datetimeFigureOut">
              <a:rPr lang="ko-KR" altLang="en-US" smtClean="0"/>
              <a:t>2025-03-05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B35DC7-34E6-EBD2-CACC-EAE25074D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02BF3C-B2A9-88AD-1A95-6DA1F6359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9975A-06FB-4651-9992-C86BC1BD7B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9384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09E8988-29C5-F786-B04D-93A717F9FD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808551C-002C-AE8D-47BD-BF4D265747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485064-7349-B40C-5E2F-6A9BAE603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3BDEE-9F52-44BB-955C-E64B430FFB4D}" type="datetimeFigureOut">
              <a:rPr lang="ko-KR" altLang="en-US" smtClean="0"/>
              <a:t>2025-03-05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33AF948-46DA-65F2-6535-F65884150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D24953-09EB-8E9D-0271-862E1DDCF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9975A-06FB-4651-9992-C86BC1BD7B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25766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날짜 개체 틀 1">
            <a:extLst>
              <a:ext uri="{FF2B5EF4-FFF2-40B4-BE49-F238E27FC236}">
                <a16:creationId xmlns:a16="http://schemas.microsoft.com/office/drawing/2014/main" id="{6B7B4C22-4407-4B65-91BD-E8AC0010BFB7}"/>
              </a:ext>
            </a:extLst>
          </p:cNvPr>
          <p:cNvSpPr txBox="1">
            <a:spLocks/>
          </p:cNvSpPr>
          <p:nvPr userDrawn="1"/>
        </p:nvSpPr>
        <p:spPr>
          <a:xfrm>
            <a:off x="0" y="6356350"/>
            <a:ext cx="13364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i="0" kern="12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Confidential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F56B65CF-520E-4FF8-8772-DD7004A04E4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483"/>
          <a:stretch/>
        </p:blipFill>
        <p:spPr>
          <a:xfrm>
            <a:off x="10608816" y="6346952"/>
            <a:ext cx="1583184" cy="437288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33F77356-3DCF-4239-BE5D-E2BDA591D330}"/>
              </a:ext>
            </a:extLst>
          </p:cNvPr>
          <p:cNvCxnSpPr/>
          <p:nvPr userDrawn="1"/>
        </p:nvCxnSpPr>
        <p:spPr>
          <a:xfrm>
            <a:off x="243191" y="717680"/>
            <a:ext cx="11819107" cy="0"/>
          </a:xfrm>
          <a:prstGeom prst="line">
            <a:avLst/>
          </a:prstGeom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16821F35-727B-47CB-853A-A66BB103B276}"/>
              </a:ext>
            </a:extLst>
          </p:cNvPr>
          <p:cNvCxnSpPr>
            <a:cxnSpLocks/>
          </p:cNvCxnSpPr>
          <p:nvPr userDrawn="1"/>
        </p:nvCxnSpPr>
        <p:spPr>
          <a:xfrm>
            <a:off x="243191" y="6281511"/>
            <a:ext cx="11819107" cy="0"/>
          </a:xfrm>
          <a:prstGeom prst="line">
            <a:avLst/>
          </a:prstGeom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1">
            <a:extLst>
              <a:ext uri="{FF2B5EF4-FFF2-40B4-BE49-F238E27FC236}">
                <a16:creationId xmlns:a16="http://schemas.microsoft.com/office/drawing/2014/main" id="{7C5E2ADB-C6E2-C075-32BF-D64A7200E5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5819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AB67CC-33FA-4DFA-9873-F17687A4BA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7131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D253363-CAA9-0702-090A-368DF9AD8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15E51BF-306D-53F6-7EC8-F5D34F93B1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26BD49-A40D-62B2-3242-A9AAC0A6A2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03BDEE-9F52-44BB-955C-E64B430FFB4D}" type="datetimeFigureOut">
              <a:rPr lang="ko-KR" altLang="en-US" smtClean="0"/>
              <a:t>2025-03-05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1A1004-1CB8-E646-1507-E73A78B799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10E509-38D7-BF61-E7E7-3D890B7B04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49975A-06FB-4651-9992-C86BC1BD7B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63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F867100-9799-4A8F-B39F-C5612598DAFF}"/>
              </a:ext>
            </a:extLst>
          </p:cNvPr>
          <p:cNvSpPr txBox="1"/>
          <p:nvPr/>
        </p:nvSpPr>
        <p:spPr>
          <a:xfrm>
            <a:off x="1687995" y="1811045"/>
            <a:ext cx="881601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solidFill>
                  <a:srgbClr val="000099"/>
                </a:solidFill>
              </a:rPr>
              <a:t>SAL IC </a:t>
            </a:r>
            <a:r>
              <a:rPr lang="ko-KR" altLang="en-US" sz="4400" b="1" dirty="0">
                <a:solidFill>
                  <a:srgbClr val="000099"/>
                </a:solidFill>
              </a:rPr>
              <a:t>데모 </a:t>
            </a:r>
            <a:r>
              <a:rPr lang="en-US" altLang="ko-KR" sz="4400" b="1" dirty="0">
                <a:solidFill>
                  <a:srgbClr val="000099"/>
                </a:solidFill>
              </a:rPr>
              <a:t>B’D manual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D5F2AA-5B65-4210-840C-9D57D55E394F}"/>
              </a:ext>
            </a:extLst>
          </p:cNvPr>
          <p:cNvSpPr txBox="1"/>
          <p:nvPr/>
        </p:nvSpPr>
        <p:spPr>
          <a:xfrm>
            <a:off x="5166773" y="4065973"/>
            <a:ext cx="18584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b="1" dirty="0"/>
              <a:t>Mar. 05, 2025</a:t>
            </a:r>
            <a:endParaRPr lang="ko-KR" altLang="en-US" sz="2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6D7051-514F-451B-A600-C68725600D38}"/>
              </a:ext>
            </a:extLst>
          </p:cNvPr>
          <p:cNvSpPr txBox="1"/>
          <p:nvPr/>
        </p:nvSpPr>
        <p:spPr>
          <a:xfrm>
            <a:off x="4536920" y="5726096"/>
            <a:ext cx="3118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주식회사 글로벌 테크놀로지</a:t>
            </a:r>
          </a:p>
        </p:txBody>
      </p:sp>
    </p:spTree>
    <p:extLst>
      <p:ext uri="{BB962C8B-B14F-4D97-AF65-F5344CB8AC3E}">
        <p14:creationId xmlns:p14="http://schemas.microsoft.com/office/powerpoint/2010/main" val="1503341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8D987E4C-2102-7A2C-C07E-92FDEB41CF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114" r="963" b="2432"/>
          <a:stretch/>
        </p:blipFill>
        <p:spPr>
          <a:xfrm rot="10800000">
            <a:off x="3643559" y="1459994"/>
            <a:ext cx="8304683" cy="421972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6A5E193-8171-4DDE-BA4D-70A6FA3187AC}"/>
              </a:ext>
            </a:extLst>
          </p:cNvPr>
          <p:cNvSpPr txBox="1"/>
          <p:nvPr/>
        </p:nvSpPr>
        <p:spPr>
          <a:xfrm>
            <a:off x="243758" y="115888"/>
            <a:ext cx="26276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/>
              <a:t>B’D </a:t>
            </a:r>
            <a:r>
              <a:rPr lang="en-US" altLang="ko-KR" sz="2800" b="1" dirty="0" err="1"/>
              <a:t>Conection</a:t>
            </a:r>
            <a:endParaRPr lang="ko-KR" altLang="en-US" sz="2800" b="1" dirty="0"/>
          </a:p>
        </p:txBody>
      </p:sp>
      <p:sp>
        <p:nvSpPr>
          <p:cNvPr id="4" name="슬라이드 번호 개체 틀 1">
            <a:extLst>
              <a:ext uri="{FF2B5EF4-FFF2-40B4-BE49-F238E27FC236}">
                <a16:creationId xmlns:a16="http://schemas.microsoft.com/office/drawing/2014/main" id="{8E2B78FC-64C0-B377-76CB-E1E2C82325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3AB67CC-33FA-4DFA-9873-F17687A4BA72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6529054-90EC-5F6A-8722-8AB2B9D8854E}"/>
              </a:ext>
            </a:extLst>
          </p:cNvPr>
          <p:cNvSpPr/>
          <p:nvPr/>
        </p:nvSpPr>
        <p:spPr>
          <a:xfrm>
            <a:off x="5147829" y="2409824"/>
            <a:ext cx="1519671" cy="101917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6B0497C-6EE8-5306-0626-DB36FB4910E0}"/>
              </a:ext>
            </a:extLst>
          </p:cNvPr>
          <p:cNvSpPr/>
          <p:nvPr/>
        </p:nvSpPr>
        <p:spPr>
          <a:xfrm>
            <a:off x="243758" y="966119"/>
            <a:ext cx="1669816" cy="46601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F8BB40-9F21-FAA0-6949-18EB127F1415}"/>
              </a:ext>
            </a:extLst>
          </p:cNvPr>
          <p:cNvSpPr txBox="1"/>
          <p:nvPr/>
        </p:nvSpPr>
        <p:spPr>
          <a:xfrm>
            <a:off x="243758" y="810338"/>
            <a:ext cx="1669816" cy="16661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altLang="ko-KR" b="1" dirty="0"/>
              <a:t>Power supply</a:t>
            </a:r>
          </a:p>
          <a:p>
            <a:pPr algn="ctr">
              <a:lnSpc>
                <a:spcPct val="200000"/>
              </a:lnSpc>
            </a:pPr>
            <a:r>
              <a:rPr lang="en-US" altLang="ko-KR" b="1" dirty="0"/>
              <a:t>Control B’D</a:t>
            </a:r>
          </a:p>
          <a:p>
            <a:pPr algn="ctr">
              <a:lnSpc>
                <a:spcPct val="200000"/>
              </a:lnSpc>
            </a:pPr>
            <a:r>
              <a:rPr lang="en-US" altLang="ko-KR" b="1" dirty="0"/>
              <a:t>EVA B’D</a:t>
            </a:r>
            <a:endParaRPr lang="ko-KR" altLang="en-US" b="1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0278FE1-D88D-1D84-537B-44BE6F73D585}"/>
              </a:ext>
            </a:extLst>
          </p:cNvPr>
          <p:cNvSpPr/>
          <p:nvPr/>
        </p:nvSpPr>
        <p:spPr>
          <a:xfrm>
            <a:off x="243758" y="1523999"/>
            <a:ext cx="1669816" cy="466012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F2B945A-504B-230F-D060-3679CDF28A1F}"/>
              </a:ext>
            </a:extLst>
          </p:cNvPr>
          <p:cNvSpPr/>
          <p:nvPr/>
        </p:nvSpPr>
        <p:spPr>
          <a:xfrm>
            <a:off x="3714750" y="3428999"/>
            <a:ext cx="3486150" cy="1969008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AF94BBA-A1EA-E79A-D2CF-6F6255ABE2B5}"/>
              </a:ext>
            </a:extLst>
          </p:cNvPr>
          <p:cNvSpPr/>
          <p:nvPr/>
        </p:nvSpPr>
        <p:spPr>
          <a:xfrm>
            <a:off x="243758" y="2083306"/>
            <a:ext cx="1669816" cy="466012"/>
          </a:xfrm>
          <a:prstGeom prst="rect">
            <a:avLst/>
          </a:prstGeom>
          <a:noFill/>
          <a:ln w="57150">
            <a:solidFill>
              <a:srgbClr val="E949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97BDEEF-6C30-3731-4AA9-2B0188929491}"/>
              </a:ext>
            </a:extLst>
          </p:cNvPr>
          <p:cNvSpPr/>
          <p:nvPr/>
        </p:nvSpPr>
        <p:spPr>
          <a:xfrm>
            <a:off x="7299714" y="3336846"/>
            <a:ext cx="4648527" cy="2206703"/>
          </a:xfrm>
          <a:prstGeom prst="rect">
            <a:avLst/>
          </a:prstGeom>
          <a:noFill/>
          <a:ln w="57150">
            <a:solidFill>
              <a:srgbClr val="E949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75330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56A5E193-8171-4DDE-BA4D-70A6FA3187AC}"/>
              </a:ext>
            </a:extLst>
          </p:cNvPr>
          <p:cNvSpPr txBox="1"/>
          <p:nvPr/>
        </p:nvSpPr>
        <p:spPr>
          <a:xfrm>
            <a:off x="243758" y="115888"/>
            <a:ext cx="26276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/>
              <a:t>B’D </a:t>
            </a:r>
            <a:r>
              <a:rPr lang="en-US" altLang="ko-KR" sz="2800" b="1" dirty="0" err="1"/>
              <a:t>Conection</a:t>
            </a:r>
            <a:endParaRPr lang="ko-KR" altLang="en-US" sz="2800" b="1" dirty="0"/>
          </a:p>
        </p:txBody>
      </p:sp>
      <p:sp>
        <p:nvSpPr>
          <p:cNvPr id="4" name="슬라이드 번호 개체 틀 1">
            <a:extLst>
              <a:ext uri="{FF2B5EF4-FFF2-40B4-BE49-F238E27FC236}">
                <a16:creationId xmlns:a16="http://schemas.microsoft.com/office/drawing/2014/main" id="{8E2B78FC-64C0-B377-76CB-E1E2C82325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3AB67CC-33FA-4DFA-9873-F17687A4BA72}" type="slidenum">
              <a:rPr lang="ko-KR" altLang="en-US" smtClean="0"/>
              <a:t>3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6FB195C-2B28-89D7-AFAD-9E2AA4BBD3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555" r="7073" b="11944"/>
          <a:stretch/>
        </p:blipFill>
        <p:spPr>
          <a:xfrm rot="5400000">
            <a:off x="1014273" y="1308817"/>
            <a:ext cx="5162548" cy="4453731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591DE45B-710C-D8CE-D2CB-FC8E5BB85B4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265" r="-1"/>
          <a:stretch/>
        </p:blipFill>
        <p:spPr>
          <a:xfrm rot="5400000">
            <a:off x="6188321" y="2472413"/>
            <a:ext cx="5173269" cy="2115817"/>
          </a:xfrm>
          <a:prstGeom prst="rect">
            <a:avLst/>
          </a:prstGeom>
        </p:spPr>
      </p:pic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895EA508-7DB6-83F0-8DBC-036E7E9619A1}"/>
              </a:ext>
            </a:extLst>
          </p:cNvPr>
          <p:cNvCxnSpPr/>
          <p:nvPr/>
        </p:nvCxnSpPr>
        <p:spPr>
          <a:xfrm flipH="1">
            <a:off x="9151828" y="3524962"/>
            <a:ext cx="1128712" cy="423862"/>
          </a:xfrm>
          <a:prstGeom prst="straightConnector1">
            <a:avLst/>
          </a:prstGeom>
          <a:ln w="57150">
            <a:solidFill>
              <a:srgbClr val="E949D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B5F1820B-0297-0D75-08F0-D52019DBB31C}"/>
              </a:ext>
            </a:extLst>
          </p:cNvPr>
          <p:cNvSpPr txBox="1"/>
          <p:nvPr/>
        </p:nvSpPr>
        <p:spPr>
          <a:xfrm>
            <a:off x="10447227" y="3104849"/>
            <a:ext cx="17447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CAN Cable</a:t>
            </a:r>
          </a:p>
          <a:p>
            <a:r>
              <a:rPr lang="en-US" altLang="ko-KR" dirty="0" err="1"/>
              <a:t>Vcc</a:t>
            </a:r>
            <a:r>
              <a:rPr lang="en-US" altLang="ko-KR" dirty="0"/>
              <a:t>(+5V), GND</a:t>
            </a:r>
            <a:endParaRPr lang="ko-KR" altLang="en-US" dirty="0"/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21542E06-03E2-9099-4EEB-DF2FEB01D4E8}"/>
              </a:ext>
            </a:extLst>
          </p:cNvPr>
          <p:cNvCxnSpPr>
            <a:cxnSpLocks/>
          </p:cNvCxnSpPr>
          <p:nvPr/>
        </p:nvCxnSpPr>
        <p:spPr>
          <a:xfrm flipV="1">
            <a:off x="7417325" y="4061733"/>
            <a:ext cx="1082042" cy="572891"/>
          </a:xfrm>
          <a:prstGeom prst="straightConnector1">
            <a:avLst/>
          </a:prstGeom>
          <a:ln w="57150">
            <a:solidFill>
              <a:srgbClr val="E949D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69352213-6E65-BCFF-4928-8C3F83647BB0}"/>
              </a:ext>
            </a:extLst>
          </p:cNvPr>
          <p:cNvSpPr txBox="1"/>
          <p:nvPr/>
        </p:nvSpPr>
        <p:spPr>
          <a:xfrm>
            <a:off x="5972274" y="4537409"/>
            <a:ext cx="17447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CAN Cable</a:t>
            </a:r>
          </a:p>
          <a:p>
            <a:r>
              <a:rPr lang="en-US" altLang="ko-KR" dirty="0" err="1"/>
              <a:t>Vcc</a:t>
            </a:r>
            <a:r>
              <a:rPr lang="en-US" altLang="ko-KR" dirty="0"/>
              <a:t>(+5V), GND</a:t>
            </a:r>
            <a:endParaRPr lang="ko-KR" altLang="en-US" dirty="0"/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FDB92724-FF16-EA83-93B9-4BAE6976F0B5}"/>
              </a:ext>
            </a:extLst>
          </p:cNvPr>
          <p:cNvCxnSpPr>
            <a:cxnSpLocks/>
          </p:cNvCxnSpPr>
          <p:nvPr/>
        </p:nvCxnSpPr>
        <p:spPr>
          <a:xfrm>
            <a:off x="7278335" y="2769115"/>
            <a:ext cx="1156103" cy="710944"/>
          </a:xfrm>
          <a:prstGeom prst="straightConnector1">
            <a:avLst/>
          </a:prstGeom>
          <a:ln w="57150">
            <a:solidFill>
              <a:srgbClr val="E949D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D7D0D65-7E0F-0CAE-DD99-E8778D167AA9}"/>
              </a:ext>
            </a:extLst>
          </p:cNvPr>
          <p:cNvSpPr txBox="1"/>
          <p:nvPr/>
        </p:nvSpPr>
        <p:spPr>
          <a:xfrm>
            <a:off x="5897552" y="2133378"/>
            <a:ext cx="1861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Vled</a:t>
            </a:r>
            <a:r>
              <a:rPr lang="en-US" altLang="ko-KR" dirty="0"/>
              <a:t>(+5V), GND</a:t>
            </a:r>
            <a:endParaRPr lang="ko-KR" altLang="en-US" dirty="0"/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DD8C4F5A-670C-3370-CAEE-1E25A953ACE6}"/>
              </a:ext>
            </a:extLst>
          </p:cNvPr>
          <p:cNvCxnSpPr>
            <a:cxnSpLocks/>
          </p:cNvCxnSpPr>
          <p:nvPr/>
        </p:nvCxnSpPr>
        <p:spPr>
          <a:xfrm flipV="1">
            <a:off x="809405" y="1733217"/>
            <a:ext cx="968273" cy="487781"/>
          </a:xfrm>
          <a:prstGeom prst="straightConnector1">
            <a:avLst/>
          </a:prstGeom>
          <a:ln w="57150">
            <a:solidFill>
              <a:srgbClr val="E949D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EF67A825-7A2F-8568-618E-9B363B872126}"/>
              </a:ext>
            </a:extLst>
          </p:cNvPr>
          <p:cNvSpPr txBox="1"/>
          <p:nvPr/>
        </p:nvSpPr>
        <p:spPr>
          <a:xfrm>
            <a:off x="186807" y="2105407"/>
            <a:ext cx="6880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12V</a:t>
            </a:r>
          </a:p>
          <a:p>
            <a:r>
              <a:rPr lang="en-US" altLang="ko-KR" dirty="0"/>
              <a:t>GND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585582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56A5E193-8171-4DDE-BA4D-70A6FA3187AC}"/>
              </a:ext>
            </a:extLst>
          </p:cNvPr>
          <p:cNvSpPr txBox="1"/>
          <p:nvPr/>
        </p:nvSpPr>
        <p:spPr>
          <a:xfrm>
            <a:off x="243758" y="115888"/>
            <a:ext cx="20205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/>
              <a:t>B’D Switch</a:t>
            </a:r>
            <a:endParaRPr lang="ko-KR" altLang="en-US" sz="2800" b="1" dirty="0"/>
          </a:p>
        </p:txBody>
      </p:sp>
      <p:sp>
        <p:nvSpPr>
          <p:cNvPr id="4" name="슬라이드 번호 개체 틀 1">
            <a:extLst>
              <a:ext uri="{FF2B5EF4-FFF2-40B4-BE49-F238E27FC236}">
                <a16:creationId xmlns:a16="http://schemas.microsoft.com/office/drawing/2014/main" id="{8E2B78FC-64C0-B377-76CB-E1E2C82325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3AB67CC-33FA-4DFA-9873-F17687A4BA72}" type="slidenum">
              <a:rPr lang="ko-KR" altLang="en-US" smtClean="0"/>
              <a:t>4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75F081B-88AC-F430-76C1-BBB088F5FF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884085" y="0"/>
            <a:ext cx="5083901" cy="6858000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16529054-90EC-5F6A-8722-8AB2B9D8854E}"/>
              </a:ext>
            </a:extLst>
          </p:cNvPr>
          <p:cNvSpPr/>
          <p:nvPr/>
        </p:nvSpPr>
        <p:spPr>
          <a:xfrm>
            <a:off x="5347854" y="3278909"/>
            <a:ext cx="535709" cy="58189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6B0497C-6EE8-5306-0626-DB36FB4910E0}"/>
              </a:ext>
            </a:extLst>
          </p:cNvPr>
          <p:cNvSpPr/>
          <p:nvPr/>
        </p:nvSpPr>
        <p:spPr>
          <a:xfrm>
            <a:off x="5347853" y="2620818"/>
            <a:ext cx="535709" cy="58189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F8BB40-9F21-FAA0-6949-18EB127F1415}"/>
              </a:ext>
            </a:extLst>
          </p:cNvPr>
          <p:cNvSpPr txBox="1"/>
          <p:nvPr/>
        </p:nvSpPr>
        <p:spPr>
          <a:xfrm>
            <a:off x="577669" y="1594093"/>
            <a:ext cx="1850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기능</a:t>
            </a:r>
            <a:r>
              <a:rPr lang="en-US" altLang="ko-KR" sz="1400" dirty="0"/>
              <a:t>: </a:t>
            </a:r>
            <a:r>
              <a:rPr lang="ko-KR" altLang="en-US" sz="1400" dirty="0"/>
              <a:t>전원 </a:t>
            </a:r>
            <a:r>
              <a:rPr lang="en-US" altLang="ko-KR" sz="1400" dirty="0"/>
              <a:t>off switch</a:t>
            </a:r>
            <a:endParaRPr lang="ko-KR" altLang="en-US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BF2173-6290-7C10-F535-4DEFA640C981}"/>
              </a:ext>
            </a:extLst>
          </p:cNvPr>
          <p:cNvSpPr txBox="1"/>
          <p:nvPr/>
        </p:nvSpPr>
        <p:spPr>
          <a:xfrm>
            <a:off x="243758" y="4501641"/>
            <a:ext cx="3579826" cy="1020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/>
              <a:t>기능 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en-US" altLang="ko-KR" sz="1400" dirty="0"/>
              <a:t>1) </a:t>
            </a:r>
            <a:r>
              <a:rPr lang="ko-KR" altLang="en-US" sz="1400" dirty="0"/>
              <a:t>전원 </a:t>
            </a:r>
            <a:r>
              <a:rPr lang="en-US" altLang="ko-KR" sz="1400" dirty="0"/>
              <a:t>on &amp; SAL initial (0.5</a:t>
            </a:r>
            <a:r>
              <a:rPr lang="ko-KR" altLang="en-US" sz="1400" dirty="0"/>
              <a:t>초 이상</a:t>
            </a:r>
            <a:r>
              <a:rPr lang="en-US" altLang="ko-KR" sz="1400" dirty="0"/>
              <a:t> push)</a:t>
            </a:r>
          </a:p>
          <a:p>
            <a:pPr>
              <a:lnSpc>
                <a:spcPct val="150000"/>
              </a:lnSpc>
            </a:pPr>
            <a:r>
              <a:rPr lang="en-US" altLang="ko-KR" sz="1400" dirty="0"/>
              <a:t>2) Demo pattern change (</a:t>
            </a:r>
            <a:r>
              <a:rPr lang="ko-KR" altLang="en-US" sz="1400" dirty="0"/>
              <a:t>짧게 </a:t>
            </a:r>
            <a:r>
              <a:rPr lang="en-US" altLang="ko-KR" sz="1400" dirty="0"/>
              <a:t>push)</a:t>
            </a:r>
            <a:endParaRPr lang="ko-KR" altLang="en-US" sz="1400" dirty="0"/>
          </a:p>
        </p:txBody>
      </p:sp>
      <p:sp>
        <p:nvSpPr>
          <p:cNvPr id="15" name="화살표: 위로 굽음 14">
            <a:extLst>
              <a:ext uri="{FF2B5EF4-FFF2-40B4-BE49-F238E27FC236}">
                <a16:creationId xmlns:a16="http://schemas.microsoft.com/office/drawing/2014/main" id="{A82F368C-17C2-BDA9-28FE-BA35895CB133}"/>
              </a:ext>
            </a:extLst>
          </p:cNvPr>
          <p:cNvSpPr/>
          <p:nvPr/>
        </p:nvSpPr>
        <p:spPr>
          <a:xfrm flipH="1">
            <a:off x="1254034" y="1970750"/>
            <a:ext cx="4179869" cy="1020216"/>
          </a:xfrm>
          <a:prstGeom prst="bentUpArrow">
            <a:avLst>
              <a:gd name="adj1" fmla="val 15041"/>
              <a:gd name="adj2" fmla="val 25000"/>
              <a:gd name="adj3" fmla="val 25000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화살표: 위로 굽음 15">
            <a:extLst>
              <a:ext uri="{FF2B5EF4-FFF2-40B4-BE49-F238E27FC236}">
                <a16:creationId xmlns:a16="http://schemas.microsoft.com/office/drawing/2014/main" id="{5A21A858-57D5-3638-E1A4-207DB6AD7846}"/>
              </a:ext>
            </a:extLst>
          </p:cNvPr>
          <p:cNvSpPr/>
          <p:nvPr/>
        </p:nvSpPr>
        <p:spPr>
          <a:xfrm flipH="1" flipV="1">
            <a:off x="1254033" y="3452228"/>
            <a:ext cx="4179869" cy="1020216"/>
          </a:xfrm>
          <a:prstGeom prst="bentUpArrow">
            <a:avLst>
              <a:gd name="adj1" fmla="val 15041"/>
              <a:gd name="adj2" fmla="val 25000"/>
              <a:gd name="adj3" fmla="val 25000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16840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F867100-9799-4A8F-B39F-C5612598DAFF}"/>
              </a:ext>
            </a:extLst>
          </p:cNvPr>
          <p:cNvSpPr txBox="1"/>
          <p:nvPr/>
        </p:nvSpPr>
        <p:spPr>
          <a:xfrm>
            <a:off x="1687995" y="3044280"/>
            <a:ext cx="881601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solidFill>
                  <a:srgbClr val="000099"/>
                </a:solidFill>
              </a:rPr>
              <a:t>SAL</a:t>
            </a:r>
            <a:r>
              <a:rPr lang="ko-KR" altLang="en-US" sz="4400" b="1" dirty="0">
                <a:solidFill>
                  <a:srgbClr val="000099"/>
                </a:solidFill>
              </a:rPr>
              <a:t> </a:t>
            </a:r>
            <a:r>
              <a:rPr lang="en-US" altLang="ko-KR" sz="4400" b="1" dirty="0">
                <a:solidFill>
                  <a:srgbClr val="000099"/>
                </a:solidFill>
              </a:rPr>
              <a:t>SINGLE-ENDED</a:t>
            </a:r>
          </a:p>
        </p:txBody>
      </p:sp>
    </p:spTree>
    <p:extLst>
      <p:ext uri="{BB962C8B-B14F-4D97-AF65-F5344CB8AC3E}">
        <p14:creationId xmlns:p14="http://schemas.microsoft.com/office/powerpoint/2010/main" val="20677801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56A5E193-8171-4DDE-BA4D-70A6FA3187AC}"/>
              </a:ext>
            </a:extLst>
          </p:cNvPr>
          <p:cNvSpPr txBox="1"/>
          <p:nvPr/>
        </p:nvSpPr>
        <p:spPr>
          <a:xfrm>
            <a:off x="243758" y="115888"/>
            <a:ext cx="58015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/>
              <a:t>Single-Ended F/W command List</a:t>
            </a:r>
            <a:endParaRPr lang="ko-KR" altLang="en-US" sz="2800" b="1" dirty="0"/>
          </a:p>
        </p:txBody>
      </p:sp>
      <p:sp>
        <p:nvSpPr>
          <p:cNvPr id="4" name="슬라이드 번호 개체 틀 1">
            <a:extLst>
              <a:ext uri="{FF2B5EF4-FFF2-40B4-BE49-F238E27FC236}">
                <a16:creationId xmlns:a16="http://schemas.microsoft.com/office/drawing/2014/main" id="{8E2B78FC-64C0-B377-76CB-E1E2C82325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3AB67CC-33FA-4DFA-9873-F17687A4BA72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0F830C85-848F-4352-882C-5E6758027D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99140" y="1812614"/>
            <a:ext cx="6863179" cy="349616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83F08E7-6311-FF73-3D33-74CB8B32AC83}"/>
              </a:ext>
            </a:extLst>
          </p:cNvPr>
          <p:cNvSpPr txBox="1"/>
          <p:nvPr/>
        </p:nvSpPr>
        <p:spPr>
          <a:xfrm>
            <a:off x="243758" y="920110"/>
            <a:ext cx="5181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Serial</a:t>
            </a:r>
            <a:r>
              <a:rPr lang="ko-KR" altLang="en-US" dirty="0"/>
              <a:t> </a:t>
            </a:r>
            <a:r>
              <a:rPr lang="en-US" altLang="ko-KR" dirty="0"/>
              <a:t>–</a:t>
            </a:r>
            <a:r>
              <a:rPr lang="ko-KR" altLang="en-US" dirty="0"/>
              <a:t> </a:t>
            </a:r>
            <a:r>
              <a:rPr lang="en-US" altLang="ko-KR" b="1" dirty="0"/>
              <a:t>“?”</a:t>
            </a:r>
            <a:r>
              <a:rPr lang="en-US" altLang="ko-KR" dirty="0"/>
              <a:t> or </a:t>
            </a:r>
            <a:r>
              <a:rPr lang="en-US" altLang="ko-KR" b="1" dirty="0"/>
              <a:t>“help”</a:t>
            </a:r>
            <a:r>
              <a:rPr lang="en-US" altLang="ko-KR" dirty="0"/>
              <a:t> (show F/W command list)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953806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56A5E193-8171-4DDE-BA4D-70A6FA3187AC}"/>
              </a:ext>
            </a:extLst>
          </p:cNvPr>
          <p:cNvSpPr txBox="1"/>
          <p:nvPr/>
        </p:nvSpPr>
        <p:spPr>
          <a:xfrm>
            <a:off x="243758" y="115888"/>
            <a:ext cx="58015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/>
              <a:t>Single-Ended F/W command List</a:t>
            </a:r>
            <a:endParaRPr lang="ko-KR" altLang="en-US" sz="2800" b="1" dirty="0"/>
          </a:p>
        </p:txBody>
      </p:sp>
      <p:sp>
        <p:nvSpPr>
          <p:cNvPr id="4" name="슬라이드 번호 개체 틀 1">
            <a:extLst>
              <a:ext uri="{FF2B5EF4-FFF2-40B4-BE49-F238E27FC236}">
                <a16:creationId xmlns:a16="http://schemas.microsoft.com/office/drawing/2014/main" id="{8E2B78FC-64C0-B377-76CB-E1E2C82325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3AB67CC-33FA-4DFA-9873-F17687A4BA72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3F08E7-6311-FF73-3D33-74CB8B32AC83}"/>
              </a:ext>
            </a:extLst>
          </p:cNvPr>
          <p:cNvSpPr txBox="1"/>
          <p:nvPr/>
        </p:nvSpPr>
        <p:spPr>
          <a:xfrm>
            <a:off x="243758" y="920110"/>
            <a:ext cx="45457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Serial</a:t>
            </a:r>
            <a:r>
              <a:rPr lang="ko-KR" altLang="en-US" dirty="0"/>
              <a:t> </a:t>
            </a:r>
            <a:r>
              <a:rPr lang="en-US" altLang="ko-KR" dirty="0"/>
              <a:t>–</a:t>
            </a:r>
            <a:r>
              <a:rPr lang="ko-KR" altLang="en-US" dirty="0"/>
              <a:t> </a:t>
            </a:r>
            <a:r>
              <a:rPr lang="en-US" altLang="ko-KR" b="1" dirty="0"/>
              <a:t>“</a:t>
            </a:r>
            <a:r>
              <a:rPr lang="en-US" altLang="ko-KR" b="1" dirty="0" err="1"/>
              <a:t>cmd</a:t>
            </a:r>
            <a:r>
              <a:rPr lang="en-US" altLang="ko-KR" b="1" dirty="0"/>
              <a:t>”</a:t>
            </a:r>
            <a:r>
              <a:rPr lang="en-US" altLang="ko-KR" dirty="0"/>
              <a:t> (show SAL command list)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4836E6F-4E1A-A44D-84EB-48B8EBFDEE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2170" y="1358726"/>
            <a:ext cx="2134640" cy="449603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16CD68DD-FC52-5E7E-8115-74DA3D3A5D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6171" y="1358726"/>
            <a:ext cx="1911532" cy="4496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88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56A5E193-8171-4DDE-BA4D-70A6FA3187AC}"/>
              </a:ext>
            </a:extLst>
          </p:cNvPr>
          <p:cNvSpPr txBox="1"/>
          <p:nvPr/>
        </p:nvSpPr>
        <p:spPr>
          <a:xfrm>
            <a:off x="243758" y="115888"/>
            <a:ext cx="58015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/>
              <a:t>Single-Ended F/W command List</a:t>
            </a:r>
            <a:endParaRPr lang="ko-KR" altLang="en-US" sz="2800" b="1" dirty="0"/>
          </a:p>
        </p:txBody>
      </p:sp>
      <p:sp>
        <p:nvSpPr>
          <p:cNvPr id="4" name="슬라이드 번호 개체 틀 1">
            <a:extLst>
              <a:ext uri="{FF2B5EF4-FFF2-40B4-BE49-F238E27FC236}">
                <a16:creationId xmlns:a16="http://schemas.microsoft.com/office/drawing/2014/main" id="{8E2B78FC-64C0-B377-76CB-E1E2C82325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3AB67CC-33FA-4DFA-9873-F17687A4BA72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3F08E7-6311-FF73-3D33-74CB8B32AC83}"/>
              </a:ext>
            </a:extLst>
          </p:cNvPr>
          <p:cNvSpPr txBox="1"/>
          <p:nvPr/>
        </p:nvSpPr>
        <p:spPr>
          <a:xfrm>
            <a:off x="243758" y="800037"/>
            <a:ext cx="4427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Serial</a:t>
            </a:r>
            <a:r>
              <a:rPr lang="ko-KR" altLang="en-US" dirty="0"/>
              <a:t> </a:t>
            </a:r>
            <a:r>
              <a:rPr lang="en-US" altLang="ko-KR" dirty="0"/>
              <a:t>–</a:t>
            </a:r>
            <a:r>
              <a:rPr lang="ko-KR" altLang="en-US" dirty="0"/>
              <a:t> </a:t>
            </a:r>
            <a:r>
              <a:rPr lang="en-US" altLang="ko-KR" dirty="0"/>
              <a:t>“</a:t>
            </a:r>
            <a:r>
              <a:rPr lang="en-US" altLang="ko-KR" b="1" dirty="0"/>
              <a:t>sal_w [dec] [hex] [hex]</a:t>
            </a:r>
            <a:r>
              <a:rPr lang="en-US" altLang="ko-KR" dirty="0"/>
              <a:t>” (write)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307C60-53B8-5C2B-952D-3589FE2147D3}"/>
              </a:ext>
            </a:extLst>
          </p:cNvPr>
          <p:cNvSpPr txBox="1"/>
          <p:nvPr/>
        </p:nvSpPr>
        <p:spPr>
          <a:xfrm>
            <a:off x="1895736" y="1158435"/>
            <a:ext cx="6319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err="1">
                <a:solidFill>
                  <a:srgbClr val="FF66FF"/>
                </a:solidFill>
              </a:rPr>
              <a:t>dev_id</a:t>
            </a:r>
            <a:endParaRPr lang="ko-KR" altLang="en-US" sz="1200" dirty="0">
              <a:solidFill>
                <a:srgbClr val="FF66FF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300378-57A0-24BB-3DC4-C65AEB183252}"/>
              </a:ext>
            </a:extLst>
          </p:cNvPr>
          <p:cNvSpPr txBox="1"/>
          <p:nvPr/>
        </p:nvSpPr>
        <p:spPr>
          <a:xfrm>
            <a:off x="2624860" y="1158435"/>
            <a:ext cx="4844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err="1">
                <a:solidFill>
                  <a:srgbClr val="FF66FF"/>
                </a:solidFill>
              </a:rPr>
              <a:t>cmd</a:t>
            </a:r>
            <a:endParaRPr lang="ko-KR" altLang="en-US" sz="1200" dirty="0">
              <a:solidFill>
                <a:srgbClr val="FF66FF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893ECC-7A4C-5FDB-AFF7-84D5215224E4}"/>
              </a:ext>
            </a:extLst>
          </p:cNvPr>
          <p:cNvSpPr txBox="1"/>
          <p:nvPr/>
        </p:nvSpPr>
        <p:spPr>
          <a:xfrm>
            <a:off x="3160328" y="1158435"/>
            <a:ext cx="5471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66FF"/>
                </a:solidFill>
              </a:rPr>
              <a:t>value</a:t>
            </a:r>
            <a:endParaRPr lang="ko-KR" altLang="en-US" sz="1200" dirty="0">
              <a:solidFill>
                <a:srgbClr val="FF66FF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98710D-49C0-012D-5C12-4CC0A28B66BB}"/>
              </a:ext>
            </a:extLst>
          </p:cNvPr>
          <p:cNvSpPr txBox="1"/>
          <p:nvPr/>
        </p:nvSpPr>
        <p:spPr>
          <a:xfrm>
            <a:off x="263539" y="2607143"/>
            <a:ext cx="36470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Serial</a:t>
            </a:r>
            <a:r>
              <a:rPr lang="ko-KR" altLang="en-US" dirty="0"/>
              <a:t> </a:t>
            </a:r>
            <a:r>
              <a:rPr lang="en-US" altLang="ko-KR" dirty="0"/>
              <a:t>–</a:t>
            </a:r>
            <a:r>
              <a:rPr lang="ko-KR" altLang="en-US" dirty="0"/>
              <a:t> </a:t>
            </a:r>
            <a:r>
              <a:rPr lang="en-US" altLang="ko-KR" dirty="0"/>
              <a:t>“</a:t>
            </a:r>
            <a:r>
              <a:rPr lang="en-US" altLang="ko-KR" b="1" dirty="0" err="1"/>
              <a:t>sal_r</a:t>
            </a:r>
            <a:r>
              <a:rPr lang="en-US" altLang="ko-KR" b="1" dirty="0"/>
              <a:t> [dec] [hex]</a:t>
            </a:r>
            <a:r>
              <a:rPr lang="en-US" altLang="ko-KR" dirty="0"/>
              <a:t>” (read)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39CC8D-E2AC-48C7-EB92-BA4F27CDCC46}"/>
              </a:ext>
            </a:extLst>
          </p:cNvPr>
          <p:cNvSpPr txBox="1"/>
          <p:nvPr/>
        </p:nvSpPr>
        <p:spPr>
          <a:xfrm>
            <a:off x="1860522" y="2890157"/>
            <a:ext cx="6319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err="1">
                <a:solidFill>
                  <a:srgbClr val="FF66FF"/>
                </a:solidFill>
              </a:rPr>
              <a:t>dev_id</a:t>
            </a:r>
            <a:endParaRPr lang="ko-KR" altLang="en-US" sz="1200" dirty="0">
              <a:solidFill>
                <a:srgbClr val="FF66FF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0D264A-6A40-58B6-B759-1D2A88A60F72}"/>
              </a:ext>
            </a:extLst>
          </p:cNvPr>
          <p:cNvSpPr txBox="1"/>
          <p:nvPr/>
        </p:nvSpPr>
        <p:spPr>
          <a:xfrm>
            <a:off x="2497284" y="2880921"/>
            <a:ext cx="4844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err="1">
                <a:solidFill>
                  <a:srgbClr val="FF66FF"/>
                </a:solidFill>
              </a:rPr>
              <a:t>cmd</a:t>
            </a:r>
            <a:endParaRPr lang="ko-KR" altLang="en-US" sz="1200" dirty="0">
              <a:solidFill>
                <a:srgbClr val="FF66FF"/>
              </a:solidFill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3392E570-4326-0C12-33D0-72C7A7C7F4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203" y="1951500"/>
            <a:ext cx="2724530" cy="28579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BC0BA1D5-CEF4-BC70-CCEF-6FCD9469F4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6203" y="3593584"/>
            <a:ext cx="4420217" cy="809738"/>
          </a:xfrm>
          <a:prstGeom prst="rect">
            <a:avLst/>
          </a:prstGeom>
        </p:spPr>
      </p:pic>
      <p:sp>
        <p:nvSpPr>
          <p:cNvPr id="20" name="타원 19">
            <a:extLst>
              <a:ext uri="{FF2B5EF4-FFF2-40B4-BE49-F238E27FC236}">
                <a16:creationId xmlns:a16="http://schemas.microsoft.com/office/drawing/2014/main" id="{A84E4F3A-4ACC-08E6-5163-C4C3B2943D28}"/>
              </a:ext>
            </a:extLst>
          </p:cNvPr>
          <p:cNvSpPr/>
          <p:nvPr/>
        </p:nvSpPr>
        <p:spPr>
          <a:xfrm>
            <a:off x="3160328" y="1858724"/>
            <a:ext cx="547137" cy="52345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55DA9605-327C-7B0F-54AD-297CE3CD5484}"/>
              </a:ext>
            </a:extLst>
          </p:cNvPr>
          <p:cNvSpPr/>
          <p:nvPr/>
        </p:nvSpPr>
        <p:spPr>
          <a:xfrm>
            <a:off x="4709314" y="3672075"/>
            <a:ext cx="1017231" cy="52345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7123AB58-4B3C-575A-6ECE-C7E19A72D440}"/>
              </a:ext>
            </a:extLst>
          </p:cNvPr>
          <p:cNvCxnSpPr>
            <a:stCxn id="20" idx="5"/>
            <a:endCxn id="21" idx="0"/>
          </p:cNvCxnSpPr>
          <p:nvPr/>
        </p:nvCxnSpPr>
        <p:spPr>
          <a:xfrm>
            <a:off x="3627339" y="2305517"/>
            <a:ext cx="1590591" cy="136655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C8913C96-0477-F06D-BBDB-39C8FA88FC71}"/>
              </a:ext>
            </a:extLst>
          </p:cNvPr>
          <p:cNvSpPr txBox="1"/>
          <p:nvPr/>
        </p:nvSpPr>
        <p:spPr>
          <a:xfrm>
            <a:off x="4244884" y="2603922"/>
            <a:ext cx="19759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SAL</a:t>
            </a:r>
            <a:r>
              <a:rPr lang="ko-KR" altLang="en-US" sz="1200" dirty="0"/>
              <a:t>에 변경한 값이 </a:t>
            </a:r>
            <a:r>
              <a:rPr lang="ko-KR" altLang="en-US" sz="1200" dirty="0" err="1"/>
              <a:t>읽어짐</a:t>
            </a:r>
            <a:endParaRPr lang="ko-KR" altLang="en-US" sz="12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6641E11-D1A8-BCB2-78E5-E6F2E0F5B5DD}"/>
              </a:ext>
            </a:extLst>
          </p:cNvPr>
          <p:cNvSpPr txBox="1"/>
          <p:nvPr/>
        </p:nvSpPr>
        <p:spPr>
          <a:xfrm>
            <a:off x="263539" y="4729306"/>
            <a:ext cx="74030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※ </a:t>
            </a:r>
            <a:r>
              <a:rPr lang="en-US" altLang="ko-KR" dirty="0"/>
              <a:t>SAL</a:t>
            </a:r>
            <a:r>
              <a:rPr lang="ko-KR" altLang="en-US" dirty="0"/>
              <a:t> </a:t>
            </a:r>
            <a:r>
              <a:rPr lang="en-US" altLang="ko-KR" dirty="0"/>
              <a:t>Read</a:t>
            </a:r>
            <a:r>
              <a:rPr lang="ko-KR" altLang="en-US" dirty="0"/>
              <a:t> 시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ko-KR" altLang="en-US" dirty="0"/>
              <a:t>주의점</a:t>
            </a:r>
            <a:endParaRPr lang="en-US" altLang="ko-KR" dirty="0"/>
          </a:p>
          <a:p>
            <a:r>
              <a:rPr lang="en-US" altLang="ko-KR" sz="1400" dirty="0"/>
              <a:t> - </a:t>
            </a:r>
            <a:r>
              <a:rPr lang="ko-KR" altLang="en-US" sz="1400" dirty="0"/>
              <a:t>아래와 같이 </a:t>
            </a:r>
            <a:r>
              <a:rPr lang="en-US" altLang="ko-KR" sz="1400" dirty="0"/>
              <a:t>“</a:t>
            </a:r>
            <a:r>
              <a:rPr lang="en-US" altLang="ko-KR" sz="1400" b="1" dirty="0" err="1">
                <a:solidFill>
                  <a:srgbClr val="FF0000"/>
                </a:solidFill>
              </a:rPr>
              <a:t>spi</a:t>
            </a:r>
            <a:r>
              <a:rPr lang="ko-KR" altLang="en-US" sz="1400" b="1" dirty="0">
                <a:solidFill>
                  <a:srgbClr val="FF0000"/>
                </a:solidFill>
              </a:rPr>
              <a:t> </a:t>
            </a:r>
            <a:r>
              <a:rPr lang="en-US" altLang="ko-KR" sz="1400" b="1" dirty="0" err="1">
                <a:solidFill>
                  <a:srgbClr val="FF0000"/>
                </a:solidFill>
              </a:rPr>
              <a:t>rx</a:t>
            </a:r>
            <a:r>
              <a:rPr lang="ko-KR" altLang="en-US" sz="1400" b="1" dirty="0">
                <a:solidFill>
                  <a:srgbClr val="FF0000"/>
                </a:solidFill>
              </a:rPr>
              <a:t> </a:t>
            </a:r>
            <a:r>
              <a:rPr lang="en-US" altLang="ko-KR" sz="1400" b="1" dirty="0">
                <a:solidFill>
                  <a:srgbClr val="FF0000"/>
                </a:solidFill>
              </a:rPr>
              <a:t>timeout</a:t>
            </a:r>
            <a:r>
              <a:rPr lang="en-US" altLang="ko-KR" sz="1400" dirty="0"/>
              <a:t>” </a:t>
            </a:r>
            <a:r>
              <a:rPr lang="ko-KR" altLang="en-US" sz="1400" dirty="0"/>
              <a:t>메시지가 나온 경우 통신 </a:t>
            </a:r>
            <a:r>
              <a:rPr lang="en-US" altLang="ko-KR" sz="1400" dirty="0"/>
              <a:t>error</a:t>
            </a:r>
            <a:r>
              <a:rPr lang="ko-KR" altLang="en-US" sz="1400" dirty="0"/>
              <a:t>가 발생</a:t>
            </a:r>
            <a:r>
              <a:rPr lang="en-US" altLang="ko-KR" sz="1400" dirty="0"/>
              <a:t>, read </a:t>
            </a:r>
            <a:r>
              <a:rPr lang="ko-KR" altLang="en-US" sz="1400" dirty="0"/>
              <a:t>재시도 필요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D708CA-C7EB-A8D8-47C0-EA9B8643BC91}"/>
              </a:ext>
            </a:extLst>
          </p:cNvPr>
          <p:cNvSpPr txBox="1"/>
          <p:nvPr/>
        </p:nvSpPr>
        <p:spPr>
          <a:xfrm>
            <a:off x="1705359" y="1409823"/>
            <a:ext cx="11657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0 : broadcast</a:t>
            </a:r>
          </a:p>
          <a:p>
            <a:r>
              <a:rPr lang="en-US" altLang="ko-KR" sz="1200" dirty="0"/>
              <a:t>1 ~ n : </a:t>
            </a:r>
            <a:r>
              <a:rPr lang="en-US" altLang="ko-KR" sz="1200" dirty="0" err="1"/>
              <a:t>dev_id</a:t>
            </a:r>
            <a:endParaRPr lang="ko-KR" altLang="en-US" sz="1200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BE23358-7E7B-B79F-8AA5-1854398A1C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5963" y="5424906"/>
            <a:ext cx="2457793" cy="56205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8AB9675-D9FE-A50A-918F-4712843129C7}"/>
              </a:ext>
            </a:extLst>
          </p:cNvPr>
          <p:cNvSpPr txBox="1"/>
          <p:nvPr/>
        </p:nvSpPr>
        <p:spPr>
          <a:xfrm>
            <a:off x="1705359" y="3099316"/>
            <a:ext cx="11657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0 : broadcast</a:t>
            </a:r>
          </a:p>
          <a:p>
            <a:r>
              <a:rPr lang="en-US" altLang="ko-KR" sz="1200" dirty="0"/>
              <a:t>1 ~ n : </a:t>
            </a:r>
            <a:r>
              <a:rPr lang="en-US" altLang="ko-KR" sz="1200" dirty="0" err="1"/>
              <a:t>dev_id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29611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56A5E193-8171-4DDE-BA4D-70A6FA3187AC}"/>
              </a:ext>
            </a:extLst>
          </p:cNvPr>
          <p:cNvSpPr txBox="1"/>
          <p:nvPr/>
        </p:nvSpPr>
        <p:spPr>
          <a:xfrm>
            <a:off x="243758" y="115888"/>
            <a:ext cx="58015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/>
              <a:t>Single-Ended F/W command List</a:t>
            </a:r>
            <a:endParaRPr lang="ko-KR" altLang="en-US" sz="2800" b="1" dirty="0"/>
          </a:p>
        </p:txBody>
      </p:sp>
      <p:sp>
        <p:nvSpPr>
          <p:cNvPr id="4" name="슬라이드 번호 개체 틀 1">
            <a:extLst>
              <a:ext uri="{FF2B5EF4-FFF2-40B4-BE49-F238E27FC236}">
                <a16:creationId xmlns:a16="http://schemas.microsoft.com/office/drawing/2014/main" id="{8E2B78FC-64C0-B377-76CB-E1E2C82325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3AB67CC-33FA-4DFA-9873-F17687A4BA72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3F08E7-6311-FF73-3D33-74CB8B32AC83}"/>
              </a:ext>
            </a:extLst>
          </p:cNvPr>
          <p:cNvSpPr txBox="1"/>
          <p:nvPr/>
        </p:nvSpPr>
        <p:spPr>
          <a:xfrm>
            <a:off x="243758" y="1028474"/>
            <a:ext cx="27707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Serial –</a:t>
            </a:r>
            <a:r>
              <a:rPr lang="ko-KR" altLang="en-US" dirty="0"/>
              <a:t> </a:t>
            </a:r>
            <a:r>
              <a:rPr lang="en-US" altLang="ko-KR" dirty="0"/>
              <a:t>“</a:t>
            </a:r>
            <a:r>
              <a:rPr lang="en-US" altLang="ko-KR" b="1" dirty="0" err="1"/>
              <a:t>sal_reset</a:t>
            </a:r>
            <a:r>
              <a:rPr lang="en-US" altLang="ko-KR" b="1" dirty="0"/>
              <a:t> [dec]</a:t>
            </a:r>
            <a:r>
              <a:rPr lang="en-US" altLang="ko-KR" dirty="0"/>
              <a:t>”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307C60-53B8-5C2B-952D-3589FE2147D3}"/>
              </a:ext>
            </a:extLst>
          </p:cNvPr>
          <p:cNvSpPr txBox="1"/>
          <p:nvPr/>
        </p:nvSpPr>
        <p:spPr>
          <a:xfrm>
            <a:off x="2236868" y="1309689"/>
            <a:ext cx="6319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err="1">
                <a:solidFill>
                  <a:srgbClr val="FF66FF"/>
                </a:solidFill>
              </a:rPr>
              <a:t>dev_id</a:t>
            </a:r>
            <a:endParaRPr lang="ko-KR" altLang="en-US" sz="1200" dirty="0">
              <a:solidFill>
                <a:srgbClr val="FF66FF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2D708CA-C7EB-A8D8-47C0-EA9B8643BC91}"/>
              </a:ext>
            </a:extLst>
          </p:cNvPr>
          <p:cNvSpPr txBox="1"/>
          <p:nvPr/>
        </p:nvSpPr>
        <p:spPr>
          <a:xfrm>
            <a:off x="1969968" y="1586688"/>
            <a:ext cx="11657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0 : broadcast</a:t>
            </a:r>
          </a:p>
          <a:p>
            <a:r>
              <a:rPr lang="en-US" altLang="ko-KR" sz="1200" dirty="0"/>
              <a:t>1 ~ n : </a:t>
            </a:r>
            <a:r>
              <a:rPr lang="en-US" altLang="ko-KR" sz="1200" dirty="0" err="1"/>
              <a:t>dev_id</a:t>
            </a:r>
            <a:endParaRPr lang="ko-KR" altLang="en-US" sz="1200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DFB5E578-8995-599E-B847-A81F94E69F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80305" y="1080573"/>
            <a:ext cx="2076433" cy="552527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30BD923C-3CBD-FADA-A3CE-B63C0309CEEB}"/>
              </a:ext>
            </a:extLst>
          </p:cNvPr>
          <p:cNvSpPr txBox="1"/>
          <p:nvPr/>
        </p:nvSpPr>
        <p:spPr>
          <a:xfrm>
            <a:off x="243758" y="2387857"/>
            <a:ext cx="3097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Serial –</a:t>
            </a:r>
            <a:r>
              <a:rPr lang="ko-KR" altLang="en-US" dirty="0"/>
              <a:t> </a:t>
            </a:r>
            <a:r>
              <a:rPr lang="en-US" altLang="ko-KR" dirty="0"/>
              <a:t>“</a:t>
            </a:r>
            <a:r>
              <a:rPr lang="en-US" altLang="ko-KR" b="1" dirty="0" err="1"/>
              <a:t>sal_initbidir</a:t>
            </a:r>
            <a:r>
              <a:rPr lang="en-US" altLang="ko-KR" b="1" dirty="0"/>
              <a:t> [dec]</a:t>
            </a:r>
            <a:r>
              <a:rPr lang="en-US" altLang="ko-KR" dirty="0"/>
              <a:t>”</a:t>
            </a:r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3AD6661-85EC-D7E8-84D3-2E6BD4B08D4F}"/>
              </a:ext>
            </a:extLst>
          </p:cNvPr>
          <p:cNvSpPr txBox="1"/>
          <p:nvPr/>
        </p:nvSpPr>
        <p:spPr>
          <a:xfrm>
            <a:off x="2552820" y="2696941"/>
            <a:ext cx="6319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err="1">
                <a:solidFill>
                  <a:srgbClr val="FF66FF"/>
                </a:solidFill>
              </a:rPr>
              <a:t>dev_id</a:t>
            </a:r>
            <a:endParaRPr lang="ko-KR" altLang="en-US" sz="1200" dirty="0">
              <a:solidFill>
                <a:srgbClr val="FF66FF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EDBF537-FB59-45F3-EF3F-95E975583370}"/>
              </a:ext>
            </a:extLst>
          </p:cNvPr>
          <p:cNvSpPr txBox="1"/>
          <p:nvPr/>
        </p:nvSpPr>
        <p:spPr>
          <a:xfrm>
            <a:off x="2285920" y="2973940"/>
            <a:ext cx="11657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0 : broadcast</a:t>
            </a:r>
          </a:p>
          <a:p>
            <a:r>
              <a:rPr lang="en-US" altLang="ko-KR" sz="1200" dirty="0"/>
              <a:t>1 ~ n : </a:t>
            </a:r>
            <a:r>
              <a:rPr lang="en-US" altLang="ko-KR" sz="1200" dirty="0" err="1"/>
              <a:t>dev_id</a:t>
            </a:r>
            <a:endParaRPr lang="ko-KR" altLang="en-US" sz="12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27DD89B-1344-CC6D-D9D9-5D76F19574F9}"/>
              </a:ext>
            </a:extLst>
          </p:cNvPr>
          <p:cNvSpPr txBox="1"/>
          <p:nvPr/>
        </p:nvSpPr>
        <p:spPr>
          <a:xfrm>
            <a:off x="243758" y="3747240"/>
            <a:ext cx="30405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Serial –</a:t>
            </a:r>
            <a:r>
              <a:rPr lang="ko-KR" altLang="en-US" dirty="0"/>
              <a:t> </a:t>
            </a:r>
            <a:r>
              <a:rPr lang="en-US" altLang="ko-KR" dirty="0"/>
              <a:t>“</a:t>
            </a:r>
            <a:r>
              <a:rPr lang="en-US" altLang="ko-KR" b="1" dirty="0" err="1"/>
              <a:t>sal_clrerror</a:t>
            </a:r>
            <a:r>
              <a:rPr lang="en-US" altLang="ko-KR" b="1" dirty="0"/>
              <a:t> [dec]</a:t>
            </a:r>
            <a:r>
              <a:rPr lang="en-US" altLang="ko-KR" dirty="0"/>
              <a:t>”</a:t>
            </a:r>
            <a:endParaRPr lang="ko-KR" alt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EE3A2EE-7BB9-E17A-C95C-F9AA2DBB0C98}"/>
              </a:ext>
            </a:extLst>
          </p:cNvPr>
          <p:cNvSpPr txBox="1"/>
          <p:nvPr/>
        </p:nvSpPr>
        <p:spPr>
          <a:xfrm>
            <a:off x="2503761" y="4106186"/>
            <a:ext cx="6319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err="1">
                <a:solidFill>
                  <a:srgbClr val="FF66FF"/>
                </a:solidFill>
              </a:rPr>
              <a:t>dev_id</a:t>
            </a:r>
            <a:endParaRPr lang="ko-KR" altLang="en-US" sz="1200" dirty="0">
              <a:solidFill>
                <a:srgbClr val="FF66FF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52BE764-94BB-674E-C70B-C3E1E5C16FC7}"/>
              </a:ext>
            </a:extLst>
          </p:cNvPr>
          <p:cNvSpPr txBox="1"/>
          <p:nvPr/>
        </p:nvSpPr>
        <p:spPr>
          <a:xfrm>
            <a:off x="2236861" y="4383185"/>
            <a:ext cx="11657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0 : broadcast</a:t>
            </a:r>
          </a:p>
          <a:p>
            <a:r>
              <a:rPr lang="en-US" altLang="ko-KR" sz="1200" dirty="0"/>
              <a:t>1 ~ n : </a:t>
            </a:r>
            <a:r>
              <a:rPr lang="en-US" altLang="ko-KR" sz="1200" dirty="0" err="1"/>
              <a:t>dev_id</a:t>
            </a:r>
            <a:endParaRPr lang="ko-KR" altLang="en-US" sz="1200" dirty="0"/>
          </a:p>
        </p:txBody>
      </p:sp>
      <p:pic>
        <p:nvPicPr>
          <p:cNvPr id="36" name="그림 35">
            <a:extLst>
              <a:ext uri="{FF2B5EF4-FFF2-40B4-BE49-F238E27FC236}">
                <a16:creationId xmlns:a16="http://schemas.microsoft.com/office/drawing/2014/main" id="{5FE99751-7783-231C-7C6A-EA9C39E6DA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0305" y="2472882"/>
            <a:ext cx="2543530" cy="543001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C8D44A1-FCD3-D3AD-94A5-FD0AB8404D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0305" y="3867210"/>
            <a:ext cx="2381582" cy="590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4199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56A5E193-8171-4DDE-BA4D-70A6FA3187AC}"/>
              </a:ext>
            </a:extLst>
          </p:cNvPr>
          <p:cNvSpPr txBox="1"/>
          <p:nvPr/>
        </p:nvSpPr>
        <p:spPr>
          <a:xfrm>
            <a:off x="243758" y="115888"/>
            <a:ext cx="58015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/>
              <a:t>Single-Ended F/W command List</a:t>
            </a:r>
            <a:endParaRPr lang="ko-KR" altLang="en-US" sz="2800" b="1" dirty="0"/>
          </a:p>
        </p:txBody>
      </p:sp>
      <p:sp>
        <p:nvSpPr>
          <p:cNvPr id="4" name="슬라이드 번호 개체 틀 1">
            <a:extLst>
              <a:ext uri="{FF2B5EF4-FFF2-40B4-BE49-F238E27FC236}">
                <a16:creationId xmlns:a16="http://schemas.microsoft.com/office/drawing/2014/main" id="{8E2B78FC-64C0-B377-76CB-E1E2C82325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3AB67CC-33FA-4DFA-9873-F17687A4BA72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3F08E7-6311-FF73-3D33-74CB8B32AC83}"/>
              </a:ext>
            </a:extLst>
          </p:cNvPr>
          <p:cNvSpPr txBox="1"/>
          <p:nvPr/>
        </p:nvSpPr>
        <p:spPr>
          <a:xfrm>
            <a:off x="243758" y="1019237"/>
            <a:ext cx="30877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Serial –</a:t>
            </a:r>
            <a:r>
              <a:rPr lang="ko-KR" altLang="en-US" dirty="0"/>
              <a:t> </a:t>
            </a:r>
            <a:r>
              <a:rPr lang="en-US" altLang="ko-KR" dirty="0"/>
              <a:t>“</a:t>
            </a:r>
            <a:r>
              <a:rPr lang="en-US" altLang="ko-KR" b="1" dirty="0" err="1"/>
              <a:t>sal_gosleep</a:t>
            </a:r>
            <a:r>
              <a:rPr lang="en-US" altLang="ko-KR" b="1" dirty="0"/>
              <a:t> [dec]</a:t>
            </a:r>
            <a:r>
              <a:rPr lang="en-US" altLang="ko-KR" dirty="0"/>
              <a:t>”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307C60-53B8-5C2B-952D-3589FE2147D3}"/>
              </a:ext>
            </a:extLst>
          </p:cNvPr>
          <p:cNvSpPr txBox="1"/>
          <p:nvPr/>
        </p:nvSpPr>
        <p:spPr>
          <a:xfrm>
            <a:off x="2531470" y="1354023"/>
            <a:ext cx="6319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err="1">
                <a:solidFill>
                  <a:srgbClr val="FF66FF"/>
                </a:solidFill>
              </a:rPr>
              <a:t>dev_id</a:t>
            </a:r>
            <a:endParaRPr lang="ko-KR" altLang="en-US" sz="1200" dirty="0">
              <a:solidFill>
                <a:srgbClr val="FF66FF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D708CA-C7EB-A8D8-47C0-EA9B8643BC91}"/>
              </a:ext>
            </a:extLst>
          </p:cNvPr>
          <p:cNvSpPr txBox="1"/>
          <p:nvPr/>
        </p:nvSpPr>
        <p:spPr>
          <a:xfrm>
            <a:off x="2264570" y="1631022"/>
            <a:ext cx="11657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0 : broadcast</a:t>
            </a:r>
          </a:p>
          <a:p>
            <a:r>
              <a:rPr lang="en-US" altLang="ko-KR" sz="1200" dirty="0"/>
              <a:t>1 ~ n : </a:t>
            </a:r>
            <a:r>
              <a:rPr lang="en-US" altLang="ko-KR" sz="1200" dirty="0" err="1"/>
              <a:t>dev_id</a:t>
            </a:r>
            <a:endParaRPr lang="ko-KR" alt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0BD923C-3CBD-FADA-A3CE-B63C0309CEEB}"/>
              </a:ext>
            </a:extLst>
          </p:cNvPr>
          <p:cNvSpPr txBox="1"/>
          <p:nvPr/>
        </p:nvSpPr>
        <p:spPr>
          <a:xfrm>
            <a:off x="243758" y="2378620"/>
            <a:ext cx="315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Serial –</a:t>
            </a:r>
            <a:r>
              <a:rPr lang="ko-KR" altLang="en-US" dirty="0"/>
              <a:t> </a:t>
            </a:r>
            <a:r>
              <a:rPr lang="en-US" altLang="ko-KR" dirty="0"/>
              <a:t>“</a:t>
            </a:r>
            <a:r>
              <a:rPr lang="en-US" altLang="ko-KR" b="1" dirty="0" err="1"/>
              <a:t>sal_goactive</a:t>
            </a:r>
            <a:r>
              <a:rPr lang="en-US" altLang="ko-KR" b="1" dirty="0"/>
              <a:t> [dec]</a:t>
            </a:r>
            <a:r>
              <a:rPr lang="en-US" altLang="ko-KR" dirty="0"/>
              <a:t>”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AD6661-85EC-D7E8-84D3-2E6BD4B08D4F}"/>
              </a:ext>
            </a:extLst>
          </p:cNvPr>
          <p:cNvSpPr txBox="1"/>
          <p:nvPr/>
        </p:nvSpPr>
        <p:spPr>
          <a:xfrm>
            <a:off x="2590129" y="2690336"/>
            <a:ext cx="6319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err="1">
                <a:solidFill>
                  <a:srgbClr val="FF66FF"/>
                </a:solidFill>
              </a:rPr>
              <a:t>dev_id</a:t>
            </a:r>
            <a:endParaRPr lang="ko-KR" altLang="en-US" sz="1200" dirty="0">
              <a:solidFill>
                <a:srgbClr val="FF66FF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DBF537-FB59-45F3-EF3F-95E975583370}"/>
              </a:ext>
            </a:extLst>
          </p:cNvPr>
          <p:cNvSpPr txBox="1"/>
          <p:nvPr/>
        </p:nvSpPr>
        <p:spPr>
          <a:xfrm>
            <a:off x="2323229" y="2967335"/>
            <a:ext cx="11657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0 : broadcast</a:t>
            </a:r>
          </a:p>
          <a:p>
            <a:r>
              <a:rPr lang="en-US" altLang="ko-KR" sz="1200" dirty="0"/>
              <a:t>1 ~ n : </a:t>
            </a:r>
            <a:r>
              <a:rPr lang="en-US" altLang="ko-KR" sz="1200" dirty="0" err="1"/>
              <a:t>dev_id</a:t>
            </a:r>
            <a:endParaRPr lang="ko-KR" altLang="en-US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27DD89B-1344-CC6D-D9D9-5D76F19574F9}"/>
              </a:ext>
            </a:extLst>
          </p:cNvPr>
          <p:cNvSpPr txBox="1"/>
          <p:nvPr/>
        </p:nvSpPr>
        <p:spPr>
          <a:xfrm>
            <a:off x="243758" y="3738003"/>
            <a:ext cx="36295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Serial –</a:t>
            </a:r>
            <a:r>
              <a:rPr lang="ko-KR" altLang="en-US" dirty="0"/>
              <a:t> </a:t>
            </a:r>
            <a:r>
              <a:rPr lang="en-US" altLang="ko-KR" dirty="0"/>
              <a:t>“</a:t>
            </a:r>
            <a:r>
              <a:rPr lang="en-US" altLang="ko-KR" b="1" dirty="0" err="1"/>
              <a:t>sal_godeepsleep</a:t>
            </a:r>
            <a:r>
              <a:rPr lang="en-US" altLang="ko-KR" b="1" dirty="0"/>
              <a:t> [dec]</a:t>
            </a:r>
            <a:r>
              <a:rPr lang="en-US" altLang="ko-KR" dirty="0"/>
              <a:t>”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E3A2EE-7BB9-E17A-C95C-F9AA2DBB0C98}"/>
              </a:ext>
            </a:extLst>
          </p:cNvPr>
          <p:cNvSpPr txBox="1"/>
          <p:nvPr/>
        </p:nvSpPr>
        <p:spPr>
          <a:xfrm>
            <a:off x="3080849" y="4026649"/>
            <a:ext cx="6319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err="1">
                <a:solidFill>
                  <a:srgbClr val="FF66FF"/>
                </a:solidFill>
              </a:rPr>
              <a:t>dev_id</a:t>
            </a:r>
            <a:endParaRPr lang="ko-KR" altLang="en-US" sz="1200" dirty="0">
              <a:solidFill>
                <a:srgbClr val="FF66FF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2BE764-94BB-674E-C70B-C3E1E5C16FC7}"/>
              </a:ext>
            </a:extLst>
          </p:cNvPr>
          <p:cNvSpPr txBox="1"/>
          <p:nvPr/>
        </p:nvSpPr>
        <p:spPr>
          <a:xfrm>
            <a:off x="2813949" y="4303648"/>
            <a:ext cx="11657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0 : broadcast</a:t>
            </a:r>
          </a:p>
          <a:p>
            <a:r>
              <a:rPr lang="en-US" altLang="ko-KR" sz="1200" dirty="0"/>
              <a:t>1 ~ n : </a:t>
            </a:r>
            <a:r>
              <a:rPr lang="en-US" altLang="ko-KR" sz="1200" dirty="0" err="1"/>
              <a:t>dev_id</a:t>
            </a:r>
            <a:endParaRPr lang="ko-KR" altLang="en-US" sz="12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12EC830-7F08-7C85-FF1E-99F6E25145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8391" y="1089973"/>
            <a:ext cx="2448267" cy="57158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6A34FE7A-53F1-75AC-D55E-A35706B029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8391" y="2455406"/>
            <a:ext cx="2495898" cy="57158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379EF2BB-3E7C-427B-BEE3-D6CBC2B1D0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6294" y="3820839"/>
            <a:ext cx="2715004" cy="657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5807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E12F7-3741-1874-B381-239945BA3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32581553-B2AE-320D-E46C-597D939A9095}"/>
              </a:ext>
            </a:extLst>
          </p:cNvPr>
          <p:cNvSpPr txBox="1"/>
          <p:nvPr/>
        </p:nvSpPr>
        <p:spPr>
          <a:xfrm>
            <a:off x="243758" y="115888"/>
            <a:ext cx="58015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/>
              <a:t>Single-Ended F/W command List</a:t>
            </a:r>
            <a:endParaRPr lang="ko-KR" altLang="en-US" sz="2800" b="1" dirty="0"/>
          </a:p>
        </p:txBody>
      </p:sp>
      <p:sp>
        <p:nvSpPr>
          <p:cNvPr id="4" name="슬라이드 번호 개체 틀 1">
            <a:extLst>
              <a:ext uri="{FF2B5EF4-FFF2-40B4-BE49-F238E27FC236}">
                <a16:creationId xmlns:a16="http://schemas.microsoft.com/office/drawing/2014/main" id="{AB9DCB73-F44B-C6D4-BB95-F2F95DDF82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3AB67CC-33FA-4DFA-9873-F17687A4BA72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2CA4A9-CB1D-E2BE-B9F1-5AFAE3556440}"/>
              </a:ext>
            </a:extLst>
          </p:cNvPr>
          <p:cNvSpPr txBox="1"/>
          <p:nvPr/>
        </p:nvSpPr>
        <p:spPr>
          <a:xfrm>
            <a:off x="243758" y="945107"/>
            <a:ext cx="2546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Serial –</a:t>
            </a:r>
            <a:r>
              <a:rPr lang="ko-KR" altLang="en-US" dirty="0"/>
              <a:t> </a:t>
            </a:r>
            <a:r>
              <a:rPr lang="en-US" altLang="ko-KR" dirty="0"/>
              <a:t>“</a:t>
            </a:r>
            <a:r>
              <a:rPr lang="en-US" altLang="ko-KR" b="1" dirty="0" err="1"/>
              <a:t>sal_crc</a:t>
            </a:r>
            <a:r>
              <a:rPr lang="en-US" altLang="ko-KR" b="1" dirty="0"/>
              <a:t> [dec]</a:t>
            </a:r>
            <a:r>
              <a:rPr lang="en-US" altLang="ko-KR" dirty="0"/>
              <a:t>”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C8F9A6-2092-A9EC-77B5-17E84B21F412}"/>
              </a:ext>
            </a:extLst>
          </p:cNvPr>
          <p:cNvSpPr txBox="1"/>
          <p:nvPr/>
        </p:nvSpPr>
        <p:spPr>
          <a:xfrm>
            <a:off x="1820279" y="1267426"/>
            <a:ext cx="13959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1 : </a:t>
            </a:r>
            <a:r>
              <a:rPr lang="en-US" altLang="ko-KR" sz="1200" dirty="0" err="1"/>
              <a:t>sal</a:t>
            </a:r>
            <a:r>
              <a:rPr lang="en-US" altLang="ko-KR" sz="1200" dirty="0"/>
              <a:t> </a:t>
            </a:r>
            <a:r>
              <a:rPr lang="en-US" altLang="ko-KR" sz="1200" dirty="0" err="1"/>
              <a:t>crc</a:t>
            </a:r>
            <a:r>
              <a:rPr lang="en-US" altLang="ko-KR" sz="1200" dirty="0"/>
              <a:t> enable</a:t>
            </a:r>
          </a:p>
          <a:p>
            <a:r>
              <a:rPr lang="en-US" altLang="ko-KR" sz="1200" dirty="0"/>
              <a:t>0 : </a:t>
            </a:r>
            <a:r>
              <a:rPr lang="en-US" altLang="ko-KR" sz="1200" dirty="0" err="1"/>
              <a:t>sal</a:t>
            </a:r>
            <a:r>
              <a:rPr lang="en-US" altLang="ko-KR" sz="1200" dirty="0"/>
              <a:t> </a:t>
            </a:r>
            <a:r>
              <a:rPr lang="en-US" altLang="ko-KR" sz="1200" dirty="0" err="1"/>
              <a:t>crc</a:t>
            </a:r>
            <a:r>
              <a:rPr lang="en-US" altLang="ko-KR" sz="1200" dirty="0"/>
              <a:t> disable</a:t>
            </a:r>
            <a:endParaRPr lang="ko-KR" altLang="en-US" sz="12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77C4C28-758E-1022-0EA4-8517163EAD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1930" y="964968"/>
            <a:ext cx="5161570" cy="604915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E50613C8-ED9D-9A82-1AF1-6DB88C0F0A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1930" y="1729091"/>
            <a:ext cx="5161570" cy="628067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AD7C7362-E750-45D4-7353-DAB51A2917CB}"/>
              </a:ext>
            </a:extLst>
          </p:cNvPr>
          <p:cNvSpPr txBox="1"/>
          <p:nvPr/>
        </p:nvSpPr>
        <p:spPr>
          <a:xfrm>
            <a:off x="243758" y="2734713"/>
            <a:ext cx="4085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Serial –</a:t>
            </a:r>
            <a:r>
              <a:rPr lang="ko-KR" altLang="en-US" dirty="0"/>
              <a:t> </a:t>
            </a:r>
            <a:r>
              <a:rPr lang="en-US" altLang="ko-KR" dirty="0"/>
              <a:t>“</a:t>
            </a:r>
            <a:r>
              <a:rPr lang="en-US" altLang="ko-KR" b="1" dirty="0" err="1"/>
              <a:t>sal_crc_manual</a:t>
            </a:r>
            <a:r>
              <a:rPr lang="en-US" altLang="ko-KR" b="1" dirty="0"/>
              <a:t> [dec] [dec]</a:t>
            </a:r>
            <a:r>
              <a:rPr lang="en-US" altLang="ko-KR" dirty="0"/>
              <a:t>”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1C2D651-5050-0FFD-48AF-11542D66D3C6}"/>
              </a:ext>
            </a:extLst>
          </p:cNvPr>
          <p:cNvSpPr txBox="1"/>
          <p:nvPr/>
        </p:nvSpPr>
        <p:spPr>
          <a:xfrm>
            <a:off x="1104443" y="3555044"/>
            <a:ext cx="17229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1 : manual </a:t>
            </a:r>
            <a:r>
              <a:rPr lang="en-US" altLang="ko-KR" sz="1200" dirty="0" err="1"/>
              <a:t>crc</a:t>
            </a:r>
            <a:r>
              <a:rPr lang="en-US" altLang="ko-KR" sz="1200" dirty="0"/>
              <a:t> enable</a:t>
            </a:r>
          </a:p>
          <a:p>
            <a:r>
              <a:rPr lang="en-US" altLang="ko-KR" sz="1200" dirty="0"/>
              <a:t>0 : manual </a:t>
            </a:r>
            <a:r>
              <a:rPr lang="en-US" altLang="ko-KR" sz="1200" dirty="0" err="1"/>
              <a:t>crc</a:t>
            </a:r>
            <a:r>
              <a:rPr lang="en-US" altLang="ko-KR" sz="1200" dirty="0"/>
              <a:t> disable</a:t>
            </a:r>
            <a:endParaRPr lang="ko-KR" altLang="en-US" sz="1200" dirty="0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C399CAF3-77A1-E2C4-C29B-BFC8040748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1450" y="2743212"/>
            <a:ext cx="3400900" cy="523948"/>
          </a:xfrm>
          <a:prstGeom prst="rect">
            <a:avLst/>
          </a:prstGeom>
        </p:spPr>
      </p:pic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16E58744-35C5-1EC3-51DC-30E305E81325}"/>
              </a:ext>
            </a:extLst>
          </p:cNvPr>
          <p:cNvCxnSpPr>
            <a:cxnSpLocks/>
            <a:endCxn id="21" idx="0"/>
          </p:cNvCxnSpPr>
          <p:nvPr/>
        </p:nvCxnSpPr>
        <p:spPr>
          <a:xfrm flipH="1">
            <a:off x="1965929" y="3124814"/>
            <a:ext cx="1250310" cy="43023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E13C2C28-A49B-03D4-C40D-ADDE81FFC26B}"/>
              </a:ext>
            </a:extLst>
          </p:cNvPr>
          <p:cNvCxnSpPr>
            <a:cxnSpLocks/>
            <a:endCxn id="29" idx="0"/>
          </p:cNvCxnSpPr>
          <p:nvPr/>
        </p:nvCxnSpPr>
        <p:spPr>
          <a:xfrm>
            <a:off x="3830139" y="3104045"/>
            <a:ext cx="394830" cy="47842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2F30463D-95E3-9204-EFEA-885CA1A1E88B}"/>
              </a:ext>
            </a:extLst>
          </p:cNvPr>
          <p:cNvSpPr txBox="1"/>
          <p:nvPr/>
        </p:nvSpPr>
        <p:spPr>
          <a:xfrm>
            <a:off x="3045767" y="3582470"/>
            <a:ext cx="23584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Value to be </a:t>
            </a:r>
            <a:r>
              <a:rPr lang="en-US" altLang="ko-KR" sz="1200" dirty="0" err="1"/>
              <a:t>crc</a:t>
            </a:r>
            <a:r>
              <a:rPr lang="en-US" altLang="ko-KR" sz="1200" dirty="0"/>
              <a:t> @ downstream</a:t>
            </a:r>
          </a:p>
          <a:p>
            <a:r>
              <a:rPr lang="en-US" altLang="ko-KR" sz="1200" dirty="0"/>
              <a:t>0 ~ 255</a:t>
            </a:r>
            <a:endParaRPr lang="ko-KR" altLang="en-US" sz="1200" dirty="0"/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1442D8F4-397E-52D7-6FF3-CF619C1702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1450" y="3443976"/>
            <a:ext cx="2886478" cy="600159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1991A2BC-4CFA-86F9-EBCE-FA6B5242CC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06" y="4558837"/>
            <a:ext cx="5859229" cy="369332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A5A9D84A-A740-FE39-5B74-E6B56A7803B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706" y="5113176"/>
            <a:ext cx="5070983" cy="819989"/>
          </a:xfrm>
          <a:prstGeom prst="rect">
            <a:avLst/>
          </a:prstGeom>
        </p:spPr>
      </p:pic>
      <p:sp>
        <p:nvSpPr>
          <p:cNvPr id="37" name="타원 36">
            <a:extLst>
              <a:ext uri="{FF2B5EF4-FFF2-40B4-BE49-F238E27FC236}">
                <a16:creationId xmlns:a16="http://schemas.microsoft.com/office/drawing/2014/main" id="{EE764E59-3A10-FBA4-563D-5010D772D20F}"/>
              </a:ext>
            </a:extLst>
          </p:cNvPr>
          <p:cNvSpPr/>
          <p:nvPr/>
        </p:nvSpPr>
        <p:spPr>
          <a:xfrm>
            <a:off x="5856074" y="4622218"/>
            <a:ext cx="360000" cy="3600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988A904F-A408-5EA3-B52C-2045963BA027}"/>
              </a:ext>
            </a:extLst>
          </p:cNvPr>
          <p:cNvSpPr/>
          <p:nvPr/>
        </p:nvSpPr>
        <p:spPr>
          <a:xfrm>
            <a:off x="2024914" y="5151509"/>
            <a:ext cx="324000" cy="3240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30E09EEA-4C7B-D6A8-CFCE-8FC589B14255}"/>
              </a:ext>
            </a:extLst>
          </p:cNvPr>
          <p:cNvSpPr/>
          <p:nvPr/>
        </p:nvSpPr>
        <p:spPr>
          <a:xfrm>
            <a:off x="5076689" y="5642078"/>
            <a:ext cx="360000" cy="3600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A796DB6-DAF3-0B1C-66A9-D5CBB09D4730}"/>
              </a:ext>
            </a:extLst>
          </p:cNvPr>
          <p:cNvSpPr txBox="1"/>
          <p:nvPr/>
        </p:nvSpPr>
        <p:spPr>
          <a:xfrm>
            <a:off x="6026408" y="4421690"/>
            <a:ext cx="54830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highlight>
                  <a:srgbClr val="00FF00"/>
                </a:highlight>
              </a:rPr>
              <a:t>1) Manual </a:t>
            </a:r>
            <a:r>
              <a:rPr lang="en-US" altLang="ko-KR" sz="1200" dirty="0" err="1">
                <a:highlight>
                  <a:srgbClr val="00FF00"/>
                </a:highlight>
              </a:rPr>
              <a:t>crc</a:t>
            </a:r>
            <a:r>
              <a:rPr lang="en-US" altLang="ko-KR" sz="1200" dirty="0">
                <a:highlight>
                  <a:srgbClr val="00FF00"/>
                </a:highlight>
              </a:rPr>
              <a:t> : disable</a:t>
            </a:r>
            <a:r>
              <a:rPr lang="ko-KR" altLang="en-US" sz="1200" dirty="0">
                <a:highlight>
                  <a:srgbClr val="00FF00"/>
                </a:highlight>
              </a:rPr>
              <a:t> </a:t>
            </a:r>
            <a:r>
              <a:rPr lang="en-US" altLang="ko-KR" sz="1200" dirty="0">
                <a:highlight>
                  <a:srgbClr val="00FF00"/>
                </a:highlight>
              </a:rPr>
              <a:t>(crc8</a:t>
            </a:r>
            <a:r>
              <a:rPr lang="ko-KR" altLang="en-US" sz="1200" dirty="0">
                <a:highlight>
                  <a:srgbClr val="00FF00"/>
                </a:highlight>
              </a:rPr>
              <a:t> </a:t>
            </a:r>
            <a:r>
              <a:rPr lang="en-US" altLang="ko-KR" sz="1200" dirty="0">
                <a:highlight>
                  <a:srgbClr val="00FF00"/>
                </a:highlight>
              </a:rPr>
              <a:t>rule</a:t>
            </a:r>
            <a:r>
              <a:rPr lang="ko-KR" altLang="en-US" sz="1200" dirty="0">
                <a:highlight>
                  <a:srgbClr val="00FF00"/>
                </a:highlight>
              </a:rPr>
              <a:t>에 맞게 계산된 값이 </a:t>
            </a:r>
            <a:r>
              <a:rPr lang="en-US" altLang="ko-KR" sz="1200" dirty="0">
                <a:highlight>
                  <a:srgbClr val="00FF00"/>
                </a:highlight>
              </a:rPr>
              <a:t>data frame</a:t>
            </a:r>
            <a:r>
              <a:rPr lang="ko-KR" altLang="en-US" sz="1200" dirty="0">
                <a:highlight>
                  <a:srgbClr val="00FF00"/>
                </a:highlight>
              </a:rPr>
              <a:t>에 사용됨</a:t>
            </a:r>
            <a:r>
              <a:rPr lang="en-US" altLang="ko-KR" sz="1200" dirty="0">
                <a:highlight>
                  <a:srgbClr val="00FF00"/>
                </a:highlight>
              </a:rPr>
              <a:t>)</a:t>
            </a:r>
            <a:endParaRPr lang="ko-KR" altLang="en-US" sz="1200" dirty="0">
              <a:highlight>
                <a:srgbClr val="00FF00"/>
              </a:highlight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7D8CA1B-FF44-C0B9-659D-D9DD4204B2AE}"/>
              </a:ext>
            </a:extLst>
          </p:cNvPr>
          <p:cNvSpPr txBox="1"/>
          <p:nvPr/>
        </p:nvSpPr>
        <p:spPr>
          <a:xfrm>
            <a:off x="2277572" y="5065316"/>
            <a:ext cx="34520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highlight>
                  <a:srgbClr val="00FF00"/>
                </a:highlight>
              </a:rPr>
              <a:t>2) Manual </a:t>
            </a:r>
            <a:r>
              <a:rPr lang="en-US" altLang="ko-KR" sz="1200" dirty="0" err="1">
                <a:highlight>
                  <a:srgbClr val="00FF00"/>
                </a:highlight>
              </a:rPr>
              <a:t>crc</a:t>
            </a:r>
            <a:r>
              <a:rPr lang="en-US" altLang="ko-KR" sz="1200" dirty="0">
                <a:highlight>
                  <a:srgbClr val="00FF00"/>
                </a:highlight>
              </a:rPr>
              <a:t> : enable, </a:t>
            </a:r>
            <a:r>
              <a:rPr lang="en-US" altLang="ko-KR" sz="1200" dirty="0" err="1">
                <a:highlight>
                  <a:srgbClr val="00FF00"/>
                </a:highlight>
              </a:rPr>
              <a:t>crc</a:t>
            </a:r>
            <a:r>
              <a:rPr lang="en-US" altLang="ko-KR" sz="1200" dirty="0">
                <a:highlight>
                  <a:srgbClr val="00FF00"/>
                </a:highlight>
              </a:rPr>
              <a:t> = 10</a:t>
            </a:r>
            <a:r>
              <a:rPr lang="ko-KR" altLang="en-US" sz="1200" dirty="0">
                <a:highlight>
                  <a:srgbClr val="00FF00"/>
                </a:highlight>
              </a:rPr>
              <a:t>으로 강제 설정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2AB0FC3-9BD5-64D9-9AFF-6760C95EED06}"/>
              </a:ext>
            </a:extLst>
          </p:cNvPr>
          <p:cNvSpPr txBox="1"/>
          <p:nvPr/>
        </p:nvSpPr>
        <p:spPr>
          <a:xfrm>
            <a:off x="5256689" y="5479809"/>
            <a:ext cx="39254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highlight>
                  <a:srgbClr val="00FF00"/>
                </a:highlight>
              </a:rPr>
              <a:t>3) </a:t>
            </a:r>
            <a:r>
              <a:rPr lang="ko-KR" altLang="en-US" sz="1200" dirty="0">
                <a:highlight>
                  <a:srgbClr val="00FF00"/>
                </a:highlight>
              </a:rPr>
              <a:t>강제 설정한 값 </a:t>
            </a:r>
            <a:r>
              <a:rPr lang="en-US" altLang="ko-KR" sz="1200" dirty="0">
                <a:highlight>
                  <a:srgbClr val="00FF00"/>
                </a:highlight>
              </a:rPr>
              <a:t>(</a:t>
            </a:r>
            <a:r>
              <a:rPr lang="en-US" altLang="ko-KR" sz="1200" dirty="0" err="1">
                <a:highlight>
                  <a:srgbClr val="00FF00"/>
                </a:highlight>
              </a:rPr>
              <a:t>crc</a:t>
            </a:r>
            <a:r>
              <a:rPr lang="en-US" altLang="ko-KR" sz="1200" dirty="0">
                <a:highlight>
                  <a:srgbClr val="00FF00"/>
                </a:highlight>
              </a:rPr>
              <a:t> = 10)</a:t>
            </a:r>
            <a:r>
              <a:rPr lang="ko-KR" altLang="en-US" sz="1200" dirty="0">
                <a:highlight>
                  <a:srgbClr val="00FF00"/>
                </a:highlight>
              </a:rPr>
              <a:t>으로 </a:t>
            </a:r>
            <a:r>
              <a:rPr lang="en-US" altLang="ko-KR" sz="1200" dirty="0">
                <a:highlight>
                  <a:srgbClr val="00FF00"/>
                </a:highlight>
              </a:rPr>
              <a:t>data frame</a:t>
            </a:r>
            <a:r>
              <a:rPr lang="ko-KR" altLang="en-US" sz="1200" dirty="0">
                <a:highlight>
                  <a:srgbClr val="00FF00"/>
                </a:highlight>
              </a:rPr>
              <a:t>에 사용됨</a:t>
            </a:r>
          </a:p>
        </p:txBody>
      </p:sp>
    </p:spTree>
    <p:extLst>
      <p:ext uri="{BB962C8B-B14F-4D97-AF65-F5344CB8AC3E}">
        <p14:creationId xmlns:p14="http://schemas.microsoft.com/office/powerpoint/2010/main" val="3460358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2953D-3E76-D036-0F93-E5C6D868E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12941DCF-B4A5-909C-0784-79D39615F728}"/>
              </a:ext>
            </a:extLst>
          </p:cNvPr>
          <p:cNvSpPr txBox="1"/>
          <p:nvPr/>
        </p:nvSpPr>
        <p:spPr>
          <a:xfrm>
            <a:off x="243758" y="115888"/>
            <a:ext cx="58015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/>
              <a:t>Single-Ended F/W command List</a:t>
            </a:r>
            <a:endParaRPr lang="ko-KR" altLang="en-US" sz="2800" b="1" dirty="0"/>
          </a:p>
        </p:txBody>
      </p:sp>
      <p:sp>
        <p:nvSpPr>
          <p:cNvPr id="4" name="슬라이드 번호 개체 틀 1">
            <a:extLst>
              <a:ext uri="{FF2B5EF4-FFF2-40B4-BE49-F238E27FC236}">
                <a16:creationId xmlns:a16="http://schemas.microsoft.com/office/drawing/2014/main" id="{E474C0E2-87B3-792B-0A94-389B3DE0CA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3AB67CC-33FA-4DFA-9873-F17687A4BA72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C13C58-1659-17B1-0A80-FFA4446E7FEB}"/>
              </a:ext>
            </a:extLst>
          </p:cNvPr>
          <p:cNvSpPr txBox="1"/>
          <p:nvPr/>
        </p:nvSpPr>
        <p:spPr>
          <a:xfrm>
            <a:off x="243758" y="945107"/>
            <a:ext cx="32660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Serial –</a:t>
            </a:r>
            <a:r>
              <a:rPr lang="ko-KR" altLang="en-US" dirty="0"/>
              <a:t> </a:t>
            </a:r>
            <a:r>
              <a:rPr lang="en-US" altLang="ko-KR" dirty="0"/>
              <a:t>“</a:t>
            </a:r>
            <a:r>
              <a:rPr lang="en-US" altLang="ko-KR" b="1" dirty="0" err="1"/>
              <a:t>sal_preamble</a:t>
            </a:r>
            <a:r>
              <a:rPr lang="en-US" altLang="ko-KR" b="1" dirty="0"/>
              <a:t> [dec]</a:t>
            </a:r>
            <a:r>
              <a:rPr lang="en-US" altLang="ko-KR" dirty="0"/>
              <a:t>”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2D6F82-39D6-6905-8346-DF43072187C9}"/>
              </a:ext>
            </a:extLst>
          </p:cNvPr>
          <p:cNvSpPr txBox="1"/>
          <p:nvPr/>
        </p:nvSpPr>
        <p:spPr>
          <a:xfrm>
            <a:off x="2717792" y="1245132"/>
            <a:ext cx="6559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0 ~ 15</a:t>
            </a:r>
            <a:endParaRPr lang="ko-KR" altLang="en-US" sz="12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872742C-D0AF-9B34-320B-774A4E48DE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2306" y="981107"/>
            <a:ext cx="3428169" cy="70829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E207F97-0F49-ECDD-80E7-EB569A9C9D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2306" y="1810967"/>
            <a:ext cx="3462090" cy="633184"/>
          </a:xfrm>
          <a:prstGeom prst="rect">
            <a:avLst/>
          </a:prstGeom>
        </p:spPr>
      </p:pic>
      <p:sp>
        <p:nvSpPr>
          <p:cNvPr id="9" name="타원 8">
            <a:extLst>
              <a:ext uri="{FF2B5EF4-FFF2-40B4-BE49-F238E27FC236}">
                <a16:creationId xmlns:a16="http://schemas.microsoft.com/office/drawing/2014/main" id="{567EEE66-486A-4018-9121-965E15FF3149}"/>
              </a:ext>
            </a:extLst>
          </p:cNvPr>
          <p:cNvSpPr/>
          <p:nvPr/>
        </p:nvSpPr>
        <p:spPr>
          <a:xfrm>
            <a:off x="6923338" y="1226735"/>
            <a:ext cx="547137" cy="52345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8946771F-8E09-CDEA-F3B1-A9CDD810C071}"/>
              </a:ext>
            </a:extLst>
          </p:cNvPr>
          <p:cNvSpPr/>
          <p:nvPr/>
        </p:nvSpPr>
        <p:spPr>
          <a:xfrm>
            <a:off x="5043577" y="2189052"/>
            <a:ext cx="379563" cy="44183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8995E619-B56E-6B8D-D220-6CC0740BD9D6}"/>
              </a:ext>
            </a:extLst>
          </p:cNvPr>
          <p:cNvCxnSpPr>
            <a:cxnSpLocks/>
            <a:stCxn id="9" idx="5"/>
            <a:endCxn id="11" idx="0"/>
          </p:cNvCxnSpPr>
          <p:nvPr/>
        </p:nvCxnSpPr>
        <p:spPr>
          <a:xfrm flipH="1">
            <a:off x="5233359" y="1673528"/>
            <a:ext cx="2156990" cy="51552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그림 17">
            <a:extLst>
              <a:ext uri="{FF2B5EF4-FFF2-40B4-BE49-F238E27FC236}">
                <a16:creationId xmlns:a16="http://schemas.microsoft.com/office/drawing/2014/main" id="{B1998DB7-01D2-4050-7733-2899CB0BBA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2306" y="3012847"/>
            <a:ext cx="3487383" cy="765523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09B5FBB1-A0C7-202D-8354-E4DD50253C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2305" y="4014214"/>
            <a:ext cx="3426577" cy="523220"/>
          </a:xfrm>
          <a:prstGeom prst="rect">
            <a:avLst/>
          </a:prstGeom>
        </p:spPr>
      </p:pic>
      <p:sp>
        <p:nvSpPr>
          <p:cNvPr id="23" name="타원 22">
            <a:extLst>
              <a:ext uri="{FF2B5EF4-FFF2-40B4-BE49-F238E27FC236}">
                <a16:creationId xmlns:a16="http://schemas.microsoft.com/office/drawing/2014/main" id="{926A0BF0-14DF-0F60-E35B-1A10A80DC2CE}"/>
              </a:ext>
            </a:extLst>
          </p:cNvPr>
          <p:cNvSpPr/>
          <p:nvPr/>
        </p:nvSpPr>
        <p:spPr>
          <a:xfrm>
            <a:off x="6921745" y="3239383"/>
            <a:ext cx="547137" cy="52345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C5E140B0-ED68-695A-72C5-9E0E81F055EF}"/>
              </a:ext>
            </a:extLst>
          </p:cNvPr>
          <p:cNvSpPr/>
          <p:nvPr/>
        </p:nvSpPr>
        <p:spPr>
          <a:xfrm>
            <a:off x="5043577" y="4261449"/>
            <a:ext cx="379563" cy="40220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77F45578-6A93-3BE6-848F-A9AE903CCF15}"/>
              </a:ext>
            </a:extLst>
          </p:cNvPr>
          <p:cNvCxnSpPr>
            <a:cxnSpLocks/>
            <a:stCxn id="23" idx="5"/>
            <a:endCxn id="24" idx="0"/>
          </p:cNvCxnSpPr>
          <p:nvPr/>
        </p:nvCxnSpPr>
        <p:spPr>
          <a:xfrm flipH="1">
            <a:off x="5233359" y="3686176"/>
            <a:ext cx="2155397" cy="57527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16972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F867100-9799-4A8F-B39F-C5612598DAFF}"/>
              </a:ext>
            </a:extLst>
          </p:cNvPr>
          <p:cNvSpPr txBox="1"/>
          <p:nvPr/>
        </p:nvSpPr>
        <p:spPr>
          <a:xfrm>
            <a:off x="1687995" y="3044280"/>
            <a:ext cx="881601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solidFill>
                  <a:srgbClr val="000099"/>
                </a:solidFill>
              </a:rPr>
              <a:t>SAL</a:t>
            </a:r>
            <a:r>
              <a:rPr lang="ko-KR" altLang="en-US" sz="4400" b="1" dirty="0">
                <a:solidFill>
                  <a:srgbClr val="000099"/>
                </a:solidFill>
              </a:rPr>
              <a:t> </a:t>
            </a:r>
            <a:r>
              <a:rPr lang="en-US" altLang="ko-KR" sz="4400" b="1" dirty="0">
                <a:solidFill>
                  <a:srgbClr val="000099"/>
                </a:solidFill>
              </a:rPr>
              <a:t>TEST MODE (I2C)</a:t>
            </a:r>
          </a:p>
        </p:txBody>
      </p:sp>
    </p:spTree>
    <p:extLst>
      <p:ext uri="{BB962C8B-B14F-4D97-AF65-F5344CB8AC3E}">
        <p14:creationId xmlns:p14="http://schemas.microsoft.com/office/powerpoint/2010/main" val="41327811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56A5E193-8171-4DDE-BA4D-70A6FA3187AC}"/>
              </a:ext>
            </a:extLst>
          </p:cNvPr>
          <p:cNvSpPr txBox="1"/>
          <p:nvPr/>
        </p:nvSpPr>
        <p:spPr>
          <a:xfrm>
            <a:off x="243758" y="115888"/>
            <a:ext cx="62775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/>
              <a:t>Test Mode (I2C) F/W command List</a:t>
            </a:r>
            <a:endParaRPr lang="ko-KR" altLang="en-US" sz="2800" b="1" dirty="0"/>
          </a:p>
        </p:txBody>
      </p:sp>
      <p:sp>
        <p:nvSpPr>
          <p:cNvPr id="4" name="슬라이드 번호 개체 틀 1">
            <a:extLst>
              <a:ext uri="{FF2B5EF4-FFF2-40B4-BE49-F238E27FC236}">
                <a16:creationId xmlns:a16="http://schemas.microsoft.com/office/drawing/2014/main" id="{8E2B78FC-64C0-B377-76CB-E1E2C82325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3AB67CC-33FA-4DFA-9873-F17687A4BA72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3F08E7-6311-FF73-3D33-74CB8B32AC83}"/>
              </a:ext>
            </a:extLst>
          </p:cNvPr>
          <p:cNvSpPr txBox="1"/>
          <p:nvPr/>
        </p:nvSpPr>
        <p:spPr>
          <a:xfrm>
            <a:off x="243758" y="1019237"/>
            <a:ext cx="468519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Serial –</a:t>
            </a:r>
            <a:r>
              <a:rPr lang="ko-KR" altLang="en-US" dirty="0"/>
              <a:t> </a:t>
            </a:r>
            <a:r>
              <a:rPr lang="en-US" altLang="ko-KR" dirty="0"/>
              <a:t>“</a:t>
            </a:r>
            <a:r>
              <a:rPr lang="en-US" altLang="ko-KR" b="1" dirty="0" err="1"/>
              <a:t>sal_trim_debug</a:t>
            </a:r>
            <a:r>
              <a:rPr lang="en-US" altLang="ko-KR" dirty="0"/>
              <a:t>”</a:t>
            </a:r>
          </a:p>
          <a:p>
            <a:r>
              <a:rPr lang="en-US" altLang="ko-KR" dirty="0"/>
              <a:t>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en-US" altLang="ko-KR" dirty="0" err="1">
                <a:sym typeface="Wingdings" panose="05000000000000000000" pitchFamily="2" charset="2"/>
              </a:rPr>
              <a:t>vcc</a:t>
            </a:r>
            <a:r>
              <a:rPr lang="en-US" altLang="ko-KR" dirty="0">
                <a:sym typeface="Wingdings" panose="05000000000000000000" pitchFamily="2" charset="2"/>
              </a:rPr>
              <a:t> &amp; </a:t>
            </a:r>
            <a:r>
              <a:rPr lang="en-US" altLang="ko-KR" dirty="0" err="1">
                <a:sym typeface="Wingdings" panose="05000000000000000000" pitchFamily="2" charset="2"/>
              </a:rPr>
              <a:t>vled</a:t>
            </a:r>
            <a:r>
              <a:rPr lang="en-US" altLang="ko-KR" dirty="0">
                <a:sym typeface="Wingdings" panose="05000000000000000000" pitchFamily="2" charset="2"/>
              </a:rPr>
              <a:t> on</a:t>
            </a:r>
          </a:p>
          <a:p>
            <a:r>
              <a:rPr lang="en-US" altLang="ko-KR" dirty="0">
                <a:sym typeface="Wingdings" panose="05000000000000000000" pitchFamily="2" charset="2"/>
              </a:rPr>
              <a:t>  </a:t>
            </a:r>
            <a:r>
              <a:rPr lang="en-US" altLang="ko-KR" dirty="0" err="1">
                <a:sym typeface="Wingdings" panose="05000000000000000000" pitchFamily="2" charset="2"/>
              </a:rPr>
              <a:t>test_e</a:t>
            </a:r>
            <a:r>
              <a:rPr lang="en-US" altLang="ko-KR" dirty="0">
                <a:sym typeface="Wingdings" panose="05000000000000000000" pitchFamily="2" charset="2"/>
              </a:rPr>
              <a:t> : 1, </a:t>
            </a:r>
            <a:r>
              <a:rPr lang="en-US" altLang="ko-KR" dirty="0" err="1">
                <a:sym typeface="Wingdings" panose="05000000000000000000" pitchFamily="2" charset="2"/>
              </a:rPr>
              <a:t>otp_protect</a:t>
            </a:r>
            <a:r>
              <a:rPr lang="en-US" altLang="ko-KR" dirty="0">
                <a:sym typeface="Wingdings" panose="05000000000000000000" pitchFamily="2" charset="2"/>
              </a:rPr>
              <a:t> : 0xA5A (disable)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08C57C86-2DE2-7B38-40C5-6F720048A2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1940" y="1579418"/>
            <a:ext cx="2029856" cy="4373418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9CA8C6A5-BBB6-5391-41F6-CA96ABADB8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8652" y="1579418"/>
            <a:ext cx="3290678" cy="437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4142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56A5E193-8171-4DDE-BA4D-70A6FA3187AC}"/>
              </a:ext>
            </a:extLst>
          </p:cNvPr>
          <p:cNvSpPr txBox="1"/>
          <p:nvPr/>
        </p:nvSpPr>
        <p:spPr>
          <a:xfrm>
            <a:off x="243758" y="115888"/>
            <a:ext cx="62775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/>
              <a:t>Test Mode (I2C) F/W command List</a:t>
            </a:r>
            <a:endParaRPr lang="ko-KR" altLang="en-US" sz="2800" b="1" dirty="0"/>
          </a:p>
        </p:txBody>
      </p:sp>
      <p:sp>
        <p:nvSpPr>
          <p:cNvPr id="4" name="슬라이드 번호 개체 틀 1">
            <a:extLst>
              <a:ext uri="{FF2B5EF4-FFF2-40B4-BE49-F238E27FC236}">
                <a16:creationId xmlns:a16="http://schemas.microsoft.com/office/drawing/2014/main" id="{8E2B78FC-64C0-B377-76CB-E1E2C82325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3AB67CC-33FA-4DFA-9873-F17687A4BA72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3F08E7-6311-FF73-3D33-74CB8B32AC83}"/>
              </a:ext>
            </a:extLst>
          </p:cNvPr>
          <p:cNvSpPr txBox="1"/>
          <p:nvPr/>
        </p:nvSpPr>
        <p:spPr>
          <a:xfrm>
            <a:off x="243758" y="1019237"/>
            <a:ext cx="31518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Serial –</a:t>
            </a:r>
            <a:r>
              <a:rPr lang="ko-KR" altLang="en-US" dirty="0"/>
              <a:t> </a:t>
            </a:r>
            <a:r>
              <a:rPr lang="en-US" altLang="ko-KR" dirty="0"/>
              <a:t>“</a:t>
            </a:r>
            <a:r>
              <a:rPr lang="en-US" altLang="ko-KR" b="1" dirty="0" err="1"/>
              <a:t>sal_wt</a:t>
            </a:r>
            <a:r>
              <a:rPr lang="en-US" altLang="ko-KR" b="1" dirty="0"/>
              <a:t> [hex] [hex]</a:t>
            </a:r>
            <a:r>
              <a:rPr lang="en-US" altLang="ko-KR" dirty="0"/>
              <a:t>”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DEE6BD-7211-C5F9-F08C-F52942E1A6BC}"/>
              </a:ext>
            </a:extLst>
          </p:cNvPr>
          <p:cNvSpPr txBox="1"/>
          <p:nvPr/>
        </p:nvSpPr>
        <p:spPr>
          <a:xfrm>
            <a:off x="2061442" y="1315453"/>
            <a:ext cx="5052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err="1">
                <a:solidFill>
                  <a:srgbClr val="FF66FF"/>
                </a:solidFill>
              </a:rPr>
              <a:t>addr</a:t>
            </a:r>
            <a:endParaRPr lang="ko-KR" altLang="en-US" sz="1200" dirty="0">
              <a:solidFill>
                <a:srgbClr val="FF66FF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413059-5A39-E4E3-14B7-4AF25FED4710}"/>
              </a:ext>
            </a:extLst>
          </p:cNvPr>
          <p:cNvSpPr txBox="1"/>
          <p:nvPr/>
        </p:nvSpPr>
        <p:spPr>
          <a:xfrm>
            <a:off x="2596910" y="1315453"/>
            <a:ext cx="5471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66FF"/>
                </a:solidFill>
              </a:rPr>
              <a:t>value</a:t>
            </a:r>
            <a:endParaRPr lang="ko-KR" altLang="en-US" sz="1200" dirty="0">
              <a:solidFill>
                <a:srgbClr val="FF66FF"/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212AD8E-673B-E082-DE96-F595BD34ED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9755" y="1684785"/>
            <a:ext cx="3648584" cy="52394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1D5C5AD-7F77-FD65-C00E-C21080AE8285}"/>
              </a:ext>
            </a:extLst>
          </p:cNvPr>
          <p:cNvSpPr txBox="1"/>
          <p:nvPr/>
        </p:nvSpPr>
        <p:spPr>
          <a:xfrm>
            <a:off x="243758" y="2588862"/>
            <a:ext cx="2509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Serial –</a:t>
            </a:r>
            <a:r>
              <a:rPr lang="ko-KR" altLang="en-US" dirty="0"/>
              <a:t> </a:t>
            </a:r>
            <a:r>
              <a:rPr lang="en-US" altLang="ko-KR" dirty="0"/>
              <a:t>“</a:t>
            </a:r>
            <a:r>
              <a:rPr lang="en-US" altLang="ko-KR" b="1" dirty="0" err="1"/>
              <a:t>sal_rt</a:t>
            </a:r>
            <a:r>
              <a:rPr lang="en-US" altLang="ko-KR" b="1" dirty="0"/>
              <a:t> [hex]</a:t>
            </a:r>
            <a:r>
              <a:rPr lang="en-US" altLang="ko-KR" dirty="0"/>
              <a:t>”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79C284-FFB2-56C6-DED9-E15AB225716C}"/>
              </a:ext>
            </a:extLst>
          </p:cNvPr>
          <p:cNvSpPr txBox="1"/>
          <p:nvPr/>
        </p:nvSpPr>
        <p:spPr>
          <a:xfrm>
            <a:off x="1969082" y="2885078"/>
            <a:ext cx="5052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err="1">
                <a:solidFill>
                  <a:srgbClr val="FF66FF"/>
                </a:solidFill>
              </a:rPr>
              <a:t>addr</a:t>
            </a:r>
            <a:endParaRPr lang="ko-KR" altLang="en-US" sz="1200" dirty="0">
              <a:solidFill>
                <a:srgbClr val="FF66FF"/>
              </a:solidFill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48041A7E-CE32-54D3-D4AC-39552CB65C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9755" y="3229799"/>
            <a:ext cx="4305901" cy="485843"/>
          </a:xfrm>
          <a:prstGeom prst="rect">
            <a:avLst/>
          </a:prstGeom>
        </p:spPr>
      </p:pic>
      <p:sp>
        <p:nvSpPr>
          <p:cNvPr id="14" name="타원 13">
            <a:extLst>
              <a:ext uri="{FF2B5EF4-FFF2-40B4-BE49-F238E27FC236}">
                <a16:creationId xmlns:a16="http://schemas.microsoft.com/office/drawing/2014/main" id="{FBDA927E-DF1A-8BCF-8388-F475F815340B}"/>
              </a:ext>
            </a:extLst>
          </p:cNvPr>
          <p:cNvSpPr/>
          <p:nvPr/>
        </p:nvSpPr>
        <p:spPr>
          <a:xfrm>
            <a:off x="4234982" y="1761940"/>
            <a:ext cx="547137" cy="52345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C1D26B5F-C00F-5215-17C8-2FB323387557}"/>
              </a:ext>
            </a:extLst>
          </p:cNvPr>
          <p:cNvSpPr/>
          <p:nvPr/>
        </p:nvSpPr>
        <p:spPr>
          <a:xfrm>
            <a:off x="3830253" y="3162077"/>
            <a:ext cx="1795403" cy="73283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9BF98574-7FA3-1B84-033C-832DC8351B46}"/>
              </a:ext>
            </a:extLst>
          </p:cNvPr>
          <p:cNvCxnSpPr>
            <a:cxnSpLocks/>
            <a:stCxn id="14" idx="4"/>
            <a:endCxn id="15" idx="0"/>
          </p:cNvCxnSpPr>
          <p:nvPr/>
        </p:nvCxnSpPr>
        <p:spPr>
          <a:xfrm>
            <a:off x="4508551" y="2285391"/>
            <a:ext cx="219404" cy="87668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730CC443-7FB1-DFC4-0B43-8883B366B94B}"/>
              </a:ext>
            </a:extLst>
          </p:cNvPr>
          <p:cNvSpPr txBox="1"/>
          <p:nvPr/>
        </p:nvSpPr>
        <p:spPr>
          <a:xfrm>
            <a:off x="4786230" y="2513045"/>
            <a:ext cx="19759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SAL</a:t>
            </a:r>
            <a:r>
              <a:rPr lang="ko-KR" altLang="en-US" sz="1200" dirty="0"/>
              <a:t>에 변경한 값이 </a:t>
            </a:r>
            <a:r>
              <a:rPr lang="ko-KR" altLang="en-US" sz="1200" dirty="0" err="1"/>
              <a:t>읽어짐</a:t>
            </a:r>
            <a:endParaRPr lang="ko-KR" altLang="en-US" sz="1200" dirty="0"/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AF7BDEA4-B30E-4684-61F8-B7C36C84DE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861" y="4843627"/>
            <a:ext cx="2953162" cy="476316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41C9B78E-1CEE-330A-CB67-3C127314E06F}"/>
              </a:ext>
            </a:extLst>
          </p:cNvPr>
          <p:cNvSpPr txBox="1"/>
          <p:nvPr/>
        </p:nvSpPr>
        <p:spPr>
          <a:xfrm>
            <a:off x="243758" y="3987247"/>
            <a:ext cx="50632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※ </a:t>
            </a:r>
            <a:r>
              <a:rPr lang="en-US" altLang="ko-KR" dirty="0"/>
              <a:t>SAL</a:t>
            </a:r>
            <a:r>
              <a:rPr lang="ko-KR" altLang="en-US" dirty="0"/>
              <a:t> </a:t>
            </a:r>
            <a:r>
              <a:rPr lang="en-US" altLang="ko-KR" dirty="0"/>
              <a:t>I2C Error </a:t>
            </a:r>
            <a:r>
              <a:rPr lang="ko-KR" altLang="en-US" dirty="0"/>
              <a:t>발생 시</a:t>
            </a:r>
            <a:endParaRPr lang="en-US" altLang="ko-KR" dirty="0"/>
          </a:p>
          <a:p>
            <a:r>
              <a:rPr lang="en-US" altLang="ko-KR" sz="1400" dirty="0"/>
              <a:t> - I2C Error</a:t>
            </a:r>
            <a:r>
              <a:rPr lang="ko-KR" altLang="en-US" sz="1400" dirty="0"/>
              <a:t>가 발생하면 아래와 같은 메시지 로그가 표시된다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9ADE35A6-6191-90F9-3E90-4803AC8FE4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1952" y="4795995"/>
            <a:ext cx="2029108" cy="523948"/>
          </a:xfrm>
          <a:prstGeom prst="rect">
            <a:avLst/>
          </a:prstGeom>
        </p:spPr>
      </p:pic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4F2DD164-10D3-5704-11A5-24B1DE5F89B4}"/>
              </a:ext>
            </a:extLst>
          </p:cNvPr>
          <p:cNvCxnSpPr/>
          <p:nvPr/>
        </p:nvCxnSpPr>
        <p:spPr>
          <a:xfrm>
            <a:off x="757382" y="5292235"/>
            <a:ext cx="120246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D68A09C9-0AB1-9E61-8AC7-E798E984E2BB}"/>
              </a:ext>
            </a:extLst>
          </p:cNvPr>
          <p:cNvCxnSpPr/>
          <p:nvPr/>
        </p:nvCxnSpPr>
        <p:spPr>
          <a:xfrm>
            <a:off x="3933897" y="5278179"/>
            <a:ext cx="120246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22528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4EE67-A601-5429-012E-18C77ECBC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71D1B76-57B0-9570-8DE6-DD241A3A298D}"/>
              </a:ext>
            </a:extLst>
          </p:cNvPr>
          <p:cNvSpPr txBox="1"/>
          <p:nvPr/>
        </p:nvSpPr>
        <p:spPr>
          <a:xfrm>
            <a:off x="1687995" y="3044280"/>
            <a:ext cx="881601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solidFill>
                  <a:srgbClr val="000099"/>
                </a:solidFill>
              </a:rPr>
              <a:t>F/W Download</a:t>
            </a:r>
          </a:p>
        </p:txBody>
      </p:sp>
    </p:spTree>
    <p:extLst>
      <p:ext uri="{BB962C8B-B14F-4D97-AF65-F5344CB8AC3E}">
        <p14:creationId xmlns:p14="http://schemas.microsoft.com/office/powerpoint/2010/main" val="32297728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E748C-55AD-20F7-08D0-8AAE632E0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FEF1D314-7898-239B-EA62-D7CD6CC6691A}"/>
              </a:ext>
            </a:extLst>
          </p:cNvPr>
          <p:cNvSpPr txBox="1"/>
          <p:nvPr/>
        </p:nvSpPr>
        <p:spPr>
          <a:xfrm>
            <a:off x="243758" y="115888"/>
            <a:ext cx="27484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/>
              <a:t>F/W Download</a:t>
            </a:r>
            <a:endParaRPr lang="ko-KR" altLang="en-US" sz="2800" b="1" dirty="0"/>
          </a:p>
        </p:txBody>
      </p:sp>
      <p:sp>
        <p:nvSpPr>
          <p:cNvPr id="4" name="슬라이드 번호 개체 틀 1">
            <a:extLst>
              <a:ext uri="{FF2B5EF4-FFF2-40B4-BE49-F238E27FC236}">
                <a16:creationId xmlns:a16="http://schemas.microsoft.com/office/drawing/2014/main" id="{C699AC28-58AD-8A28-E204-65C37B2E84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3AB67CC-33FA-4DFA-9873-F17687A4BA72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6BC976-F2D8-FE01-D0FA-A47C9A13658D}"/>
              </a:ext>
            </a:extLst>
          </p:cNvPr>
          <p:cNvSpPr txBox="1"/>
          <p:nvPr/>
        </p:nvSpPr>
        <p:spPr>
          <a:xfrm>
            <a:off x="243758" y="852982"/>
            <a:ext cx="357495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arenR"/>
            </a:pPr>
            <a:r>
              <a:rPr lang="en-US" altLang="ko-KR" dirty="0"/>
              <a:t>Run STM32CubeProgrammer</a:t>
            </a:r>
          </a:p>
          <a:p>
            <a:pPr marL="342900" indent="-342900">
              <a:buAutoNum type="arabicParenR"/>
            </a:pPr>
            <a:r>
              <a:rPr lang="en-US" altLang="ko-KR" dirty="0"/>
              <a:t>Turn on Jig Power</a:t>
            </a:r>
          </a:p>
          <a:p>
            <a:pPr marL="342900" indent="-342900">
              <a:buAutoNum type="arabicParenR"/>
            </a:pPr>
            <a:r>
              <a:rPr lang="en-US" altLang="ko-KR" dirty="0"/>
              <a:t>Press “Connect” BTN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B8619CC-2B3E-8A71-6E1C-5F3DDE5FAD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804" y="2145241"/>
            <a:ext cx="5429187" cy="3128105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4D46FECE-104E-3838-86E3-B61E67A12017}"/>
              </a:ext>
            </a:extLst>
          </p:cNvPr>
          <p:cNvSpPr/>
          <p:nvPr/>
        </p:nvSpPr>
        <p:spPr>
          <a:xfrm>
            <a:off x="5252169" y="2677929"/>
            <a:ext cx="541586" cy="22547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2C9E6228-BDE1-400A-DB2E-7F9F3739F8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2511" y="2145241"/>
            <a:ext cx="5429187" cy="3128723"/>
          </a:xfrm>
          <a:prstGeom prst="rect">
            <a:avLst/>
          </a:prstGeom>
        </p:spPr>
      </p:pic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027DBBA7-46DA-0036-D987-47509CF099A0}"/>
              </a:ext>
            </a:extLst>
          </p:cNvPr>
          <p:cNvSpPr/>
          <p:nvPr/>
        </p:nvSpPr>
        <p:spPr>
          <a:xfrm>
            <a:off x="5920509" y="2903407"/>
            <a:ext cx="468502" cy="1594702"/>
          </a:xfrm>
          <a:prstGeom prst="rightArrow">
            <a:avLst>
              <a:gd name="adj1" fmla="val 22199"/>
              <a:gd name="adj2" fmla="val 5197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20604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667D8-9538-BB33-9E9D-60DA56FA6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29E79F52-4307-E59C-5883-F360CAD18630}"/>
              </a:ext>
            </a:extLst>
          </p:cNvPr>
          <p:cNvSpPr txBox="1"/>
          <p:nvPr/>
        </p:nvSpPr>
        <p:spPr>
          <a:xfrm>
            <a:off x="243758" y="115888"/>
            <a:ext cx="27484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/>
              <a:t>F/W Download</a:t>
            </a:r>
            <a:endParaRPr lang="ko-KR" altLang="en-US" sz="2800" b="1" dirty="0"/>
          </a:p>
        </p:txBody>
      </p:sp>
      <p:sp>
        <p:nvSpPr>
          <p:cNvPr id="4" name="슬라이드 번호 개체 틀 1">
            <a:extLst>
              <a:ext uri="{FF2B5EF4-FFF2-40B4-BE49-F238E27FC236}">
                <a16:creationId xmlns:a16="http://schemas.microsoft.com/office/drawing/2014/main" id="{9EFA5EE9-BE69-2FE1-F665-3FCF2A027F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3AB67CC-33FA-4DFA-9873-F17687A4BA72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2E6B02-E894-9117-710E-D165591700FD}"/>
              </a:ext>
            </a:extLst>
          </p:cNvPr>
          <p:cNvSpPr txBox="1"/>
          <p:nvPr/>
        </p:nvSpPr>
        <p:spPr>
          <a:xfrm>
            <a:off x="243758" y="852982"/>
            <a:ext cx="6147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3) Click “Open file” &amp; open released “sal_es0_xxxxxx.hex”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20A92E1-9CD0-6A94-369F-5E3CC7F6F9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7980" y="1299808"/>
            <a:ext cx="7703533" cy="4440592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CCE8230E-9F8B-FC61-48BC-C4F4DC207998}"/>
              </a:ext>
            </a:extLst>
          </p:cNvPr>
          <p:cNvSpPr/>
          <p:nvPr/>
        </p:nvSpPr>
        <p:spPr>
          <a:xfrm>
            <a:off x="2587944" y="2086801"/>
            <a:ext cx="623797" cy="28694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DC30AF1-C993-7239-B417-6EE7A7310D94}"/>
              </a:ext>
            </a:extLst>
          </p:cNvPr>
          <p:cNvSpPr/>
          <p:nvPr/>
        </p:nvSpPr>
        <p:spPr>
          <a:xfrm>
            <a:off x="4763108" y="3015056"/>
            <a:ext cx="1138928" cy="27308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56155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BC00C-30A4-EC4E-5218-A6C0B191F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6DE1E93D-60AB-5791-2508-113EE85B7ADC}"/>
              </a:ext>
            </a:extLst>
          </p:cNvPr>
          <p:cNvSpPr txBox="1"/>
          <p:nvPr/>
        </p:nvSpPr>
        <p:spPr>
          <a:xfrm>
            <a:off x="243758" y="115888"/>
            <a:ext cx="27484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/>
              <a:t>F/W Download</a:t>
            </a:r>
            <a:endParaRPr lang="ko-KR" altLang="en-US" sz="2800" b="1" dirty="0"/>
          </a:p>
        </p:txBody>
      </p:sp>
      <p:sp>
        <p:nvSpPr>
          <p:cNvPr id="4" name="슬라이드 번호 개체 틀 1">
            <a:extLst>
              <a:ext uri="{FF2B5EF4-FFF2-40B4-BE49-F238E27FC236}">
                <a16:creationId xmlns:a16="http://schemas.microsoft.com/office/drawing/2014/main" id="{D2A488BC-1906-D13F-C44A-D3C218EA14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3AB67CC-33FA-4DFA-9873-F17687A4BA72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03DC8E-C37E-B518-52AB-7CCCEBCBB15D}"/>
              </a:ext>
            </a:extLst>
          </p:cNvPr>
          <p:cNvSpPr txBox="1"/>
          <p:nvPr/>
        </p:nvSpPr>
        <p:spPr>
          <a:xfrm>
            <a:off x="243758" y="852982"/>
            <a:ext cx="71342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4) Click “Download” -&gt; “OK” -&gt; “Disconnect” &amp; turn off Jig Power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3BAA57A-6AD1-3053-5F7C-FAA307992A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0546" y="1222314"/>
            <a:ext cx="8236654" cy="4727936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A2898D87-26C7-65A4-5B73-816B042FE767}"/>
              </a:ext>
            </a:extLst>
          </p:cNvPr>
          <p:cNvSpPr/>
          <p:nvPr/>
        </p:nvSpPr>
        <p:spPr>
          <a:xfrm>
            <a:off x="7732600" y="2373128"/>
            <a:ext cx="829510" cy="30541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DF76ED8-F180-0D40-1608-90CB1A268E4B}"/>
              </a:ext>
            </a:extLst>
          </p:cNvPr>
          <p:cNvSpPr/>
          <p:nvPr/>
        </p:nvSpPr>
        <p:spPr>
          <a:xfrm>
            <a:off x="7090671" y="2941173"/>
            <a:ext cx="669637" cy="30541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0852BE7-1AA0-D78E-D7E8-9EA2C8C5542F}"/>
              </a:ext>
            </a:extLst>
          </p:cNvPr>
          <p:cNvSpPr/>
          <p:nvPr/>
        </p:nvSpPr>
        <p:spPr>
          <a:xfrm>
            <a:off x="9504825" y="2012290"/>
            <a:ext cx="978447" cy="36083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44116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1509</TotalTime>
  <Words>662</Words>
  <Application>Microsoft Office PowerPoint</Application>
  <PresentationFormat>와이드스크린</PresentationFormat>
  <Paragraphs>119</Paragraphs>
  <Slides>19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3" baseType="lpstr"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 지훈</dc:creator>
  <cp:lastModifiedBy>이 준영</cp:lastModifiedBy>
  <cp:revision>35</cp:revision>
  <dcterms:created xsi:type="dcterms:W3CDTF">2024-09-25T08:23:49Z</dcterms:created>
  <dcterms:modified xsi:type="dcterms:W3CDTF">2025-03-05T06:33:35Z</dcterms:modified>
</cp:coreProperties>
</file>