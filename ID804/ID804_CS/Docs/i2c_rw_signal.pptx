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5F649-D5B2-4613-2D9B-3307D1A57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5BD3C9-F72D-7FEB-B9FC-D4715BA00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8A104D-DFFF-2066-2377-0596DC837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7D2270-1BA9-9171-FE46-38B844BA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2B36D-F7A7-67F9-20C5-C5A8B2AC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42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4EA1E-85AE-655D-F5A7-CEC7FF7C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30B70B-B55B-8AA9-EE0D-EDC8A0322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E258E6-3E82-3E9B-4B90-C05C44B7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922E11-2879-CCCB-FF8F-54D28F6B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1FD0DE-FF80-E00E-359B-79CB6150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301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6EF73-01EF-C445-95EF-B45E03598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2D9B44-AA2E-F9B6-944E-99091B170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C9B43-7357-EE86-1B55-83368C7A1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32B1D-D316-BD30-A1A1-EAF5A1C7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C33E3-D403-295A-1FC1-B0393FD1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83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4B735-536C-2623-BBC8-0EBA161C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5A63AA-131B-729D-C8CC-98930C5ED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746CB1-F3FC-DA32-1045-ED9688B33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DC69E5-0CA7-1FD6-D4DD-DD15C64F3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EE913E-1A2F-7EEF-A942-34D41525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9C6048-AE1D-10BC-EE59-F724D319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32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5029E-6A22-0B07-DEA0-7256E1C4B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10C73F-28A3-505A-7CDF-5A6C8A403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8C9120-8359-A2EA-9D98-04117FABC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B61A82-5013-86D3-039C-DA5C3BA60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1C1679-B4AD-7F56-D875-07085D90F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C0BA4F-D037-935F-679A-0A709882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67F29A-DB35-DE1A-ACE8-07202181F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CC4E9C-A0DB-23BF-67F0-80C36C7E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583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5C64-F928-4EDF-0286-2B968DFE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BFA200-9065-2B77-62B0-15F46FF2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B310E5-A2ED-7E30-8232-DC006BE6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9655C-A128-07EE-0DAF-7028158E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763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8F83A7-36D7-3FAC-C448-C6BC7A06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DC8DC4-147B-5A90-0F84-B5A13D2B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B0E2E-5AF3-0992-7B7D-CF42D186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11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B9044-4300-E219-6DF9-D51082433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209D0-1E4B-CD79-5894-0ED42DE68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ECCFCF-A395-6B63-F412-8A40D3EE5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4700A1-7103-2AB8-B12D-4230AA6B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3E65AD-F1A1-2A87-5C80-A6C44CE3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ADBEDD-3B0B-2981-CCC6-A8376976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58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DEAED-E704-AD71-1544-0B565AC27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052345-AF6F-ABBA-AE8C-D140FF745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C835B1-BE21-9F5A-B5F5-E68E8764D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B10891-7511-0DBF-1B6D-C19E3196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F06FA2-BD25-34A0-EC88-63494E50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B5DB9A-657B-80C3-EC22-28898A42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9502B-D020-9801-E684-DC0EDB3A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F3065-EA5B-BA67-2F26-488538391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4A787-2773-02A4-A6B0-98D5B69E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7E98C6-2317-FCD0-BDD2-1C446029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F1A2D2-12AA-60AF-4089-C05837D9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65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229863-878D-98BF-335B-C06804993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DC5F57-418A-2245-E4A3-519B0459B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EBA0EC-DBCB-FDD9-AC58-5746444E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0E15BC-CD09-2D0F-CA40-DE27DD49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034B51-8246-89BE-1ACC-1C0A83D0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400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4DDD21-A9B6-8050-FF59-ED86DFC2B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000146-648B-0590-63AC-E280EFB50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93687-06BD-2BAA-2CC8-938EDB7AF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AD36C-7E58-436D-8DC4-8198A7BECFA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12CDB0-2BA7-BF4C-5D1E-B7FFE66B8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18E2AE-7B17-55AE-CC9F-A924D1AF8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1C806-F50C-4536-94BE-7D6FDFD7A4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37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11C9622-59CC-1B82-4181-188E7EEEC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602" y="369000"/>
            <a:ext cx="9506796" cy="612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9240E6-0193-41D5-569F-35523B6E6B81}"/>
              </a:ext>
            </a:extLst>
          </p:cNvPr>
          <p:cNvSpPr txBox="1"/>
          <p:nvPr/>
        </p:nvSpPr>
        <p:spPr>
          <a:xfrm>
            <a:off x="104775" y="133350"/>
            <a:ext cx="810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I2C</a:t>
            </a:r>
            <a:r>
              <a:rPr lang="ko-KR" altLang="en-US" dirty="0"/>
              <a:t> </a:t>
            </a:r>
            <a:r>
              <a:rPr lang="en-US" altLang="ko-KR" dirty="0"/>
              <a:t>Tx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29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35C1FC-9F63-6A48-B18F-416F84A0C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602" y="369000"/>
            <a:ext cx="9506796" cy="612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E84DED-98FF-3169-32D9-208EC89960E1}"/>
              </a:ext>
            </a:extLst>
          </p:cNvPr>
          <p:cNvSpPr txBox="1"/>
          <p:nvPr/>
        </p:nvSpPr>
        <p:spPr>
          <a:xfrm>
            <a:off x="104775" y="13335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I2C</a:t>
            </a:r>
            <a:r>
              <a:rPr lang="ko-KR" altLang="en-US" dirty="0"/>
              <a:t> </a:t>
            </a:r>
            <a:r>
              <a:rPr lang="en-US" altLang="ko-KR" dirty="0"/>
              <a:t>Rx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067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1</cp:revision>
  <dcterms:created xsi:type="dcterms:W3CDTF">2026-08-31T06:23:40Z</dcterms:created>
  <dcterms:modified xsi:type="dcterms:W3CDTF">2026-08-31T06:27:53Z</dcterms:modified>
</cp:coreProperties>
</file>