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525_869E7EC5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omments/modernComment_549_E782FD95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49"/>
  </p:notesMasterIdLst>
  <p:sldIdLst>
    <p:sldId id="256" r:id="rId5"/>
    <p:sldId id="1350" r:id="rId6"/>
    <p:sldId id="1338" r:id="rId7"/>
    <p:sldId id="1344" r:id="rId8"/>
    <p:sldId id="1339" r:id="rId9"/>
    <p:sldId id="1348" r:id="rId10"/>
    <p:sldId id="1341" r:id="rId11"/>
    <p:sldId id="1315" r:id="rId12"/>
    <p:sldId id="1316" r:id="rId13"/>
    <p:sldId id="1317" r:id="rId14"/>
    <p:sldId id="1342" r:id="rId15"/>
    <p:sldId id="1320" r:id="rId16"/>
    <p:sldId id="1321" r:id="rId17"/>
    <p:sldId id="1324" r:id="rId18"/>
    <p:sldId id="1325" r:id="rId19"/>
    <p:sldId id="1326" r:id="rId20"/>
    <p:sldId id="1327" r:id="rId21"/>
    <p:sldId id="1353" r:id="rId22"/>
    <p:sldId id="1329" r:id="rId23"/>
    <p:sldId id="1331" r:id="rId24"/>
    <p:sldId id="1333" r:id="rId25"/>
    <p:sldId id="1335" r:id="rId26"/>
    <p:sldId id="1337" r:id="rId27"/>
    <p:sldId id="1356" r:id="rId28"/>
    <p:sldId id="1359" r:id="rId29"/>
    <p:sldId id="1363" r:id="rId30"/>
    <p:sldId id="1378" r:id="rId31"/>
    <p:sldId id="1379" r:id="rId32"/>
    <p:sldId id="1381" r:id="rId33"/>
    <p:sldId id="1382" r:id="rId34"/>
    <p:sldId id="1384" r:id="rId35"/>
    <p:sldId id="1386" r:id="rId36"/>
    <p:sldId id="1387" r:id="rId37"/>
    <p:sldId id="1389" r:id="rId38"/>
    <p:sldId id="1391" r:id="rId39"/>
    <p:sldId id="1393" r:id="rId40"/>
    <p:sldId id="1394" r:id="rId41"/>
    <p:sldId id="1399" r:id="rId42"/>
    <p:sldId id="1402" r:id="rId43"/>
    <p:sldId id="1405" r:id="rId44"/>
    <p:sldId id="1407" r:id="rId45"/>
    <p:sldId id="1409" r:id="rId46"/>
    <p:sldId id="1410" r:id="rId47"/>
    <p:sldId id="1411" r:id="rId48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78E225-442D-4B93-BF40-085E5183E8F0}" v="16" dt="2026-09-11T02:34:13.8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252" autoAdjust="0"/>
  </p:normalViewPr>
  <p:slideViewPr>
    <p:cSldViewPr snapToGrid="0">
      <p:cViewPr varScale="1">
        <p:scale>
          <a:sx n="86" d="100"/>
          <a:sy n="86" d="100"/>
        </p:scale>
        <p:origin x="2784" y="78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redo custSel addSld delSld modSld sldOrd modMainMaster">
      <pc:chgData name="오 해찬" userId="398a30bc-41aa-4aec-9589-2644447f841d" providerId="ADAL" clId="{40A53A70-5976-42A4-AD5E-E44140CA36DF}" dt="2026-09-11T02:58:30.213" v="11737" actId="207"/>
      <pc:docMkLst>
        <pc:docMk/>
      </pc:docMkLst>
      <pc:sldChg chg="addSp delSp modSp mod">
        <pc:chgData name="오 해찬" userId="398a30bc-41aa-4aec-9589-2644447f841d" providerId="ADAL" clId="{40A53A70-5976-42A4-AD5E-E44140CA36DF}" dt="2026-09-09T01:04:18.285" v="10057" actId="22"/>
        <pc:sldMkLst>
          <pc:docMk/>
          <pc:sldMk cId="1517339489" sldId="256"/>
        </pc:sldMkLst>
        <pc:spChg chg="mod">
          <ac:chgData name="오 해찬" userId="398a30bc-41aa-4aec-9589-2644447f841d" providerId="ADAL" clId="{40A53A70-5976-42A4-AD5E-E44140CA36DF}" dt="2026-09-01T02:51:06.732" v="10" actId="20577"/>
          <ac:spMkLst>
            <pc:docMk/>
            <pc:sldMk cId="1517339489" sldId="256"/>
            <ac:spMk id="5" creationId="{47E616F8-59ED-9132-4BC9-A8E4745C6897}"/>
          </ac:spMkLst>
        </pc:spChg>
      </pc:sldChg>
      <pc:sldChg chg="addSp delSp modSp add del mod">
        <pc:chgData name="오 해찬" userId="398a30bc-41aa-4aec-9589-2644447f841d" providerId="ADAL" clId="{40A53A70-5976-42A4-AD5E-E44140CA36DF}" dt="2026-09-11T02:34:21.371" v="11724" actId="20577"/>
        <pc:sldMkLst>
          <pc:docMk/>
          <pc:sldMk cId="2024141461" sldId="1315"/>
        </pc:sldMkLst>
        <pc:spChg chg="mod">
          <ac:chgData name="오 해찬" userId="398a30bc-41aa-4aec-9589-2644447f841d" providerId="ADAL" clId="{40A53A70-5976-42A4-AD5E-E44140CA36DF}" dt="2026-09-09T06:02:32.362" v="10854" actId="20577"/>
          <ac:spMkLst>
            <pc:docMk/>
            <pc:sldMk cId="2024141461" sldId="1315"/>
            <ac:spMk id="3" creationId="{A347352A-CE70-563E-5649-7DB6EEFEC78E}"/>
          </ac:spMkLst>
        </pc:spChg>
        <pc:spChg chg="add mod">
          <ac:chgData name="오 해찬" userId="398a30bc-41aa-4aec-9589-2644447f841d" providerId="ADAL" clId="{40A53A70-5976-42A4-AD5E-E44140CA36DF}" dt="2026-09-09T06:02:26.152" v="10846" actId="20577"/>
          <ac:spMkLst>
            <pc:docMk/>
            <pc:sldMk cId="2024141461" sldId="1315"/>
            <ac:spMk id="7" creationId="{2ACE0EB0-5FF8-94DE-268E-55445FF77334}"/>
          </ac:spMkLst>
        </pc:spChg>
        <pc:spChg chg="add mod">
          <ac:chgData name="오 해찬" userId="398a30bc-41aa-4aec-9589-2644447f841d" providerId="ADAL" clId="{40A53A70-5976-42A4-AD5E-E44140CA36DF}" dt="2026-09-09T06:02:29.806" v="10850" actId="20577"/>
          <ac:spMkLst>
            <pc:docMk/>
            <pc:sldMk cId="2024141461" sldId="1315"/>
            <ac:spMk id="9" creationId="{8E6A2F0F-CB75-E6B6-6499-65DB0A133B15}"/>
          </ac:spMkLst>
        </pc:spChg>
        <pc:graphicFrameChg chg="mod modGraphic">
          <ac:chgData name="오 해찬" userId="398a30bc-41aa-4aec-9589-2644447f841d" providerId="ADAL" clId="{40A53A70-5976-42A4-AD5E-E44140CA36DF}" dt="2026-09-11T02:34:21.371" v="1172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add mod modGraphic">
          <ac:chgData name="오 해찬" userId="398a30bc-41aa-4aec-9589-2644447f841d" providerId="ADAL" clId="{40A53A70-5976-42A4-AD5E-E44140CA36DF}" dt="2026-09-10T08:02:01.884" v="11563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09-11T02:51:52.934" v="11736" actId="113"/>
        <pc:sldMkLst>
          <pc:docMk/>
          <pc:sldMk cId="3229949583" sldId="1316"/>
        </pc:sldMkLst>
        <pc:graphicFrameChg chg="mod modGraphic">
          <ac:chgData name="오 해찬" userId="398a30bc-41aa-4aec-9589-2644447f841d" providerId="ADAL" clId="{40A53A70-5976-42A4-AD5E-E44140CA36DF}" dt="2026-09-11T02:51:52.934" v="11736" actId="113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delSp modSp add del mod">
        <pc:chgData name="오 해찬" userId="398a30bc-41aa-4aec-9589-2644447f841d" providerId="ADAL" clId="{40A53A70-5976-42A4-AD5E-E44140CA36DF}" dt="2026-09-10T06:53:53.556" v="11396" actId="478"/>
        <pc:sldMkLst>
          <pc:docMk/>
          <pc:sldMk cId="2258534085" sldId="1317"/>
        </pc:sldMkLst>
        <pc:spChg chg="mod">
          <ac:chgData name="오 해찬" userId="398a30bc-41aa-4aec-9589-2644447f841d" providerId="ADAL" clId="{40A53A70-5976-42A4-AD5E-E44140CA36DF}" dt="2026-09-07T01:51:42.598" v="7879" actId="207"/>
          <ac:spMkLst>
            <pc:docMk/>
            <pc:sldMk cId="2258534085" sldId="1317"/>
            <ac:spMk id="3" creationId="{52A64E01-B253-F31F-FD34-C7D07C13ED29}"/>
          </ac:spMkLst>
        </pc:spChg>
        <pc:spChg chg="add del">
          <ac:chgData name="오 해찬" userId="398a30bc-41aa-4aec-9589-2644447f841d" providerId="ADAL" clId="{40A53A70-5976-42A4-AD5E-E44140CA36DF}" dt="2026-09-10T06:53:39.013" v="11394" actId="22"/>
          <ac:spMkLst>
            <pc:docMk/>
            <pc:sldMk cId="2258534085" sldId="1317"/>
            <ac:spMk id="5" creationId="{F85D0FA6-A0E7-41C3-FBFE-3083F8606125}"/>
          </ac:spMkLst>
        </pc:spChg>
        <pc:graphicFrameChg chg="modGraphic">
          <ac:chgData name="오 해찬" userId="398a30bc-41aa-4aec-9589-2644447f841d" providerId="ADAL" clId="{40A53A70-5976-42A4-AD5E-E44140CA36DF}" dt="2026-09-07T02:26:40.213" v="8454" actId="20577"/>
          <ac:graphicFrameMkLst>
            <pc:docMk/>
            <pc:sldMk cId="2258534085" sldId="1317"/>
            <ac:graphicFrameMk id="4" creationId="{1055052A-5B1C-EEAD-2F44-D3AF982424CF}"/>
          </ac:graphicFrameMkLst>
        </pc:graphicFrameChg>
        <pc:picChg chg="add del">
          <ac:chgData name="오 해찬" userId="398a30bc-41aa-4aec-9589-2644447f841d" providerId="ADAL" clId="{40A53A70-5976-42A4-AD5E-E44140CA36DF}" dt="2026-09-10T06:53:53.556" v="11396" actId="478"/>
          <ac:picMkLst>
            <pc:docMk/>
            <pc:sldMk cId="2258534085" sldId="1317"/>
            <ac:picMk id="7" creationId="{7E185AA7-0FA0-AD09-B634-222833E25B84}"/>
          </ac:picMkLst>
        </pc:picChg>
      </pc:sldChg>
      <pc:sldChg chg="addSp modSp add mod">
        <pc:chgData name="오 해찬" userId="398a30bc-41aa-4aec-9589-2644447f841d" providerId="ADAL" clId="{40A53A70-5976-42A4-AD5E-E44140CA36DF}" dt="2026-09-09T05:55:29.428" v="10668" actId="1036"/>
        <pc:sldMkLst>
          <pc:docMk/>
          <pc:sldMk cId="2716223352" sldId="1320"/>
        </pc:sldMkLst>
        <pc:spChg chg="mod">
          <ac:chgData name="오 해찬" userId="398a30bc-41aa-4aec-9589-2644447f841d" providerId="ADAL" clId="{40A53A70-5976-42A4-AD5E-E44140CA36DF}" dt="2026-09-09T05:54:24.152" v="10630" actId="20577"/>
          <ac:spMkLst>
            <pc:docMk/>
            <pc:sldMk cId="2716223352" sldId="1320"/>
            <ac:spMk id="3" creationId="{8732DBDF-332A-36C3-691A-727CE886D3E9}"/>
          </ac:spMkLst>
        </pc:spChg>
        <pc:spChg chg="add mod">
          <ac:chgData name="오 해찬" userId="398a30bc-41aa-4aec-9589-2644447f841d" providerId="ADAL" clId="{40A53A70-5976-42A4-AD5E-E44140CA36DF}" dt="2026-09-09T05:54:31.263" v="10637" actId="20577"/>
          <ac:spMkLst>
            <pc:docMk/>
            <pc:sldMk cId="2716223352" sldId="1320"/>
            <ac:spMk id="7" creationId="{82D2CDC9-9515-A680-A1D1-74200ECE0000}"/>
          </ac:spMkLst>
        </pc:spChg>
        <pc:spChg chg="add mod">
          <ac:chgData name="오 해찬" userId="398a30bc-41aa-4aec-9589-2644447f841d" providerId="ADAL" clId="{40A53A70-5976-42A4-AD5E-E44140CA36DF}" dt="2026-09-09T05:55:29.428" v="10668" actId="1036"/>
          <ac:spMkLst>
            <pc:docMk/>
            <pc:sldMk cId="2716223352" sldId="1320"/>
            <ac:spMk id="9" creationId="{81E711CC-5DB6-8F8A-6D9D-C9C0E0CD793E}"/>
          </ac:spMkLst>
        </pc:spChg>
        <pc:graphicFrameChg chg="mod modGraphic">
          <ac:chgData name="오 해찬" userId="398a30bc-41aa-4aec-9589-2644447f841d" providerId="ADAL" clId="{40A53A70-5976-42A4-AD5E-E44140CA36DF}" dt="2026-09-08T08:33:03.591" v="9701" actId="13926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add mod">
          <ac:chgData name="오 해찬" userId="398a30bc-41aa-4aec-9589-2644447f841d" providerId="ADAL" clId="{40A53A70-5976-42A4-AD5E-E44140CA36DF}" dt="2026-09-09T05:54:12.934" v="10620" actId="1076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addSp delSp modSp add del mod">
        <pc:chgData name="오 해찬" userId="398a30bc-41aa-4aec-9589-2644447f841d" providerId="ADAL" clId="{40A53A70-5976-42A4-AD5E-E44140CA36DF}" dt="2026-09-09T05:55:46.773" v="10682" actId="20577"/>
        <pc:sldMkLst>
          <pc:docMk/>
          <pc:sldMk cId="2258506942" sldId="1321"/>
        </pc:sldMkLst>
        <pc:spChg chg="mod">
          <ac:chgData name="오 해찬" userId="398a30bc-41aa-4aec-9589-2644447f841d" providerId="ADAL" clId="{40A53A70-5976-42A4-AD5E-E44140CA36DF}" dt="2026-09-09T05:54:54.993" v="10654" actId="20577"/>
          <ac:spMkLst>
            <pc:docMk/>
            <pc:sldMk cId="2258506942" sldId="1321"/>
            <ac:spMk id="3" creationId="{ED2A4E40-9BC5-38E7-F453-575675E11841}"/>
          </ac:spMkLst>
        </pc:spChg>
        <pc:spChg chg="add mod">
          <ac:chgData name="오 해찬" userId="398a30bc-41aa-4aec-9589-2644447f841d" providerId="ADAL" clId="{40A53A70-5976-42A4-AD5E-E44140CA36DF}" dt="2026-09-09T05:55:41.245" v="10676" actId="20577"/>
          <ac:spMkLst>
            <pc:docMk/>
            <pc:sldMk cId="2258506942" sldId="1321"/>
            <ac:spMk id="7" creationId="{49652744-9547-F856-80CA-5A2F7EED18A4}"/>
          </ac:spMkLst>
        </pc:spChg>
        <pc:spChg chg="add mod">
          <ac:chgData name="오 해찬" userId="398a30bc-41aa-4aec-9589-2644447f841d" providerId="ADAL" clId="{40A53A70-5976-42A4-AD5E-E44140CA36DF}" dt="2026-09-09T05:55:46.773" v="10682" actId="20577"/>
          <ac:spMkLst>
            <pc:docMk/>
            <pc:sldMk cId="2258506942" sldId="1321"/>
            <ac:spMk id="9" creationId="{657AC688-7B9C-117B-8C4F-0D1D3CD216B8}"/>
          </ac:spMkLst>
        </pc:spChg>
        <pc:graphicFrameChg chg="mod modGraphic">
          <ac:chgData name="오 해찬" userId="398a30bc-41aa-4aec-9589-2644447f841d" providerId="ADAL" clId="{40A53A70-5976-42A4-AD5E-E44140CA36DF}" dt="2026-09-08T08:34:27.898" v="970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add mod">
          <ac:chgData name="오 해찬" userId="398a30bc-41aa-4aec-9589-2644447f841d" providerId="ADAL" clId="{40A53A70-5976-42A4-AD5E-E44140CA36DF}" dt="2026-09-09T05:55:02.140" v="10656" actId="1076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delSp modSp add del mod">
        <pc:chgData name="오 해찬" userId="398a30bc-41aa-4aec-9589-2644447f841d" providerId="ADAL" clId="{40A53A70-5976-42A4-AD5E-E44140CA36DF}" dt="2026-09-09T05:56:14.580" v="10764" actId="478"/>
        <pc:sldMkLst>
          <pc:docMk/>
          <pc:sldMk cId="2679175736" sldId="1324"/>
        </pc:sldMkLst>
        <pc:spChg chg="mod">
          <ac:chgData name="오 해찬" userId="398a30bc-41aa-4aec-9589-2644447f841d" providerId="ADAL" clId="{40A53A70-5976-42A4-AD5E-E44140CA36DF}" dt="2026-09-01T06:19:55.027" v="1172" actId="20577"/>
          <ac:spMkLst>
            <pc:docMk/>
            <pc:sldMk cId="2679175736" sldId="1324"/>
            <ac:spMk id="3" creationId="{6A7C4340-CDB1-AA63-026C-313AE9544685}"/>
          </ac:spMkLst>
        </pc:spChg>
        <pc:graphicFrameChg chg="mod modGraphic">
          <ac:chgData name="오 해찬" userId="398a30bc-41aa-4aec-9589-2644447f841d" providerId="ADAL" clId="{40A53A70-5976-42A4-AD5E-E44140CA36DF}" dt="2026-09-08T08:35:14.286" v="9709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09-11T01:14:26.200" v="11676" actId="20577"/>
        <pc:sldMkLst>
          <pc:docMk/>
          <pc:sldMk cId="4269702500" sldId="1325"/>
        </pc:sldMkLst>
        <pc:spChg chg="mod">
          <ac:chgData name="오 해찬" userId="398a30bc-41aa-4aec-9589-2644447f841d" providerId="ADAL" clId="{40A53A70-5976-42A4-AD5E-E44140CA36DF}" dt="2026-09-01T06:26:09.499" v="1204" actId="20577"/>
          <ac:spMkLst>
            <pc:docMk/>
            <pc:sldMk cId="4269702500" sldId="1325"/>
            <ac:spMk id="3" creationId="{2DFEF97A-93FE-3483-B91A-3CC30A9C76A6}"/>
          </ac:spMkLst>
        </pc:spChg>
        <pc:graphicFrameChg chg="mod modGraphic">
          <ac:chgData name="오 해찬" userId="398a30bc-41aa-4aec-9589-2644447f841d" providerId="ADAL" clId="{40A53A70-5976-42A4-AD5E-E44140CA36DF}" dt="2026-09-11T01:14:26.200" v="11676" actId="20577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add del mod">
        <pc:chgData name="오 해찬" userId="398a30bc-41aa-4aec-9589-2644447f841d" providerId="ADAL" clId="{40A53A70-5976-42A4-AD5E-E44140CA36DF}" dt="2026-09-11T01:16:36.188" v="11678" actId="207"/>
        <pc:sldMkLst>
          <pc:docMk/>
          <pc:sldMk cId="904726841" sldId="1326"/>
        </pc:sldMkLst>
        <pc:spChg chg="mod">
          <ac:chgData name="오 해찬" userId="398a30bc-41aa-4aec-9589-2644447f841d" providerId="ADAL" clId="{40A53A70-5976-42A4-AD5E-E44140CA36DF}" dt="2026-09-11T01:16:36.188" v="11678" actId="207"/>
          <ac:spMkLst>
            <pc:docMk/>
            <pc:sldMk cId="904726841" sldId="1326"/>
            <ac:spMk id="3" creationId="{CDF30D84-F53F-947E-E564-65311D60C26D}"/>
          </ac:spMkLst>
        </pc:spChg>
        <pc:graphicFrameChg chg="mod modGraphic">
          <ac:chgData name="오 해찬" userId="398a30bc-41aa-4aec-9589-2644447f841d" providerId="ADAL" clId="{40A53A70-5976-42A4-AD5E-E44140CA36DF}" dt="2026-09-11T01:16:31.705" v="11677" actId="207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09-11T01:20:54.340" v="11680" actId="207"/>
        <pc:sldMkLst>
          <pc:docMk/>
          <pc:sldMk cId="2897940150" sldId="1327"/>
        </pc:sldMkLst>
        <pc:spChg chg="mod">
          <ac:chgData name="오 해찬" userId="398a30bc-41aa-4aec-9589-2644447f841d" providerId="ADAL" clId="{40A53A70-5976-42A4-AD5E-E44140CA36DF}" dt="2026-09-11T01:20:50.905" v="11679" actId="207"/>
          <ac:spMkLst>
            <pc:docMk/>
            <pc:sldMk cId="2897940150" sldId="1327"/>
            <ac:spMk id="3" creationId="{8A91786C-191C-853E-0D41-195EF5D9B131}"/>
          </ac:spMkLst>
        </pc:spChg>
        <pc:graphicFrameChg chg="mod modGraphic">
          <ac:chgData name="오 해찬" userId="398a30bc-41aa-4aec-9589-2644447f841d" providerId="ADAL" clId="{40A53A70-5976-42A4-AD5E-E44140CA36DF}" dt="2026-09-11T01:20:54.340" v="11680" actId="207"/>
          <ac:graphicFrameMkLst>
            <pc:docMk/>
            <pc:sldMk cId="2897940150" sldId="1327"/>
            <ac:graphicFrameMk id="4" creationId="{B8A0B277-C08F-6CFA-1AFF-2D85BC7F7D7E}"/>
          </ac:graphicFrameMkLst>
        </pc:graphicFrameChg>
      </pc:sldChg>
      <pc:sldChg chg="addSp modSp add del mod modCm">
        <pc:chgData name="오 해찬" userId="398a30bc-41aa-4aec-9589-2644447f841d" providerId="ADAL" clId="{40A53A70-5976-42A4-AD5E-E44140CA36DF}" dt="2026-09-10T04:33:28.570" v="11174" actId="20577"/>
        <pc:sldMkLst>
          <pc:docMk/>
          <pc:sldMk cId="915461811" sldId="1329"/>
        </pc:sldMkLst>
        <pc:spChg chg="mod">
          <ac:chgData name="오 해찬" userId="398a30bc-41aa-4aec-9589-2644447f841d" providerId="ADAL" clId="{40A53A70-5976-42A4-AD5E-E44140CA36DF}" dt="2026-09-09T06:03:29.049" v="10863" actId="20577"/>
          <ac:spMkLst>
            <pc:docMk/>
            <pc:sldMk cId="915461811" sldId="1329"/>
            <ac:spMk id="3" creationId="{3178A14E-BBCD-817A-52F1-7D51306089B2}"/>
          </ac:spMkLst>
        </pc:spChg>
        <pc:spChg chg="add mod">
          <ac:chgData name="오 해찬" userId="398a30bc-41aa-4aec-9589-2644447f841d" providerId="ADAL" clId="{40A53A70-5976-42A4-AD5E-E44140CA36DF}" dt="2026-09-09T06:06:44.785" v="10963" actId="20577"/>
          <ac:spMkLst>
            <pc:docMk/>
            <pc:sldMk cId="915461811" sldId="1329"/>
            <ac:spMk id="7" creationId="{86555CA2-EC83-772F-88E7-5A641ADAA95B}"/>
          </ac:spMkLst>
        </pc:spChg>
        <pc:spChg chg="add mod">
          <ac:chgData name="오 해찬" userId="398a30bc-41aa-4aec-9589-2644447f841d" providerId="ADAL" clId="{40A53A70-5976-42A4-AD5E-E44140CA36DF}" dt="2026-09-09T06:07:05.789" v="10972" actId="20577"/>
          <ac:spMkLst>
            <pc:docMk/>
            <pc:sldMk cId="915461811" sldId="1329"/>
            <ac:spMk id="9" creationId="{A7631D5D-45D6-8BB8-BCF5-F816A6549214}"/>
          </ac:spMkLst>
        </pc:spChg>
        <pc:graphicFrameChg chg="mod modGraphic">
          <ac:chgData name="오 해찬" userId="398a30bc-41aa-4aec-9589-2644447f841d" providerId="ADAL" clId="{40A53A70-5976-42A4-AD5E-E44140CA36DF}" dt="2026-09-10T04:33:22.813" v="11158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add mod modGraphic">
          <ac:chgData name="오 해찬" userId="398a30bc-41aa-4aec-9589-2644447f841d" providerId="ADAL" clId="{40A53A70-5976-42A4-AD5E-E44140CA36DF}" dt="2026-09-10T04:33:28.570" v="11174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오 해찬" userId="398a30bc-41aa-4aec-9589-2644447f841d" providerId="ADAL" clId="{40A53A70-5976-42A4-AD5E-E44140CA36DF}" dt="2026-09-10T04:33:22.813" v="11158" actId="20577"/>
              <pc2:cmMkLst xmlns:pc2="http://schemas.microsoft.com/office/powerpoint/2019/9/main/command">
                <pc:docMk/>
                <pc:sldMk cId="915461811" sldId="1329"/>
                <pc2:cmMk id="{AA5CA5EB-D78D-4A0D-A41C-29A42BD01469}"/>
              </pc2:cmMkLst>
            </pc226:cmChg>
          </p:ext>
        </pc:extLst>
      </pc:sldChg>
      <pc:sldChg chg="addSp modSp add del mod">
        <pc:chgData name="오 해찬" userId="398a30bc-41aa-4aec-9589-2644447f841d" providerId="ADAL" clId="{40A53A70-5976-42A4-AD5E-E44140CA36DF}" dt="2026-09-09T06:04:29.600" v="10898" actId="20577"/>
        <pc:sldMkLst>
          <pc:docMk/>
          <pc:sldMk cId="3547278883" sldId="1331"/>
        </pc:sldMkLst>
        <pc:spChg chg="mod">
          <ac:chgData name="오 해찬" userId="398a30bc-41aa-4aec-9589-2644447f841d" providerId="ADAL" clId="{40A53A70-5976-42A4-AD5E-E44140CA36DF}" dt="2026-09-09T06:04:01.726" v="10875" actId="20577"/>
          <ac:spMkLst>
            <pc:docMk/>
            <pc:sldMk cId="3547278883" sldId="1331"/>
            <ac:spMk id="3" creationId="{CB94AC79-09FD-BD44-A588-A00F0F8613D9}"/>
          </ac:spMkLst>
        </pc:spChg>
        <pc:spChg chg="add mod">
          <ac:chgData name="오 해찬" userId="398a30bc-41aa-4aec-9589-2644447f841d" providerId="ADAL" clId="{40A53A70-5976-42A4-AD5E-E44140CA36DF}" dt="2026-09-09T06:04:29.600" v="10898" actId="20577"/>
          <ac:spMkLst>
            <pc:docMk/>
            <pc:sldMk cId="3547278883" sldId="1331"/>
            <ac:spMk id="7" creationId="{C6BB3913-825E-8348-73B0-EE50104FDFC4}"/>
          </ac:spMkLst>
        </pc:spChg>
        <pc:spChg chg="add mod">
          <ac:chgData name="오 해찬" userId="398a30bc-41aa-4aec-9589-2644447f841d" providerId="ADAL" clId="{40A53A70-5976-42A4-AD5E-E44140CA36DF}" dt="2026-09-09T06:04:25.711" v="10894" actId="20577"/>
          <ac:spMkLst>
            <pc:docMk/>
            <pc:sldMk cId="3547278883" sldId="1331"/>
            <ac:spMk id="9" creationId="{6655D519-2FAD-C734-2E3E-205D85AE235A}"/>
          </ac:spMkLst>
        </pc:spChg>
        <pc:graphicFrameChg chg="mod modGraphic">
          <ac:chgData name="오 해찬" userId="398a30bc-41aa-4aec-9589-2644447f841d" providerId="ADAL" clId="{40A53A70-5976-42A4-AD5E-E44140CA36DF}" dt="2026-09-08T08:37:38.362" v="9715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add mod">
          <ac:chgData name="오 해찬" userId="398a30bc-41aa-4aec-9589-2644447f841d" providerId="ADAL" clId="{40A53A70-5976-42A4-AD5E-E44140CA36DF}" dt="2026-09-09T06:03:57.893" v="10866" actId="1076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addSp delSp modSp add del mod">
        <pc:chgData name="오 해찬" userId="398a30bc-41aa-4aec-9589-2644447f841d" providerId="ADAL" clId="{40A53A70-5976-42A4-AD5E-E44140CA36DF}" dt="2026-09-09T06:05:49.359" v="10953" actId="20577"/>
        <pc:sldMkLst>
          <pc:docMk/>
          <pc:sldMk cId="2111281019" sldId="1333"/>
        </pc:sldMkLst>
        <pc:spChg chg="mod">
          <ac:chgData name="오 해찬" userId="398a30bc-41aa-4aec-9589-2644447f841d" providerId="ADAL" clId="{40A53A70-5976-42A4-AD5E-E44140CA36DF}" dt="2026-09-09T06:05:49.359" v="10953" actId="20577"/>
          <ac:spMkLst>
            <pc:docMk/>
            <pc:sldMk cId="2111281019" sldId="1333"/>
            <ac:spMk id="3" creationId="{5F75C9B2-4233-B870-7E94-2300BFB56E14}"/>
          </ac:spMkLst>
        </pc:spChg>
        <pc:spChg chg="add mod">
          <ac:chgData name="오 해찬" userId="398a30bc-41aa-4aec-9589-2644447f841d" providerId="ADAL" clId="{40A53A70-5976-42A4-AD5E-E44140CA36DF}" dt="2026-09-09T06:04:54.085" v="10908" actId="20577"/>
          <ac:spMkLst>
            <pc:docMk/>
            <pc:sldMk cId="2111281019" sldId="1333"/>
            <ac:spMk id="11" creationId="{95113E1F-8898-9463-1321-8501744CEFB2}"/>
          </ac:spMkLst>
        </pc:spChg>
        <pc:spChg chg="add mod">
          <ac:chgData name="오 해찬" userId="398a30bc-41aa-4aec-9589-2644447f841d" providerId="ADAL" clId="{40A53A70-5976-42A4-AD5E-E44140CA36DF}" dt="2026-09-09T06:04:58.340" v="10914" actId="20577"/>
          <ac:spMkLst>
            <pc:docMk/>
            <pc:sldMk cId="2111281019" sldId="1333"/>
            <ac:spMk id="13" creationId="{6F732EDC-4CC6-64BE-6867-5FA288274C6A}"/>
          </ac:spMkLst>
        </pc:spChg>
        <pc:graphicFrameChg chg="mod modGraphic">
          <ac:chgData name="오 해찬" userId="398a30bc-41aa-4aec-9589-2644447f841d" providerId="ADAL" clId="{40A53A70-5976-42A4-AD5E-E44140CA36DF}" dt="2026-09-08T08:37:41.136" v="971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add mod">
          <ac:chgData name="오 해찬" userId="398a30bc-41aa-4aec-9589-2644447f841d" providerId="ADAL" clId="{40A53A70-5976-42A4-AD5E-E44140CA36DF}" dt="2026-09-09T06:04:48.451" v="10903" actId="1076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addSp modSp add del mod">
        <pc:chgData name="오 해찬" userId="398a30bc-41aa-4aec-9589-2644447f841d" providerId="ADAL" clId="{40A53A70-5976-42A4-AD5E-E44140CA36DF}" dt="2026-09-09T06:05:32.348" v="10944" actId="20577"/>
        <pc:sldMkLst>
          <pc:docMk/>
          <pc:sldMk cId="3876744629" sldId="1335"/>
        </pc:sldMkLst>
        <pc:spChg chg="mod">
          <ac:chgData name="오 해찬" userId="398a30bc-41aa-4aec-9589-2644447f841d" providerId="ADAL" clId="{40A53A70-5976-42A4-AD5E-E44140CA36DF}" dt="2026-09-09T06:05:18.121" v="10919" actId="20577"/>
          <ac:spMkLst>
            <pc:docMk/>
            <pc:sldMk cId="3876744629" sldId="1335"/>
            <ac:spMk id="3" creationId="{D910E6E0-8796-CDD2-9050-9FAF1A346CC4}"/>
          </ac:spMkLst>
        </pc:spChg>
        <pc:spChg chg="add mod">
          <ac:chgData name="오 해찬" userId="398a30bc-41aa-4aec-9589-2644447f841d" providerId="ADAL" clId="{40A53A70-5976-42A4-AD5E-E44140CA36DF}" dt="2026-09-09T06:05:26.606" v="10933" actId="20577"/>
          <ac:spMkLst>
            <pc:docMk/>
            <pc:sldMk cId="3876744629" sldId="1335"/>
            <ac:spMk id="7" creationId="{01D82621-2B51-59A6-C52D-2909C9C1DEDF}"/>
          </ac:spMkLst>
        </pc:spChg>
        <pc:spChg chg="add mod">
          <ac:chgData name="오 해찬" userId="398a30bc-41aa-4aec-9589-2644447f841d" providerId="ADAL" clId="{40A53A70-5976-42A4-AD5E-E44140CA36DF}" dt="2026-09-09T06:05:32.348" v="10944" actId="20577"/>
          <ac:spMkLst>
            <pc:docMk/>
            <pc:sldMk cId="3876744629" sldId="1335"/>
            <ac:spMk id="9" creationId="{C6B8484D-2A72-1BC6-6039-36427C98BC58}"/>
          </ac:spMkLst>
        </pc:spChg>
        <pc:graphicFrameChg chg="mod modGraphic">
          <ac:chgData name="오 해찬" userId="398a30bc-41aa-4aec-9589-2644447f841d" providerId="ADAL" clId="{40A53A70-5976-42A4-AD5E-E44140CA36DF}" dt="2026-09-08T08:38:12.111" v="9719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add mod">
          <ac:chgData name="오 해찬" userId="398a30bc-41aa-4aec-9589-2644447f841d" providerId="ADAL" clId="{40A53A70-5976-42A4-AD5E-E44140CA36DF}" dt="2026-09-09T06:05:14.087" v="10917" actId="1076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delSp modSp add del mod">
        <pc:chgData name="오 해찬" userId="398a30bc-41aa-4aec-9589-2644447f841d" providerId="ADAL" clId="{40A53A70-5976-42A4-AD5E-E44140CA36DF}" dt="2026-09-10T08:17:54.022" v="11604"/>
        <pc:sldMkLst>
          <pc:docMk/>
          <pc:sldMk cId="2440714759" sldId="1337"/>
        </pc:sldMkLst>
        <pc:graphicFrameChg chg="mod modGraphic">
          <ac:chgData name="오 해찬" userId="398a30bc-41aa-4aec-9589-2644447f841d" providerId="ADAL" clId="{40A53A70-5976-42A4-AD5E-E44140CA36DF}" dt="2026-09-10T08:17:54.022" v="11604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modSp add del mod modNotesTx">
        <pc:chgData name="오 해찬" userId="398a30bc-41aa-4aec-9589-2644447f841d" providerId="ADAL" clId="{40A53A70-5976-42A4-AD5E-E44140CA36DF}" dt="2026-09-09T05:59:15.222" v="10776" actId="20577"/>
        <pc:sldMkLst>
          <pc:docMk/>
          <pc:sldMk cId="1759828093" sldId="1338"/>
        </pc:sldMkLst>
        <pc:spChg chg="mod">
          <ac:chgData name="오 해찬" userId="398a30bc-41aa-4aec-9589-2644447f841d" providerId="ADAL" clId="{40A53A70-5976-42A4-AD5E-E44140CA36DF}" dt="2026-09-03T06:44:15.554" v="4238" actId="20577"/>
          <ac:spMkLst>
            <pc:docMk/>
            <pc:sldMk cId="1759828093" sldId="1338"/>
            <ac:spMk id="3" creationId="{2AA52A0F-4050-37BB-DCAE-5A8F0A1DB98C}"/>
          </ac:spMkLst>
        </pc:spChg>
        <pc:spChg chg="add mod">
          <ac:chgData name="오 해찬" userId="398a30bc-41aa-4aec-9589-2644447f841d" providerId="ADAL" clId="{40A53A70-5976-42A4-AD5E-E44140CA36DF}" dt="2026-09-09T05:59:11.525" v="10773" actId="20577"/>
          <ac:spMkLst>
            <pc:docMk/>
            <pc:sldMk cId="1759828093" sldId="1338"/>
            <ac:spMk id="7" creationId="{82DECD2F-CE82-50A9-AB14-870892C2EF1D}"/>
          </ac:spMkLst>
        </pc:spChg>
        <pc:spChg chg="add mod">
          <ac:chgData name="오 해찬" userId="398a30bc-41aa-4aec-9589-2644447f841d" providerId="ADAL" clId="{40A53A70-5976-42A4-AD5E-E44140CA36DF}" dt="2026-09-09T05:59:15.222" v="10776" actId="20577"/>
          <ac:spMkLst>
            <pc:docMk/>
            <pc:sldMk cId="1759828093" sldId="1338"/>
            <ac:spMk id="9" creationId="{C3326B5B-BFBC-013C-8829-191289D9C829}"/>
          </ac:spMkLst>
        </pc:spChg>
        <pc:graphicFrameChg chg="mod modGraphic">
          <ac:chgData name="오 해찬" userId="398a30bc-41aa-4aec-9589-2644447f841d" providerId="ADAL" clId="{40A53A70-5976-42A4-AD5E-E44140CA36DF}" dt="2026-09-07T02:06:38.323" v="7993" actId="20577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add mod">
          <ac:chgData name="오 해찬" userId="398a30bc-41aa-4aec-9589-2644447f841d" providerId="ADAL" clId="{40A53A70-5976-42A4-AD5E-E44140CA36DF}" dt="2026-09-09T05:58:02.716" v="10766" actId="1076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addSp delSp modSp add del mod">
        <pc:chgData name="오 해찬" userId="398a30bc-41aa-4aec-9589-2644447f841d" providerId="ADAL" clId="{40A53A70-5976-42A4-AD5E-E44140CA36DF}" dt="2026-09-11T02:51:42.209" v="11734" actId="20577"/>
        <pc:sldMkLst>
          <pc:docMk/>
          <pc:sldMk cId="4227139856" sldId="1339"/>
        </pc:sldMkLst>
        <pc:spChg chg="add del mod">
          <ac:chgData name="오 해찬" userId="398a30bc-41aa-4aec-9589-2644447f841d" providerId="ADAL" clId="{40A53A70-5976-42A4-AD5E-E44140CA36DF}" dt="2026-09-03T06:53:42.688" v="4385" actId="20577"/>
          <ac:spMkLst>
            <pc:docMk/>
            <pc:sldMk cId="4227139856" sldId="1339"/>
            <ac:spMk id="3" creationId="{9CBF4484-366B-A6B1-5530-3C91DBB9AC2B}"/>
          </ac:spMkLst>
        </pc:spChg>
        <pc:spChg chg="add mod">
          <ac:chgData name="오 해찬" userId="398a30bc-41aa-4aec-9589-2644447f841d" providerId="ADAL" clId="{40A53A70-5976-42A4-AD5E-E44140CA36DF}" dt="2026-09-09T06:02:02.661" v="10839" actId="20577"/>
          <ac:spMkLst>
            <pc:docMk/>
            <pc:sldMk cId="4227139856" sldId="1339"/>
            <ac:spMk id="7" creationId="{1B85B012-36A2-CE55-7D08-01E9F9F8658F}"/>
          </ac:spMkLst>
        </pc:spChg>
        <pc:spChg chg="add mod">
          <ac:chgData name="오 해찬" userId="398a30bc-41aa-4aec-9589-2644447f841d" providerId="ADAL" clId="{40A53A70-5976-42A4-AD5E-E44140CA36DF}" dt="2026-09-09T06:02:04.689" v="10840" actId="20577"/>
          <ac:spMkLst>
            <pc:docMk/>
            <pc:sldMk cId="4227139856" sldId="1339"/>
            <ac:spMk id="9" creationId="{B84D3548-059D-7CF0-8538-CE95BFD424E8}"/>
          </ac:spMkLst>
        </pc:spChg>
        <pc:graphicFrameChg chg="mod modGraphic">
          <ac:chgData name="오 해찬" userId="398a30bc-41aa-4aec-9589-2644447f841d" providerId="ADAL" clId="{40A53A70-5976-42A4-AD5E-E44140CA36DF}" dt="2026-09-07T02:26:33.681" v="8446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add mod modGraphic">
          <ac:chgData name="오 해찬" userId="398a30bc-41aa-4aec-9589-2644447f841d" providerId="ADAL" clId="{40A53A70-5976-42A4-AD5E-E44140CA36DF}" dt="2026-09-11T02:51:42.209" v="11734" actId="20577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addSp delSp modSp add del mod">
        <pc:chgData name="오 해찬" userId="398a30bc-41aa-4aec-9589-2644447f841d" providerId="ADAL" clId="{40A53A70-5976-42A4-AD5E-E44140CA36DF}" dt="2026-09-11T02:34:13.887" v="11718" actId="5793"/>
        <pc:sldMkLst>
          <pc:docMk/>
          <pc:sldMk cId="628503944" sldId="1341"/>
        </pc:sldMkLst>
        <pc:spChg chg="mod">
          <ac:chgData name="오 해찬" userId="398a30bc-41aa-4aec-9589-2644447f841d" providerId="ADAL" clId="{40A53A70-5976-42A4-AD5E-E44140CA36DF}" dt="2026-09-09T06:02:35.354" v="10858" actId="20577"/>
          <ac:spMkLst>
            <pc:docMk/>
            <pc:sldMk cId="628503944" sldId="1341"/>
            <ac:spMk id="3" creationId="{060B03D7-B045-7643-A0AE-FD0CA42820E2}"/>
          </ac:spMkLst>
        </pc:spChg>
        <pc:spChg chg="add mod">
          <ac:chgData name="오 해찬" userId="398a30bc-41aa-4aec-9589-2644447f841d" providerId="ADAL" clId="{40A53A70-5976-42A4-AD5E-E44140CA36DF}" dt="2026-09-09T06:01:31.039" v="10834" actId="20577"/>
          <ac:spMkLst>
            <pc:docMk/>
            <pc:sldMk cId="628503944" sldId="1341"/>
            <ac:spMk id="7" creationId="{9096450A-ED58-1B1E-CD57-D50D7213E9F3}"/>
          </ac:spMkLst>
        </pc:spChg>
        <pc:spChg chg="add mod">
          <ac:chgData name="오 해찬" userId="398a30bc-41aa-4aec-9589-2644447f841d" providerId="ADAL" clId="{40A53A70-5976-42A4-AD5E-E44140CA36DF}" dt="2026-09-09T06:01:29.222" v="10833" actId="20577"/>
          <ac:spMkLst>
            <pc:docMk/>
            <pc:sldMk cId="628503944" sldId="1341"/>
            <ac:spMk id="9" creationId="{00949631-5F32-23BD-9E1F-20CBEF8C9966}"/>
          </ac:spMkLst>
        </pc:spChg>
        <pc:graphicFrameChg chg="mod modGraphic">
          <ac:chgData name="오 해찬" userId="398a30bc-41aa-4aec-9589-2644447f841d" providerId="ADAL" clId="{40A53A70-5976-42A4-AD5E-E44140CA36DF}" dt="2026-09-11T02:34:13.887" v="11718" actId="5793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add mod">
          <ac:chgData name="오 해찬" userId="398a30bc-41aa-4aec-9589-2644447f841d" providerId="ADAL" clId="{40A53A70-5976-42A4-AD5E-E44140CA36DF}" dt="2026-09-09T06:01:15.925" v="10822" actId="1076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addSp delSp modSp add del mod ord modCm">
        <pc:chgData name="오 해찬" userId="398a30bc-41aa-4aec-9589-2644447f841d" providerId="ADAL" clId="{40A53A70-5976-42A4-AD5E-E44140CA36DF}" dt="2026-09-10T04:32:45.637" v="11140" actId="20577"/>
        <pc:sldMkLst>
          <pc:docMk/>
          <pc:sldMk cId="737418889" sldId="1342"/>
        </pc:sldMkLst>
        <pc:spChg chg="mod">
          <ac:chgData name="오 해찬" userId="398a30bc-41aa-4aec-9589-2644447f841d" providerId="ADAL" clId="{40A53A70-5976-42A4-AD5E-E44140CA36DF}" dt="2026-09-09T05:48:11.393" v="10502" actId="20577"/>
          <ac:spMkLst>
            <pc:docMk/>
            <pc:sldMk cId="737418889" sldId="1342"/>
            <ac:spMk id="3" creationId="{8AD55EA8-B582-8D6C-91FC-F3A2FE17A5C0}"/>
          </ac:spMkLst>
        </pc:spChg>
        <pc:spChg chg="add mod">
          <ac:chgData name="오 해찬" userId="398a30bc-41aa-4aec-9589-2644447f841d" providerId="ADAL" clId="{40A53A70-5976-42A4-AD5E-E44140CA36DF}" dt="2026-09-09T05:48:32.948" v="10508" actId="20577"/>
          <ac:spMkLst>
            <pc:docMk/>
            <pc:sldMk cId="737418889" sldId="1342"/>
            <ac:spMk id="7" creationId="{40F3B8AF-9415-1E16-C963-9A3CD7965B02}"/>
          </ac:spMkLst>
        </pc:spChg>
        <pc:spChg chg="add mod">
          <ac:chgData name="오 해찬" userId="398a30bc-41aa-4aec-9589-2644447f841d" providerId="ADAL" clId="{40A53A70-5976-42A4-AD5E-E44140CA36DF}" dt="2026-09-09T05:55:23.948" v="10667" actId="1076"/>
          <ac:spMkLst>
            <pc:docMk/>
            <pc:sldMk cId="737418889" sldId="1342"/>
            <ac:spMk id="9" creationId="{1702E66F-2594-2EC5-8022-E10AC2DA4966}"/>
          </ac:spMkLst>
        </pc:spChg>
        <pc:graphicFrameChg chg="mod modGraphic">
          <ac:chgData name="오 해찬" userId="398a30bc-41aa-4aec-9589-2644447f841d" providerId="ADAL" clId="{40A53A70-5976-42A4-AD5E-E44140CA36DF}" dt="2026-09-10T04:32:37.341" v="11122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add mod modGraphic">
          <ac:chgData name="오 해찬" userId="398a30bc-41aa-4aec-9589-2644447f841d" providerId="ADAL" clId="{40A53A70-5976-42A4-AD5E-E44140CA36DF}" dt="2026-09-10T04:32:45.637" v="11140" actId="20577"/>
          <ac:graphicFrameMkLst>
            <pc:docMk/>
            <pc:sldMk cId="737418889" sldId="1342"/>
            <ac:graphicFrameMk id="5" creationId="{9225F1CC-1BFF-947C-0ACB-A26DBC00CB71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오 해찬" userId="398a30bc-41aa-4aec-9589-2644447f841d" providerId="ADAL" clId="{40A53A70-5976-42A4-AD5E-E44140CA36DF}" dt="2026-09-10T04:32:37.341" v="11122" actId="20577"/>
              <pc2:cmMkLst xmlns:pc2="http://schemas.microsoft.com/office/powerpoint/2019/9/main/command">
                <pc:docMk/>
                <pc:sldMk cId="737418889" sldId="1342"/>
                <pc2:cmMk id="{7A085E05-88E7-452B-A843-E62A5C4368CF}"/>
              </pc2:cmMkLst>
            </pc226:cmChg>
          </p:ext>
        </pc:extLst>
      </pc:sldChg>
      <pc:sldChg chg="addSp modSp add mod modNotesTx">
        <pc:chgData name="오 해찬" userId="398a30bc-41aa-4aec-9589-2644447f841d" providerId="ADAL" clId="{40A53A70-5976-42A4-AD5E-E44140CA36DF}" dt="2026-09-09T05:59:40.613" v="10790" actId="20577"/>
        <pc:sldMkLst>
          <pc:docMk/>
          <pc:sldMk cId="1194762766" sldId="1344"/>
        </pc:sldMkLst>
        <pc:spChg chg="mod">
          <ac:chgData name="오 해찬" userId="398a30bc-41aa-4aec-9589-2644447f841d" providerId="ADAL" clId="{40A53A70-5976-42A4-AD5E-E44140CA36DF}" dt="2026-09-09T05:59:29.540" v="10781" actId="20577"/>
          <ac:spMkLst>
            <pc:docMk/>
            <pc:sldMk cId="1194762766" sldId="1344"/>
            <ac:spMk id="3" creationId="{73C2D07E-49E5-253A-D3A5-F77EE4DBC344}"/>
          </ac:spMkLst>
        </pc:spChg>
        <pc:spChg chg="add mod">
          <ac:chgData name="오 해찬" userId="398a30bc-41aa-4aec-9589-2644447f841d" providerId="ADAL" clId="{40A53A70-5976-42A4-AD5E-E44140CA36DF}" dt="2026-09-09T05:59:36.880" v="10785" actId="20577"/>
          <ac:spMkLst>
            <pc:docMk/>
            <pc:sldMk cId="1194762766" sldId="1344"/>
            <ac:spMk id="7" creationId="{6839E2B8-67C9-D9CC-A465-5B8FC3C97FCF}"/>
          </ac:spMkLst>
        </pc:spChg>
        <pc:spChg chg="add mod">
          <ac:chgData name="오 해찬" userId="398a30bc-41aa-4aec-9589-2644447f841d" providerId="ADAL" clId="{40A53A70-5976-42A4-AD5E-E44140CA36DF}" dt="2026-09-09T05:59:40.613" v="10790" actId="20577"/>
          <ac:spMkLst>
            <pc:docMk/>
            <pc:sldMk cId="1194762766" sldId="1344"/>
            <ac:spMk id="9" creationId="{B769E12A-6F78-4A59-F08F-5E20C1B5B27B}"/>
          </ac:spMkLst>
        </pc:spChg>
        <pc:graphicFrameChg chg="mod modGraphic">
          <ac:chgData name="오 해찬" userId="398a30bc-41aa-4aec-9589-2644447f841d" providerId="ADAL" clId="{40A53A70-5976-42A4-AD5E-E44140CA36DF}" dt="2026-09-07T02:26:31.072" v="8443" actId="2057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add mod">
          <ac:chgData name="오 해찬" userId="398a30bc-41aa-4aec-9589-2644447f841d" providerId="ADAL" clId="{40A53A70-5976-42A4-AD5E-E44140CA36DF}" dt="2026-09-09T05:59:24.534" v="10779" actId="1076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addSp delSp modSp add mod">
        <pc:chgData name="오 해찬" userId="398a30bc-41aa-4aec-9589-2644447f841d" providerId="ADAL" clId="{40A53A70-5976-42A4-AD5E-E44140CA36DF}" dt="2026-09-09T06:01:54.895" v="10838" actId="20577"/>
        <pc:sldMkLst>
          <pc:docMk/>
          <pc:sldMk cId="3585320585" sldId="1348"/>
        </pc:sldMkLst>
        <pc:spChg chg="mod">
          <ac:chgData name="오 해찬" userId="398a30bc-41aa-4aec-9589-2644447f841d" providerId="ADAL" clId="{40A53A70-5976-42A4-AD5E-E44140CA36DF}" dt="2026-09-09T06:01:54.895" v="10838" actId="20577"/>
          <ac:spMkLst>
            <pc:docMk/>
            <pc:sldMk cId="3585320585" sldId="1348"/>
            <ac:spMk id="3" creationId="{7515AC5B-CD56-6410-8FE9-45C0CA210AA9}"/>
          </ac:spMkLst>
        </pc:spChg>
        <pc:spChg chg="add mod">
          <ac:chgData name="오 해찬" userId="398a30bc-41aa-4aec-9589-2644447f841d" providerId="ADAL" clId="{40A53A70-5976-42A4-AD5E-E44140CA36DF}" dt="2026-09-09T06:00:38.299" v="10814" actId="20577"/>
          <ac:spMkLst>
            <pc:docMk/>
            <pc:sldMk cId="3585320585" sldId="1348"/>
            <ac:spMk id="7" creationId="{09643A8B-50CE-2BB5-1A61-4D6212E0D1EF}"/>
          </ac:spMkLst>
        </pc:spChg>
        <pc:spChg chg="add mod">
          <ac:chgData name="오 해찬" userId="398a30bc-41aa-4aec-9589-2644447f841d" providerId="ADAL" clId="{40A53A70-5976-42A4-AD5E-E44140CA36DF}" dt="2026-09-09T06:00:43.356" v="10819" actId="20577"/>
          <ac:spMkLst>
            <pc:docMk/>
            <pc:sldMk cId="3585320585" sldId="1348"/>
            <ac:spMk id="9" creationId="{325436F7-5F72-24B1-559E-A35D720819CC}"/>
          </ac:spMkLst>
        </pc:spChg>
        <pc:graphicFrameChg chg="mod modGraphic">
          <ac:chgData name="오 해찬" userId="398a30bc-41aa-4aec-9589-2644447f841d" providerId="ADAL" clId="{40A53A70-5976-42A4-AD5E-E44140CA36DF}" dt="2026-09-07T02:26:34.733" v="8447" actId="20577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add mod">
          <ac:chgData name="오 해찬" userId="398a30bc-41aa-4aec-9589-2644447f841d" providerId="ADAL" clId="{40A53A70-5976-42A4-AD5E-E44140CA36DF}" dt="2026-09-09T06:00:29.619" v="10805" actId="1076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delSp modSp add mod modCm modNotesTx">
        <pc:chgData name="오 해찬" userId="398a30bc-41aa-4aec-9589-2644447f841d" providerId="ADAL" clId="{40A53A70-5976-42A4-AD5E-E44140CA36DF}" dt="2026-09-09T01:54:15.708" v="10099" actId="478"/>
        <pc:sldMkLst>
          <pc:docMk/>
          <pc:sldMk cId="859767019" sldId="1350"/>
        </pc:sldMkLst>
        <pc:spChg chg="mod">
          <ac:chgData name="오 해찬" userId="398a30bc-41aa-4aec-9589-2644447f841d" providerId="ADAL" clId="{40A53A70-5976-42A4-AD5E-E44140CA36DF}" dt="2026-09-03T08:42:55.194" v="5472" actId="20577"/>
          <ac:spMkLst>
            <pc:docMk/>
            <pc:sldMk cId="859767019" sldId="1350"/>
            <ac:spMk id="3" creationId="{897D8BF1-E39B-9321-1CB7-E3EC82459619}"/>
          </ac:spMkLst>
        </pc:spChg>
        <pc:graphicFrameChg chg="add mod modGraphic">
          <ac:chgData name="오 해찬" userId="398a30bc-41aa-4aec-9589-2644447f841d" providerId="ADAL" clId="{40A53A70-5976-42A4-AD5E-E44140CA36DF}" dt="2026-09-09T01:53:49.491" v="10097" actId="207"/>
          <ac:graphicFrameMkLst>
            <pc:docMk/>
            <pc:sldMk cId="859767019" sldId="1350"/>
            <ac:graphicFrameMk id="5" creationId="{A77BC027-3C5D-214B-F98B-1068DA717920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오 해찬" userId="398a30bc-41aa-4aec-9589-2644447f841d" providerId="ADAL" clId="{40A53A70-5976-42A4-AD5E-E44140CA36DF}" dt="2026-09-09T01:53:41.250" v="10095" actId="20577"/>
              <pc2:cmMkLst xmlns:pc2="http://schemas.microsoft.com/office/powerpoint/2019/9/main/command">
                <pc:docMk/>
                <pc:sldMk cId="859767019" sldId="1350"/>
                <pc2:cmMk id="{8C73CC98-B5B4-4277-85B7-AEA82A5424D4}"/>
              </pc2:cmMkLst>
            </pc226:cmChg>
          </p:ext>
        </pc:extLst>
      </pc:sldChg>
      <pc:sldChg chg="addSp delSp modSp add mod">
        <pc:chgData name="오 해찬" userId="398a30bc-41aa-4aec-9589-2644447f841d" providerId="ADAL" clId="{40A53A70-5976-42A4-AD5E-E44140CA36DF}" dt="2026-09-11T01:54:19.088" v="11710" actId="207"/>
        <pc:sldMkLst>
          <pc:docMk/>
          <pc:sldMk cId="3884121493" sldId="1353"/>
        </pc:sldMkLst>
        <pc:spChg chg="mod">
          <ac:chgData name="오 해찬" userId="398a30bc-41aa-4aec-9589-2644447f841d" providerId="ADAL" clId="{40A53A70-5976-42A4-AD5E-E44140CA36DF}" dt="2026-09-07T01:40:50.246" v="7874" actId="207"/>
          <ac:spMkLst>
            <pc:docMk/>
            <pc:sldMk cId="3884121493" sldId="1353"/>
            <ac:spMk id="3" creationId="{A27065EE-2EBE-7033-680B-50BF10966EF1}"/>
          </ac:spMkLst>
        </pc:spChg>
        <pc:graphicFrameChg chg="modGraphic">
          <ac:chgData name="오 해찬" userId="398a30bc-41aa-4aec-9589-2644447f841d" providerId="ADAL" clId="{40A53A70-5976-42A4-AD5E-E44140CA36DF}" dt="2026-09-11T01:54:19.088" v="11710" actId="20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delSp modSp add mod modCm">
        <pc:chgData name="오 해찬" userId="398a30bc-41aa-4aec-9589-2644447f841d" providerId="ADAL" clId="{40A53A70-5976-42A4-AD5E-E44140CA36DF}" dt="2026-09-11T02:58:30.213" v="11737" actId="207"/>
        <pc:sldMkLst>
          <pc:docMk/>
          <pc:sldMk cId="1939284389" sldId="1356"/>
        </pc:sldMkLst>
        <pc:spChg chg="mod">
          <ac:chgData name="오 해찬" userId="398a30bc-41aa-4aec-9589-2644447f841d" providerId="ADAL" clId="{40A53A70-5976-42A4-AD5E-E44140CA36DF}" dt="2026-09-09T05:10:57.518" v="10109" actId="207"/>
          <ac:spMkLst>
            <pc:docMk/>
            <pc:sldMk cId="1939284389" sldId="1356"/>
            <ac:spMk id="3" creationId="{94A539D3-4DF5-213A-1E50-BBA48744E135}"/>
          </ac:spMkLst>
        </pc:spChg>
        <pc:spChg chg="add del">
          <ac:chgData name="오 해찬" userId="398a30bc-41aa-4aec-9589-2644447f841d" providerId="ADAL" clId="{40A53A70-5976-42A4-AD5E-E44140CA36DF}" dt="2026-09-10T07:52:45.758" v="11497" actId="22"/>
          <ac:spMkLst>
            <pc:docMk/>
            <pc:sldMk cId="1939284389" sldId="1356"/>
            <ac:spMk id="5" creationId="{A469D34A-E0D3-7545-65F5-C139DD922A32}"/>
          </ac:spMkLst>
        </pc:spChg>
        <pc:graphicFrameChg chg="mod modGraphic">
          <ac:chgData name="오 해찬" userId="398a30bc-41aa-4aec-9589-2644447f841d" providerId="ADAL" clId="{40A53A70-5976-42A4-AD5E-E44140CA36DF}" dt="2026-09-11T02:58:30.213" v="11737" actId="207"/>
          <ac:graphicFrameMkLst>
            <pc:docMk/>
            <pc:sldMk cId="1939284389" sldId="1356"/>
            <ac:graphicFrameMk id="4" creationId="{35033F99-8D44-216D-C9DC-2A507253ECD5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오 해찬" userId="398a30bc-41aa-4aec-9589-2644447f841d" providerId="ADAL" clId="{40A53A70-5976-42A4-AD5E-E44140CA36DF}" dt="2026-09-11T01:00:26.408" v="11673" actId="20577"/>
              <pc2:cmMkLst xmlns:pc2="http://schemas.microsoft.com/office/powerpoint/2019/9/main/command">
                <pc:docMk/>
                <pc:sldMk cId="1939284389" sldId="1356"/>
                <pc2:cmMk id="{EE5E93C0-887D-4F57-8669-6428DEAB7AB1}"/>
              </pc2:cmMkLst>
            </pc226:cmChg>
          </p:ext>
        </pc:extLst>
      </pc:sldChg>
      <pc:sldChg chg="modSp add mod ord modCm">
        <pc:chgData name="오 해찬" userId="398a30bc-41aa-4aec-9589-2644447f841d" providerId="ADAL" clId="{40A53A70-5976-42A4-AD5E-E44140CA36DF}" dt="2026-09-10T07:26:54.571" v="11397" actId="14734"/>
        <pc:sldMkLst>
          <pc:docMk/>
          <pc:sldMk cId="2087048040" sldId="1359"/>
        </pc:sldMkLst>
        <pc:spChg chg="mod">
          <ac:chgData name="오 해찬" userId="398a30bc-41aa-4aec-9589-2644447f841d" providerId="ADAL" clId="{40A53A70-5976-42A4-AD5E-E44140CA36DF}" dt="2026-09-09T05:15:22.650" v="10141" actId="20577"/>
          <ac:spMkLst>
            <pc:docMk/>
            <pc:sldMk cId="2087048040" sldId="1359"/>
            <ac:spMk id="3" creationId="{B7AFECFA-A812-51C7-AB6C-CE231841E443}"/>
          </ac:spMkLst>
        </pc:spChg>
        <pc:graphicFrameChg chg="mod modGraphic">
          <ac:chgData name="오 해찬" userId="398a30bc-41aa-4aec-9589-2644447f841d" providerId="ADAL" clId="{40A53A70-5976-42A4-AD5E-E44140CA36DF}" dt="2026-09-10T07:26:54.571" v="11397" actId="14734"/>
          <ac:graphicFrameMkLst>
            <pc:docMk/>
            <pc:sldMk cId="2087048040" sldId="1359"/>
            <ac:graphicFrameMk id="4" creationId="{6FECA82A-BD23-9912-A2C5-4AAA1E30E3C6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오 해찬" userId="398a30bc-41aa-4aec-9589-2644447f841d" providerId="ADAL" clId="{40A53A70-5976-42A4-AD5E-E44140CA36DF}" dt="2026-09-10T06:04:17.301" v="11258" actId="20577"/>
              <pc2:cmMkLst xmlns:pc2="http://schemas.microsoft.com/office/powerpoint/2019/9/main/command">
                <pc:docMk/>
                <pc:sldMk cId="2087048040" sldId="1359"/>
                <pc2:cmMk id="{9311D98B-EEBC-437B-B65F-D26FAC17F344}"/>
              </pc2:cmMkLst>
            </pc226:cmChg>
          </p:ext>
        </pc:extLst>
      </pc:sldChg>
      <pc:sldChg chg="modSp add mod">
        <pc:chgData name="오 해찬" userId="398a30bc-41aa-4aec-9589-2644447f841d" providerId="ADAL" clId="{40A53A70-5976-42A4-AD5E-E44140CA36DF}" dt="2026-09-10T05:59:52.009" v="11234" actId="207"/>
        <pc:sldMkLst>
          <pc:docMk/>
          <pc:sldMk cId="3073680364" sldId="1363"/>
        </pc:sldMkLst>
        <pc:spChg chg="mod">
          <ac:chgData name="오 해찬" userId="398a30bc-41aa-4aec-9589-2644447f841d" providerId="ADAL" clId="{40A53A70-5976-42A4-AD5E-E44140CA36DF}" dt="2026-09-09T05:20:19.885" v="10230" actId="20577"/>
          <ac:spMkLst>
            <pc:docMk/>
            <pc:sldMk cId="3073680364" sldId="1363"/>
            <ac:spMk id="3" creationId="{857BF1F7-DA7A-4D07-E619-83B08C1E2727}"/>
          </ac:spMkLst>
        </pc:spChg>
        <pc:graphicFrameChg chg="mod modGraphic">
          <ac:chgData name="오 해찬" userId="398a30bc-41aa-4aec-9589-2644447f841d" providerId="ADAL" clId="{40A53A70-5976-42A4-AD5E-E44140CA36DF}" dt="2026-09-10T05:59:52.009" v="11234" actId="207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09-11T01:32:16.736" v="11697" actId="20577"/>
        <pc:sldMkLst>
          <pc:docMk/>
          <pc:sldMk cId="640303626" sldId="1378"/>
        </pc:sldMkLst>
        <pc:spChg chg="mod">
          <ac:chgData name="오 해찬" userId="398a30bc-41aa-4aec-9589-2644447f841d" providerId="ADAL" clId="{40A53A70-5976-42A4-AD5E-E44140CA36DF}" dt="2026-09-04T06:36:20.242" v="7064" actId="20577"/>
          <ac:spMkLst>
            <pc:docMk/>
            <pc:sldMk cId="640303626" sldId="1378"/>
            <ac:spMk id="3" creationId="{527A16A7-6ED3-B93A-02DB-CFF87FF34BAA}"/>
          </ac:spMkLst>
        </pc:spChg>
        <pc:graphicFrameChg chg="mod modGraphic">
          <ac:chgData name="오 해찬" userId="398a30bc-41aa-4aec-9589-2644447f841d" providerId="ADAL" clId="{40A53A70-5976-42A4-AD5E-E44140CA36DF}" dt="2026-09-11T01:32:16.736" v="11697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09T06:07:53.679" v="10997" actId="20577"/>
        <pc:sldMkLst>
          <pc:docMk/>
          <pc:sldMk cId="4269445969" sldId="1379"/>
        </pc:sldMkLst>
        <pc:spChg chg="mod">
          <ac:chgData name="오 해찬" userId="398a30bc-41aa-4aec-9589-2644447f841d" providerId="ADAL" clId="{40A53A70-5976-42A4-AD5E-E44140CA36DF}" dt="2026-09-09T06:07:20.006" v="10978" actId="20577"/>
          <ac:spMkLst>
            <pc:docMk/>
            <pc:sldMk cId="4269445969" sldId="1379"/>
            <ac:spMk id="3" creationId="{F14D2AB0-9C03-ACE4-99D7-23BAA56B2EA1}"/>
          </ac:spMkLst>
        </pc:spChg>
        <pc:spChg chg="add mod">
          <ac:chgData name="오 해찬" userId="398a30bc-41aa-4aec-9589-2644447f841d" providerId="ADAL" clId="{40A53A70-5976-42A4-AD5E-E44140CA36DF}" dt="2026-09-09T06:07:49.664" v="10994" actId="20577"/>
          <ac:spMkLst>
            <pc:docMk/>
            <pc:sldMk cId="4269445969" sldId="1379"/>
            <ac:spMk id="7" creationId="{12DE6E9A-2F36-5B22-3F2E-CFCF7D636932}"/>
          </ac:spMkLst>
        </pc:spChg>
        <pc:spChg chg="add mod">
          <ac:chgData name="오 해찬" userId="398a30bc-41aa-4aec-9589-2644447f841d" providerId="ADAL" clId="{40A53A70-5976-42A4-AD5E-E44140CA36DF}" dt="2026-09-09T06:07:53.679" v="10997" actId="20577"/>
          <ac:spMkLst>
            <pc:docMk/>
            <pc:sldMk cId="4269445969" sldId="1379"/>
            <ac:spMk id="9" creationId="{B072E7D5-BD60-AF97-1FB8-FFED54B84EB4}"/>
          </ac:spMkLst>
        </pc:spChg>
        <pc:graphicFrameChg chg="mod modGraphic">
          <ac:chgData name="오 해찬" userId="398a30bc-41aa-4aec-9589-2644447f841d" providerId="ADAL" clId="{40A53A70-5976-42A4-AD5E-E44140CA36DF}" dt="2026-09-08T08:57:24.637" v="9777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add mod">
          <ac:chgData name="오 해찬" userId="398a30bc-41aa-4aec-9589-2644447f841d" providerId="ADAL" clId="{40A53A70-5976-42A4-AD5E-E44140CA36DF}" dt="2026-09-09T06:07:27.017" v="10980" actId="1076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09T06:08:28.465" v="11013" actId="20577"/>
        <pc:sldMkLst>
          <pc:docMk/>
          <pc:sldMk cId="713989755" sldId="1381"/>
        </pc:sldMkLst>
        <pc:spChg chg="mod">
          <ac:chgData name="오 해찬" userId="398a30bc-41aa-4aec-9589-2644447f841d" providerId="ADAL" clId="{40A53A70-5976-42A4-AD5E-E44140CA36DF}" dt="2026-09-04T06:57:15.475" v="7448" actId="20577"/>
          <ac:spMkLst>
            <pc:docMk/>
            <pc:sldMk cId="713989755" sldId="1381"/>
            <ac:spMk id="3" creationId="{FE2492B1-E8B0-F095-EA7D-21A9D2ED63A3}"/>
          </ac:spMkLst>
        </pc:spChg>
        <pc:spChg chg="add mod">
          <ac:chgData name="오 해찬" userId="398a30bc-41aa-4aec-9589-2644447f841d" providerId="ADAL" clId="{40A53A70-5976-42A4-AD5E-E44140CA36DF}" dt="2026-09-09T06:08:23.706" v="11009" actId="20577"/>
          <ac:spMkLst>
            <pc:docMk/>
            <pc:sldMk cId="713989755" sldId="1381"/>
            <ac:spMk id="7" creationId="{E2352B55-AFD7-ABA4-D5FB-7430913A50A5}"/>
          </ac:spMkLst>
        </pc:spChg>
        <pc:spChg chg="add mod">
          <ac:chgData name="오 해찬" userId="398a30bc-41aa-4aec-9589-2644447f841d" providerId="ADAL" clId="{40A53A70-5976-42A4-AD5E-E44140CA36DF}" dt="2026-09-09T06:08:28.465" v="11013" actId="20577"/>
          <ac:spMkLst>
            <pc:docMk/>
            <pc:sldMk cId="713989755" sldId="1381"/>
            <ac:spMk id="9" creationId="{2C56498B-462C-63E6-76B4-3CCE7587A09A}"/>
          </ac:spMkLst>
        </pc:spChg>
        <pc:graphicFrameChg chg="mod modGraphic">
          <ac:chgData name="오 해찬" userId="398a30bc-41aa-4aec-9589-2644447f841d" providerId="ADAL" clId="{40A53A70-5976-42A4-AD5E-E44140CA36DF}" dt="2026-09-08T08:57:35.755" v="9779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add mod">
          <ac:chgData name="오 해찬" userId="398a30bc-41aa-4aec-9589-2644447f841d" providerId="ADAL" clId="{40A53A70-5976-42A4-AD5E-E44140CA36DF}" dt="2026-09-09T06:08:08.251" v="11000" actId="1076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09-09T06:08:36.180" v="11014"/>
        <pc:sldMkLst>
          <pc:docMk/>
          <pc:sldMk cId="2387218696" sldId="1382"/>
        </pc:sldMkLst>
        <pc:spChg chg="mod">
          <ac:chgData name="오 해찬" userId="398a30bc-41aa-4aec-9589-2644447f841d" providerId="ADAL" clId="{40A53A70-5976-42A4-AD5E-E44140CA36DF}" dt="2026-09-04T07:01:46.212" v="7476" actId="20577"/>
          <ac:spMkLst>
            <pc:docMk/>
            <pc:sldMk cId="2387218696" sldId="1382"/>
            <ac:spMk id="3" creationId="{9CAE488D-0C58-7B6D-1331-DF571D73BFA2}"/>
          </ac:spMkLst>
        </pc:spChg>
        <pc:graphicFrameChg chg="mod modGraphic">
          <ac:chgData name="오 해찬" userId="398a30bc-41aa-4aec-9589-2644447f841d" providerId="ADAL" clId="{40A53A70-5976-42A4-AD5E-E44140CA36DF}" dt="2026-09-09T06:08:36.180" v="11014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09T06:09:16.564" v="11029" actId="20577"/>
        <pc:sldMkLst>
          <pc:docMk/>
          <pc:sldMk cId="2032762268" sldId="1384"/>
        </pc:sldMkLst>
        <pc:spChg chg="mod">
          <ac:chgData name="오 해찬" userId="398a30bc-41aa-4aec-9589-2644447f841d" providerId="ADAL" clId="{40A53A70-5976-42A4-AD5E-E44140CA36DF}" dt="2026-09-04T07:04:48.154" v="7542" actId="20577"/>
          <ac:spMkLst>
            <pc:docMk/>
            <pc:sldMk cId="2032762268" sldId="1384"/>
            <ac:spMk id="3" creationId="{5D8A2F78-5D66-4F97-4861-8755B978BCD8}"/>
          </ac:spMkLst>
        </pc:spChg>
        <pc:spChg chg="add mod">
          <ac:chgData name="오 해찬" userId="398a30bc-41aa-4aec-9589-2644447f841d" providerId="ADAL" clId="{40A53A70-5976-42A4-AD5E-E44140CA36DF}" dt="2026-09-09T06:09:12.529" v="11025" actId="20577"/>
          <ac:spMkLst>
            <pc:docMk/>
            <pc:sldMk cId="2032762268" sldId="1384"/>
            <ac:spMk id="7" creationId="{7AAC664D-3597-105B-2618-F807F6C96866}"/>
          </ac:spMkLst>
        </pc:spChg>
        <pc:spChg chg="add mod">
          <ac:chgData name="오 해찬" userId="398a30bc-41aa-4aec-9589-2644447f841d" providerId="ADAL" clId="{40A53A70-5976-42A4-AD5E-E44140CA36DF}" dt="2026-09-09T06:09:16.564" v="11029" actId="20577"/>
          <ac:spMkLst>
            <pc:docMk/>
            <pc:sldMk cId="2032762268" sldId="1384"/>
            <ac:spMk id="9" creationId="{DCB5C492-DDA6-A020-BBE5-7FDEC026EF1F}"/>
          </ac:spMkLst>
        </pc:spChg>
        <pc:graphicFrameChg chg="mod modGraphic">
          <ac:chgData name="오 해찬" userId="398a30bc-41aa-4aec-9589-2644447f841d" providerId="ADAL" clId="{40A53A70-5976-42A4-AD5E-E44140CA36DF}" dt="2026-09-08T08:57:40" v="9782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add mod">
          <ac:chgData name="오 해찬" userId="398a30bc-41aa-4aec-9589-2644447f841d" providerId="ADAL" clId="{40A53A70-5976-42A4-AD5E-E44140CA36DF}" dt="2026-09-09T06:08:51.766" v="11017" actId="1076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09-09T06:09:01.731" v="11020" actId="20577"/>
        <pc:sldMkLst>
          <pc:docMk/>
          <pc:sldMk cId="2901489861" sldId="1386"/>
        </pc:sldMkLst>
        <pc:spChg chg="mod">
          <ac:chgData name="오 해찬" userId="398a30bc-41aa-4aec-9589-2644447f841d" providerId="ADAL" clId="{40A53A70-5976-42A4-AD5E-E44140CA36DF}" dt="2026-09-09T06:09:01.731" v="11020" actId="20577"/>
          <ac:spMkLst>
            <pc:docMk/>
            <pc:sldMk cId="2901489861" sldId="1386"/>
            <ac:spMk id="3" creationId="{33C84CBD-CCDF-54AA-9758-634B4CC9F5EC}"/>
          </ac:spMkLst>
        </pc:spChg>
        <pc:graphicFrameChg chg="mod modGraphic">
          <ac:chgData name="오 해찬" userId="398a30bc-41aa-4aec-9589-2644447f841d" providerId="ADAL" clId="{40A53A70-5976-42A4-AD5E-E44140CA36DF}" dt="2026-09-08T08:57:43.036" v="9784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09T06:10:42.378" v="11044" actId="20577"/>
        <pc:sldMkLst>
          <pc:docMk/>
          <pc:sldMk cId="1083106423" sldId="1387"/>
        </pc:sldMkLst>
        <pc:spChg chg="mod">
          <ac:chgData name="오 해찬" userId="398a30bc-41aa-4aec-9589-2644447f841d" providerId="ADAL" clId="{40A53A70-5976-42A4-AD5E-E44140CA36DF}" dt="2026-09-04T07:07:36.496" v="7572" actId="20577"/>
          <ac:spMkLst>
            <pc:docMk/>
            <pc:sldMk cId="1083106423" sldId="1387"/>
            <ac:spMk id="3" creationId="{A65C47FB-9759-AA1E-C7BA-51FDF3DA7B91}"/>
          </ac:spMkLst>
        </pc:spChg>
        <pc:spChg chg="add mod">
          <ac:chgData name="오 해찬" userId="398a30bc-41aa-4aec-9589-2644447f841d" providerId="ADAL" clId="{40A53A70-5976-42A4-AD5E-E44140CA36DF}" dt="2026-09-09T06:10:39.019" v="11038" actId="20577"/>
          <ac:spMkLst>
            <pc:docMk/>
            <pc:sldMk cId="1083106423" sldId="1387"/>
            <ac:spMk id="7" creationId="{7E394AFA-74FF-AC5A-04C4-0B247B827C6C}"/>
          </ac:spMkLst>
        </pc:spChg>
        <pc:spChg chg="add mod">
          <ac:chgData name="오 해찬" userId="398a30bc-41aa-4aec-9589-2644447f841d" providerId="ADAL" clId="{40A53A70-5976-42A4-AD5E-E44140CA36DF}" dt="2026-09-09T06:10:42.378" v="11044" actId="20577"/>
          <ac:spMkLst>
            <pc:docMk/>
            <pc:sldMk cId="1083106423" sldId="1387"/>
            <ac:spMk id="9" creationId="{84B57133-8EA9-ADB8-EDD3-9406A9CAC4B2}"/>
          </ac:spMkLst>
        </pc:spChg>
        <pc:graphicFrameChg chg="mod modGraphic">
          <ac:chgData name="오 해찬" userId="398a30bc-41aa-4aec-9589-2644447f841d" providerId="ADAL" clId="{40A53A70-5976-42A4-AD5E-E44140CA36DF}" dt="2026-09-08T08:58:02.100" v="9785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add mod">
          <ac:chgData name="오 해찬" userId="398a30bc-41aa-4aec-9589-2644447f841d" providerId="ADAL" clId="{40A53A70-5976-42A4-AD5E-E44140CA36DF}" dt="2026-09-09T06:09:54.128" v="11031" actId="1076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09-09T06:10:49.179" v="11047" actId="20577"/>
        <pc:sldMkLst>
          <pc:docMk/>
          <pc:sldMk cId="2168838001" sldId="1389"/>
        </pc:sldMkLst>
        <pc:spChg chg="mod">
          <ac:chgData name="오 해찬" userId="398a30bc-41aa-4aec-9589-2644447f841d" providerId="ADAL" clId="{40A53A70-5976-42A4-AD5E-E44140CA36DF}" dt="2026-09-09T06:10:49.179" v="11047" actId="20577"/>
          <ac:spMkLst>
            <pc:docMk/>
            <pc:sldMk cId="2168838001" sldId="1389"/>
            <ac:spMk id="3" creationId="{39218EDA-B11A-EFAA-BB2F-2EAC80CCBB93}"/>
          </ac:spMkLst>
        </pc:spChg>
        <pc:graphicFrameChg chg="mod modGraphic">
          <ac:chgData name="오 해찬" userId="398a30bc-41aa-4aec-9589-2644447f841d" providerId="ADAL" clId="{40A53A70-5976-42A4-AD5E-E44140CA36DF}" dt="2026-09-08T08:58:07.040" v="9788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addSp modSp add mod modCm">
        <pc:chgData name="오 해찬" userId="398a30bc-41aa-4aec-9589-2644447f841d" providerId="ADAL" clId="{40A53A70-5976-42A4-AD5E-E44140CA36DF}" dt="2026-09-11T01:43:00.617" v="11707" actId="20577"/>
        <pc:sldMkLst>
          <pc:docMk/>
          <pc:sldMk cId="1030320423" sldId="1391"/>
        </pc:sldMkLst>
        <pc:spChg chg="mod">
          <ac:chgData name="오 해찬" userId="398a30bc-41aa-4aec-9589-2644447f841d" providerId="ADAL" clId="{40A53A70-5976-42A4-AD5E-E44140CA36DF}" dt="2026-09-09T05:50:45.405" v="10586" actId="20577"/>
          <ac:spMkLst>
            <pc:docMk/>
            <pc:sldMk cId="1030320423" sldId="1391"/>
            <ac:spMk id="3" creationId="{3281A11B-D66A-E831-9F08-9927B9407740}"/>
          </ac:spMkLst>
        </pc:spChg>
        <pc:spChg chg="add mod">
          <ac:chgData name="오 해찬" userId="398a30bc-41aa-4aec-9589-2644447f841d" providerId="ADAL" clId="{40A53A70-5976-42A4-AD5E-E44140CA36DF}" dt="2026-09-09T05:51:48.067" v="10614" actId="20577"/>
          <ac:spMkLst>
            <pc:docMk/>
            <pc:sldMk cId="1030320423" sldId="1391"/>
            <ac:spMk id="7" creationId="{1589005D-3E40-C1B6-A35C-049F7C61EA56}"/>
          </ac:spMkLst>
        </pc:spChg>
        <pc:spChg chg="add mod">
          <ac:chgData name="오 해찬" userId="398a30bc-41aa-4aec-9589-2644447f841d" providerId="ADAL" clId="{40A53A70-5976-42A4-AD5E-E44140CA36DF}" dt="2026-09-09T05:51:53.067" v="10617" actId="20577"/>
          <ac:spMkLst>
            <pc:docMk/>
            <pc:sldMk cId="1030320423" sldId="1391"/>
            <ac:spMk id="9" creationId="{F7D61632-280E-570F-5E52-6ABC328F9755}"/>
          </ac:spMkLst>
        </pc:spChg>
        <pc:graphicFrameChg chg="mod modGraphic">
          <ac:chgData name="오 해찬" userId="398a30bc-41aa-4aec-9589-2644447f841d" providerId="ADAL" clId="{40A53A70-5976-42A4-AD5E-E44140CA36DF}" dt="2026-09-09T01:50:37.748" v="10071" actId="113"/>
          <ac:graphicFrameMkLst>
            <pc:docMk/>
            <pc:sldMk cId="1030320423" sldId="1391"/>
            <ac:graphicFrameMk id="4" creationId="{37F11247-266B-B8F7-3D75-B1055C2C2BF8}"/>
          </ac:graphicFrameMkLst>
        </pc:graphicFrameChg>
        <pc:graphicFrameChg chg="add mod modGraphic">
          <ac:chgData name="오 해찬" userId="398a30bc-41aa-4aec-9589-2644447f841d" providerId="ADAL" clId="{40A53A70-5976-42A4-AD5E-E44140CA36DF}" dt="2026-09-11T01:43:00.617" v="11707" actId="20577"/>
          <ac:graphicFrameMkLst>
            <pc:docMk/>
            <pc:sldMk cId="1030320423" sldId="1391"/>
            <ac:graphicFrameMk id="5" creationId="{AA994887-59EB-CC92-C793-57132294382F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오 해찬" userId="398a30bc-41aa-4aec-9589-2644447f841d" providerId="ADAL" clId="{40A53A70-5976-42A4-AD5E-E44140CA36DF}" dt="2026-09-09T00:35:49.174" v="9864" actId="20577"/>
              <pc2:cmMkLst xmlns:pc2="http://schemas.microsoft.com/office/powerpoint/2019/9/main/command">
                <pc:docMk/>
                <pc:sldMk cId="1030320423" sldId="1391"/>
                <pc2:cmMk id="{9D2092B9-7683-4B0B-9C5B-0C36F59087CB}"/>
              </pc2:cmMkLst>
            </pc226:cmChg>
          </p:ext>
        </pc:extLst>
      </pc:sldChg>
      <pc:sldChg chg="addSp delSp modSp add mod modCm">
        <pc:chgData name="오 해찬" userId="398a30bc-41aa-4aec-9589-2644447f841d" providerId="ADAL" clId="{40A53A70-5976-42A4-AD5E-E44140CA36DF}" dt="2026-09-11T00:37:41.664" v="11611" actId="20577"/>
        <pc:sldMkLst>
          <pc:docMk/>
          <pc:sldMk cId="4194706103" sldId="1393"/>
        </pc:sldMkLst>
        <pc:spChg chg="mod">
          <ac:chgData name="오 해찬" userId="398a30bc-41aa-4aec-9589-2644447f841d" providerId="ADAL" clId="{40A53A70-5976-42A4-AD5E-E44140CA36DF}" dt="2026-09-07T02:26:07.153" v="8442" actId="20577"/>
          <ac:spMkLst>
            <pc:docMk/>
            <pc:sldMk cId="4194706103" sldId="1393"/>
            <ac:spMk id="3" creationId="{1340F83A-6E17-B065-8A80-19258D4AEC23}"/>
          </ac:spMkLst>
        </pc:spChg>
        <pc:graphicFrameChg chg="mod modGraphic">
          <ac:chgData name="오 해찬" userId="398a30bc-41aa-4aec-9589-2644447f841d" providerId="ADAL" clId="{40A53A70-5976-42A4-AD5E-E44140CA36DF}" dt="2026-09-11T00:37:41.664" v="11611" actId="20577"/>
          <ac:graphicFrameMkLst>
            <pc:docMk/>
            <pc:sldMk cId="4194706103" sldId="1393"/>
            <ac:graphicFrameMk id="4" creationId="{CEEA160E-1FFB-083E-25A0-8A395872A511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오 해찬" userId="398a30bc-41aa-4aec-9589-2644447f841d" providerId="ADAL" clId="{40A53A70-5976-42A4-AD5E-E44140CA36DF}" dt="2026-09-09T05:28:43.450" v="10370" actId="20577"/>
              <pc2:cmMkLst xmlns:pc2="http://schemas.microsoft.com/office/powerpoint/2019/9/main/command">
                <pc:docMk/>
                <pc:sldMk cId="4194706103" sldId="1393"/>
                <pc2:cmMk id="{DD1CAEF1-6F70-445F-8C85-195B44ABDE0A}"/>
              </pc2:cmMkLst>
            </pc226:cmChg>
          </p:ext>
        </pc:extLst>
      </pc:sldChg>
      <pc:sldChg chg="modSp add mod">
        <pc:chgData name="오 해찬" userId="398a30bc-41aa-4aec-9589-2644447f841d" providerId="ADAL" clId="{40A53A70-5976-42A4-AD5E-E44140CA36DF}" dt="2026-09-09T05:31:55.691" v="10395" actId="20577"/>
        <pc:sldMkLst>
          <pc:docMk/>
          <pc:sldMk cId="205380977" sldId="1394"/>
        </pc:sldMkLst>
        <pc:spChg chg="mod">
          <ac:chgData name="오 해찬" userId="398a30bc-41aa-4aec-9589-2644447f841d" providerId="ADAL" clId="{40A53A70-5976-42A4-AD5E-E44140CA36DF}" dt="2026-09-09T05:29:59.562" v="10375" actId="20577"/>
          <ac:spMkLst>
            <pc:docMk/>
            <pc:sldMk cId="205380977" sldId="1394"/>
            <ac:spMk id="3" creationId="{CBB84B26-15A1-903F-DD7A-2C672676F902}"/>
          </ac:spMkLst>
        </pc:spChg>
        <pc:graphicFrameChg chg="mod modGraphic">
          <ac:chgData name="오 해찬" userId="398a30bc-41aa-4aec-9589-2644447f841d" providerId="ADAL" clId="{40A53A70-5976-42A4-AD5E-E44140CA36DF}" dt="2026-09-09T05:31:55.691" v="10395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11T00:58:52.515" v="11615"/>
        <pc:sldMkLst>
          <pc:docMk/>
          <pc:sldMk cId="3458039711" sldId="1399"/>
        </pc:sldMkLst>
        <pc:spChg chg="mod">
          <ac:chgData name="오 해찬" userId="398a30bc-41aa-4aec-9589-2644447f841d" providerId="ADAL" clId="{40A53A70-5976-42A4-AD5E-E44140CA36DF}" dt="2026-09-07T02:52:02.418" v="8683" actId="20577"/>
          <ac:spMkLst>
            <pc:docMk/>
            <pc:sldMk cId="3458039711" sldId="1399"/>
            <ac:spMk id="3" creationId="{0A7BE402-CD43-25DF-C9C4-03E23689627F}"/>
          </ac:spMkLst>
        </pc:spChg>
        <pc:graphicFrameChg chg="add mod">
          <ac:chgData name="오 해찬" userId="398a30bc-41aa-4aec-9589-2644447f841d" providerId="ADAL" clId="{40A53A70-5976-42A4-AD5E-E44140CA36DF}" dt="2026-09-11T00:58:52.515" v="11615"/>
          <ac:graphicFrameMkLst>
            <pc:docMk/>
            <pc:sldMk cId="3458039711" sldId="1399"/>
            <ac:graphicFrameMk id="2" creationId="{C564600E-1B55-AED0-9D50-0D4D629967CB}"/>
          </ac:graphicFrameMkLst>
        </pc:graphicFrameChg>
        <pc:graphicFrameChg chg="mod modGraphic">
          <ac:chgData name="오 해찬" userId="398a30bc-41aa-4aec-9589-2644447f841d" providerId="ADAL" clId="{40A53A70-5976-42A4-AD5E-E44140CA36DF}" dt="2026-09-11T00:58:49.109" v="11613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09-09T05:43:23.172" v="10429" actId="20577"/>
        <pc:sldMkLst>
          <pc:docMk/>
          <pc:sldMk cId="3728143346" sldId="1402"/>
        </pc:sldMkLst>
        <pc:spChg chg="mod">
          <ac:chgData name="오 해찬" userId="398a30bc-41aa-4aec-9589-2644447f841d" providerId="ADAL" clId="{40A53A70-5976-42A4-AD5E-E44140CA36DF}" dt="2026-09-09T05:41:31.222" v="10415" actId="20577"/>
          <ac:spMkLst>
            <pc:docMk/>
            <pc:sldMk cId="3728143346" sldId="1402"/>
            <ac:spMk id="3" creationId="{BBFDB26B-4968-A51D-2546-02DFE55E408F}"/>
          </ac:spMkLst>
        </pc:spChg>
        <pc:graphicFrameChg chg="mod modGraphic">
          <ac:chgData name="오 해찬" userId="398a30bc-41aa-4aec-9589-2644447f841d" providerId="ADAL" clId="{40A53A70-5976-42A4-AD5E-E44140CA36DF}" dt="2026-09-09T05:43:23.172" v="10429" actId="20577"/>
          <ac:graphicFrameMkLst>
            <pc:docMk/>
            <pc:sldMk cId="3728143346" sldId="1402"/>
            <ac:graphicFrameMk id="4" creationId="{49605702-62FA-6987-B1A1-F114C1B9CE86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09T06:11:49.785" v="11071" actId="20577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09-07T02:59:26.255" v="8818" actId="20577"/>
          <ac:spMkLst>
            <pc:docMk/>
            <pc:sldMk cId="409195238" sldId="1405"/>
            <ac:spMk id="3" creationId="{DD4C707E-1F1A-194C-DE61-6513D6519843}"/>
          </ac:spMkLst>
        </pc:spChg>
        <pc:spChg chg="add mod">
          <ac:chgData name="오 해찬" userId="398a30bc-41aa-4aec-9589-2644447f841d" providerId="ADAL" clId="{40A53A70-5976-42A4-AD5E-E44140CA36DF}" dt="2026-09-09T06:11:41.899" v="11061" actId="20577"/>
          <ac:spMkLst>
            <pc:docMk/>
            <pc:sldMk cId="409195238" sldId="1405"/>
            <ac:spMk id="7" creationId="{9840D53A-3EAF-475E-7426-C06BD15FCFD2}"/>
          </ac:spMkLst>
        </pc:spChg>
        <pc:spChg chg="add mod">
          <ac:chgData name="오 해찬" userId="398a30bc-41aa-4aec-9589-2644447f841d" providerId="ADAL" clId="{40A53A70-5976-42A4-AD5E-E44140CA36DF}" dt="2026-09-09T06:11:49.785" v="11071" actId="20577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09-09T00:54:35.902" v="10001" actId="20577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add mod">
          <ac:chgData name="오 해찬" userId="398a30bc-41aa-4aec-9589-2644447f841d" providerId="ADAL" clId="{40A53A70-5976-42A4-AD5E-E44140CA36DF}" dt="2026-09-09T06:11:33.872" v="11051" actId="1076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09T06:14:28.505" v="11104" actId="113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09-09T06:12:07.979" v="11076" actId="20577"/>
          <ac:spMkLst>
            <pc:docMk/>
            <pc:sldMk cId="2871414807" sldId="1407"/>
            <ac:spMk id="3" creationId="{ACF90F6A-44FC-DCFB-47B3-934E66AD5BBB}"/>
          </ac:spMkLst>
        </pc:spChg>
        <pc:spChg chg="add mod">
          <ac:chgData name="오 해찬" userId="398a30bc-41aa-4aec-9589-2644447f841d" providerId="ADAL" clId="{40A53A70-5976-42A4-AD5E-E44140CA36DF}" dt="2026-09-09T06:12:28.144" v="11094" actId="20577"/>
          <ac:spMkLst>
            <pc:docMk/>
            <pc:sldMk cId="2871414807" sldId="1407"/>
            <ac:spMk id="7" creationId="{72A62C24-9D0F-0610-5781-14901902C78F}"/>
          </ac:spMkLst>
        </pc:spChg>
        <pc:spChg chg="add mod">
          <ac:chgData name="오 해찬" userId="398a30bc-41aa-4aec-9589-2644447f841d" providerId="ADAL" clId="{40A53A70-5976-42A4-AD5E-E44140CA36DF}" dt="2026-09-09T06:12:24.282" v="11088" actId="20577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09-09T00:55:44.005" v="10029" actId="20577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add mod modGraphic">
          <ac:chgData name="오 해찬" userId="398a30bc-41aa-4aec-9589-2644447f841d" providerId="ADAL" clId="{40A53A70-5976-42A4-AD5E-E44140CA36DF}" dt="2026-09-09T06:14:28.505" v="11104" actId="113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modSp add mod modCm">
        <pc:chgData name="오 해찬" userId="398a30bc-41aa-4aec-9589-2644447f841d" providerId="ADAL" clId="{40A53A70-5976-42A4-AD5E-E44140CA36DF}" dt="2026-09-10T04:34:06.333" v="11175" actId="207"/>
        <pc:sldMkLst>
          <pc:docMk/>
          <pc:sldMk cId="814913458" sldId="1409"/>
        </pc:sldMkLst>
        <pc:spChg chg="mod">
          <ac:chgData name="오 해찬" userId="398a30bc-41aa-4aec-9589-2644447f841d" providerId="ADAL" clId="{40A53A70-5976-42A4-AD5E-E44140CA36DF}" dt="2026-09-07T03:08:40.974" v="8935" actId="20577"/>
          <ac:spMkLst>
            <pc:docMk/>
            <pc:sldMk cId="814913458" sldId="1409"/>
            <ac:spMk id="3" creationId="{53A83DCD-5FF0-FB7C-E280-7147E1038143}"/>
          </ac:spMkLst>
        </pc:spChg>
        <pc:graphicFrameChg chg="mod modGraphic">
          <ac:chgData name="오 해찬" userId="398a30bc-41aa-4aec-9589-2644447f841d" providerId="ADAL" clId="{40A53A70-5976-42A4-AD5E-E44140CA36DF}" dt="2026-09-10T04:34:06.333" v="11175" actId="207"/>
          <ac:graphicFrameMkLst>
            <pc:docMk/>
            <pc:sldMk cId="814913458" sldId="1409"/>
            <ac:graphicFrameMk id="4" creationId="{031D894E-AE2F-3E9E-D9DE-6229C336AE5C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오 해찬" userId="398a30bc-41aa-4aec-9589-2644447f841d" providerId="ADAL" clId="{40A53A70-5976-42A4-AD5E-E44140CA36DF}" dt="2026-09-09T05:45:48.482" v="10451" actId="20577"/>
              <pc2:cmMkLst xmlns:pc2="http://schemas.microsoft.com/office/powerpoint/2019/9/main/command">
                <pc:docMk/>
                <pc:sldMk cId="814913458" sldId="1409"/>
                <pc2:cmMk id="{B1ACA2E3-E75C-485E-B7AC-6AC2792B2C64}"/>
              </pc2:cmMkLst>
            </pc226:cmChg>
          </p:ext>
        </pc:extLst>
      </pc:sldChg>
      <pc:sldChg chg="modSp add mod">
        <pc:chgData name="오 해찬" userId="398a30bc-41aa-4aec-9589-2644447f841d" providerId="ADAL" clId="{40A53A70-5976-42A4-AD5E-E44140CA36DF}" dt="2026-09-09T05:46:56.932" v="10464"/>
        <pc:sldMkLst>
          <pc:docMk/>
          <pc:sldMk cId="2848487772" sldId="1410"/>
        </pc:sldMkLst>
        <pc:spChg chg="mod">
          <ac:chgData name="오 해찬" userId="398a30bc-41aa-4aec-9589-2644447f841d" providerId="ADAL" clId="{40A53A70-5976-42A4-AD5E-E44140CA36DF}" dt="2026-09-07T03:09:20.629" v="8939" actId="20577"/>
          <ac:spMkLst>
            <pc:docMk/>
            <pc:sldMk cId="2848487772" sldId="1410"/>
            <ac:spMk id="3" creationId="{E2923761-CE4E-02B9-09EA-6839DA03A835}"/>
          </ac:spMkLst>
        </pc:spChg>
        <pc:graphicFrameChg chg="mod modGraphic">
          <ac:chgData name="오 해찬" userId="398a30bc-41aa-4aec-9589-2644447f841d" providerId="ADAL" clId="{40A53A70-5976-42A4-AD5E-E44140CA36DF}" dt="2026-09-09T05:46:56.932" v="10464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09-07T03:09:38.385" v="8960" actId="6549"/>
        <pc:sldMkLst>
          <pc:docMk/>
          <pc:sldMk cId="4069879606" sldId="1411"/>
        </pc:sldMkLst>
        <pc:spChg chg="mod">
          <ac:chgData name="오 해찬" userId="398a30bc-41aa-4aec-9589-2644447f841d" providerId="ADAL" clId="{40A53A70-5976-42A4-AD5E-E44140CA36DF}" dt="2026-09-07T03:09:35.344" v="8959" actId="20577"/>
          <ac:spMkLst>
            <pc:docMk/>
            <pc:sldMk cId="4069879606" sldId="1411"/>
            <ac:spMk id="3" creationId="{4B2B05CF-0061-8409-578D-B889FBE47409}"/>
          </ac:spMkLst>
        </pc:spChg>
        <pc:graphicFrameChg chg="modGraphic">
          <ac:chgData name="오 해찬" userId="398a30bc-41aa-4aec-9589-2644447f841d" providerId="ADAL" clId="{40A53A70-5976-42A4-AD5E-E44140CA36DF}" dt="2026-09-07T03:09:38.385" v="8960" actId="6549"/>
          <ac:graphicFrameMkLst>
            <pc:docMk/>
            <pc:sldMk cId="4069879606" sldId="1411"/>
            <ac:graphicFrameMk id="4" creationId="{E94F77C0-798E-8EB0-0EB9-083521F9C68E}"/>
          </ac:graphicFrameMkLst>
        </pc:graphicFrameChg>
      </pc:sldChg>
      <pc:sldChg chg="addSp delSp modSp new del mod">
        <pc:chgData name="오 해찬" userId="398a30bc-41aa-4aec-9589-2644447f841d" providerId="ADAL" clId="{40A53A70-5976-42A4-AD5E-E44140CA36DF}" dt="2026-09-10T07:31:54.118" v="11398" actId="47"/>
        <pc:sldMkLst>
          <pc:docMk/>
          <pc:sldMk cId="913054422" sldId="1412"/>
        </pc:sldMkLst>
        <pc:spChg chg="del">
          <ac:chgData name="오 해찬" userId="398a30bc-41aa-4aec-9589-2644447f841d" providerId="ADAL" clId="{40A53A70-5976-42A4-AD5E-E44140CA36DF}" dt="2026-09-10T06:48:07.022" v="11345" actId="478"/>
          <ac:spMkLst>
            <pc:docMk/>
            <pc:sldMk cId="913054422" sldId="1412"/>
            <ac:spMk id="2" creationId="{3227A556-0D92-0311-4D78-DF9AF0A02A72}"/>
          </ac:spMkLst>
        </pc:spChg>
        <pc:spChg chg="del">
          <ac:chgData name="오 해찬" userId="398a30bc-41aa-4aec-9589-2644447f841d" providerId="ADAL" clId="{40A53A70-5976-42A4-AD5E-E44140CA36DF}" dt="2026-09-10T06:48:07.022" v="11345" actId="478"/>
          <ac:spMkLst>
            <pc:docMk/>
            <pc:sldMk cId="913054422" sldId="1412"/>
            <ac:spMk id="3" creationId="{C6CCE373-F627-3427-14E7-D0FE0503C49A}"/>
          </ac:spMkLst>
        </pc:spChg>
        <pc:spChg chg="add mod">
          <ac:chgData name="오 해찬" userId="398a30bc-41aa-4aec-9589-2644447f841d" providerId="ADAL" clId="{40A53A70-5976-42A4-AD5E-E44140CA36DF}" dt="2026-09-10T06:50:57.825" v="11373" actId="14100"/>
          <ac:spMkLst>
            <pc:docMk/>
            <pc:sldMk cId="913054422" sldId="1412"/>
            <ac:spMk id="6" creationId="{2DA41D8B-EEF9-550C-68A7-C93FDAA0A107}"/>
          </ac:spMkLst>
        </pc:spChg>
        <pc:spChg chg="add mod">
          <ac:chgData name="오 해찬" userId="398a30bc-41aa-4aec-9589-2644447f841d" providerId="ADAL" clId="{40A53A70-5976-42A4-AD5E-E44140CA36DF}" dt="2026-09-10T06:51:02.368" v="11375" actId="14100"/>
          <ac:spMkLst>
            <pc:docMk/>
            <pc:sldMk cId="913054422" sldId="1412"/>
            <ac:spMk id="8" creationId="{04B06B04-9766-0822-02F3-A3DBF341462B}"/>
          </ac:spMkLst>
        </pc:spChg>
        <pc:spChg chg="add mod">
          <ac:chgData name="오 해찬" userId="398a30bc-41aa-4aec-9589-2644447f841d" providerId="ADAL" clId="{40A53A70-5976-42A4-AD5E-E44140CA36DF}" dt="2026-09-10T06:51:05.752" v="11377" actId="14100"/>
          <ac:spMkLst>
            <pc:docMk/>
            <pc:sldMk cId="913054422" sldId="1412"/>
            <ac:spMk id="10" creationId="{15A47D34-EB7B-CA78-C98B-4F3299CD1169}"/>
          </ac:spMkLst>
        </pc:spChg>
        <pc:spChg chg="add del">
          <ac:chgData name="오 해찬" userId="398a30bc-41aa-4aec-9589-2644447f841d" providerId="ADAL" clId="{40A53A70-5976-42A4-AD5E-E44140CA36DF}" dt="2026-09-10T06:50:24.924" v="11361" actId="22"/>
          <ac:spMkLst>
            <pc:docMk/>
            <pc:sldMk cId="913054422" sldId="1412"/>
            <ac:spMk id="12" creationId="{B8920167-63E6-91FC-5B2A-45F2D5F5A7F3}"/>
          </ac:spMkLst>
        </pc:spChg>
        <pc:spChg chg="add mod">
          <ac:chgData name="오 해찬" userId="398a30bc-41aa-4aec-9589-2644447f841d" providerId="ADAL" clId="{40A53A70-5976-42A4-AD5E-E44140CA36DF}" dt="2026-09-10T06:51:41.602" v="11388" actId="1076"/>
          <ac:spMkLst>
            <pc:docMk/>
            <pc:sldMk cId="913054422" sldId="1412"/>
            <ac:spMk id="16" creationId="{8C6DE920-052F-ABA0-95F8-053AF16E7266}"/>
          </ac:spMkLst>
        </pc:spChg>
        <pc:spChg chg="add mod">
          <ac:chgData name="오 해찬" userId="398a30bc-41aa-4aec-9589-2644447f841d" providerId="ADAL" clId="{40A53A70-5976-42A4-AD5E-E44140CA36DF}" dt="2026-09-10T06:51:41.602" v="11388" actId="1076"/>
          <ac:spMkLst>
            <pc:docMk/>
            <pc:sldMk cId="913054422" sldId="1412"/>
            <ac:spMk id="18" creationId="{7C4E2341-CB22-6091-FE65-E1C4D11C31F1}"/>
          </ac:spMkLst>
        </pc:spChg>
        <pc:spChg chg="add mod">
          <ac:chgData name="오 해찬" userId="398a30bc-41aa-4aec-9589-2644447f841d" providerId="ADAL" clId="{40A53A70-5976-42A4-AD5E-E44140CA36DF}" dt="2026-09-10T06:51:41.602" v="11388" actId="1076"/>
          <ac:spMkLst>
            <pc:docMk/>
            <pc:sldMk cId="913054422" sldId="1412"/>
            <ac:spMk id="20" creationId="{C46ED591-F00F-8732-27F5-167952D4ACF9}"/>
          </ac:spMkLst>
        </pc:spChg>
        <pc:picChg chg="add mod">
          <ac:chgData name="오 해찬" userId="398a30bc-41aa-4aec-9589-2644447f841d" providerId="ADAL" clId="{40A53A70-5976-42A4-AD5E-E44140CA36DF}" dt="2026-09-10T06:50:49.807" v="11371" actId="1076"/>
          <ac:picMkLst>
            <pc:docMk/>
            <pc:sldMk cId="913054422" sldId="1412"/>
            <ac:picMk id="5" creationId="{20CBFE05-3B67-6896-041A-3520A0CCEAC4}"/>
          </ac:picMkLst>
        </pc:picChg>
        <pc:picChg chg="add del mod">
          <ac:chgData name="오 해찬" userId="398a30bc-41aa-4aec-9589-2644447f841d" providerId="ADAL" clId="{40A53A70-5976-42A4-AD5E-E44140CA36DF}" dt="2026-09-10T06:51:33.168" v="11385" actId="478"/>
          <ac:picMkLst>
            <pc:docMk/>
            <pc:sldMk cId="913054422" sldId="1412"/>
            <ac:picMk id="14" creationId="{A33058CD-3727-3598-2061-0A9973399D84}"/>
          </ac:picMkLst>
        </pc:picChg>
        <pc:picChg chg="add mod ord">
          <ac:chgData name="오 해찬" userId="398a30bc-41aa-4aec-9589-2644447f841d" providerId="ADAL" clId="{40A53A70-5976-42A4-AD5E-E44140CA36DF}" dt="2026-09-10T06:51:31.794" v="11384" actId="167"/>
          <ac:picMkLst>
            <pc:docMk/>
            <pc:sldMk cId="913054422" sldId="1412"/>
            <ac:picMk id="22" creationId="{0EC210AA-AAEF-7D90-52D9-676E6A6E0455}"/>
          </ac:picMkLst>
        </pc:picChg>
      </pc:sldChg>
      <pc:sldChg chg="new del">
        <pc:chgData name="오 해찬" userId="398a30bc-41aa-4aec-9589-2644447f841d" providerId="ADAL" clId="{40A53A70-5976-42A4-AD5E-E44140CA36DF}" dt="2026-09-10T08:15:46.192" v="11594" actId="680"/>
        <pc:sldMkLst>
          <pc:docMk/>
          <pc:sldMk cId="1571522307" sldId="1412"/>
        </pc:sldMkLst>
      </pc:sldChg>
      <pc:sldMasterChg chg="modSldLayout">
        <pc:chgData name="오 해찬" userId="398a30bc-41aa-4aec-9589-2644447f841d" providerId="ADAL" clId="{40A53A70-5976-42A4-AD5E-E44140CA36DF}" dt="2026-09-01T08:53:30.294" v="2198"/>
        <pc:sldMasterMkLst>
          <pc:docMk/>
          <pc:sldMasterMk cId="0" sldId="2147483648"/>
        </pc:sldMasterMkLst>
        <pc:sldLayoutChg chg="addSp delSp modSp mod">
          <pc:chgData name="오 해찬" userId="398a30bc-41aa-4aec-9589-2644447f841d" providerId="ADAL" clId="{40A53A70-5976-42A4-AD5E-E44140CA36DF}" dt="2026-09-01T08:53:30.294" v="2198"/>
          <pc:sldLayoutMkLst>
            <pc:docMk/>
            <pc:sldMasterMk cId="0" sldId="2147483648"/>
            <pc:sldLayoutMk cId="159735037" sldId="2147483683"/>
          </pc:sldLayoutMkLst>
        </pc:sldLayoutChg>
      </pc:sldMasterChg>
    </pc:docChg>
  </pc:docChgLst>
</pc:chgInfo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904BB2-B1A7-4B60-8E32-47AE10288E51}" authorId="{B606345A-1B02-C35A-D0E5-DF8A67A6C758}" created="2026-09-07T01:51:45.5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4">
        <ac:context len="15" hash="4265766992"/>
      </ac:txMk>
    </ac:txMkLst>
    <p188:pos x="2149918" y="203438"/>
    <p188:txBody>
      <a:bodyPr/>
      <a:lstStyle/>
      <a:p>
        <a:r>
          <a:rPr lang="ko-KR" altLang="en-US"/>
          <a:t>어떻게 적어야할 지 모르겠습니다.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2026.XX.XX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Register Set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7658080"/>
              </p:ext>
            </p:extLst>
          </p:nvPr>
        </p:nvGraphicFramePr>
        <p:xfrm>
          <a:off x="279773" y="962185"/>
          <a:ext cx="9237607" cy="1706880"/>
        </p:xfrm>
        <a:graphic>
          <a:graphicData uri="http://schemas.openxmlformats.org/drawingml/2006/table">
            <a:tbl>
              <a:tblPr/>
              <a:tblGrid>
                <a:gridCol w="156862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35900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1276862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278414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0F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FAULT_CON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FIGURATION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FFF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767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8975178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VSS1~5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VSS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8169904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TEST, DIO, DDIO, SVI, SVO, IOUT_CH1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~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677878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TEST, DIO, DDIO, SVI, SVO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6940688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VDD1~2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VDD pin 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443677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: TEST, DIO, DDIO, SVI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/ Pin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387644"/>
              </p:ext>
            </p:extLst>
          </p:nvPr>
        </p:nvGraphicFramePr>
        <p:xfrm>
          <a:off x="279773" y="3744593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: TEST, DIO,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DDIO,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SVI,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 startAt="2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/ Pin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 startAt="2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1897558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0501936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6790558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TEST, DIO, DDIO, SVI, SVO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451319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TEST, DDIO, SVI, SVO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2271890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TEST, DDIO, SVI, SVO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5360360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TEST, DDIO, SVI, SVO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185250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1741195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Trim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2623058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IREF1_CTL(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IREF1_TRIM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IREF1_CTL(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6543652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Trim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1391545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456742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Trim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07922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5675389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Trim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0202221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-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 TEMP TRIM : O2(MEAS) − 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 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 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Trim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107845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Trim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2600656"/>
              </p:ext>
            </p:extLst>
          </p:nvPr>
        </p:nvGraphicFramePr>
        <p:xfrm>
          <a:off x="279773" y="962185"/>
          <a:ext cx="9208258" cy="33985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Trim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2667408"/>
              </p:ext>
            </p:extLst>
          </p:nvPr>
        </p:nvGraphicFramePr>
        <p:xfrm>
          <a:off x="279773" y="962185"/>
          <a:ext cx="9208258" cy="33985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9415405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034589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0596764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IREF1_VFY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311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0521004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2022375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340720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7546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BGR1_VFY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BGR1_VFY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1065745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BGR1_VFY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9542873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OSC_FLL_MAN2(</a:t>
                      </a:r>
                      <a:r>
                        <a:rPr lang="ko-KR" altLang="ko-KR" sz="800" b="1"/>
                        <a:t>0x29</a:t>
                      </a:r>
                      <a:r>
                        <a:rPr lang="ko-KR" altLang="ko-KR" sz="800"/>
                        <a:t>) = </a:t>
                      </a:r>
                      <a:r>
                        <a:rPr lang="ko-KR" altLang="ko-KR" sz="800" b="1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±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%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, 51/64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1339343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0xDCD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0x090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0xC32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(1011).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FLL_P# MIN / TYP / MAX (±0.5%)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FLL_P2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FLL_P3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(60M)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Verify1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3422900"/>
              </p:ext>
            </p:extLst>
          </p:nvPr>
        </p:nvGraphicFramePr>
        <p:xfrm>
          <a:off x="279773" y="962185"/>
          <a:ext cx="9208258" cy="26365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(±1.5%)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◀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◀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◀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0862879"/>
              </p:ext>
            </p:extLst>
          </p:nvPr>
        </p:nvGraphicFramePr>
        <p:xfrm>
          <a:off x="279773" y="962185"/>
          <a:ext cx="9208258" cy="42214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MAX_CURRENT_LEVEL(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IOUT_1P_P# MIN / TYP / MAX (±1.5%)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0575972"/>
              </p:ext>
            </p:extLst>
          </p:nvPr>
        </p:nvGraphicFramePr>
        <p:xfrm>
          <a:off x="279773" y="962185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296597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7226568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3893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3199624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1523687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393099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283681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3612578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1.0V → 2.0V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054452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9291778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4450083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1.0V → 2.0V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4824927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A994887-59EB-CC92-C793-5713229438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3437103"/>
              </p:ext>
            </p:extLst>
          </p:nvPr>
        </p:nvGraphicFramePr>
        <p:xfrm>
          <a:off x="279773" y="3600870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61632-280E-570F-5E52-6ABC328F9755}"/>
              </a:ext>
            </a:extLst>
          </p:cNvPr>
          <p:cNvSpPr txBox="1"/>
          <p:nvPr/>
        </p:nvSpPr>
        <p:spPr>
          <a:xfrm>
            <a:off x="279772" y="3307824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1786902"/>
              </p:ext>
            </p:extLst>
          </p:nvPr>
        </p:nvGraphicFramePr>
        <p:xfrm>
          <a:off x="279773" y="962185"/>
          <a:ext cx="9208258" cy="30961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FB# VREF MIN / TYP / MAX ◀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6278205"/>
              </p:ext>
            </p:extLst>
          </p:nvPr>
        </p:nvGraphicFramePr>
        <p:xfrm>
          <a:off x="279773" y="962185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 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ko-KR" altLang="ko-KR" sz="800" dirty="0"/>
                        <a:t> 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5868048"/>
              </p:ext>
            </p:extLst>
          </p:nvPr>
        </p:nvGraphicFramePr>
        <p:xfrm>
          <a:off x="279773" y="962185"/>
          <a:ext cx="9208258" cy="30961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3309298"/>
              </p:ext>
            </p:extLst>
          </p:nvPr>
        </p:nvGraphicFramePr>
        <p:xfrm>
          <a:off x="279773" y="962185"/>
          <a:ext cx="9208258" cy="26670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81433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6758421"/>
              </p:ext>
            </p:extLst>
          </p:nvPr>
        </p:nvGraphicFramePr>
        <p:xfrm>
          <a:off x="279773" y="962185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2453224"/>
              </p:ext>
            </p:extLst>
          </p:nvPr>
        </p:nvGraphicFramePr>
        <p:xfrm>
          <a:off x="279773" y="3721388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2900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4747621"/>
              </p:ext>
            </p:extLst>
          </p:nvPr>
        </p:nvGraphicFramePr>
        <p:xfrm>
          <a:off x="279773" y="962185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3528542"/>
              </p:ext>
            </p:extLst>
          </p:nvPr>
        </p:nvGraphicFramePr>
        <p:xfrm>
          <a:off x="279773" y="3721388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290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1424969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7841718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6.2V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0.5s.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DELTA_(ITEM)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DELTA_(ITEM)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2344</TotalTime>
  <Words>8452</Words>
  <Application>Microsoft Office PowerPoint</Application>
  <PresentationFormat>A4 용지(210x297mm)</PresentationFormat>
  <Paragraphs>843</Paragraphs>
  <Slides>44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5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오 해찬</cp:lastModifiedBy>
  <cp:revision>7</cp:revision>
  <dcterms:created xsi:type="dcterms:W3CDTF">2025-10-17T01:59:33Z</dcterms:created>
  <dcterms:modified xsi:type="dcterms:W3CDTF">2026-09-11T02:58:32Z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