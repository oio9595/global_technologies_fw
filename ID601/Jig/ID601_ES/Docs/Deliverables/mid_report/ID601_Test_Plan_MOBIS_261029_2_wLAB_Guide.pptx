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omments/modernComment_525_869E7EC5.xml" ContentType="application/vnd.ms-powerpoint.comments+xml"/>
  <Override PartName="/ppt/notesSlides/notesSlide18.xml" ContentType="application/vnd.openxmlformats-officedocument.presentationml.notesSlide+xml"/>
  <Override PartName="/ppt/comments/modernComment_584_1EA5D5D5.xml" ContentType="application/vnd.ms-powerpoint.comment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omments/modernComment_549_E782FD95.xml" ContentType="application/vnd.ms-powerpoint.comments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comments/modernComment_57C_CD8B407C.xml" ContentType="application/vnd.ms-powerpoint.comments+xml"/>
  <Override PartName="/ppt/notesSlides/notesSlide6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</p:sldMasterIdLst>
  <p:notesMasterIdLst>
    <p:notesMasterId r:id="rId73"/>
  </p:notesMasterIdLst>
  <p:sldIdLst>
    <p:sldId id="256" r:id="rId5"/>
    <p:sldId id="1417" r:id="rId6"/>
    <p:sldId id="1420" r:id="rId7"/>
    <p:sldId id="1428" r:id="rId8"/>
    <p:sldId id="1430" r:id="rId9"/>
    <p:sldId id="1429" r:id="rId10"/>
    <p:sldId id="1424" r:id="rId11"/>
    <p:sldId id="1419" r:id="rId12"/>
    <p:sldId id="1414" r:id="rId13"/>
    <p:sldId id="1338" r:id="rId14"/>
    <p:sldId id="1344" r:id="rId15"/>
    <p:sldId id="1339" r:id="rId16"/>
    <p:sldId id="1348" r:id="rId17"/>
    <p:sldId id="1341" r:id="rId18"/>
    <p:sldId id="1315" r:id="rId19"/>
    <p:sldId id="1316" r:id="rId20"/>
    <p:sldId id="1317" r:id="rId21"/>
    <p:sldId id="1412" r:id="rId22"/>
    <p:sldId id="1413" r:id="rId23"/>
    <p:sldId id="1342" r:id="rId24"/>
    <p:sldId id="1320" r:id="rId25"/>
    <p:sldId id="1321" r:id="rId26"/>
    <p:sldId id="1324" r:id="rId27"/>
    <p:sldId id="1325" r:id="rId28"/>
    <p:sldId id="1326" r:id="rId29"/>
    <p:sldId id="1327" r:id="rId30"/>
    <p:sldId id="1353" r:id="rId31"/>
    <p:sldId id="1329" r:id="rId32"/>
    <p:sldId id="1331" r:id="rId33"/>
    <p:sldId id="1333" r:id="rId34"/>
    <p:sldId id="1335" r:id="rId35"/>
    <p:sldId id="1337" r:id="rId36"/>
    <p:sldId id="1356" r:id="rId37"/>
    <p:sldId id="1359" r:id="rId38"/>
    <p:sldId id="1363" r:id="rId39"/>
    <p:sldId id="1378" r:id="rId40"/>
    <p:sldId id="1421" r:id="rId41"/>
    <p:sldId id="1379" r:id="rId42"/>
    <p:sldId id="1422" r:id="rId43"/>
    <p:sldId id="1381" r:id="rId44"/>
    <p:sldId id="1382" r:id="rId45"/>
    <p:sldId id="1425" r:id="rId46"/>
    <p:sldId id="1426" r:id="rId47"/>
    <p:sldId id="1427" r:id="rId48"/>
    <p:sldId id="1384" r:id="rId49"/>
    <p:sldId id="1386" r:id="rId50"/>
    <p:sldId id="1431" r:id="rId51"/>
    <p:sldId id="1432" r:id="rId52"/>
    <p:sldId id="1433" r:id="rId53"/>
    <p:sldId id="1387" r:id="rId54"/>
    <p:sldId id="1389" r:id="rId55"/>
    <p:sldId id="1434" r:id="rId56"/>
    <p:sldId id="1435" r:id="rId57"/>
    <p:sldId id="1436" r:id="rId58"/>
    <p:sldId id="1391" r:id="rId59"/>
    <p:sldId id="1415" r:id="rId60"/>
    <p:sldId id="1393" r:id="rId61"/>
    <p:sldId id="1394" r:id="rId62"/>
    <p:sldId id="1399" r:id="rId63"/>
    <p:sldId id="1416" r:id="rId64"/>
    <p:sldId id="1405" r:id="rId65"/>
    <p:sldId id="1407" r:id="rId66"/>
    <p:sldId id="1409" r:id="rId67"/>
    <p:sldId id="1438" r:id="rId68"/>
    <p:sldId id="1410" r:id="rId69"/>
    <p:sldId id="1439" r:id="rId70"/>
    <p:sldId id="1404" r:id="rId71"/>
    <p:sldId id="1411" r:id="rId72"/>
  </p:sldIdLst>
  <p:sldSz cx="9906000" cy="6858000" type="A4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>
          <p15:clr>
            <a:srgbClr val="A4A3A4"/>
          </p15:clr>
        </p15:guide>
        <p15:guide id="2" orient="horz" pos="482">
          <p15:clr>
            <a:srgbClr val="A4A3A4"/>
          </p15:clr>
        </p15:guide>
        <p15:guide id="5" orient="horz" pos="1253">
          <p15:clr>
            <a:srgbClr val="A4A3A4"/>
          </p15:clr>
        </p15:guide>
        <p15:guide id="6" orient="horz" pos="2160">
          <p15:clr>
            <a:srgbClr val="A4A3A4"/>
          </p15:clr>
        </p15:guide>
        <p15:guide id="8" orient="horz" pos="391">
          <p15:clr>
            <a:srgbClr val="A4A3A4"/>
          </p15:clr>
        </p15:guide>
        <p15:guide id="9" pos="3120">
          <p15:clr>
            <a:srgbClr val="A4A3A4"/>
          </p15:clr>
        </p15:guide>
        <p15:guide id="10" pos="6068">
          <p15:clr>
            <a:srgbClr val="A4A3A4"/>
          </p15:clr>
        </p15:guide>
        <p15:guide id="11" pos="172">
          <p15:clr>
            <a:srgbClr val="A4A3A4"/>
          </p15:clr>
        </p15:guide>
        <p15:guide id="12" pos="3211">
          <p15:clr>
            <a:srgbClr val="A4A3A4"/>
          </p15:clr>
        </p15:guide>
        <p15:guide id="13" pos="3029">
          <p15:clr>
            <a:srgbClr val="A4A3A4"/>
          </p15:clr>
        </p15:guide>
        <p15:guide id="14" orient="horz" pos="5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06345A-1B02-C35A-D0E5-DF8A67A6C758}" name="오 해찬" initials="해오" userId="S::ohhaech@solutionkorea.onmicrosoft.com::398a30bc-41aa-4aec-9589-2644447f841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41A"/>
    <a:srgbClr val="D26803"/>
    <a:srgbClr val="00ECEA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8A491F-3EE2-42D0-BCE1-DD7F30493F71}" v="65" dt="2026-10-19T07:40:43.929"/>
    <p1510:client id="{DDCF4EDA-82F3-482A-869B-B965139DDE3F}" v="69" dt="2026-10-20T04:33:02.2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51" autoAdjust="0"/>
    <p:restoredTop sz="97380" autoAdjust="0"/>
  </p:normalViewPr>
  <p:slideViewPr>
    <p:cSldViewPr snapToGrid="0">
      <p:cViewPr varScale="1">
        <p:scale>
          <a:sx n="103" d="100"/>
          <a:sy n="103" d="100"/>
        </p:scale>
        <p:origin x="1650" y="96"/>
      </p:cViewPr>
      <p:guideLst>
        <p:guide orient="horz" pos="4110"/>
        <p:guide orient="horz" pos="482"/>
        <p:guide orient="horz" pos="1253"/>
        <p:guide orient="horz" pos="2160"/>
        <p:guide orient="horz" pos="391"/>
        <p:guide pos="3120"/>
        <p:guide pos="6068"/>
        <p:guide pos="172"/>
        <p:guide pos="3211"/>
        <p:guide pos="3029"/>
        <p:guide orient="horz" pos="57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presProps" Target="presProps.xml"/><Relationship Id="rId79" Type="http://schemas.microsoft.com/office/2015/10/relationships/revisionInfo" Target="revisionInfo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microsoft.com/office/2018/10/relationships/authors" Target="author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notesMaster" Target="notesMasters/notesMaster1.xml"/><Relationship Id="rId78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theme" Target="theme/theme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오 해찬" userId="398a30bc-41aa-4aec-9589-2644447f841d" providerId="ADAL" clId="{40A53A70-5976-42A4-AD5E-E44140CA36DF}"/>
    <pc:docChg chg="undo custSel addSld delSld modSld">
      <pc:chgData name="오 해찬" userId="398a30bc-41aa-4aec-9589-2644447f841d" providerId="ADAL" clId="{40A53A70-5976-42A4-AD5E-E44140CA36DF}" dt="2026-10-20T04:38:02.279" v="3166" actId="20577"/>
      <pc:docMkLst>
        <pc:docMk/>
      </pc:docMkLst>
      <pc:sldChg chg="modSp mod">
        <pc:chgData name="오 해찬" userId="398a30bc-41aa-4aec-9589-2644447f841d" providerId="ADAL" clId="{40A53A70-5976-42A4-AD5E-E44140CA36DF}" dt="2026-10-07T04:32:52.987" v="1605" actId="20577"/>
        <pc:sldMkLst>
          <pc:docMk/>
          <pc:sldMk cId="2024141461" sldId="1315"/>
        </pc:sldMkLst>
        <pc:graphicFrameChg chg="mod modGraphic">
          <ac:chgData name="오 해찬" userId="398a30bc-41aa-4aec-9589-2644447f841d" providerId="ADAL" clId="{40A53A70-5976-42A4-AD5E-E44140CA36DF}" dt="2026-10-07T04:32:51.688" v="1604" actId="20577"/>
          <ac:graphicFrameMkLst>
            <pc:docMk/>
            <pc:sldMk cId="2024141461" sldId="1315"/>
            <ac:graphicFrameMk id="4" creationId="{385FEED6-CD48-9C34-DE42-0E180FA340CE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4:32:52.987" v="1605" actId="20577"/>
          <ac:graphicFrameMkLst>
            <pc:docMk/>
            <pc:sldMk cId="2024141461" sldId="1315"/>
            <ac:graphicFrameMk id="5" creationId="{7CEC1532-8FC2-F51F-0BAE-44734240999F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3:19:20.244" v="1584" actId="20577"/>
        <pc:sldMkLst>
          <pc:docMk/>
          <pc:sldMk cId="3229949583" sldId="1316"/>
        </pc:sldMkLst>
        <pc:spChg chg="add mod">
          <ac:chgData name="오 해찬" userId="398a30bc-41aa-4aec-9589-2644447f841d" providerId="ADAL" clId="{40A53A70-5976-42A4-AD5E-E44140CA36DF}" dt="2026-09-22T04:58:50.021" v="497" actId="20577"/>
          <ac:spMkLst>
            <pc:docMk/>
            <pc:sldMk cId="3229949583" sldId="1316"/>
            <ac:spMk id="5" creationId="{5CFBC97B-33A5-A3D4-F1F8-7DAE559415F0}"/>
          </ac:spMkLst>
        </pc:spChg>
        <pc:graphicFrameChg chg="mod modGraphic">
          <ac:chgData name="오 해찬" userId="398a30bc-41aa-4aec-9589-2644447f841d" providerId="ADAL" clId="{40A53A70-5976-42A4-AD5E-E44140CA36DF}" dt="2026-10-07T03:19:20.244" v="1584" actId="20577"/>
          <ac:graphicFrameMkLst>
            <pc:docMk/>
            <pc:sldMk cId="3229949583" sldId="1316"/>
            <ac:graphicFrameMk id="4" creationId="{01B907C5-CD44-64FA-7CC9-0799B4DE6014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9T07:39:20.492" v="2875"/>
        <pc:sldMkLst>
          <pc:docMk/>
          <pc:sldMk cId="2258534085" sldId="1317"/>
        </pc:sldMkLst>
        <pc:spChg chg="add mod">
          <ac:chgData name="오 해찬" userId="398a30bc-41aa-4aec-9589-2644447f841d" providerId="ADAL" clId="{40A53A70-5976-42A4-AD5E-E44140CA36DF}" dt="2026-09-22T04:59:00.576" v="508" actId="20577"/>
          <ac:spMkLst>
            <pc:docMk/>
            <pc:sldMk cId="2258534085" sldId="1317"/>
            <ac:spMk id="5" creationId="{CD576AC3-4715-40B6-8E35-4A08F42C3A9F}"/>
          </ac:spMkLst>
        </pc:spChg>
        <pc:graphicFrameChg chg="mod modGraphic">
          <ac:chgData name="오 해찬" userId="398a30bc-41aa-4aec-9589-2644447f841d" providerId="ADAL" clId="{40A53A70-5976-42A4-AD5E-E44140CA36DF}" dt="2026-10-19T07:39:20.492" v="2875"/>
          <ac:graphicFrameMkLst>
            <pc:docMk/>
            <pc:sldMk cId="2258534085" sldId="1317"/>
            <ac:graphicFrameMk id="4" creationId="{1055052A-5B1C-EEAD-2F44-D3AF982424CF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2:29:09.678" v="1742" actId="207"/>
        <pc:sldMkLst>
          <pc:docMk/>
          <pc:sldMk cId="2716223352" sldId="1320"/>
        </pc:sldMkLst>
        <pc:graphicFrameChg chg="mod modGraphic">
          <ac:chgData name="오 해찬" userId="398a30bc-41aa-4aec-9589-2644447f841d" providerId="ADAL" clId="{40A53A70-5976-42A4-AD5E-E44140CA36DF}" dt="2026-10-08T02:29:09.678" v="1742" actId="207"/>
          <ac:graphicFrameMkLst>
            <pc:docMk/>
            <pc:sldMk cId="2716223352" sldId="1320"/>
            <ac:graphicFrameMk id="4" creationId="{02D44DCC-60F5-3EEF-4FE0-016148B6FC5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2:29:09.263" v="1741" actId="207"/>
          <ac:graphicFrameMkLst>
            <pc:docMk/>
            <pc:sldMk cId="2716223352" sldId="1320"/>
            <ac:graphicFrameMk id="5" creationId="{728CAECF-77DE-01FE-7B63-D0D125AA16BB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28:18.702" v="1079"/>
        <pc:sldMkLst>
          <pc:docMk/>
          <pc:sldMk cId="2258506942" sldId="1321"/>
        </pc:sldMkLst>
        <pc:graphicFrameChg chg="mod modGraphic">
          <ac:chgData name="오 해찬" userId="398a30bc-41aa-4aec-9589-2644447f841d" providerId="ADAL" clId="{40A53A70-5976-42A4-AD5E-E44140CA36DF}" dt="2026-10-07T00:28:14.921" v="1077"/>
          <ac:graphicFrameMkLst>
            <pc:docMk/>
            <pc:sldMk cId="2258506942" sldId="1321"/>
            <ac:graphicFrameMk id="4" creationId="{AC6BD533-7DF3-113C-57A3-0D023D5DEBC3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28:18.702" v="1079"/>
          <ac:graphicFrameMkLst>
            <pc:docMk/>
            <pc:sldMk cId="2258506942" sldId="1321"/>
            <ac:graphicFrameMk id="5" creationId="{7F3B0734-FE27-718C-D9E2-881FADCA53E6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20T03:19:08.253" v="3131" actId="20577"/>
        <pc:sldMkLst>
          <pc:docMk/>
          <pc:sldMk cId="2679175736" sldId="1324"/>
        </pc:sldMkLst>
        <pc:spChg chg="add mod">
          <ac:chgData name="오 해찬" userId="398a30bc-41aa-4aec-9589-2644447f841d" providerId="ADAL" clId="{40A53A70-5976-42A4-AD5E-E44140CA36DF}" dt="2026-10-08T02:35:21.568" v="1747" actId="20577"/>
          <ac:spMkLst>
            <pc:docMk/>
            <pc:sldMk cId="2679175736" sldId="1324"/>
            <ac:spMk id="5" creationId="{BED5844B-3C75-22DB-A178-58BB5F4502B1}"/>
          </ac:spMkLst>
        </pc:spChg>
        <pc:graphicFrameChg chg="mod modGraphic">
          <ac:chgData name="오 해찬" userId="398a30bc-41aa-4aec-9589-2644447f841d" providerId="ADAL" clId="{40A53A70-5976-42A4-AD5E-E44140CA36DF}" dt="2026-10-20T03:19:08.253" v="3131" actId="20577"/>
          <ac:graphicFrameMkLst>
            <pc:docMk/>
            <pc:sldMk cId="2679175736" sldId="1324"/>
            <ac:graphicFrameMk id="4" creationId="{97359EC2-2940-69D6-A4EE-BE7BF159C43B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7:57:29.817" v="2268" actId="113"/>
        <pc:sldMkLst>
          <pc:docMk/>
          <pc:sldMk cId="4269702500" sldId="1325"/>
        </pc:sldMkLst>
        <pc:spChg chg="add mod">
          <ac:chgData name="오 해찬" userId="398a30bc-41aa-4aec-9589-2644447f841d" providerId="ADAL" clId="{40A53A70-5976-42A4-AD5E-E44140CA36DF}" dt="2026-09-22T05:04:13.855" v="594" actId="20577"/>
          <ac:spMkLst>
            <pc:docMk/>
            <pc:sldMk cId="4269702500" sldId="1325"/>
            <ac:spMk id="5" creationId="{978056C8-17C0-BD56-9F47-B1F5753F7DDE}"/>
          </ac:spMkLst>
        </pc:spChg>
        <pc:graphicFrameChg chg="mod modGraphic">
          <ac:chgData name="오 해찬" userId="398a30bc-41aa-4aec-9589-2644447f841d" providerId="ADAL" clId="{40A53A70-5976-42A4-AD5E-E44140CA36DF}" dt="2026-10-15T07:57:29.817" v="2268" actId="113"/>
          <ac:graphicFrameMkLst>
            <pc:docMk/>
            <pc:sldMk cId="4269702500" sldId="1325"/>
            <ac:graphicFrameMk id="4" creationId="{12CB3E9F-2903-BB77-8AC2-491145C4B011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8:22:40.391" v="2283" actId="20577"/>
        <pc:sldMkLst>
          <pc:docMk/>
          <pc:sldMk cId="904726841" sldId="1326"/>
        </pc:sldMkLst>
        <pc:spChg chg="add mod">
          <ac:chgData name="오 해찬" userId="398a30bc-41aa-4aec-9589-2644447f841d" providerId="ADAL" clId="{40A53A70-5976-42A4-AD5E-E44140CA36DF}" dt="2026-09-22T05:04:25.598" v="604" actId="20577"/>
          <ac:spMkLst>
            <pc:docMk/>
            <pc:sldMk cId="904726841" sldId="1326"/>
            <ac:spMk id="5" creationId="{776618A1-F020-976F-5651-2DCC04D5FC91}"/>
          </ac:spMkLst>
        </pc:spChg>
        <pc:graphicFrameChg chg="mod modGraphic">
          <ac:chgData name="오 해찬" userId="398a30bc-41aa-4aec-9589-2644447f841d" providerId="ADAL" clId="{40A53A70-5976-42A4-AD5E-E44140CA36DF}" dt="2026-10-15T08:22:40.391" v="2283" actId="20577"/>
          <ac:graphicFrameMkLst>
            <pc:docMk/>
            <pc:sldMk cId="904726841" sldId="1326"/>
            <ac:graphicFrameMk id="4" creationId="{62591328-371E-EE5F-22EA-445F5C7E9751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8T05:27:22.076" v="1921" actId="20577"/>
        <pc:sldMkLst>
          <pc:docMk/>
          <pc:sldMk cId="2897940150" sldId="1327"/>
        </pc:sldMkLst>
        <pc:spChg chg="add mod">
          <ac:chgData name="오 해찬" userId="398a30bc-41aa-4aec-9589-2644447f841d" providerId="ADAL" clId="{40A53A70-5976-42A4-AD5E-E44140CA36DF}" dt="2026-09-22T05:04:40.961" v="612" actId="20577"/>
          <ac:spMkLst>
            <pc:docMk/>
            <pc:sldMk cId="2897940150" sldId="1327"/>
            <ac:spMk id="5" creationId="{9E63878B-36E1-FF87-DFD2-7952FCEE04B0}"/>
          </ac:spMkLst>
        </pc:spChg>
        <pc:graphicFrameChg chg="mod modGraphic">
          <ac:chgData name="오 해찬" userId="398a30bc-41aa-4aec-9589-2644447f841d" providerId="ADAL" clId="{40A53A70-5976-42A4-AD5E-E44140CA36DF}" dt="2026-10-08T05:27:22.076" v="1921" actId="20577"/>
          <ac:graphicFrameMkLst>
            <pc:docMk/>
            <pc:sldMk cId="2897940150" sldId="1327"/>
            <ac:graphicFrameMk id="4" creationId="{B8A0B277-C08F-6CFA-1AFF-2D85BC7F7D7E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31:08.741" v="1925" actId="20577"/>
        <pc:sldMkLst>
          <pc:docMk/>
          <pc:sldMk cId="915461811" sldId="1329"/>
        </pc:sldMkLst>
        <pc:spChg chg="mod">
          <ac:chgData name="오 해찬" userId="398a30bc-41aa-4aec-9589-2644447f841d" providerId="ADAL" clId="{40A53A70-5976-42A4-AD5E-E44140CA36DF}" dt="2026-10-08T05:30:42.466" v="1922" actId="20577"/>
          <ac:spMkLst>
            <pc:docMk/>
            <pc:sldMk cId="915461811" sldId="1329"/>
            <ac:spMk id="7" creationId="{86555CA2-EC83-772F-88E7-5A641ADAA95B}"/>
          </ac:spMkLst>
        </pc:spChg>
        <pc:graphicFrameChg chg="mod modGraphic">
          <ac:chgData name="오 해찬" userId="398a30bc-41aa-4aec-9589-2644447f841d" providerId="ADAL" clId="{40A53A70-5976-42A4-AD5E-E44140CA36DF}" dt="2026-10-08T05:31:08.741" v="1925" actId="20577"/>
          <ac:graphicFrameMkLst>
            <pc:docMk/>
            <pc:sldMk cId="915461811" sldId="1329"/>
            <ac:graphicFrameMk id="4" creationId="{F170CDBE-9EB2-D151-1E21-E832EC80D535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2:54:57.636" v="1456" actId="20577"/>
          <ac:graphicFrameMkLst>
            <pc:docMk/>
            <pc:sldMk cId="915461811" sldId="1329"/>
            <ac:graphicFrameMk id="5" creationId="{089DBB95-CCD7-722E-DE2D-51C80D3B12F3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2:54:57.327" v="1455" actId="20577"/>
        <pc:sldMkLst>
          <pc:docMk/>
          <pc:sldMk cId="3547278883" sldId="1331"/>
        </pc:sldMkLst>
        <pc:graphicFrameChg chg="mod modGraphic">
          <ac:chgData name="오 해찬" userId="398a30bc-41aa-4aec-9589-2644447f841d" providerId="ADAL" clId="{40A53A70-5976-42A4-AD5E-E44140CA36DF}" dt="2026-10-07T02:54:57.327" v="1455" actId="20577"/>
          <ac:graphicFrameMkLst>
            <pc:docMk/>
            <pc:sldMk cId="3547278883" sldId="1331"/>
            <ac:graphicFrameMk id="4" creationId="{9359240E-1C34-E7BB-DAA3-312FDBB80A6F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2:54:56.793" v="1453" actId="20577"/>
          <ac:graphicFrameMkLst>
            <pc:docMk/>
            <pc:sldMk cId="3547278883" sldId="1331"/>
            <ac:graphicFrameMk id="5" creationId="{882D094F-3437-E9C5-6ED9-189ECF2B550D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2:54:56.554" v="1452" actId="20577"/>
        <pc:sldMkLst>
          <pc:docMk/>
          <pc:sldMk cId="2111281019" sldId="1333"/>
        </pc:sldMkLst>
        <pc:graphicFrameChg chg="mod modGraphic">
          <ac:chgData name="오 해찬" userId="398a30bc-41aa-4aec-9589-2644447f841d" providerId="ADAL" clId="{40A53A70-5976-42A4-AD5E-E44140CA36DF}" dt="2026-10-07T02:54:56.554" v="1452" actId="20577"/>
          <ac:graphicFrameMkLst>
            <pc:docMk/>
            <pc:sldMk cId="2111281019" sldId="1333"/>
            <ac:graphicFrameMk id="4" creationId="{A4E0D302-434E-5AA1-D8EA-6E8C3C6F387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1:11:09.034" v="1110"/>
          <ac:graphicFrameMkLst>
            <pc:docMk/>
            <pc:sldMk cId="2111281019" sldId="1333"/>
            <ac:graphicFrameMk id="9" creationId="{4D1FB2B1-20E8-98A9-36DE-6231684A2E4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33:21.677" v="1929" actId="20577"/>
        <pc:sldMkLst>
          <pc:docMk/>
          <pc:sldMk cId="3876744629" sldId="1335"/>
        </pc:sldMkLst>
        <pc:spChg chg="mod">
          <ac:chgData name="오 해찬" userId="398a30bc-41aa-4aec-9589-2644447f841d" providerId="ADAL" clId="{40A53A70-5976-42A4-AD5E-E44140CA36DF}" dt="2026-10-08T05:33:18.083" v="1926" actId="20577"/>
          <ac:spMkLst>
            <pc:docMk/>
            <pc:sldMk cId="3876744629" sldId="1335"/>
            <ac:spMk id="7" creationId="{01D82621-2B51-59A6-C52D-2909C9C1DEDF}"/>
          </ac:spMkLst>
        </pc:spChg>
        <pc:graphicFrameChg chg="mod modGraphic">
          <ac:chgData name="오 해찬" userId="398a30bc-41aa-4aec-9589-2644447f841d" providerId="ADAL" clId="{40A53A70-5976-42A4-AD5E-E44140CA36DF}" dt="2026-10-08T05:33:21.677" v="1929" actId="20577"/>
          <ac:graphicFrameMkLst>
            <pc:docMk/>
            <pc:sldMk cId="3876744629" sldId="1335"/>
            <ac:graphicFrameMk id="4" creationId="{9E6343A7-BA10-A6BD-9427-E1664F2F933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1:11:21.230" v="1114"/>
          <ac:graphicFrameMkLst>
            <pc:docMk/>
            <pc:sldMk cId="3876744629" sldId="1335"/>
            <ac:graphicFrameMk id="5" creationId="{A8E71BBE-274F-1C88-6074-0E9BE69FF772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8:00:58.733" v="2277"/>
        <pc:sldMkLst>
          <pc:docMk/>
          <pc:sldMk cId="2440714759" sldId="1337"/>
        </pc:sldMkLst>
        <pc:spChg chg="add mod">
          <ac:chgData name="오 해찬" userId="398a30bc-41aa-4aec-9589-2644447f841d" providerId="ADAL" clId="{40A53A70-5976-42A4-AD5E-E44140CA36DF}" dt="2026-09-22T05:05:01.597" v="626" actId="20577"/>
          <ac:spMkLst>
            <pc:docMk/>
            <pc:sldMk cId="2440714759" sldId="1337"/>
            <ac:spMk id="5" creationId="{5516D403-9078-96BD-4F70-940B109EBB82}"/>
          </ac:spMkLst>
        </pc:spChg>
        <pc:graphicFrameChg chg="mod modGraphic">
          <ac:chgData name="오 해찬" userId="398a30bc-41aa-4aec-9589-2644447f841d" providerId="ADAL" clId="{40A53A70-5976-42A4-AD5E-E44140CA36DF}" dt="2026-10-15T08:00:58.733" v="2277"/>
          <ac:graphicFrameMkLst>
            <pc:docMk/>
            <pc:sldMk cId="2440714759" sldId="1337"/>
            <ac:graphicFrameMk id="4" creationId="{1CC8748A-46CB-74F5-C591-D69B69D7BC87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6T23:57:25.716" v="1004"/>
        <pc:sldMkLst>
          <pc:docMk/>
          <pc:sldMk cId="1759828093" sldId="1338"/>
        </pc:sldMkLst>
        <pc:graphicFrameChg chg="mod modGraphic">
          <ac:chgData name="오 해찬" userId="398a30bc-41aa-4aec-9589-2644447f841d" providerId="ADAL" clId="{40A53A70-5976-42A4-AD5E-E44140CA36DF}" dt="2026-10-06T23:57:17.559" v="1002" actId="113"/>
          <ac:graphicFrameMkLst>
            <pc:docMk/>
            <pc:sldMk cId="1759828093" sldId="1338"/>
            <ac:graphicFrameMk id="4" creationId="{AFA4F3D7-EF1E-0C27-7D56-6B99AE424FF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6T23:57:25.716" v="1004"/>
          <ac:graphicFrameMkLst>
            <pc:docMk/>
            <pc:sldMk cId="1759828093" sldId="1338"/>
            <ac:graphicFrameMk id="5" creationId="{F12BF119-F3F3-23BC-AC03-8DD830E99C6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05:19.148" v="1029"/>
        <pc:sldMkLst>
          <pc:docMk/>
          <pc:sldMk cId="4227139856" sldId="1339"/>
        </pc:sldMkLst>
        <pc:graphicFrameChg chg="mod modGraphic">
          <ac:chgData name="오 해찬" userId="398a30bc-41aa-4aec-9589-2644447f841d" providerId="ADAL" clId="{40A53A70-5976-42A4-AD5E-E44140CA36DF}" dt="2026-10-07T00:05:12.659" v="1027" actId="20577"/>
          <ac:graphicFrameMkLst>
            <pc:docMk/>
            <pc:sldMk cId="4227139856" sldId="1339"/>
            <ac:graphicFrameMk id="4" creationId="{57749A1E-7E24-871B-4A99-F9F32BEEAC27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05:19.148" v="1029"/>
          <ac:graphicFrameMkLst>
            <pc:docMk/>
            <pc:sldMk cId="4227139856" sldId="1339"/>
            <ac:graphicFrameMk id="5" creationId="{3E212786-6F23-2693-8ED2-E8AEF095F907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10:41.749" v="1037"/>
        <pc:sldMkLst>
          <pc:docMk/>
          <pc:sldMk cId="628503944" sldId="1341"/>
        </pc:sldMkLst>
        <pc:graphicFrameChg chg="mod modGraphic">
          <ac:chgData name="오 해찬" userId="398a30bc-41aa-4aec-9589-2644447f841d" providerId="ADAL" clId="{40A53A70-5976-42A4-AD5E-E44140CA36DF}" dt="2026-10-07T00:10:36.108" v="1035"/>
          <ac:graphicFrameMkLst>
            <pc:docMk/>
            <pc:sldMk cId="628503944" sldId="1341"/>
            <ac:graphicFrameMk id="4" creationId="{41CE0365-6CF9-C9A4-A35C-10E458B97487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10:41.749" v="1037"/>
          <ac:graphicFrameMkLst>
            <pc:docMk/>
            <pc:sldMk cId="628503944" sldId="1341"/>
            <ac:graphicFrameMk id="5" creationId="{41439184-58BB-8AA9-8C68-7731A61B7A44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2:09:28.248" v="1738" actId="20577"/>
        <pc:sldMkLst>
          <pc:docMk/>
          <pc:sldMk cId="737418889" sldId="1342"/>
        </pc:sldMkLst>
        <pc:spChg chg="mod">
          <ac:chgData name="오 해찬" userId="398a30bc-41aa-4aec-9589-2644447f841d" providerId="ADAL" clId="{40A53A70-5976-42A4-AD5E-E44140CA36DF}" dt="2026-10-08T02:09:19.758" v="1733" actId="20577"/>
          <ac:spMkLst>
            <pc:docMk/>
            <pc:sldMk cId="737418889" sldId="1342"/>
            <ac:spMk id="7" creationId="{40F3B8AF-9415-1E16-C963-9A3CD7965B02}"/>
          </ac:spMkLst>
        </pc:spChg>
        <pc:graphicFrameChg chg="mod modGraphic">
          <ac:chgData name="오 해찬" userId="398a30bc-41aa-4aec-9589-2644447f841d" providerId="ADAL" clId="{40A53A70-5976-42A4-AD5E-E44140CA36DF}" dt="2026-10-08T02:09:28.248" v="1738" actId="20577"/>
          <ac:graphicFrameMkLst>
            <pc:docMk/>
            <pc:sldMk cId="737418889" sldId="1342"/>
            <ac:graphicFrameMk id="4" creationId="{B2E64A0B-4AC8-B622-369D-A1EC01C691F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20:09.164" v="1059"/>
          <ac:graphicFrameMkLst>
            <pc:docMk/>
            <pc:sldMk cId="737418889" sldId="1342"/>
            <ac:graphicFrameMk id="5" creationId="{9225F1CC-1BFF-947C-0ACB-A26DBC00CB71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6T23:57:56.860" v="1008"/>
        <pc:sldMkLst>
          <pc:docMk/>
          <pc:sldMk cId="1194762766" sldId="1344"/>
        </pc:sldMkLst>
        <pc:graphicFrameChg chg="mod modGraphic">
          <ac:chgData name="오 해찬" userId="398a30bc-41aa-4aec-9589-2644447f841d" providerId="ADAL" clId="{40A53A70-5976-42A4-AD5E-E44140CA36DF}" dt="2026-10-06T23:57:56.032" v="1007"/>
          <ac:graphicFrameMkLst>
            <pc:docMk/>
            <pc:sldMk cId="1194762766" sldId="1344"/>
            <ac:graphicFrameMk id="4" creationId="{DFB30D23-B4F2-1F0E-8431-60CEB7CF5DD6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6T23:57:56.860" v="1008"/>
          <ac:graphicFrameMkLst>
            <pc:docMk/>
            <pc:sldMk cId="1194762766" sldId="1344"/>
            <ac:graphicFrameMk id="5" creationId="{7D9AA625-0B10-6364-4A22-354C2B6E390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08:16.322" v="1033"/>
        <pc:sldMkLst>
          <pc:docMk/>
          <pc:sldMk cId="3585320585" sldId="1348"/>
        </pc:sldMkLst>
        <pc:graphicFrameChg chg="mod modGraphic">
          <ac:chgData name="오 해찬" userId="398a30bc-41aa-4aec-9589-2644447f841d" providerId="ADAL" clId="{40A53A70-5976-42A4-AD5E-E44140CA36DF}" dt="2026-10-07T00:08:15.488" v="1032"/>
          <ac:graphicFrameMkLst>
            <pc:docMk/>
            <pc:sldMk cId="3585320585" sldId="1348"/>
            <ac:graphicFrameMk id="4" creationId="{5E2B4DAF-2CF0-0687-8B3D-137801D6DE4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08:16.322" v="1033"/>
          <ac:graphicFrameMkLst>
            <pc:docMk/>
            <pc:sldMk cId="3585320585" sldId="1348"/>
            <ac:graphicFrameMk id="5" creationId="{21085CC3-9CED-F27C-414A-1AA9CF579940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3:08:23.876" v="1567" actId="20577"/>
        <pc:sldMkLst>
          <pc:docMk/>
          <pc:sldMk cId="3884121493" sldId="1353"/>
        </pc:sldMkLst>
        <pc:spChg chg="add mod">
          <ac:chgData name="오 해찬" userId="398a30bc-41aa-4aec-9589-2644447f841d" providerId="ADAL" clId="{40A53A70-5976-42A4-AD5E-E44140CA36DF}" dt="2026-09-22T05:04:50.510" v="618" actId="20577"/>
          <ac:spMkLst>
            <pc:docMk/>
            <pc:sldMk cId="3884121493" sldId="1353"/>
            <ac:spMk id="5" creationId="{5B72F6B5-69C1-0528-8A10-B88CAE02B1EA}"/>
          </ac:spMkLst>
        </pc:spChg>
        <pc:graphicFrameChg chg="mod modGraphic">
          <ac:chgData name="오 해찬" userId="398a30bc-41aa-4aec-9589-2644447f841d" providerId="ADAL" clId="{40A53A70-5976-42A4-AD5E-E44140CA36DF}" dt="2026-10-07T03:08:23.876" v="1567" actId="20577"/>
          <ac:graphicFrameMkLst>
            <pc:docMk/>
            <pc:sldMk cId="3884121493" sldId="1353"/>
            <ac:graphicFrameMk id="4" creationId="{C7CAEB83-3506-A0B6-90D1-B0DBE41BC900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20T04:31:46" v="3149" actId="20577"/>
        <pc:sldMkLst>
          <pc:docMk/>
          <pc:sldMk cId="1939284389" sldId="1356"/>
        </pc:sldMkLst>
        <pc:spChg chg="add mod">
          <ac:chgData name="오 해찬" userId="398a30bc-41aa-4aec-9589-2644447f841d" providerId="ADAL" clId="{40A53A70-5976-42A4-AD5E-E44140CA36DF}" dt="2026-09-22T05:05:28.113" v="635" actId="20577"/>
          <ac:spMkLst>
            <pc:docMk/>
            <pc:sldMk cId="1939284389" sldId="1356"/>
            <ac:spMk id="5" creationId="{8A5A63A1-53B4-2A12-A443-DE64511395AB}"/>
          </ac:spMkLst>
        </pc:spChg>
        <pc:graphicFrameChg chg="mod modGraphic">
          <ac:chgData name="오 해찬" userId="398a30bc-41aa-4aec-9589-2644447f841d" providerId="ADAL" clId="{40A53A70-5976-42A4-AD5E-E44140CA36DF}" dt="2026-10-20T04:31:46" v="3149" actId="20577"/>
          <ac:graphicFrameMkLst>
            <pc:docMk/>
            <pc:sldMk cId="1939284389" sldId="1356"/>
            <ac:graphicFrameMk id="4" creationId="{35033F99-8D44-216D-C9DC-2A507253ECD5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8:24:10.606" v="2287"/>
        <pc:sldMkLst>
          <pc:docMk/>
          <pc:sldMk cId="2087048040" sldId="1359"/>
        </pc:sldMkLst>
        <pc:spChg chg="add mod">
          <ac:chgData name="오 해찬" userId="398a30bc-41aa-4aec-9589-2644447f841d" providerId="ADAL" clId="{40A53A70-5976-42A4-AD5E-E44140CA36DF}" dt="2026-09-22T05:05:41.382" v="647" actId="20577"/>
          <ac:spMkLst>
            <pc:docMk/>
            <pc:sldMk cId="2087048040" sldId="1359"/>
            <ac:spMk id="5" creationId="{3F2300C4-6304-B9B0-71B4-79CCAEA18709}"/>
          </ac:spMkLst>
        </pc:spChg>
        <pc:graphicFrameChg chg="mod modGraphic">
          <ac:chgData name="오 해찬" userId="398a30bc-41aa-4aec-9589-2644447f841d" providerId="ADAL" clId="{40A53A70-5976-42A4-AD5E-E44140CA36DF}" dt="2026-10-15T08:24:10.606" v="2287"/>
          <ac:graphicFrameMkLst>
            <pc:docMk/>
            <pc:sldMk cId="2087048040" sldId="1359"/>
            <ac:graphicFrameMk id="4" creationId="{6FECA82A-BD23-9912-A2C5-4AAA1E30E3C6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38:16.492" v="2015" actId="6549"/>
        <pc:sldMkLst>
          <pc:docMk/>
          <pc:sldMk cId="3073680364" sldId="1363"/>
        </pc:sldMkLst>
        <pc:spChg chg="add mod">
          <ac:chgData name="오 해찬" userId="398a30bc-41aa-4aec-9589-2644447f841d" providerId="ADAL" clId="{40A53A70-5976-42A4-AD5E-E44140CA36DF}" dt="2026-09-22T05:05:58.480" v="655" actId="20577"/>
          <ac:spMkLst>
            <pc:docMk/>
            <pc:sldMk cId="3073680364" sldId="1363"/>
            <ac:spMk id="5" creationId="{2D4082D8-FC5E-9EFC-FC86-BCC758DBC71C}"/>
          </ac:spMkLst>
        </pc:spChg>
        <pc:graphicFrameChg chg="mod modGraphic">
          <ac:chgData name="오 해찬" userId="398a30bc-41aa-4aec-9589-2644447f841d" providerId="ADAL" clId="{40A53A70-5976-42A4-AD5E-E44140CA36DF}" dt="2026-10-08T05:38:16.492" v="2015" actId="6549"/>
          <ac:graphicFrameMkLst>
            <pc:docMk/>
            <pc:sldMk cId="3073680364" sldId="1363"/>
            <ac:graphicFrameMk id="4" creationId="{E12D7CE7-626F-E5DB-080E-FF0078F8750A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38:41.147" v="2027" actId="20577"/>
        <pc:sldMkLst>
          <pc:docMk/>
          <pc:sldMk cId="640303626" sldId="1378"/>
        </pc:sldMkLst>
        <pc:spChg chg="add mod">
          <ac:chgData name="오 해찬" userId="398a30bc-41aa-4aec-9589-2644447f841d" providerId="ADAL" clId="{40A53A70-5976-42A4-AD5E-E44140CA36DF}" dt="2026-09-22T05:06:06.417" v="663" actId="20577"/>
          <ac:spMkLst>
            <pc:docMk/>
            <pc:sldMk cId="640303626" sldId="1378"/>
            <ac:spMk id="5" creationId="{01A33F15-F026-C8E4-2B4E-72C0D3F55186}"/>
          </ac:spMkLst>
        </pc:spChg>
        <pc:graphicFrameChg chg="mod modGraphic">
          <ac:chgData name="오 해찬" userId="398a30bc-41aa-4aec-9589-2644447f841d" providerId="ADAL" clId="{40A53A70-5976-42A4-AD5E-E44140CA36DF}" dt="2026-10-08T05:38:41.147" v="2027" actId="20577"/>
          <ac:graphicFrameMkLst>
            <pc:docMk/>
            <pc:sldMk cId="640303626" sldId="1378"/>
            <ac:graphicFrameMk id="4" creationId="{F58ED754-948A-D655-28C9-FB105065BE8F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3:20:19.798" v="1594"/>
        <pc:sldMkLst>
          <pc:docMk/>
          <pc:sldMk cId="4269445969" sldId="1379"/>
        </pc:sldMkLst>
        <pc:graphicFrameChg chg="mod modGraphic">
          <ac:chgData name="오 해찬" userId="398a30bc-41aa-4aec-9589-2644447f841d" providerId="ADAL" clId="{40A53A70-5976-42A4-AD5E-E44140CA36DF}" dt="2026-10-07T03:20:14.725" v="1593" actId="20577"/>
          <ac:graphicFrameMkLst>
            <pc:docMk/>
            <pc:sldMk cId="4269445969" sldId="1379"/>
            <ac:graphicFrameMk id="4" creationId="{8E966E62-F6D0-FDE6-ECFE-0E99CA4CD643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3:20:19.798" v="1594"/>
          <ac:graphicFrameMkLst>
            <pc:docMk/>
            <pc:sldMk cId="4269445969" sldId="1379"/>
            <ac:graphicFrameMk id="5" creationId="{2945E0C8-1565-6D04-7CFD-FF694FC2A934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40:40.812" v="2057" actId="20577"/>
        <pc:sldMkLst>
          <pc:docMk/>
          <pc:sldMk cId="713989755" sldId="1381"/>
        </pc:sldMkLst>
        <pc:graphicFrameChg chg="mod modGraphic">
          <ac:chgData name="오 해찬" userId="398a30bc-41aa-4aec-9589-2644447f841d" providerId="ADAL" clId="{40A53A70-5976-42A4-AD5E-E44140CA36DF}" dt="2026-10-08T05:40:31.386" v="2055" actId="113"/>
          <ac:graphicFrameMkLst>
            <pc:docMk/>
            <pc:sldMk cId="713989755" sldId="1381"/>
            <ac:graphicFrameMk id="4" creationId="{65A978CD-65AA-6B08-FB86-4023AD574F69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40:40.812" v="2057" actId="20577"/>
          <ac:graphicFrameMkLst>
            <pc:docMk/>
            <pc:sldMk cId="713989755" sldId="1381"/>
            <ac:graphicFrameMk id="5" creationId="{24FDB107-DB0D-E120-181B-EF7B7CE62ECB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42:01.352" v="2061" actId="20577"/>
        <pc:sldMkLst>
          <pc:docMk/>
          <pc:sldMk cId="2387218696" sldId="1382"/>
        </pc:sldMkLst>
        <pc:spChg chg="add mod">
          <ac:chgData name="오 해찬" userId="398a30bc-41aa-4aec-9589-2644447f841d" providerId="ADAL" clId="{40A53A70-5976-42A4-AD5E-E44140CA36DF}" dt="2026-09-22T04:55:43.669" v="484" actId="20577"/>
          <ac:spMkLst>
            <pc:docMk/>
            <pc:sldMk cId="2387218696" sldId="1382"/>
            <ac:spMk id="5" creationId="{C306DF33-78AA-7983-EF96-C3EE60DCD427}"/>
          </ac:spMkLst>
        </pc:spChg>
        <pc:graphicFrameChg chg="mod modGraphic">
          <ac:chgData name="오 해찬" userId="398a30bc-41aa-4aec-9589-2644447f841d" providerId="ADAL" clId="{40A53A70-5976-42A4-AD5E-E44140CA36DF}" dt="2026-10-08T05:42:01.352" v="2061" actId="20577"/>
          <ac:graphicFrameMkLst>
            <pc:docMk/>
            <pc:sldMk cId="2387218696" sldId="1382"/>
            <ac:graphicFrameMk id="4" creationId="{63881715-8F2C-662E-86D8-1F17FBB92B1A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42:09.909" v="2065" actId="20577"/>
        <pc:sldMkLst>
          <pc:docMk/>
          <pc:sldMk cId="2032762268" sldId="1384"/>
        </pc:sldMkLst>
        <pc:graphicFrameChg chg="mod modGraphic">
          <ac:chgData name="오 해찬" userId="398a30bc-41aa-4aec-9589-2644447f841d" providerId="ADAL" clId="{40A53A70-5976-42A4-AD5E-E44140CA36DF}" dt="2026-10-08T05:42:06.486" v="2063" actId="20577"/>
          <ac:graphicFrameMkLst>
            <pc:docMk/>
            <pc:sldMk cId="2032762268" sldId="1384"/>
            <ac:graphicFrameMk id="4" creationId="{AB4D3CDF-6250-FADE-0F68-A60D872DB08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42:09.909" v="2065" actId="20577"/>
          <ac:graphicFrameMkLst>
            <pc:docMk/>
            <pc:sldMk cId="2032762268" sldId="1384"/>
            <ac:graphicFrameMk id="5" creationId="{4A482392-1B60-883A-DB4C-58DC32AB304C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8T05:42:15.228" v="2067" actId="20577"/>
        <pc:sldMkLst>
          <pc:docMk/>
          <pc:sldMk cId="2901489861" sldId="1386"/>
        </pc:sldMkLst>
        <pc:spChg chg="add mod">
          <ac:chgData name="오 해찬" userId="398a30bc-41aa-4aec-9589-2644447f841d" providerId="ADAL" clId="{40A53A70-5976-42A4-AD5E-E44140CA36DF}" dt="2026-09-22T04:55:59.762" v="489" actId="20577"/>
          <ac:spMkLst>
            <pc:docMk/>
            <pc:sldMk cId="2901489861" sldId="1386"/>
            <ac:spMk id="7" creationId="{99278EDC-3D57-2EF3-700D-A5C01F8FCBA4}"/>
          </ac:spMkLst>
        </pc:spChg>
        <pc:graphicFrameChg chg="mod modGraphic">
          <ac:chgData name="오 해찬" userId="398a30bc-41aa-4aec-9589-2644447f841d" providerId="ADAL" clId="{40A53A70-5976-42A4-AD5E-E44140CA36DF}" dt="2026-10-08T05:42:15.228" v="2067" actId="20577"/>
          <ac:graphicFrameMkLst>
            <pc:docMk/>
            <pc:sldMk cId="2901489861" sldId="1386"/>
            <ac:graphicFrameMk id="4" creationId="{8F9309B2-C62B-E4C3-F335-6CFC05B1BCE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42:22.555" v="2071" actId="20577"/>
        <pc:sldMkLst>
          <pc:docMk/>
          <pc:sldMk cId="1083106423" sldId="1387"/>
        </pc:sldMkLst>
        <pc:graphicFrameChg chg="mod modGraphic">
          <ac:chgData name="오 해찬" userId="398a30bc-41aa-4aec-9589-2644447f841d" providerId="ADAL" clId="{40A53A70-5976-42A4-AD5E-E44140CA36DF}" dt="2026-10-08T05:42:19.183" v="2069" actId="20577"/>
          <ac:graphicFrameMkLst>
            <pc:docMk/>
            <pc:sldMk cId="1083106423" sldId="1387"/>
            <ac:graphicFrameMk id="4" creationId="{729A356E-B92B-22AE-BF0E-61D25ACBB20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42:22.555" v="2071" actId="20577"/>
          <ac:graphicFrameMkLst>
            <pc:docMk/>
            <pc:sldMk cId="1083106423" sldId="1387"/>
            <ac:graphicFrameMk id="5" creationId="{7EA45D0D-B6C0-7047-5024-DECC0FFED61A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8:01:07.139" v="2278"/>
        <pc:sldMkLst>
          <pc:docMk/>
          <pc:sldMk cId="2168838001" sldId="1389"/>
        </pc:sldMkLst>
        <pc:spChg chg="add mod">
          <ac:chgData name="오 해찬" userId="398a30bc-41aa-4aec-9589-2644447f841d" providerId="ADAL" clId="{40A53A70-5976-42A4-AD5E-E44140CA36DF}" dt="2026-09-22T04:56:07.577" v="492" actId="20577"/>
          <ac:spMkLst>
            <pc:docMk/>
            <pc:sldMk cId="2168838001" sldId="1389"/>
            <ac:spMk id="5" creationId="{637747CB-2CA4-E12F-3A7D-5AC4BE4958B7}"/>
          </ac:spMkLst>
        </pc:spChg>
        <pc:graphicFrameChg chg="mod modGraphic">
          <ac:chgData name="오 해찬" userId="398a30bc-41aa-4aec-9589-2644447f841d" providerId="ADAL" clId="{40A53A70-5976-42A4-AD5E-E44140CA36DF}" dt="2026-10-15T08:01:07.139" v="2278"/>
          <ac:graphicFrameMkLst>
            <pc:docMk/>
            <pc:sldMk cId="2168838001" sldId="1389"/>
            <ac:graphicFrameMk id="4" creationId="{D276F990-D123-B548-0DE3-C05D14AA9D9E}"/>
          </ac:graphicFrameMkLst>
        </pc:graphicFrameChg>
      </pc:sldChg>
      <pc:sldChg chg="delSp modSp mod">
        <pc:chgData name="오 해찬" userId="398a30bc-41aa-4aec-9589-2644447f841d" providerId="ADAL" clId="{40A53A70-5976-42A4-AD5E-E44140CA36DF}" dt="2026-10-08T05:45:28.399" v="2082" actId="20577"/>
        <pc:sldMkLst>
          <pc:docMk/>
          <pc:sldMk cId="1030320423" sldId="1391"/>
        </pc:sldMkLst>
        <pc:graphicFrameChg chg="mod modGraphic">
          <ac:chgData name="오 해찬" userId="398a30bc-41aa-4aec-9589-2644447f841d" providerId="ADAL" clId="{40A53A70-5976-42A4-AD5E-E44140CA36DF}" dt="2026-10-08T05:45:28.399" v="2082" actId="20577"/>
          <ac:graphicFrameMkLst>
            <pc:docMk/>
            <pc:sldMk cId="1030320423" sldId="1391"/>
            <ac:graphicFrameMk id="4" creationId="{37F11247-266B-B8F7-3D75-B1055C2C2BF8}"/>
          </ac:graphicFrameMkLst>
        </pc:graphicFrameChg>
      </pc:sldChg>
      <pc:sldChg chg="modSp add del mod">
        <pc:chgData name="오 해찬" userId="398a30bc-41aa-4aec-9589-2644447f841d" providerId="ADAL" clId="{40A53A70-5976-42A4-AD5E-E44140CA36DF}" dt="2026-10-16T01:52:47.061" v="2485" actId="20577"/>
        <pc:sldMkLst>
          <pc:docMk/>
          <pc:sldMk cId="4194706103" sldId="1393"/>
        </pc:sldMkLst>
        <pc:graphicFrameChg chg="mod modGraphic">
          <ac:chgData name="오 해찬" userId="398a30bc-41aa-4aec-9589-2644447f841d" providerId="ADAL" clId="{40A53A70-5976-42A4-AD5E-E44140CA36DF}" dt="2026-10-16T01:52:47.061" v="2485" actId="20577"/>
          <ac:graphicFrameMkLst>
            <pc:docMk/>
            <pc:sldMk cId="4194706103" sldId="1393"/>
            <ac:graphicFrameMk id="4" creationId="{CEEA160E-1FFB-083E-25A0-8A395872A511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8T05:49:05.635" v="2116" actId="20577"/>
        <pc:sldMkLst>
          <pc:docMk/>
          <pc:sldMk cId="205380977" sldId="1394"/>
        </pc:sldMkLst>
        <pc:graphicFrameChg chg="mod modGraphic">
          <ac:chgData name="오 해찬" userId="398a30bc-41aa-4aec-9589-2644447f841d" providerId="ADAL" clId="{40A53A70-5976-42A4-AD5E-E44140CA36DF}" dt="2026-10-08T05:49:05.635" v="2116" actId="20577"/>
          <ac:graphicFrameMkLst>
            <pc:docMk/>
            <pc:sldMk cId="205380977" sldId="1394"/>
            <ac:graphicFrameMk id="4" creationId="{56615EBE-E88B-4411-73D2-56911446E7AF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50:03.203" v="2125" actId="20577"/>
        <pc:sldMkLst>
          <pc:docMk/>
          <pc:sldMk cId="3458039711" sldId="1399"/>
        </pc:sldMkLst>
        <pc:graphicFrameChg chg="mod modGraphic">
          <ac:chgData name="오 해찬" userId="398a30bc-41aa-4aec-9589-2644447f841d" providerId="ADAL" clId="{40A53A70-5976-42A4-AD5E-E44140CA36DF}" dt="2026-10-08T05:50:03.203" v="2125" actId="20577"/>
          <ac:graphicFrameMkLst>
            <pc:docMk/>
            <pc:sldMk cId="3458039711" sldId="1399"/>
            <ac:graphicFrameMk id="4" creationId="{25E6F8C4-B91E-779F-1391-11389C86E78E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3:08:37.252" v="1573" actId="20577"/>
        <pc:sldMkLst>
          <pc:docMk/>
          <pc:sldMk cId="3448455292" sldId="1404"/>
        </pc:sldMkLst>
        <pc:spChg chg="add mod">
          <ac:chgData name="오 해찬" userId="398a30bc-41aa-4aec-9589-2644447f841d" providerId="ADAL" clId="{40A53A70-5976-42A4-AD5E-E44140CA36DF}" dt="2026-09-22T05:06:28.235" v="676" actId="20577"/>
          <ac:spMkLst>
            <pc:docMk/>
            <pc:sldMk cId="3448455292" sldId="1404"/>
            <ac:spMk id="5" creationId="{F12D5BD2-625A-54C4-19ED-D8960C323CF7}"/>
          </ac:spMkLst>
        </pc:spChg>
        <pc:graphicFrameChg chg="mod modGraphic">
          <ac:chgData name="오 해찬" userId="398a30bc-41aa-4aec-9589-2644447f841d" providerId="ADAL" clId="{40A53A70-5976-42A4-AD5E-E44140CA36DF}" dt="2026-10-07T03:08:37.252" v="1573" actId="20577"/>
          <ac:graphicFrameMkLst>
            <pc:docMk/>
            <pc:sldMk cId="3448455292" sldId="1404"/>
            <ac:graphicFrameMk id="4" creationId="{D6CD6B31-4A5E-F18D-B5E6-C5F93788D432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6:02:50.899" v="2208" actId="20577"/>
        <pc:sldMkLst>
          <pc:docMk/>
          <pc:sldMk cId="409195238" sldId="1405"/>
        </pc:sldMkLst>
        <pc:spChg chg="mod">
          <ac:chgData name="오 해찬" userId="398a30bc-41aa-4aec-9589-2644447f841d" providerId="ADAL" clId="{40A53A70-5976-42A4-AD5E-E44140CA36DF}" dt="2026-10-07T01:26:21.599" v="1290" actId="1035"/>
          <ac:spMkLst>
            <pc:docMk/>
            <pc:sldMk cId="409195238" sldId="1405"/>
            <ac:spMk id="9" creationId="{523007B0-19C3-778F-6FC2-917BDE1053FE}"/>
          </ac:spMkLst>
        </pc:spChg>
        <pc:graphicFrameChg chg="mod modGraphic">
          <ac:chgData name="오 해찬" userId="398a30bc-41aa-4aec-9589-2644447f841d" providerId="ADAL" clId="{40A53A70-5976-42A4-AD5E-E44140CA36DF}" dt="2026-10-08T05:53:38.797" v="2149" actId="20577"/>
          <ac:graphicFrameMkLst>
            <pc:docMk/>
            <pc:sldMk cId="409195238" sldId="1405"/>
            <ac:graphicFrameMk id="4" creationId="{B26CAFA6-6074-DA84-3B6C-F6457E5673B0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6:02:50.899" v="2208" actId="20577"/>
          <ac:graphicFrameMkLst>
            <pc:docMk/>
            <pc:sldMk cId="409195238" sldId="1405"/>
            <ac:graphicFrameMk id="5" creationId="{DF5858F5-FF67-0558-07D9-C85885D1D511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54:36.185" v="2175" actId="20577"/>
        <pc:sldMkLst>
          <pc:docMk/>
          <pc:sldMk cId="2871414807" sldId="1407"/>
        </pc:sldMkLst>
        <pc:spChg chg="mod">
          <ac:chgData name="오 해찬" userId="398a30bc-41aa-4aec-9589-2644447f841d" providerId="ADAL" clId="{40A53A70-5976-42A4-AD5E-E44140CA36DF}" dt="2026-10-07T01:27:11.306" v="1302" actId="1036"/>
          <ac:spMkLst>
            <pc:docMk/>
            <pc:sldMk cId="2871414807" sldId="1407"/>
            <ac:spMk id="9" creationId="{FB4F77A9-39FD-39FA-1CE3-84B967E94D3A}"/>
          </ac:spMkLst>
        </pc:spChg>
        <pc:graphicFrameChg chg="mod modGraphic">
          <ac:chgData name="오 해찬" userId="398a30bc-41aa-4aec-9589-2644447f841d" providerId="ADAL" clId="{40A53A70-5976-42A4-AD5E-E44140CA36DF}" dt="2026-10-08T05:54:31.263" v="2166" actId="20577"/>
          <ac:graphicFrameMkLst>
            <pc:docMk/>
            <pc:sldMk cId="2871414807" sldId="1407"/>
            <ac:graphicFrameMk id="4" creationId="{D69A09CE-12DE-C558-200F-99D142B5C33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54:36.185" v="2175" actId="20577"/>
          <ac:graphicFrameMkLst>
            <pc:docMk/>
            <pc:sldMk cId="2871414807" sldId="1407"/>
            <ac:graphicFrameMk id="5" creationId="{F24D75FA-B0FC-4EB5-A3AE-4DA60D1A465B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6T01:49:49.547" v="2477" actId="113"/>
        <pc:sldMkLst>
          <pc:docMk/>
          <pc:sldMk cId="814913458" sldId="1409"/>
        </pc:sldMkLst>
        <pc:spChg chg="add mod">
          <ac:chgData name="오 해찬" userId="398a30bc-41aa-4aec-9589-2644447f841d" providerId="ADAL" clId="{40A53A70-5976-42A4-AD5E-E44140CA36DF}" dt="2026-09-22T05:06:19.263" v="668" actId="20577"/>
          <ac:spMkLst>
            <pc:docMk/>
            <pc:sldMk cId="814913458" sldId="1409"/>
            <ac:spMk id="5" creationId="{DCD2BB5B-CBCB-0CC7-03EE-52BD604B8866}"/>
          </ac:spMkLst>
        </pc:spChg>
        <pc:graphicFrameChg chg="mod modGraphic">
          <ac:chgData name="오 해찬" userId="398a30bc-41aa-4aec-9589-2644447f841d" providerId="ADAL" clId="{40A53A70-5976-42A4-AD5E-E44140CA36DF}" dt="2026-10-16T01:49:49.547" v="2477" actId="113"/>
          <ac:graphicFrameMkLst>
            <pc:docMk/>
            <pc:sldMk cId="814913458" sldId="1409"/>
            <ac:graphicFrameMk id="4" creationId="{031D894E-AE2F-3E9E-D9DE-6229C336AE5C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1:39:28.966" v="1349" actId="20577"/>
        <pc:sldMkLst>
          <pc:docMk/>
          <pc:sldMk cId="2848487772" sldId="1410"/>
        </pc:sldMkLst>
        <pc:spChg chg="add mod">
          <ac:chgData name="오 해찬" userId="398a30bc-41aa-4aec-9589-2644447f841d" providerId="ADAL" clId="{40A53A70-5976-42A4-AD5E-E44140CA36DF}" dt="2026-09-22T05:06:24.257" v="672" actId="20577"/>
          <ac:spMkLst>
            <pc:docMk/>
            <pc:sldMk cId="2848487772" sldId="1410"/>
            <ac:spMk id="5" creationId="{8CECE986-83A0-4A46-5C0B-6437C992C294}"/>
          </ac:spMkLst>
        </pc:spChg>
        <pc:graphicFrameChg chg="mod modGraphic">
          <ac:chgData name="오 해찬" userId="398a30bc-41aa-4aec-9589-2644447f841d" providerId="ADAL" clId="{40A53A70-5976-42A4-AD5E-E44140CA36DF}" dt="2026-10-07T01:39:28.966" v="1349" actId="20577"/>
          <ac:graphicFrameMkLst>
            <pc:docMk/>
            <pc:sldMk cId="2848487772" sldId="1410"/>
            <ac:graphicFrameMk id="4" creationId="{FC0BEBAF-AB6E-C43D-C139-00B7B903E9DF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09-22T08:17:48.147" v="967"/>
        <pc:sldMkLst>
          <pc:docMk/>
          <pc:sldMk cId="4069879606" sldId="1411"/>
        </pc:sldMkLst>
      </pc:sldChg>
      <pc:sldChg chg="addSp delSp modSp mod">
        <pc:chgData name="오 해찬" userId="398a30bc-41aa-4aec-9589-2644447f841d" providerId="ADAL" clId="{40A53A70-5976-42A4-AD5E-E44140CA36DF}" dt="2026-10-08T03:05:11.145" v="1765" actId="20577"/>
        <pc:sldMkLst>
          <pc:docMk/>
          <pc:sldMk cId="514184661" sldId="1412"/>
        </pc:sldMkLst>
        <pc:spChg chg="add mod">
          <ac:chgData name="오 해찬" userId="398a30bc-41aa-4aec-9589-2644447f841d" providerId="ADAL" clId="{40A53A70-5976-42A4-AD5E-E44140CA36DF}" dt="2026-09-22T04:59:37.964" v="513" actId="20577"/>
          <ac:spMkLst>
            <pc:docMk/>
            <pc:sldMk cId="514184661" sldId="1412"/>
            <ac:spMk id="7" creationId="{8AD367CE-8076-37E0-6429-E68DC4C935C5}"/>
          </ac:spMkLst>
        </pc:spChg>
        <pc:graphicFrameChg chg="mod modGraphic">
          <ac:chgData name="오 해찬" userId="398a30bc-41aa-4aec-9589-2644447f841d" providerId="ADAL" clId="{40A53A70-5976-42A4-AD5E-E44140CA36DF}" dt="2026-10-08T03:05:11.145" v="1765" actId="20577"/>
          <ac:graphicFrameMkLst>
            <pc:docMk/>
            <pc:sldMk cId="514184661" sldId="1412"/>
            <ac:graphicFrameMk id="4" creationId="{7E35E5BC-BADA-AEFE-0165-3052C6A05456}"/>
          </ac:graphicFrameMkLst>
        </pc:graphicFrameChg>
      </pc:sldChg>
      <pc:sldChg chg="modSp add del mod">
        <pc:chgData name="오 해찬" userId="398a30bc-41aa-4aec-9589-2644447f841d" providerId="ADAL" clId="{40A53A70-5976-42A4-AD5E-E44140CA36DF}" dt="2026-10-08T05:26:08.162" v="1900" actId="20577"/>
        <pc:sldMkLst>
          <pc:docMk/>
          <pc:sldMk cId="2232721679" sldId="1413"/>
        </pc:sldMkLst>
        <pc:graphicFrameChg chg="mod modGraphic">
          <ac:chgData name="오 해찬" userId="398a30bc-41aa-4aec-9589-2644447f841d" providerId="ADAL" clId="{40A53A70-5976-42A4-AD5E-E44140CA36DF}" dt="2026-10-08T05:24:55.426" v="1884" actId="20577"/>
          <ac:graphicFrameMkLst>
            <pc:docMk/>
            <pc:sldMk cId="2232721679" sldId="1413"/>
            <ac:graphicFrameMk id="5" creationId="{D13EDCFF-0496-E421-4CA3-FA7A18503207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3:15:46.891" v="1853" actId="20577"/>
          <ac:graphicFrameMkLst>
            <pc:docMk/>
            <pc:sldMk cId="2232721679" sldId="1413"/>
            <ac:graphicFrameMk id="7" creationId="{6C8B912A-5027-9E2C-1302-5FBB4321EA72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26:08.162" v="1900" actId="20577"/>
          <ac:graphicFrameMkLst>
            <pc:docMk/>
            <pc:sldMk cId="2232721679" sldId="1413"/>
            <ac:graphicFrameMk id="11" creationId="{60CA5748-3BFE-D732-311D-68E78C6DA013}"/>
          </ac:graphicFrameMkLst>
        </pc:graphicFrameChg>
      </pc:sldChg>
      <pc:sldChg chg="addSp modSp add mod">
        <pc:chgData name="오 해찬" userId="398a30bc-41aa-4aec-9589-2644447f841d" providerId="ADAL" clId="{40A53A70-5976-42A4-AD5E-E44140CA36DF}" dt="2026-09-22T05:10:47.720" v="733" actId="1036"/>
        <pc:sldMkLst>
          <pc:docMk/>
          <pc:sldMk cId="2323862659" sldId="1414"/>
        </pc:sldMkLst>
        <pc:spChg chg="add mod">
          <ac:chgData name="오 해찬" userId="398a30bc-41aa-4aec-9589-2644447f841d" providerId="ADAL" clId="{40A53A70-5976-42A4-AD5E-E44140CA36DF}" dt="2026-09-22T05:10:42.276" v="717" actId="20577"/>
          <ac:spMkLst>
            <pc:docMk/>
            <pc:sldMk cId="2323862659" sldId="1414"/>
            <ac:spMk id="5" creationId="{C41D1F7A-5BF8-01A9-D178-2D026B82CF92}"/>
          </ac:spMkLst>
        </pc:spChg>
        <pc:graphicFrameChg chg="mod">
          <ac:chgData name="오 해찬" userId="398a30bc-41aa-4aec-9589-2644447f841d" providerId="ADAL" clId="{40A53A70-5976-42A4-AD5E-E44140CA36DF}" dt="2026-09-22T05:10:47.720" v="733" actId="1036"/>
          <ac:graphicFrameMkLst>
            <pc:docMk/>
            <pc:sldMk cId="2323862659" sldId="1414"/>
            <ac:graphicFrameMk id="4" creationId="{CF61225B-B4C9-621A-3229-DDA937876F6C}"/>
          </ac:graphicFrameMkLst>
        </pc:graphicFrameChg>
      </pc:sldChg>
      <pc:sldChg chg="modSp add mod">
        <pc:chgData name="오 해찬" userId="398a30bc-41aa-4aec-9589-2644447f841d" providerId="ADAL" clId="{40A53A70-5976-42A4-AD5E-E44140CA36DF}" dt="2026-10-19T05:29:52.526" v="2786"/>
        <pc:sldMkLst>
          <pc:docMk/>
          <pc:sldMk cId="260682823" sldId="1415"/>
        </pc:sldMkLst>
        <pc:spChg chg="mod">
          <ac:chgData name="오 해찬" userId="398a30bc-41aa-4aec-9589-2644447f841d" providerId="ADAL" clId="{40A53A70-5976-42A4-AD5E-E44140CA36DF}" dt="2026-10-07T01:43:46.558" v="1380" actId="1035"/>
          <ac:spMkLst>
            <pc:docMk/>
            <pc:sldMk cId="260682823" sldId="1415"/>
            <ac:spMk id="9" creationId="{41017F0D-F734-B3A6-0565-95F9877BEB7F}"/>
          </ac:spMkLst>
        </pc:spChg>
        <pc:spChg chg="mod">
          <ac:chgData name="오 해찬" userId="398a30bc-41aa-4aec-9589-2644447f841d" providerId="ADAL" clId="{40A53A70-5976-42A4-AD5E-E44140CA36DF}" dt="2026-10-07T01:43:46.558" v="1380" actId="1035"/>
          <ac:spMkLst>
            <pc:docMk/>
            <pc:sldMk cId="260682823" sldId="1415"/>
            <ac:spMk id="10" creationId="{98664071-B60E-3709-FF15-DECC520CC44B}"/>
          </ac:spMkLst>
        </pc:spChg>
        <pc:graphicFrameChg chg="mod modGraphic">
          <ac:chgData name="오 해찬" userId="398a30bc-41aa-4aec-9589-2644447f841d" providerId="ADAL" clId="{40A53A70-5976-42A4-AD5E-E44140CA36DF}" dt="2026-10-16T01:52:40.213" v="2483" actId="20577"/>
          <ac:graphicFrameMkLst>
            <pc:docMk/>
            <pc:sldMk cId="260682823" sldId="1415"/>
            <ac:graphicFrameMk id="5" creationId="{865ECA8F-C1EE-6BD3-CD46-E3E5A88814D8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19T05:29:52.526" v="2786"/>
          <ac:graphicFrameMkLst>
            <pc:docMk/>
            <pc:sldMk cId="260682823" sldId="1415"/>
            <ac:graphicFrameMk id="6" creationId="{7FCC8DAF-4D5F-9646-739E-D5135CF586E8}"/>
          </ac:graphicFrameMkLst>
        </pc:graphicFrameChg>
      </pc:sldChg>
      <pc:sldChg chg="modSp add mod">
        <pc:chgData name="오 해찬" userId="398a30bc-41aa-4aec-9589-2644447f841d" providerId="ADAL" clId="{40A53A70-5976-42A4-AD5E-E44140CA36DF}" dt="2026-10-19T05:29:46.320" v="2785" actId="20577"/>
        <pc:sldMkLst>
          <pc:docMk/>
          <pc:sldMk cId="3963796570" sldId="1416"/>
        </pc:sldMkLst>
        <pc:spChg chg="mod">
          <ac:chgData name="오 해찬" userId="398a30bc-41aa-4aec-9589-2644447f841d" providerId="ADAL" clId="{40A53A70-5976-42A4-AD5E-E44140CA36DF}" dt="2026-10-07T01:25:40.812" v="1258" actId="1036"/>
          <ac:spMkLst>
            <pc:docMk/>
            <pc:sldMk cId="3963796570" sldId="1416"/>
            <ac:spMk id="7" creationId="{E17DA092-E4D3-0A0C-7975-B9F1B56F0665}"/>
          </ac:spMkLst>
        </pc:spChg>
        <pc:graphicFrameChg chg="mod modGraphic">
          <ac:chgData name="오 해찬" userId="398a30bc-41aa-4aec-9589-2644447f841d" providerId="ADAL" clId="{40A53A70-5976-42A4-AD5E-E44140CA36DF}" dt="2026-10-16T01:52:58.828" v="2487" actId="20577"/>
          <ac:graphicFrameMkLst>
            <pc:docMk/>
            <pc:sldMk cId="3963796570" sldId="1416"/>
            <ac:graphicFrameMk id="4" creationId="{49605702-62FA-6987-B1A1-F114C1B9CE86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19T05:29:46.320" v="2785" actId="20577"/>
          <ac:graphicFrameMkLst>
            <pc:docMk/>
            <pc:sldMk cId="3963796570" sldId="1416"/>
            <ac:graphicFrameMk id="9" creationId="{71A4C9D2-D4C1-1BF2-9430-9BEBBCB9A79D}"/>
          </ac:graphicFrameMkLst>
        </pc:graphicFrameChg>
      </pc:sldChg>
      <pc:sldChg chg="addSp delSp modSp add mod">
        <pc:chgData name="오 해찬" userId="398a30bc-41aa-4aec-9589-2644447f841d" providerId="ADAL" clId="{40A53A70-5976-42A4-AD5E-E44140CA36DF}" dt="2026-10-20T04:38:02.279" v="3166" actId="20577"/>
        <pc:sldMkLst>
          <pc:docMk/>
          <pc:sldMk cId="1676192216" sldId="1417"/>
        </pc:sldMkLst>
        <pc:spChg chg="add del">
          <ac:chgData name="오 해찬" userId="398a30bc-41aa-4aec-9589-2644447f841d" providerId="ADAL" clId="{40A53A70-5976-42A4-AD5E-E44140CA36DF}" dt="2026-10-20T03:07:47.818" v="3023" actId="22"/>
          <ac:spMkLst>
            <pc:docMk/>
            <pc:sldMk cId="1676192216" sldId="1417"/>
            <ac:spMk id="6" creationId="{5BF34282-0FC9-7C0D-C412-4D1F36ABF69F}"/>
          </ac:spMkLst>
        </pc:spChg>
        <pc:spChg chg="mod">
          <ac:chgData name="오 해찬" userId="398a30bc-41aa-4aec-9589-2644447f841d" providerId="ADAL" clId="{40A53A70-5976-42A4-AD5E-E44140CA36DF}" dt="2026-10-19T05:29:26.021" v="2770" actId="1035"/>
          <ac:spMkLst>
            <pc:docMk/>
            <pc:sldMk cId="1676192216" sldId="1417"/>
            <ac:spMk id="7" creationId="{0C950522-043F-3404-32E1-060D2A620CF6}"/>
          </ac:spMkLst>
        </pc:spChg>
        <pc:graphicFrameChg chg="add del mod modGraphic">
          <ac:chgData name="오 해찬" userId="398a30bc-41aa-4aec-9589-2644447f841d" providerId="ADAL" clId="{40A53A70-5976-42A4-AD5E-E44140CA36DF}" dt="2026-10-20T04:38:02.279" v="3166" actId="20577"/>
          <ac:graphicFrameMkLst>
            <pc:docMk/>
            <pc:sldMk cId="1676192216" sldId="1417"/>
            <ac:graphicFrameMk id="5" creationId="{A77BC027-3C5D-214B-F98B-1068DA717920}"/>
          </ac:graphicFrameMkLst>
        </pc:graphicFrameChg>
        <pc:graphicFrameChg chg="mod">
          <ac:chgData name="오 해찬" userId="398a30bc-41aa-4aec-9589-2644447f841d" providerId="ADAL" clId="{40A53A70-5976-42A4-AD5E-E44140CA36DF}" dt="2026-10-19T05:29:26.021" v="2770" actId="1035"/>
          <ac:graphicFrameMkLst>
            <pc:docMk/>
            <pc:sldMk cId="1676192216" sldId="1417"/>
            <ac:graphicFrameMk id="9" creationId="{6DC06829-9C83-9A79-215B-98CAB7729CB1}"/>
          </ac:graphicFrameMkLst>
        </pc:graphicFrameChg>
      </pc:sldChg>
      <pc:sldChg chg="add del">
        <pc:chgData name="오 해찬" userId="398a30bc-41aa-4aec-9589-2644447f841d" providerId="ADAL" clId="{40A53A70-5976-42A4-AD5E-E44140CA36DF}" dt="2026-10-19T04:50:44.148" v="2522" actId="47"/>
        <pc:sldMkLst>
          <pc:docMk/>
          <pc:sldMk cId="4264767309" sldId="1418"/>
        </pc:sldMkLst>
      </pc:sldChg>
      <pc:sldChg chg="delSp modSp add mod">
        <pc:chgData name="오 해찬" userId="398a30bc-41aa-4aec-9589-2644447f841d" providerId="ADAL" clId="{40A53A70-5976-42A4-AD5E-E44140CA36DF}" dt="2026-10-19T07:52:19.986" v="3021" actId="20577"/>
        <pc:sldMkLst>
          <pc:docMk/>
          <pc:sldMk cId="3234724223" sldId="1419"/>
        </pc:sldMkLst>
        <pc:graphicFrameChg chg="mod modGraphic">
          <ac:chgData name="오 해찬" userId="398a30bc-41aa-4aec-9589-2644447f841d" providerId="ADAL" clId="{40A53A70-5976-42A4-AD5E-E44140CA36DF}" dt="2026-10-19T07:52:19.986" v="3021" actId="20577"/>
          <ac:graphicFrameMkLst>
            <pc:docMk/>
            <pc:sldMk cId="3234724223" sldId="1419"/>
            <ac:graphicFrameMk id="4" creationId="{DC02E768-6B4B-07F0-DBBD-A756A538B1CA}"/>
          </ac:graphicFrameMkLst>
        </pc:graphicFrameChg>
        <pc:picChg chg="del">
          <ac:chgData name="오 해찬" userId="398a30bc-41aa-4aec-9589-2644447f841d" providerId="ADAL" clId="{40A53A70-5976-42A4-AD5E-E44140CA36DF}" dt="2026-10-19T04:50:46.516" v="2523" actId="478"/>
          <ac:picMkLst>
            <pc:docMk/>
            <pc:sldMk cId="3234724223" sldId="1419"/>
            <ac:picMk id="6" creationId="{4A5B1112-E7F5-409F-B7A7-C648D03FC4A1}"/>
          </ac:picMkLst>
        </pc:picChg>
      </pc:sldChg>
      <pc:sldChg chg="add del">
        <pc:chgData name="오 해찬" userId="398a30bc-41aa-4aec-9589-2644447f841d" providerId="ADAL" clId="{40A53A70-5976-42A4-AD5E-E44140CA36DF}" dt="2026-10-20T04:34:31.858" v="3155" actId="2696"/>
        <pc:sldMkLst>
          <pc:docMk/>
          <pc:sldMk cId="452530168" sldId="1420"/>
        </pc:sldMkLst>
      </pc:sldChg>
      <pc:sldChg chg="add del">
        <pc:chgData name="오 해찬" userId="398a30bc-41aa-4aec-9589-2644447f841d" providerId="ADAL" clId="{40A53A70-5976-42A4-AD5E-E44140CA36DF}" dt="2026-10-20T04:34:43.498" v="3156" actId="2696"/>
        <pc:sldMkLst>
          <pc:docMk/>
          <pc:sldMk cId="3235951553" sldId="1421"/>
        </pc:sldMkLst>
      </pc:sldChg>
    </pc:docChg>
  </pc:docChgLst>
</pc:chgInfo>
</file>

<file path=ppt/comments/modernComment_57C_CD8B407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7D39F9D-D019-446C-B348-E87396B9BD33}" authorId="{B606345A-1B02-C35A-D0E5-DF8A67A6C758}" created="2026-10-08T05:59:09.210">
    <pc:sldMkLst xmlns:pc="http://schemas.microsoft.com/office/powerpoint/2013/main/command">
      <pc:docMk/>
      <pc:sldMk cId="3448455292" sldId="1404"/>
    </pc:sldMkLst>
    <p188:txBody>
      <a:bodyPr/>
      <a:lstStyle/>
      <a:p>
        <a:r>
          <a:rPr lang="ko-KR" altLang="en-US"/>
          <a:t>IC603꺼 잘못 가져온 것 같습니다.</a:t>
        </a:r>
      </a:p>
    </p188:txBody>
  </p188:cm>
</p188:cmLst>
</file>

<file path=ppt/comments/modernComment_525_869E7EC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B4AA6A5-2817-458A-ADDD-CDB6EE649763}" authorId="{B606345A-1B02-C35A-D0E5-DF8A67A6C758}" created="2026-09-15T08:53:06.68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258534085" sldId="1317"/>
      <ac:spMk id="3" creationId="{52A64E01-B253-F31F-FD34-C7D07C13ED29}"/>
      <ac:txMk cp="0" len="18">
        <ac:context len="19" hash="1091612370"/>
      </ac:txMk>
    </ac:txMkLst>
    <p188:pos x="2533277" y="199084"/>
    <p188:txBody>
      <a:bodyPr/>
      <a:lstStyle/>
      <a:p>
        <a:r>
          <a:rPr lang="ko-KR" altLang="en-US"/>
          <a:t>확인 필요</a:t>
        </a:r>
      </a:p>
    </p188:txBody>
  </p188:cm>
</p188:cmLst>
</file>

<file path=ppt/comments/modernComment_549_E782FD9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66C4030-04BC-42D8-BA26-7E9D5A492C50}" authorId="{B606345A-1B02-C35A-D0E5-DF8A67A6C758}" created="2026-09-07T01:41:15.77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884121493" sldId="1353"/>
      <ac:spMk id="3" creationId="{A27065EE-2EBE-7033-680B-50BF10966EF1}"/>
      <ac:txMk cp="0" len="5">
        <ac:context len="6" hash="2786503909"/>
      </ac:txMk>
    </ac:txMkLst>
    <p188:pos x="908947" y="203438"/>
    <p188:txBody>
      <a:bodyPr/>
      <a:lstStyle/>
      <a:p>
        <a:r>
          <a:rPr lang="ko-KR" altLang="en-US"/>
          <a:t>DGTL팀에게 문의</a:t>
        </a:r>
      </a:p>
    </p188:txBody>
  </p188:cm>
</p188:cmLst>
</file>

<file path=ppt/comments/modernComment_584_1EA5D5D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8778825-4F45-4AFD-BB6E-99E93CA3042E}" authorId="{B606345A-1B02-C35A-D0E5-DF8A67A6C758}" created="2026-09-15T08:53:17.99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514184661" sldId="1412"/>
      <ac:spMk id="3" creationId="{C1CA067D-52A3-6CBF-FD0E-BFB70B45E41C}"/>
      <ac:txMk cp="0" len="18">
        <ac:context len="19" hash="1091613459"/>
      </ac:txMk>
    </ac:txMkLst>
    <p188:pos x="2533277" y="199084"/>
    <p188:txBody>
      <a:bodyPr/>
      <a:lstStyle/>
      <a:p>
        <a:r>
          <a:rPr lang="ko-KR" altLang="en-US"/>
          <a:t>확인 필요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8F0EB2-252D-42CC-AD4A-287C8E9DFF3B}" type="datetimeFigureOut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E06945-9310-4159-BB5D-98671A4EF3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4994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911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BE5AE-A079-256F-F1CA-E8B9D4896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0C9E47-D514-FA6D-886F-279F1C8350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9463DA-A19B-ECEF-1587-BF9C12308F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730E9D-DD8F-FC56-CBC2-F1EBED879A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708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FD6D3-E5C9-5BC3-65CA-3A48F7870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CC699D1-D0B3-D0AC-74D7-ED33B48A11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2F5FED-E44C-EEB9-B0F7-2898E49898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E9606D-F9BA-9DE4-D444-443E6CC497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1431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EADE2-104B-3D7D-65E9-B3BFD6D56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DAEAE5-3206-3575-9004-CC300C20CB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F543AF-014A-AFDD-CC20-E32440F1BC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E37006-A07B-85BC-5D79-2D318A5E92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94241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C8B1F-F612-1B1C-629D-A01F9123B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69A189-4B8D-1883-EDF8-D95BD927E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DFEC6BF-85C8-1985-C6ED-F9900929D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29ED8D-F413-632B-93D8-7E02B135CF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9698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89212-2AF5-9F0D-CBD2-A597A43AA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8FF177-D159-5E0F-692C-110DFEFC7D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7CB918-59B4-1C18-94A2-D2913DC369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7BFEA6-E349-95F6-A22A-963089481B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30827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03E-B6BF-DB52-B330-B9306207F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EFA82E3-A7EF-7435-1FEA-DCC944E32B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AFEB07-FF0E-FE29-647B-2882D42633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CAB07E-8AB7-C3DD-5440-EAEFB27FBF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4023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A0424-4876-5FFE-0C75-12F63CC62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90B0445-E2C8-AD99-C0A8-C8BF5A544D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09439F-0866-B9E1-7574-C40C6AD00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86CC92-2235-9A6C-0FB9-F16C090D60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0781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FF3C8-5E23-D0D5-30D1-585BFFE6A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3834B2-80C6-1E1F-24F0-7505EBFDC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DC4E4F-82B2-3517-FA55-AA11854EC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A6757D-0F70-D0EF-587D-7C6E5D994E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54488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93E53-D3EB-4C87-FCCA-DE66F17AF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DB657E-3205-DC5B-27CC-EF25AB900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8F2926-3E61-A2C1-6D38-2A868872E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1C19F1-AA48-B2B9-70C6-49911A812D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5609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030EB-386C-6A50-0F7F-FB9AD368E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3FD881-9390-011B-8FBB-92439E0C0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1CDBFE-336E-3E96-DFED-77594417BD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CB86E3-CA8B-D8BD-0D96-44B956292D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7195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8B57D-069C-8DDD-CC30-9ED0574DB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9E6681-0FFD-2F04-9F3E-4DB96FC7D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7FA397-70EA-D5D1-241D-8C20D4342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6F5841-A9A6-B97E-B2C2-29F31FED1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2170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45649-4CAD-F980-BD02-8DC4DFB56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21286F-D740-9832-0251-2A647326B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37E2C8-623E-2142-C0D0-146E86BC4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C6ABAC-324D-126D-769C-37EF4E4BE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6220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30328-3F01-3C6D-81D9-8CB33B699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42BA1B-76A9-A4B2-1FF4-B46C8D63AE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899701-8536-4A9D-8F12-9B1558D89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4A6D0B-364B-5C60-8474-2C07BF394B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79768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25C05-EBDF-F716-C1DB-555E1CA67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7355D4-F055-2FCD-944A-F9D9BAFF2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79C98C-BC4C-DC5B-44A5-41C17F037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858675-EF77-5C12-B3B6-FA62A0E7B2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2587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6CE7C-1227-03AA-490F-11AF0E3F4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E7CBB4-5B46-5B1A-EA52-B93DA6E45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DBE9EA-0864-8F62-D4F0-D14BA223E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B9E025-D4C0-859C-99E9-A6167AE240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8729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032DB-56AC-C1D9-EB5E-06BA6679B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21CFE7-1085-80EE-3BE2-835C0938AB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C1C6B5-00F7-8E8A-1E06-7218A3E1A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B98D87-A19E-360E-41AB-EAD5A6C0AA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462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84075-E770-F60F-849F-2B9802B44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B090B0-7F5B-D085-68AB-C5384ADB9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C7DA8B-DECA-1313-3E8F-5E55A98BE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CE9179-F966-54A1-A077-8DB0BD54A2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289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7F910-C5FB-B626-A33B-FCDB06679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4D4662-765A-ACBB-6F43-C18E2D02D6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DA4F54-7D6A-E7AD-B96D-EE9CBE2B3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D4BB9D-6896-AAA6-A7E7-F6169E2875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6432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8669A-B2A4-3585-D329-5609B819C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70427B-766C-018D-5669-2E42ADCBF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05AEAD-93BC-AA41-079F-2A45CD022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FC87CE-F2C8-7366-D39D-D7EDD352E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4505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40716-78DB-3473-7745-96274BC1F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28B964-027C-3DDC-276F-AB6ACE6335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687FD3-65CF-10F4-FDEE-2136E3527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0E0701-073B-8780-555C-DF25D82DA0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8621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5EFF9-8C30-13C6-B086-F7B8D8BBA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C05201-E304-0C3E-D080-16E785D8A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7F33D0-8795-49F6-04AF-B6409717F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1D418C-17C1-3C1C-7716-002C2CD37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3792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2D793-7A1C-EC4D-6D72-8F8A59740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71D17D-A2D3-5D39-6596-BE639FD5A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C91F1A-DADC-A815-75E1-AFAEB5A7B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B9B1E2-EAAF-4DD3-9F36-47E183831B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6575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B2E30-DF41-6753-1988-7E191810F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C9EAFF-C696-A535-87EF-EF63B0BF21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B60457-4994-F6E2-65FE-9EC97341E7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854C52-6786-3CA0-02D9-CC8D4DB55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1781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D2085-7BDF-57C0-C8D9-7206037F9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E7DAB9-4684-8571-2A03-561438B40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872739-8196-BF3E-06BA-E88170EA3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EA9CC6-3A50-976D-44B8-150EFC8153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07104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656F7-205F-30BB-6BB2-CDE46068C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7D670B-BE3E-36AD-7E4D-8F757F78A0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DEC74A-E697-1B92-D035-D5FA420B7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DC8581-8DB8-3399-B3A5-0E30F7B5EB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3461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DFEF4-6976-9424-E0FB-969735240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C1C1FA-351A-DCD7-248A-B504C6D32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F1FFBA-0A7F-B1B1-0583-F69B148E4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5E206D-01B9-1FD8-864E-7315BA18AA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2826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EFF75-8F3C-CAAD-8AF6-7BE91CDBF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8BCFE0-E2E0-9F57-E1CF-7F00AE0636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0E869A-4C4B-A7FB-B194-5012C0394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4F76E2-2AC4-1E59-10AD-F00487555F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6975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51C64-093C-6D94-9E77-A8C5333E1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8FA857-BD21-5293-67F9-68F45506A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EAAEE1-A7CC-0B88-8B15-3B63DD558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D4E806-B114-EB53-D641-717F52A4B7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9146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95BE5-CAFE-7D0A-4392-08223CDA9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76FB5C-B208-FA58-60B2-7003F82AA9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2D969A-EB2F-3846-EEF4-0AEA8FB37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0B324E-6189-F283-773D-1351744D89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22488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D0700-6875-0AEA-55DD-886FE5051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E3DAFE-6493-AC27-D6EF-6E04FE01C0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318FC8-ADEF-EF6C-AF8C-2850BE40E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625CF8-E0E1-2C25-4EAD-2B36653B6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54794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2722A-07E8-6E83-DB35-488C94E98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B068C6-29DE-CB7E-7F75-2374015C8D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62F680-50CD-A1A3-429F-FCE9CB339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87C005-D051-F0A3-928F-18FE7D43C3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02723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CFF8E-8743-8933-6B6B-862FC9BA2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CFC2FF-357A-0EC8-C0DB-9208701F6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12253E-185E-28F9-BD87-BA1F6A23DE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DF8E1C-FEDB-69C9-E51E-61596B8A8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00710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FFE89-0937-9E81-8A77-DA8D062FD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57DEB7-C1E2-5489-2543-D56D28F91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CD7942-9E50-C915-9B69-5F039F1E9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14DD39-E9A5-2BED-1B49-FA5B96E6A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50410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86FF8-0498-6932-7C1C-3FE82B176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3501CC-86ED-1F29-91F0-C79677CC5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B62308-E9EB-6000-B0CB-DF4536FFD3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26B1E5-143A-877B-20BD-1D7EC41191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8324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26D40-DBD0-17C1-9BF8-ECC153E7F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E1736E-C571-9107-8B27-C6115638D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C9E8D7-2FFA-304D-E42B-4F5041D06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0DE3F4-AFD4-274D-F92D-297F0525BD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60611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AE647-A109-4BA0-B63E-AE0F7EEFA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59D4E5-840F-0EB9-4869-4B40805049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1B9100-C29C-DFFB-10DA-582F8F6C21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726AC4-0FAF-B852-18ED-5CD4E0A1C3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68589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97A0F-06EC-2E00-8579-F2A8773DD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4CBF49-119C-ACEA-C975-0540A38D1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A94BF0-A282-EBDE-CFA5-B7DB99C82B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595905-C846-B73D-4C4C-DD28258E6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47639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FCC76-89B6-546D-B1CE-25C9FAE93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7145494-488E-A73E-F833-ED416FB29D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0D7A41E-C2E4-BAF3-3E25-1624D94F2E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CFF672-77F8-A8E0-21F5-01EA744421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822389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C58B2-5C87-AD16-DA1C-0ED214884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717B1E-8613-1887-FFA9-8E44A4D76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C7A6CF-B74A-3D36-27F6-6ABADB12F7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3E1A1C-0851-3AAB-847F-78C6D51AC4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425177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E9FF7-A2D5-B1FD-26B3-44511BEE2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EEBFCF-DBED-D656-442F-8846241300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B88D63-277B-198D-B6A1-EAC47E1CB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E29B77-960E-F679-8985-7DBBB0E813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98592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696AD-9BD7-EB69-B794-C0412876C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503082B-F23A-00EC-37C3-D261445645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5B0532-3C3E-D5E8-7E6F-4965EFDA7F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E61718-EFF7-C697-0600-2968010B88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049135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196B-E1F5-C71B-5C29-0BAFB085B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FF5491-1E8C-A32B-AC70-B0A45926B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FF9C1E-8F87-8EC5-4ACD-20818BC06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436060-FE36-5EEF-6E1C-AF847CD714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272521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59CA7-5FAA-30EF-BD60-A7B251493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1E1AA3-095C-AAC5-9326-8FC0DDA831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5E236B-1589-4324-27B9-4188B13FCF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E6DC7E-3624-3AA9-E659-A832B773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597613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276F1-0A1F-2FC1-C7E7-6C7329EE7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ADCA54-5D1C-4FCA-1C59-82B6FFABB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235F2C-FAD7-84B2-FA28-193FB0B742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1FE9B6-9A53-D847-B08D-B5B7BA8663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44346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7052D-2A57-9327-81DB-1A7E7E7B0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D1F765-5E89-0541-CBD7-49B8632FA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85463D-7F8F-897A-32D3-CE125539F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B829D2-3244-18D5-82E6-5F639835C1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85870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AE765-9401-6CAC-2870-F33388921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466B784-2CEF-6EC8-4EE3-F7862A91A5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C2CD5C-E09C-5E8E-4E04-F16F12E2DA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51AC29-210D-78C7-5141-7D6E4C2562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312687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93418-60AD-6AA9-3851-7132C3803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680736-75EA-16F4-0C35-77ECB485C1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EC67FE-5B28-14A4-0EBC-2A398457B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9ACC60-1AF3-9327-F247-FC92AAF548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49696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68E31-F03D-BD11-90F1-EBE464DA5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F9E37E-30BD-73AA-E432-A5FD4B4072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2B3F9C-4D61-A8E2-3161-1532732D4F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4A8BCB-4D98-F72B-C4A1-BF0C826AA3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34840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0B4EB-9B3E-0B16-9770-91601809C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828476-05FC-8AA8-F3B2-B020C8F87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3F1351-7DB1-DC9E-A7AE-6C82B0BA59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EC54AD-7AA5-F53F-E67B-F9029130DD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25568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DFE4B-AD6E-5F37-7492-BB6A801B9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8A8A7A-A9AB-B97D-B7AC-534833FB0A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2B4885-834E-9152-8259-13A088BB6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902381-81FA-083D-D24D-D906BAF06E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83355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E8116-E5EB-7C82-8CB7-77DF51F66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6BCF69-DEA0-D1DB-454A-370628A53F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7CAADD-8AD6-8995-3745-1AB954796C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987338-3CB0-3774-B643-234210BE5E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00693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8B7D9-82DD-ECAE-FD5C-C44723855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0B0C90-D6BF-22F8-350A-95463CF0DA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F5B3CA-0953-41EA-7A61-C51E2F6A4C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43000F-1602-16D7-72D8-73736208A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368049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C2BDC-B50B-D78D-E257-AFD6C7D5E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431A3C-F160-1995-1113-570447B5E1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9F0BB5-ABE4-AA22-E6A3-042201BD1B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571122-C607-682A-0611-F2084D3589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258440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2407A-2E86-AAD3-9DE9-B575E68F7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23B2F1-96E2-D8AE-D99C-0F915A737B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D38967-2D5D-57DF-48C5-491725227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EA77E0-1B2B-67E5-5ECC-95DD420A8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78615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2244F-D86D-2F76-A3BC-64E392D44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81E64F-7DD5-0E40-F39E-FA83FABCEF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B2A02C-EFEC-BC49-DA94-DEAAECF11B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7AC21B-7FC0-D82C-899B-D2214F7723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777136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C9784-1E55-29D5-2342-CA744EFD4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637659-1DDA-CF42-424C-86BEE5177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320C00-9B7F-A5D7-B94F-1550272FA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7317D2-F494-0F15-8EBE-730E92CBF4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27462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75637-3B69-AB7B-7967-4168D047F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8944EC-25D2-11C6-4942-974A900C5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7B162B-2D06-9711-4CE4-D29834D7D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9E2AB8-9972-4874-E162-B96C823034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475206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4818A-227C-C81D-36C6-A5A64BA44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480B77-E473-65F7-7AF6-AB17A0E8B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12DD7F-57AA-BC79-5866-171FBE89A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D4777F-90EE-6056-48E4-574B02F1B0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03958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9EE0F-A5F8-042E-D22A-88AB77F29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B2D0E0-5F43-E9E7-D9AA-8FD3B17BE7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3DE517-DB14-6DE6-A5AC-1A54A8D55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70F81E-1F14-566D-F2F7-1CF52CD6A7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851165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E1D06-F8C5-7764-0ED7-9003A8B20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B0315A-8119-95C5-1C07-76B2F547C9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D27227-6FAA-0208-7EEA-9E29247FD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BECB32-EC3B-BFF1-A9B6-34FFAD79AC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42155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C222A-8BFE-A3A4-E2FC-315C428BB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61544C-6802-058F-C26E-B57A9BD1B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53BDD6F-BD5B-9AEA-104A-66E15015B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070B03-81B8-DE0F-EA5C-AE4693E81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418186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C756A-CB79-C674-8D9A-82E8F1246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9E3AD9-B99F-7499-7705-76C21D7158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BC8CDD-FE85-AE3E-3338-C4A167347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EFE63-9CB0-69C5-E00B-44D60D7D9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28627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B0F30-C48D-11EA-670B-E465BADBF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DC27E3-FFB2-3C5E-DE8A-A531648214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99C6A8-8CFE-9E3F-8A26-84A883142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C2D904-6B38-95CE-4A7D-8261C5EBDA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561964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D66B4-694E-462F-20F8-2B43878EA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442CED-2A00-4730-351C-5FC140A9FC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04A63E-072B-8740-6B9A-9B7EA8F20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2AB958-AD03-476F-930F-1B2417023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128259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AADCE-1222-C35A-5D09-6E5611322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1E110F8-C6C7-12E2-2B17-05194B24C2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F10FEC-6F52-03E3-7124-36387E0444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C3A615-97A7-2397-65D7-24D07F33CB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4525627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7DF0E-B599-BE6C-5143-052229E46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2D81A3-CC14-4F28-770A-B8FEDACD1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B27FC1-4057-E8DF-1B0B-F98B8AE3FE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2CBE77-9802-ABD2-0301-F2AA4B29BD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007423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67DEF-1303-C655-74FE-8ECC15092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52DCD3-DE36-2D55-8FA9-A0413F433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ED0D44-B54C-7E2C-8869-623761538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D10FBF-D70E-6D22-EC9E-17DD386C1D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907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서면결재용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Line 7"/>
          <p:cNvSpPr>
            <a:spLocks noChangeShapeType="1"/>
          </p:cNvSpPr>
          <p:nvPr/>
        </p:nvSpPr>
        <p:spPr bwMode="auto">
          <a:xfrm>
            <a:off x="579437" y="1916832"/>
            <a:ext cx="8713787" cy="0"/>
          </a:xfrm>
          <a:prstGeom prst="line">
            <a:avLst/>
          </a:prstGeom>
          <a:noFill/>
          <a:ln w="25400">
            <a:solidFill>
              <a:srgbClr val="AEAEAE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Picture 2" descr="U:\00_로고파일\CI_JPG+AI_파일묶음\hyundaimobis_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04" y="332656"/>
            <a:ext cx="1008112" cy="347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텍스트 개체 틀 56"/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sp>
        <p:nvSpPr>
          <p:cNvPr id="14" name="텍스트 개체 틀 3"/>
          <p:cNvSpPr>
            <a:spLocks noGrp="1"/>
          </p:cNvSpPr>
          <p:nvPr>
            <p:ph type="body" sz="quarter" idx="15" hasCustomPrompt="1"/>
          </p:nvPr>
        </p:nvSpPr>
        <p:spPr>
          <a:xfrm>
            <a:off x="705198" y="5378169"/>
            <a:ext cx="1433758" cy="2830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2023.03.01</a:t>
            </a:r>
            <a:endParaRPr lang="ko-KR" altLang="en-US"/>
          </a:p>
        </p:txBody>
      </p:sp>
      <p:sp>
        <p:nvSpPr>
          <p:cNvPr id="15" name="텍스트 개체 틀 7"/>
          <p:cNvSpPr>
            <a:spLocks noGrp="1"/>
          </p:cNvSpPr>
          <p:nvPr>
            <p:ph type="body" sz="quarter" idx="16" hasCustomPrompt="1"/>
          </p:nvPr>
        </p:nvSpPr>
        <p:spPr>
          <a:xfrm>
            <a:off x="714846" y="5718854"/>
            <a:ext cx="1767375" cy="302434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 baseline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/>
              <a:t>OO</a:t>
            </a:r>
            <a:r>
              <a:rPr lang="ko-KR" altLang="en-US"/>
              <a:t>부문 </a:t>
            </a:r>
            <a:r>
              <a:rPr lang="en-US" altLang="ko-KR"/>
              <a:t>OO</a:t>
            </a:r>
            <a:r>
              <a:rPr lang="ko-KR" altLang="en-US"/>
              <a:t>팀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ko-KR" altLang="en-US"/>
          </a:p>
        </p:txBody>
      </p:sp>
      <p:sp>
        <p:nvSpPr>
          <p:cNvPr id="16" name="텍스트 개체 틀 11"/>
          <p:cNvSpPr>
            <a:spLocks noGrp="1"/>
          </p:cNvSpPr>
          <p:nvPr>
            <p:ph type="body" sz="quarter" idx="17" hasCustomPrompt="1"/>
          </p:nvPr>
        </p:nvSpPr>
        <p:spPr>
          <a:xfrm>
            <a:off x="714845" y="6087580"/>
            <a:ext cx="1933899" cy="2937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ko-KR" altLang="en-US"/>
              <a:t>작성자 </a:t>
            </a:r>
            <a:r>
              <a:rPr lang="en-US" altLang="ko-KR"/>
              <a:t>: </a:t>
            </a:r>
            <a:r>
              <a:rPr lang="ko-KR" altLang="en-US"/>
              <a:t>홍길동 매니저</a:t>
            </a:r>
          </a:p>
        </p:txBody>
      </p:sp>
      <p:sp>
        <p:nvSpPr>
          <p:cNvPr id="17" name="텍스트 개체 틀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0512" y="1386109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8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/>
              <a:t>제목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B 28</a:t>
            </a:r>
            <a:endParaRPr lang="ko-KR" altLang="en-US"/>
          </a:p>
        </p:txBody>
      </p:sp>
      <p:sp>
        <p:nvSpPr>
          <p:cNvPr id="18" name="텍스트 개체 틀 14"/>
          <p:cNvSpPr>
            <a:spLocks noGrp="1"/>
          </p:cNvSpPr>
          <p:nvPr>
            <p:ph type="body" sz="quarter" idx="19" hasCustomPrompt="1"/>
          </p:nvPr>
        </p:nvSpPr>
        <p:spPr>
          <a:xfrm>
            <a:off x="560512" y="1916832"/>
            <a:ext cx="5328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/>
              <a:t>소제목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M 24</a:t>
            </a:r>
            <a:endParaRPr lang="ko-KR" altLang="en-US"/>
          </a:p>
        </p:txBody>
      </p:sp>
      <p:pic>
        <p:nvPicPr>
          <p:cNvPr id="4" name="그림 3" descr="레드, 다크, 빛이(가) 표시된 사진&#10;&#10;자동 생성된 설명">
            <a:extLst>
              <a:ext uri="{FF2B5EF4-FFF2-40B4-BE49-F238E27FC236}">
                <a16:creationId xmlns:a16="http://schemas.microsoft.com/office/drawing/2014/main" id="{1CAA88DE-311A-2EFA-A944-3DB7CFB9862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81745" y="2790000"/>
            <a:ext cx="5424255" cy="40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135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631825" y="2060575"/>
            <a:ext cx="8858250" cy="3240088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0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540000" indent="-216000">
              <a:buFont typeface="현대산스 Head Bold" panose="020B0600000101010101" pitchFamily="50" charset="-127"/>
              <a:buChar char="-"/>
              <a:defRPr sz="20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5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279774" y="181916"/>
            <a:ext cx="4313186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aseline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ko-KR" altLang="en-US"/>
              <a:t>목 차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B 20</a:t>
            </a:r>
          </a:p>
        </p:txBody>
      </p:sp>
    </p:spTree>
    <p:extLst>
      <p:ext uri="{BB962C8B-B14F-4D97-AF65-F5344CB8AC3E}">
        <p14:creationId xmlns:p14="http://schemas.microsoft.com/office/powerpoint/2010/main" val="3774456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 양식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8"/>
          <p:cNvSpPr>
            <a:spLocks noChangeShapeType="1"/>
          </p:cNvSpPr>
          <p:nvPr/>
        </p:nvSpPr>
        <p:spPr bwMode="auto">
          <a:xfrm>
            <a:off x="272478" y="1986502"/>
            <a:ext cx="9360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14" name="Rectangle 82"/>
          <p:cNvSpPr>
            <a:spLocks noChangeArrowheads="1"/>
          </p:cNvSpPr>
          <p:nvPr/>
        </p:nvSpPr>
        <p:spPr bwMode="auto">
          <a:xfrm>
            <a:off x="282394" y="2113236"/>
            <a:ext cx="9360154" cy="432000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6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28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32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3" name="텍스트 개체 틀 13"/>
          <p:cNvSpPr>
            <a:spLocks noGrp="1"/>
          </p:cNvSpPr>
          <p:nvPr>
            <p:ph type="body" sz="quarter" idx="14" hasCustomPrompt="1"/>
          </p:nvPr>
        </p:nvSpPr>
        <p:spPr>
          <a:xfrm>
            <a:off x="279202" y="1682918"/>
            <a:ext cx="5472112" cy="28575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Title / </a:t>
            </a:r>
            <a:r>
              <a:rPr lang="ko-KR" altLang="en-US" dirty="0" err="1"/>
              <a:t>현대하모니</a:t>
            </a:r>
            <a:r>
              <a:rPr lang="en-US" altLang="ko-KR" dirty="0"/>
              <a:t>M 14</a:t>
            </a:r>
            <a:endParaRPr lang="ko-KR" altLang="en-US" dirty="0"/>
          </a:p>
        </p:txBody>
      </p:sp>
      <p:sp>
        <p:nvSpPr>
          <p:cNvPr id="35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91530" y="2213626"/>
            <a:ext cx="5328094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817F4D1-1A88-FA46-5DCC-3C1E07D8A4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  <p:sp>
        <p:nvSpPr>
          <p:cNvPr id="6" name="텍스트 개체 틀 56">
            <a:extLst>
              <a:ext uri="{FF2B5EF4-FFF2-40B4-BE49-F238E27FC236}">
                <a16:creationId xmlns:a16="http://schemas.microsoft.com/office/drawing/2014/main" id="{3123BCAE-D098-0D97-AE23-CFEE9C2E17D8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</p:spTree>
    <p:extLst>
      <p:ext uri="{BB962C8B-B14F-4D97-AF65-F5344CB8AC3E}">
        <p14:creationId xmlns:p14="http://schemas.microsoft.com/office/powerpoint/2010/main" val="625914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 양식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Line 8"/>
          <p:cNvSpPr>
            <a:spLocks noChangeShapeType="1"/>
          </p:cNvSpPr>
          <p:nvPr/>
        </p:nvSpPr>
        <p:spPr bwMode="auto">
          <a:xfrm>
            <a:off x="272479" y="1986502"/>
            <a:ext cx="4535587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21" name="Line 8"/>
          <p:cNvSpPr>
            <a:spLocks noChangeShapeType="1"/>
          </p:cNvSpPr>
          <p:nvPr/>
        </p:nvSpPr>
        <p:spPr bwMode="auto">
          <a:xfrm>
            <a:off x="5107112" y="1986502"/>
            <a:ext cx="4535436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22" name="Rectangle 82"/>
          <p:cNvSpPr>
            <a:spLocks noChangeArrowheads="1"/>
          </p:cNvSpPr>
          <p:nvPr/>
        </p:nvSpPr>
        <p:spPr bwMode="auto">
          <a:xfrm>
            <a:off x="282394" y="2113236"/>
            <a:ext cx="4526144" cy="43200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3" name="Rectangle 82"/>
          <p:cNvSpPr>
            <a:spLocks noChangeArrowheads="1"/>
          </p:cNvSpPr>
          <p:nvPr/>
        </p:nvSpPr>
        <p:spPr bwMode="auto">
          <a:xfrm>
            <a:off x="5097463" y="2113236"/>
            <a:ext cx="4535487" cy="43200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5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16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28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6" hasCustomPrompt="1"/>
          </p:nvPr>
        </p:nvSpPr>
        <p:spPr>
          <a:xfrm>
            <a:off x="292600" y="1684601"/>
            <a:ext cx="4515466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 / </a:t>
            </a:r>
            <a:r>
              <a:rPr lang="ko-KR" altLang="en-US" err="1"/>
              <a:t>현대하모니</a:t>
            </a:r>
            <a:r>
              <a:rPr lang="en-US" altLang="ko-KR"/>
              <a:t>M 14</a:t>
            </a:r>
            <a:endParaRPr lang="ko-KR" altLang="en-US"/>
          </a:p>
        </p:txBody>
      </p:sp>
      <p:sp>
        <p:nvSpPr>
          <p:cNvPr id="31" name="텍스트 개체 틀 4"/>
          <p:cNvSpPr>
            <a:spLocks noGrp="1"/>
          </p:cNvSpPr>
          <p:nvPr>
            <p:ph type="body" sz="quarter" idx="37" hasCustomPrompt="1"/>
          </p:nvPr>
        </p:nvSpPr>
        <p:spPr>
          <a:xfrm>
            <a:off x="5096748" y="1684601"/>
            <a:ext cx="4545799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 / </a:t>
            </a:r>
            <a:r>
              <a:rPr lang="ko-KR" altLang="en-US" err="1"/>
              <a:t>현대하모니</a:t>
            </a:r>
            <a:r>
              <a:rPr lang="en-US" altLang="ko-KR"/>
              <a:t>M 14</a:t>
            </a:r>
            <a:endParaRPr lang="ko-KR" altLang="en-US"/>
          </a:p>
        </p:txBody>
      </p:sp>
      <p:sp>
        <p:nvSpPr>
          <p:cNvPr id="32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91530" y="2218664"/>
            <a:ext cx="4445446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3" name="텍스트 개체 틀 6"/>
          <p:cNvSpPr>
            <a:spLocks noGrp="1"/>
          </p:cNvSpPr>
          <p:nvPr>
            <p:ph type="body" sz="quarter" idx="38"/>
          </p:nvPr>
        </p:nvSpPr>
        <p:spPr>
          <a:xfrm>
            <a:off x="5108026" y="2218664"/>
            <a:ext cx="4445446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7" name="텍스트 개체 틀 56">
            <a:extLst>
              <a:ext uri="{FF2B5EF4-FFF2-40B4-BE49-F238E27FC236}">
                <a16:creationId xmlns:a16="http://schemas.microsoft.com/office/drawing/2014/main" id="{C0EAF458-9E58-17E6-AEE3-C7A5441C6830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2AC621C-3C4D-5808-B0D1-C654F59BFE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115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내용 양식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72479" y="1986502"/>
            <a:ext cx="2268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>
            <a:off x="6537496" y="1986502"/>
            <a:ext cx="3096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7" name="오각형 6"/>
          <p:cNvSpPr/>
          <p:nvPr/>
        </p:nvSpPr>
        <p:spPr bwMode="gray">
          <a:xfrm rot="5400000">
            <a:off x="686479" y="4688933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8" name="오각형 7"/>
          <p:cNvSpPr/>
          <p:nvPr/>
        </p:nvSpPr>
        <p:spPr bwMode="gray">
          <a:xfrm rot="5400000">
            <a:off x="686479" y="3277015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9" name="오각형 8"/>
          <p:cNvSpPr/>
          <p:nvPr/>
        </p:nvSpPr>
        <p:spPr bwMode="gray">
          <a:xfrm rot="5400000">
            <a:off x="686479" y="1865096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2720752" y="1986502"/>
            <a:ext cx="3600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2849580" y="3501008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2849580" y="4932944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이등변 삼각형 12"/>
          <p:cNvSpPr/>
          <p:nvPr/>
        </p:nvSpPr>
        <p:spPr bwMode="gray">
          <a:xfrm rot="5400000">
            <a:off x="10047584" y="2733451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4" name="이등변 삼각형 13"/>
          <p:cNvSpPr/>
          <p:nvPr/>
        </p:nvSpPr>
        <p:spPr bwMode="gray">
          <a:xfrm rot="5400000">
            <a:off x="10053199" y="4145369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5" name="이등변 삼각형 14"/>
          <p:cNvSpPr/>
          <p:nvPr/>
        </p:nvSpPr>
        <p:spPr bwMode="gray">
          <a:xfrm rot="5400000">
            <a:off x="10047584" y="5585369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4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25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30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1" name="텍스트 개체 틀 4"/>
          <p:cNvSpPr>
            <a:spLocks noGrp="1"/>
          </p:cNvSpPr>
          <p:nvPr>
            <p:ph type="body" sz="quarter" idx="37" hasCustomPrompt="1"/>
          </p:nvPr>
        </p:nvSpPr>
        <p:spPr>
          <a:xfrm>
            <a:off x="292600" y="1676938"/>
            <a:ext cx="2247879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2" name="텍스트 개체 틀 4"/>
          <p:cNvSpPr>
            <a:spLocks noGrp="1"/>
          </p:cNvSpPr>
          <p:nvPr>
            <p:ph type="body" sz="quarter" idx="38" hasCustomPrompt="1"/>
          </p:nvPr>
        </p:nvSpPr>
        <p:spPr>
          <a:xfrm>
            <a:off x="2720752" y="1676938"/>
            <a:ext cx="3600000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3" name="텍스트 개체 틀 4"/>
          <p:cNvSpPr>
            <a:spLocks noGrp="1"/>
          </p:cNvSpPr>
          <p:nvPr>
            <p:ph type="body" sz="quarter" idx="39" hasCustomPrompt="1"/>
          </p:nvPr>
        </p:nvSpPr>
        <p:spPr>
          <a:xfrm>
            <a:off x="6537496" y="1693363"/>
            <a:ext cx="3095454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4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720752" y="2189499"/>
            <a:ext cx="3600000" cy="735445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5" name="텍스트 개체 틀 6"/>
          <p:cNvSpPr>
            <a:spLocks noGrp="1"/>
          </p:cNvSpPr>
          <p:nvPr>
            <p:ph type="body" sz="quarter" idx="40"/>
          </p:nvPr>
        </p:nvSpPr>
        <p:spPr>
          <a:xfrm>
            <a:off x="6537496" y="2189499"/>
            <a:ext cx="3095454" cy="735445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6" name="텍스트 개체 틀 56">
            <a:extLst>
              <a:ext uri="{FF2B5EF4-FFF2-40B4-BE49-F238E27FC236}">
                <a16:creationId xmlns:a16="http://schemas.microsoft.com/office/drawing/2014/main" id="{81E37C97-0809-26AD-925F-6D8F56DB49E9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B8BA538-B173-8F31-6685-807D1D2781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484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자유 양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9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21" name="텍스트 개체 틀 56">
            <a:extLst>
              <a:ext uri="{FF2B5EF4-FFF2-40B4-BE49-F238E27FC236}">
                <a16:creationId xmlns:a16="http://schemas.microsoft.com/office/drawing/2014/main" id="{672E67BD-EDCF-E8F2-5E4C-D969BAC7E7CE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7644C1B-E581-2D49-2683-2823AC4024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35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슬라이드 엔딩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4B18652-69C9-5166-F6C0-EE52E4C21C89}"/>
              </a:ext>
            </a:extLst>
          </p:cNvPr>
          <p:cNvSpPr/>
          <p:nvPr/>
        </p:nvSpPr>
        <p:spPr bwMode="auto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9" name="그림 8" descr="팬, 장치이(가) 표시된 사진&#10;&#10;자동 생성된 설명">
            <a:extLst>
              <a:ext uri="{FF2B5EF4-FFF2-40B4-BE49-F238E27FC236}">
                <a16:creationId xmlns:a16="http://schemas.microsoft.com/office/drawing/2014/main" id="{CFBBE845-3D7D-02F2-6B69-64E9800869D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356994"/>
            <a:ext cx="2864768" cy="4501006"/>
          </a:xfrm>
          <a:prstGeom prst="rect">
            <a:avLst/>
          </a:prstGeom>
        </p:spPr>
      </p:pic>
      <p:pic>
        <p:nvPicPr>
          <p:cNvPr id="6" name="Picture 2" descr="U:\00_로고파일\CI_JPG+AI_파일묶음\hyundaimobis_CI.png">
            <a:extLst>
              <a:ext uri="{FF2B5EF4-FFF2-40B4-BE49-F238E27FC236}">
                <a16:creationId xmlns:a16="http://schemas.microsoft.com/office/drawing/2014/main" id="{C1094C28-3707-B83C-FAD0-8EAC41786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9344" y="417234"/>
            <a:ext cx="1425944" cy="491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C646BD2-8D0A-DD1A-ED6D-F5DE8982A3A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213" y="2817000"/>
            <a:ext cx="6374103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893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8710736" y="6597352"/>
            <a:ext cx="1066800" cy="250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897" tIns="40448" rIns="80897" bIns="40448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404813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8096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21285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1617663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0748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5320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29892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4464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lang="en-US" altLang="ko-KR" sz="10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- </a:t>
            </a:r>
            <a:fld id="{3DF88437-EB3C-49CC-ACAB-5AE315704231}" type="slidenum">
              <a:rPr lang="en-US" altLang="ko-KR" sz="105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pPr algn="r">
                <a:spcBef>
                  <a:spcPct val="50000"/>
                </a:spcBef>
                <a:defRPr/>
              </a:pPr>
              <a:t>‹#›</a:t>
            </a:fld>
            <a:r>
              <a:rPr lang="en-US" altLang="ko-KR" sz="105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/ 5 -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273050" y="620688"/>
            <a:ext cx="9216000" cy="0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254568-ED3F-B612-41D6-A1684EB9586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361250" y="6703060"/>
            <a:ext cx="7237412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이태헌( LEE TAE HEON ) </a:t>
            </a:r>
            <a:r>
              <a:rPr lang="ko-KR" altLang="en-US" sz="600" dirty="0" err="1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전원구동반도체팀</a:t>
            </a:r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/ 1634503@mobis.com / 본 문서는 현대모비스의 대외비 </a:t>
            </a:r>
            <a:r>
              <a:rPr lang="ko-KR" altLang="en-US" sz="600" dirty="0" err="1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정보자산이므로</a:t>
            </a:r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무단 전재 및 복제할 수 없으며, 위반 시 당사 사규 및 관련 법규에 의해 제재될 수 있습니다.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3FE434-5D69-0C0A-39F8-7140B492533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watermark"/>
              </p:ext>
            </p:extLst>
          </p:nvPr>
        </p:nvSpPr>
        <p:spPr>
          <a:xfrm>
            <a:off x="4502912" y="3383280"/>
            <a:ext cx="92710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Hyundai Mobis Restricted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90" r:id="rId2"/>
    <p:sldLayoutId id="2147483661" r:id="rId3"/>
    <p:sldLayoutId id="2147483675" r:id="rId4"/>
    <p:sldLayoutId id="2147483682" r:id="rId5"/>
    <p:sldLayoutId id="2147483683" r:id="rId6"/>
    <p:sldLayoutId id="2147483694" r:id="rId7"/>
  </p:sldLayoutIdLst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30188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25_869E7EC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84_1EA5D5D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49_E782FD95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7C_CD8B407C.xml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49B1A18-A0D9-99B5-517D-0BA6F1AA1D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98" y="5618315"/>
            <a:ext cx="1433758" cy="283079"/>
          </a:xfrm>
        </p:spPr>
        <p:txBody>
          <a:bodyPr lIns="91440" tIns="45720" rIns="91440" bIns="45720" anchor="t">
            <a:noAutofit/>
          </a:bodyPr>
          <a:lstStyle/>
          <a:p>
            <a:r>
              <a:rPr lang="en-US" altLang="ko-KR" dirty="0">
                <a:ea typeface="현대하모니 M"/>
              </a:rPr>
              <a:t>2026.09.18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7E616F8-59ED-9132-4BC9-A8E4745C68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0510" y="1386109"/>
            <a:ext cx="8719291" cy="523220"/>
          </a:xfrm>
        </p:spPr>
        <p:txBody>
          <a:bodyPr/>
          <a:lstStyle/>
          <a:p>
            <a:r>
              <a:rPr lang="en-US" altLang="ko-KR" dirty="0"/>
              <a:t>ID601 TEST Plan </a:t>
            </a:r>
            <a:r>
              <a:rPr lang="ko-KR" altLang="en-US" dirty="0"/>
              <a:t>통합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7D978C2-EEA2-7E88-9D05-479E9A5C52E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0512" y="1916832"/>
            <a:ext cx="5766716" cy="461665"/>
          </a:xfrm>
        </p:spPr>
        <p:txBody>
          <a:bodyPr/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7339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345E8-BFF0-F826-91A1-AA5A42B44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7D8BF1-E39B-9321-1CB7-E3EC824596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Test Definition</a:t>
            </a:r>
            <a:endParaRPr lang="ko-KR" altLang="en-US" dirty="0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77BC027-3C5D-214B-F98B-1068DA7179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9631947"/>
              </p:ext>
            </p:extLst>
          </p:nvPr>
        </p:nvGraphicFramePr>
        <p:xfrm>
          <a:off x="279773" y="1057435"/>
          <a:ext cx="9236383" cy="2182368"/>
        </p:xfrm>
        <a:graphic>
          <a:graphicData uri="http://schemas.openxmlformats.org/drawingml/2006/table">
            <a:tbl>
              <a:tblPr/>
              <a:tblGrid>
                <a:gridCol w="155719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1822523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389547">
                  <a:extLst>
                    <a:ext uri="{9D8B030D-6E8A-4147-A177-3AD203B41FA5}">
                      <a16:colId xmlns:a16="http://schemas.microsoft.com/office/drawing/2014/main" val="1092992961"/>
                    </a:ext>
                  </a:extLst>
                </a:gridCol>
                <a:gridCol w="878011">
                  <a:extLst>
                    <a:ext uri="{9D8B030D-6E8A-4147-A177-3AD203B41FA5}">
                      <a16:colId xmlns:a16="http://schemas.microsoft.com/office/drawing/2014/main" val="4213123432"/>
                    </a:ext>
                  </a:extLst>
                </a:gridCol>
                <a:gridCol w="831600">
                  <a:extLst>
                    <a:ext uri="{9D8B030D-6E8A-4147-A177-3AD203B41FA5}">
                      <a16:colId xmlns:a16="http://schemas.microsoft.com/office/drawing/2014/main" val="2707561463"/>
                    </a:ext>
                  </a:extLst>
                </a:gridCol>
                <a:gridCol w="829601">
                  <a:extLst>
                    <a:ext uri="{9D8B030D-6E8A-4147-A177-3AD203B41FA5}">
                      <a16:colId xmlns:a16="http://schemas.microsoft.com/office/drawing/2014/main" val="1200168060"/>
                    </a:ext>
                  </a:extLst>
                </a:gridCol>
                <a:gridCol w="389541">
                  <a:extLst>
                    <a:ext uri="{9D8B030D-6E8A-4147-A177-3AD203B41FA5}">
                      <a16:colId xmlns:a16="http://schemas.microsoft.com/office/drawing/2014/main" val="2439690604"/>
                    </a:ext>
                  </a:extLst>
                </a:gridCol>
                <a:gridCol w="879148">
                  <a:extLst>
                    <a:ext uri="{9D8B030D-6E8A-4147-A177-3AD203B41FA5}">
                      <a16:colId xmlns:a16="http://schemas.microsoft.com/office/drawing/2014/main" val="3235162536"/>
                    </a:ext>
                  </a:extLst>
                </a:gridCol>
                <a:gridCol w="831221">
                  <a:extLst>
                    <a:ext uri="{9D8B030D-6E8A-4147-A177-3AD203B41FA5}">
                      <a16:colId xmlns:a16="http://schemas.microsoft.com/office/drawing/2014/main" val="3038288194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3292040880"/>
                    </a:ext>
                  </a:extLst>
                </a:gridCol>
              </a:tblGrid>
              <a:tr h="23200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Register Set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Applicable Test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Register Configuration ( REG_NAME( ADDR ) = DATA 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Seq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 NAME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ADDR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DATA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Seq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 NAME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ADDR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DATA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584957"/>
                  </a:ext>
                </a:extLst>
              </a:tr>
              <a:tr h="237744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  <a:t>Analog Test Mode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ko-KR" sz="9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en-US" altLang="ko-KR" sz="900" dirty="0">
                          <a:ea typeface="현대하모니 L" panose="02020603020101020101"/>
                        </a:rPr>
                        <a:t>ming, Fault, </a:t>
                      </a:r>
                      <a:r>
                        <a:rPr lang="ko-KR" altLang="ko-KR" sz="900" dirty="0" err="1">
                          <a:ea typeface="현대하모니 L" panose="02020603020101020101"/>
                        </a:rPr>
                        <a:t>Verify</a:t>
                      </a:r>
                      <a:endParaRPr lang="es-ES" altLang="ko-KR" sz="900" b="0" i="0" u="none" strike="noStrike" dirty="0">
                        <a:solidFill>
                          <a:srgbClr val="000000"/>
                        </a:solidFill>
                        <a:effectLst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1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RESET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2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FAULT_C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TRL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000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134503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3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FLLCNT1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0xDCD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4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CHOP_EN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5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TM ENTRY</a:t>
                      </a:r>
                      <a:endParaRPr lang="ko-KR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6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OP_MODE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64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531819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7</a:t>
                      </a:r>
                      <a:endParaRPr lang="ko-KR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OTP_PROTECT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0x3E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0xA5A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429673"/>
                  </a:ext>
                </a:extLst>
              </a:tr>
              <a:tr h="237744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FLL Test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Mode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FLL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1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RESET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2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CHOP_EN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3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OSC_FLL_MAN2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9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08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4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TM ENTRY</a:t>
                      </a:r>
                      <a:endParaRPr lang="ko-KR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162571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5</a:t>
                      </a:r>
                      <a:endParaRPr lang="ko-KR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OP_MODE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0x3F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74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21367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E423A25-68FE-356C-A9D1-EABD2EB71FC8}"/>
              </a:ext>
            </a:extLst>
          </p:cNvPr>
          <p:cNvSpPr txBox="1"/>
          <p:nvPr/>
        </p:nvSpPr>
        <p:spPr>
          <a:xfrm>
            <a:off x="4717276" y="3282806"/>
            <a:ext cx="36260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   </a:t>
            </a:r>
            <a:endParaRPr lang="ko-KR" altLang="en-US" sz="1300" dirty="0" err="1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468C73-29D6-5387-9A90-F0A0AA5DAB72}"/>
              </a:ext>
            </a:extLst>
          </p:cNvPr>
          <p:cNvSpPr txBox="1"/>
          <p:nvPr/>
        </p:nvSpPr>
        <p:spPr>
          <a:xfrm>
            <a:off x="279773" y="733297"/>
            <a:ext cx="188378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Register Set Definition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950522-043F-3404-32E1-060D2A620CF6}"/>
              </a:ext>
            </a:extLst>
          </p:cNvPr>
          <p:cNvSpPr txBox="1"/>
          <p:nvPr/>
        </p:nvSpPr>
        <p:spPr>
          <a:xfrm>
            <a:off x="279772" y="3609687"/>
            <a:ext cx="17420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Pin Group Definition</a:t>
            </a:r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6DC06829-9C83-9A79-215B-98CAB7729C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3215981"/>
              </p:ext>
            </p:extLst>
          </p:nvPr>
        </p:nvGraphicFramePr>
        <p:xfrm>
          <a:off x="279772" y="3938110"/>
          <a:ext cx="9237608" cy="1927040"/>
        </p:xfrm>
        <a:graphic>
          <a:graphicData uri="http://schemas.openxmlformats.org/drawingml/2006/table">
            <a:tbl>
              <a:tblPr/>
              <a:tblGrid>
                <a:gridCol w="3409578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1092992961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2707561463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1200168060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2439690604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3038288194"/>
                    </a:ext>
                  </a:extLst>
                </a:gridCol>
              </a:tblGrid>
              <a:tr h="46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Pin Group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PIN NAME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  <a:t>SIGPINS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TEST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DIO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DDIO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SVI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SVO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IOUTPINS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IOUT_CH 1~12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21367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VSSPINS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VSS1~5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93701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VDDPINS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VDD1~2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517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6192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3C602-0A73-351B-48BC-8828C9C15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431D89-6BB4-E342-388E-376B77638E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Lab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Test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Guide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2096E1F-7B20-C65D-54F1-76ECDA3F6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40" y="1668539"/>
            <a:ext cx="8951521" cy="445652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44F2323-D006-C8C1-95A8-2533C769275B}"/>
              </a:ext>
            </a:extLst>
          </p:cNvPr>
          <p:cNvSpPr txBox="1"/>
          <p:nvPr/>
        </p:nvSpPr>
        <p:spPr>
          <a:xfrm>
            <a:off x="279773" y="648955"/>
            <a:ext cx="3328155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테스트 항목 별 </a:t>
            </a: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HW </a:t>
            </a:r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셋팅은 </a:t>
            </a: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QFN3030 Type </a:t>
            </a:r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기준으로 설명됩니다</a:t>
            </a: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. </a:t>
            </a:r>
            <a:endParaRPr lang="ko-KR" altLang="en-US" sz="800" dirty="0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aphicFrame>
        <p:nvGraphicFramePr>
          <p:cNvPr id="17" name="개체 16">
            <a:extLst>
              <a:ext uri="{FF2B5EF4-FFF2-40B4-BE49-F238E27FC236}">
                <a16:creationId xmlns:a16="http://schemas.microsoft.com/office/drawing/2014/main" id="{400EF56A-F59D-67B0-C86E-E08A38CED3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2477889"/>
              </p:ext>
            </p:extLst>
          </p:nvPr>
        </p:nvGraphicFramePr>
        <p:xfrm>
          <a:off x="477240" y="898307"/>
          <a:ext cx="755896" cy="666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showAsIcon="1" r:id="rId4" imgW="914400" imgH="806480" progId="Acrobat.Document.DC">
                  <p:embed/>
                </p:oleObj>
              </mc:Choice>
              <mc:Fallback>
                <p:oleObj name="Acrobat Document" showAsIcon="1" r:id="rId4" imgW="914400" imgH="806480" progId="Acrobat.Document.DC">
                  <p:embed/>
                  <p:pic>
                    <p:nvPicPr>
                      <p:cNvPr id="7" name="개체 6">
                        <a:extLst>
                          <a:ext uri="{FF2B5EF4-FFF2-40B4-BE49-F238E27FC236}">
                            <a16:creationId xmlns:a16="http://schemas.microsoft.com/office/drawing/2014/main" id="{3D78CC50-34AC-6687-A05C-0DE855BD88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7240" y="898307"/>
                        <a:ext cx="755896" cy="666659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614E4BA4-05F5-9915-4C7A-7672B680D28D}"/>
              </a:ext>
            </a:extLst>
          </p:cNvPr>
          <p:cNvSpPr txBox="1"/>
          <p:nvPr/>
        </p:nvSpPr>
        <p:spPr>
          <a:xfrm>
            <a:off x="523893" y="1166907"/>
            <a:ext cx="642433" cy="25321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회로도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79F3F2F-65E5-3F9C-060E-3D5934432F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5141" y="649942"/>
            <a:ext cx="1293619" cy="7701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C191C4-F3A7-D16E-74A5-4CC685ACC382}"/>
              </a:ext>
            </a:extLst>
          </p:cNvPr>
          <p:cNvSpPr txBox="1"/>
          <p:nvPr/>
        </p:nvSpPr>
        <p:spPr>
          <a:xfrm>
            <a:off x="7730219" y="1420118"/>
            <a:ext cx="210346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암</a:t>
            </a: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-</a:t>
            </a:r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수 점퍼케이블을 사용하면 편리합니다</a:t>
            </a: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5419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72267-EA8F-1420-435B-7F6476762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268FCF-4394-8AEE-4A93-FD6869C377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Lab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Test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Guide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9912B1-2694-B2B2-0880-0B687775F5AF}"/>
              </a:ext>
            </a:extLst>
          </p:cNvPr>
          <p:cNvSpPr txBox="1"/>
          <p:nvPr/>
        </p:nvSpPr>
        <p:spPr>
          <a:xfrm>
            <a:off x="279773" y="648955"/>
            <a:ext cx="1223412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dirty="0" err="1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Teraterm</a:t>
            </a: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셋팅 가이드</a:t>
            </a: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endParaRPr lang="ko-KR" altLang="en-US" sz="800" dirty="0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2FADE60-404B-8EBA-43B3-BC122B3CD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35" y="1324808"/>
            <a:ext cx="2571882" cy="29020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8EDAE1-5681-6055-DE55-3BE3D6D3375D}"/>
              </a:ext>
            </a:extLst>
          </p:cNvPr>
          <p:cNvSpPr txBox="1"/>
          <p:nvPr/>
        </p:nvSpPr>
        <p:spPr>
          <a:xfrm>
            <a:off x="339805" y="938159"/>
            <a:ext cx="2803943" cy="243090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Jig 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보드 연결</a:t>
            </a: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 - 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보드와 </a:t>
            </a: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USB 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연결</a:t>
            </a: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, 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전원 공급 후 설정 </a:t>
            </a: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-&gt; 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시리얼포트 순서로 클릭한다</a:t>
            </a: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7120C8-AE70-48A5-2FE9-50C2F3CBC877}"/>
              </a:ext>
            </a:extLst>
          </p:cNvPr>
          <p:cNvSpPr txBox="1"/>
          <p:nvPr/>
        </p:nvSpPr>
        <p:spPr>
          <a:xfrm>
            <a:off x="5360282" y="938159"/>
            <a:ext cx="2803943" cy="243090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 startAt="2"/>
            </a:pP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Jig 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보드 연결</a:t>
            </a: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 - 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아래 이미지를 참고하여 </a:t>
            </a:r>
            <a:r>
              <a:rPr lang="ko-KR" altLang="en-US" sz="700" dirty="0" err="1">
                <a:latin typeface="+mn-ea"/>
                <a:ea typeface="+mn-ea"/>
                <a:cs typeface="Arial" panose="020B0604020202020204" pitchFamily="34" charset="0"/>
              </a:rPr>
              <a:t>셋팅한다</a:t>
            </a: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700" dirty="0">
                <a:latin typeface="+mn-ea"/>
                <a:cs typeface="Arial" panose="020B0604020202020204" pitchFamily="34" charset="0"/>
              </a:rPr>
              <a:t> - </a:t>
            </a:r>
            <a:r>
              <a:rPr lang="en-US" altLang="ko-KR" sz="700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※ </a:t>
            </a:r>
            <a:r>
              <a:rPr lang="ko-KR" altLang="en-US" sz="700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포트</a:t>
            </a:r>
            <a:r>
              <a:rPr lang="en-US" altLang="ko-KR" sz="700" dirty="0">
                <a:latin typeface="+mn-ea"/>
                <a:cs typeface="Arial" panose="020B0604020202020204" pitchFamily="34" charset="0"/>
              </a:rPr>
              <a:t>: PC, USB </a:t>
            </a:r>
            <a:r>
              <a:rPr lang="ko-KR" altLang="en-US" sz="700" dirty="0">
                <a:latin typeface="+mn-ea"/>
                <a:cs typeface="Arial" panose="020B0604020202020204" pitchFamily="34" charset="0"/>
              </a:rPr>
              <a:t>포트 순서 등 환경에 따라 다를 수 있음</a:t>
            </a:r>
            <a:r>
              <a:rPr lang="en-US" altLang="ko-KR" sz="700" dirty="0">
                <a:latin typeface="+mn-ea"/>
                <a:cs typeface="Arial" panose="020B0604020202020204" pitchFamily="34" charset="0"/>
              </a:rPr>
              <a:t>..</a:t>
            </a:r>
          </a:p>
          <a:p>
            <a:pPr>
              <a:lnSpc>
                <a:spcPct val="150000"/>
              </a:lnSpc>
            </a:pP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4230027B-CA43-2B61-E4C3-DF2FDDE694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4086" y="1469588"/>
            <a:ext cx="2616334" cy="2749691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777CC475-48FD-547E-ECC9-393DDA987D5A}"/>
              </a:ext>
            </a:extLst>
          </p:cNvPr>
          <p:cNvSpPr/>
          <p:nvPr/>
        </p:nvSpPr>
        <p:spPr bwMode="auto">
          <a:xfrm>
            <a:off x="6262687" y="1716405"/>
            <a:ext cx="576262" cy="190500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4909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408D4-8A03-9D7E-5F40-55BE60A3D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F73C2E-8B3A-6E9D-2A63-F6473A2FB0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Lab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Test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Guide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9F2B62-73F8-C539-FE83-20FDCB0A7DED}"/>
              </a:ext>
            </a:extLst>
          </p:cNvPr>
          <p:cNvSpPr txBox="1"/>
          <p:nvPr/>
        </p:nvSpPr>
        <p:spPr>
          <a:xfrm>
            <a:off x="279773" y="648955"/>
            <a:ext cx="811441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CLI </a:t>
            </a:r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배너 설명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746DDE2-82C5-4F9F-0C44-4F827318B0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9111" y="936562"/>
            <a:ext cx="5454928" cy="2343270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557C3524-3235-2E5D-48BD-35F5FE5047F6}"/>
              </a:ext>
            </a:extLst>
          </p:cNvPr>
          <p:cNvGrpSpPr/>
          <p:nvPr/>
        </p:nvGrpSpPr>
        <p:grpSpPr>
          <a:xfrm>
            <a:off x="2906096" y="1831198"/>
            <a:ext cx="2602052" cy="276999"/>
            <a:chOff x="5896946" y="2515325"/>
            <a:chExt cx="2602052" cy="276999"/>
          </a:xfrm>
        </p:grpSpPr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F9972E62-4C26-84D1-6789-6AAEDFCFE4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96946" y="2691924"/>
              <a:ext cx="466531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36ED829-E7A4-B1B5-0A27-04CB52FEFBDE}"/>
                </a:ext>
              </a:extLst>
            </p:cNvPr>
            <p:cNvSpPr txBox="1"/>
            <p:nvPr/>
          </p:nvSpPr>
          <p:spPr>
            <a:xfrm>
              <a:off x="6363477" y="2515325"/>
              <a:ext cx="2135521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font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tabLst>
                  <a:tab pos="358775" algn="l"/>
                </a:tabLst>
                <a:defRPr/>
              </a:pPr>
              <a:r>
                <a:rPr lang="en-US" altLang="ko-KR" sz="8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+mn-lt"/>
                  <a:ea typeface="현대하모니 M" panose="02020603020101020101" pitchFamily="18" charset="-127"/>
                </a:rPr>
                <a:t>Version</a:t>
              </a:r>
              <a:r>
                <a:rPr lang="ko-KR" altLang="en-US" sz="8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+mn-lt"/>
                  <a:ea typeface="현대하모니 M" panose="02020603020101020101" pitchFamily="18" charset="-127"/>
                </a:rPr>
                <a:t> </a:t>
              </a:r>
              <a:r>
                <a:rPr lang="en-US" altLang="ko-KR" sz="8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+mn-lt"/>
                  <a:ea typeface="현대하모니 M" panose="02020603020101020101" pitchFamily="18" charset="-127"/>
                </a:rPr>
                <a:t>code (</a:t>
              </a:r>
              <a:r>
                <a:rPr lang="ko-KR" altLang="en-US" sz="8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+mn-lt"/>
                  <a:ea typeface="현대하모니 M" panose="02020603020101020101" pitchFamily="18" charset="-127"/>
                </a:rPr>
                <a:t>버전코드와 함께 오류 접수</a:t>
              </a:r>
              <a:r>
                <a:rPr lang="en-US" altLang="ko-KR" sz="8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+mn-lt"/>
                  <a:ea typeface="현대하모니 M" panose="02020603020101020101" pitchFamily="18" charset="-127"/>
                </a:rPr>
                <a:t>)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F233226-2C2B-FDAB-ED89-D507C98D6545}"/>
              </a:ext>
            </a:extLst>
          </p:cNvPr>
          <p:cNvGrpSpPr/>
          <p:nvPr/>
        </p:nvGrpSpPr>
        <p:grpSpPr>
          <a:xfrm>
            <a:off x="1940919" y="2228316"/>
            <a:ext cx="1720400" cy="276999"/>
            <a:chOff x="5896946" y="2515325"/>
            <a:chExt cx="1720400" cy="276999"/>
          </a:xfrm>
        </p:grpSpPr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F0D9C54C-C3C0-D0D5-84B9-61F49C1D3E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96946" y="2691924"/>
              <a:ext cx="466531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74D7EA1-145D-B42F-25A2-E5C367A15F7A}"/>
                </a:ext>
              </a:extLst>
            </p:cNvPr>
            <p:cNvSpPr txBox="1"/>
            <p:nvPr/>
          </p:nvSpPr>
          <p:spPr>
            <a:xfrm>
              <a:off x="6363477" y="2515325"/>
              <a:ext cx="1253869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font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tabLst>
                  <a:tab pos="358775" algn="l"/>
                </a:tabLst>
                <a:defRPr/>
              </a:pPr>
              <a:r>
                <a:rPr lang="en-US" altLang="ko-KR" sz="8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+mn-lt"/>
                  <a:ea typeface="현대하모니 M" panose="02020603020101020101" pitchFamily="18" charset="-127"/>
                </a:rPr>
                <a:t>“GT” </a:t>
              </a:r>
              <a:r>
                <a:rPr lang="ko-KR" altLang="en-US" sz="8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+mn-lt"/>
                  <a:ea typeface="현대하모니 M" panose="02020603020101020101" pitchFamily="18" charset="-127"/>
                </a:rPr>
                <a:t>아닐 시 오류 접수</a:t>
              </a:r>
              <a:endPara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+mn-lt"/>
                <a:ea typeface="현대하모니 M" panose="02020603020101020101" pitchFamily="18" charset="-127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50DAA973-EDDF-F96E-96F5-26A3306AE5BE}"/>
              </a:ext>
            </a:extLst>
          </p:cNvPr>
          <p:cNvGrpSpPr/>
          <p:nvPr/>
        </p:nvGrpSpPr>
        <p:grpSpPr>
          <a:xfrm>
            <a:off x="1947723" y="2367877"/>
            <a:ext cx="1770093" cy="276999"/>
            <a:chOff x="5896946" y="2515325"/>
            <a:chExt cx="1770093" cy="276999"/>
          </a:xfrm>
        </p:grpSpPr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08F28978-D65C-8C7C-D7C6-0CB39DDEE2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96946" y="2691924"/>
              <a:ext cx="466531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A6A187D-7B09-C252-B964-B2A49465A9A3}"/>
                </a:ext>
              </a:extLst>
            </p:cNvPr>
            <p:cNvSpPr txBox="1"/>
            <p:nvPr/>
          </p:nvSpPr>
          <p:spPr>
            <a:xfrm>
              <a:off x="6363477" y="2515325"/>
              <a:ext cx="1303562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font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tabLst>
                  <a:tab pos="358775" algn="l"/>
                </a:tabLst>
                <a:defRPr/>
              </a:pPr>
              <a:r>
                <a:rPr lang="ko-KR" altLang="en-US" sz="8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+mn-lt"/>
                  <a:ea typeface="현대하모니 M" panose="02020603020101020101" pitchFamily="18" charset="-127"/>
                </a:rPr>
                <a:t>초기 </a:t>
              </a:r>
              <a:r>
                <a:rPr lang="en-US" altLang="ko-KR" sz="8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+mn-lt"/>
                  <a:ea typeface="현대하모니 M" panose="02020603020101020101" pitchFamily="18" charset="-127"/>
                </a:rPr>
                <a:t>ID601 daisy length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5416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A8419-9F36-7053-52BB-BC62EB3F2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7C3F87-2D7F-8EA1-4CB1-51E2E186E5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Lab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Test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Guide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DE88D2-EDCA-1EE3-D7E1-2E9DC363A6C3}"/>
              </a:ext>
            </a:extLst>
          </p:cNvPr>
          <p:cNvSpPr txBox="1"/>
          <p:nvPr/>
        </p:nvSpPr>
        <p:spPr>
          <a:xfrm>
            <a:off x="279773" y="648955"/>
            <a:ext cx="976549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펌웨어 업데이트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958568-4C8B-25E9-EAEC-5EC90CECF11F}"/>
              </a:ext>
            </a:extLst>
          </p:cNvPr>
          <p:cNvSpPr txBox="1"/>
          <p:nvPr/>
        </p:nvSpPr>
        <p:spPr>
          <a:xfrm>
            <a:off x="339805" y="938159"/>
            <a:ext cx="2803943" cy="243090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Jig 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보드 연결</a:t>
            </a: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 - 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보드와 </a:t>
            </a: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USB 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연결</a:t>
            </a: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, 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전원 공급 후 다음의 </a:t>
            </a: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Info 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메시지를 확인한다</a:t>
            </a: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2. </a:t>
            </a:r>
            <a:r>
              <a:rPr lang="ko-KR" altLang="en-US" sz="700" dirty="0" err="1">
                <a:latin typeface="+mn-ea"/>
                <a:ea typeface="+mn-ea"/>
                <a:cs typeface="Arial" panose="020B0604020202020204" pitchFamily="34" charset="0"/>
              </a:rPr>
              <a:t>부트로더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 진입</a:t>
            </a: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- “reset”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 </a:t>
            </a: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+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 </a:t>
            </a:r>
            <a:r>
              <a:rPr lang="ko-KR" altLang="en-US" sz="700" dirty="0" err="1">
                <a:latin typeface="+mn-ea"/>
                <a:ea typeface="+mn-ea"/>
                <a:cs typeface="Arial" panose="020B0604020202020204" pitchFamily="34" charset="0"/>
              </a:rPr>
              <a:t>엔터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 명령어 입력 후 </a:t>
            </a: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3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초 이내 </a:t>
            </a: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“</a:t>
            </a:r>
            <a:r>
              <a:rPr lang="en-US" altLang="ko-KR" sz="700" dirty="0" err="1">
                <a:latin typeface="+mn-ea"/>
                <a:ea typeface="+mn-ea"/>
                <a:cs typeface="Arial" panose="020B0604020202020204" pitchFamily="34" charset="0"/>
              </a:rPr>
              <a:t>gt</a:t>
            </a: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” + “1”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를 입력한다</a:t>
            </a: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698554-A119-F025-A7C1-2E6AD6E822D3}"/>
              </a:ext>
            </a:extLst>
          </p:cNvPr>
          <p:cNvSpPr txBox="1"/>
          <p:nvPr/>
        </p:nvSpPr>
        <p:spPr>
          <a:xfrm>
            <a:off x="3313672" y="938159"/>
            <a:ext cx="2668605" cy="243090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펌웨어 다운로드 모드 진입</a:t>
            </a: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 - 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메뉴 </a:t>
            </a: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-&gt; 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전송 </a:t>
            </a: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-&gt; YMODEM -&gt; 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보내기 순서로 클릭한다</a:t>
            </a: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8F8D2E6-8216-7576-EDF5-0D6F56B8F7DB}"/>
              </a:ext>
            </a:extLst>
          </p:cNvPr>
          <p:cNvSpPr/>
          <p:nvPr/>
        </p:nvSpPr>
        <p:spPr>
          <a:xfrm>
            <a:off x="4653490" y="1325770"/>
            <a:ext cx="298541" cy="1549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E35497-42D8-8CA5-9083-17DCA88D6CEB}"/>
              </a:ext>
            </a:extLst>
          </p:cNvPr>
          <p:cNvSpPr txBox="1"/>
          <p:nvPr/>
        </p:nvSpPr>
        <p:spPr>
          <a:xfrm>
            <a:off x="6499843" y="938159"/>
            <a:ext cx="3278639" cy="243090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 startAt="4"/>
            </a:pP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펌웨어 다운로드</a:t>
            </a: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 - 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전달받은 </a:t>
            </a: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ID601_vx.x.x.xxxxxxxxx.bin 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파일을 선택한다</a:t>
            </a: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. 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8AC2339D-F20F-9559-4556-58CCFAF9F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21" y="1320223"/>
            <a:ext cx="2521080" cy="1866996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422FDCF5-11C5-6E8F-F2A9-A20C2EA796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321" y="3867102"/>
            <a:ext cx="2521080" cy="1866996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23839C31-B20C-2E3F-7E01-64323D33C5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7457" y="1320223"/>
            <a:ext cx="3543482" cy="3435527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C8F524B-E167-E9C0-C109-872E8729FE20}"/>
              </a:ext>
            </a:extLst>
          </p:cNvPr>
          <p:cNvSpPr/>
          <p:nvPr/>
        </p:nvSpPr>
        <p:spPr>
          <a:xfrm>
            <a:off x="3428884" y="3120767"/>
            <a:ext cx="1314450" cy="1809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78106A2-7264-21D5-A787-2E06C55648E9}"/>
              </a:ext>
            </a:extLst>
          </p:cNvPr>
          <p:cNvSpPr/>
          <p:nvPr/>
        </p:nvSpPr>
        <p:spPr>
          <a:xfrm>
            <a:off x="5037411" y="3405056"/>
            <a:ext cx="777893" cy="1687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1057B24-2041-22EB-5B43-5F47613353FD}"/>
              </a:ext>
            </a:extLst>
          </p:cNvPr>
          <p:cNvSpPr/>
          <p:nvPr/>
        </p:nvSpPr>
        <p:spPr>
          <a:xfrm>
            <a:off x="5941137" y="3544733"/>
            <a:ext cx="843969" cy="1497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CAF4AECB-7CCA-4FA9-0A6E-B749AD819A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4809" y="1346174"/>
            <a:ext cx="3077590" cy="2040886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A68B32CA-A3A7-604D-7243-CEDA8FE98B48}"/>
              </a:ext>
            </a:extLst>
          </p:cNvPr>
          <p:cNvSpPr/>
          <p:nvPr/>
        </p:nvSpPr>
        <p:spPr>
          <a:xfrm>
            <a:off x="7342629" y="1883303"/>
            <a:ext cx="939418" cy="1978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50767C5-D89F-A160-B3FD-FC1F31E68B86}"/>
              </a:ext>
            </a:extLst>
          </p:cNvPr>
          <p:cNvSpPr/>
          <p:nvPr/>
        </p:nvSpPr>
        <p:spPr>
          <a:xfrm>
            <a:off x="8713693" y="3121922"/>
            <a:ext cx="494330" cy="1978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69955AD-64BB-3FB1-831D-04F816612292}"/>
              </a:ext>
            </a:extLst>
          </p:cNvPr>
          <p:cNvSpPr txBox="1"/>
          <p:nvPr/>
        </p:nvSpPr>
        <p:spPr>
          <a:xfrm>
            <a:off x="7045925" y="2196276"/>
            <a:ext cx="2372765" cy="23307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+mn-ea"/>
                <a:ea typeface="+mn-ea"/>
              </a:rPr>
              <a:t>※ </a:t>
            </a:r>
            <a:r>
              <a:rPr lang="ko-KR" altLang="en-US" sz="7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+mn-ea"/>
                <a:ea typeface="+mn-ea"/>
              </a:rPr>
              <a:t>파일명이 위 양식과 다르다면</a:t>
            </a:r>
            <a:r>
              <a:rPr lang="en-US" altLang="ko-KR" sz="7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+mn-ea"/>
                <a:ea typeface="+mn-ea"/>
              </a:rPr>
              <a:t>, </a:t>
            </a:r>
            <a:r>
              <a:rPr lang="ko-KR" altLang="en-US" sz="7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+mn-ea"/>
                <a:ea typeface="+mn-ea"/>
              </a:rPr>
              <a:t>오류를 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접수해주세요</a:t>
            </a:r>
            <a:r>
              <a:rPr lang="en-US" altLang="ko-KR" sz="7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+mn-ea"/>
                <a:ea typeface="+mn-ea"/>
              </a:rPr>
              <a:t>.</a:t>
            </a:r>
            <a:endParaRPr lang="ko-KR" altLang="en-US" sz="700" dirty="0" err="1">
              <a:ln>
                <a:solidFill>
                  <a:srgbClr val="000000">
                    <a:alpha val="0"/>
                  </a:srgbClr>
                </a:solidFill>
              </a:ln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6613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9C435-04D2-111E-9DC5-A48CE687A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92FAE9-7315-06D1-7CE2-C18988C8D4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Lab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Test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Guide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8BD03C-37B7-B73C-010B-5A2AEDEACD63}"/>
              </a:ext>
            </a:extLst>
          </p:cNvPr>
          <p:cNvSpPr txBox="1"/>
          <p:nvPr/>
        </p:nvSpPr>
        <p:spPr>
          <a:xfrm>
            <a:off x="279773" y="648955"/>
            <a:ext cx="4153701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“jig”</a:t>
            </a:r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 커맨드로 </a:t>
            </a: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 ID601 QFN3030 Type </a:t>
            </a:r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기준의 </a:t>
            </a: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IC </a:t>
            </a:r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주변 </a:t>
            </a: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Jumper </a:t>
            </a:r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정보를 볼 수 있습니다</a:t>
            </a: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. </a:t>
            </a:r>
            <a:endParaRPr lang="ko-KR" altLang="en-US" sz="800" dirty="0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C36385A-6D74-765C-E85D-6D35593C64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3944" y="923125"/>
            <a:ext cx="4010662" cy="23071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34C697E-1CC0-08AA-3660-7F9D8A344FC4}"/>
              </a:ext>
            </a:extLst>
          </p:cNvPr>
          <p:cNvSpPr txBox="1"/>
          <p:nvPr/>
        </p:nvSpPr>
        <p:spPr>
          <a:xfrm>
            <a:off x="279773" y="3538846"/>
            <a:ext cx="6131807" cy="437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Jig </a:t>
            </a:r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보드의 기능을 활용하여 자동으로 계측이 불가능한 항목은 </a:t>
            </a: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“</a:t>
            </a:r>
            <a:r>
              <a:rPr lang="en-US" altLang="ko-KR" sz="800" dirty="0" err="1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test_manual</a:t>
            </a: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”</a:t>
            </a:r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 커맨드로 테스트를 통해 시험을 시작할 수 있습니다</a:t>
            </a: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“</a:t>
            </a:r>
            <a:r>
              <a:rPr lang="en-US" altLang="ko-KR" sz="800" dirty="0" err="1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test_manual</a:t>
            </a: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” </a:t>
            </a:r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지원하는 테스트 명령어를 볼 수 있습니다</a:t>
            </a: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. </a:t>
            </a:r>
            <a:endParaRPr lang="ko-KR" altLang="en-US" sz="800" dirty="0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D3FE6DB-1F85-4122-AC76-1BBD5F604C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943" y="3976723"/>
            <a:ext cx="3179781" cy="203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102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2399E-5FF6-2203-29D0-3E9262E3E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AFFB06-E63C-6C23-C28C-6217985A83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TM ENTRY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C02E768-6B4B-07F0-DBBD-A756A538B1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769814"/>
              </p:ext>
            </p:extLst>
          </p:nvPr>
        </p:nvGraphicFramePr>
        <p:xfrm>
          <a:off x="279773" y="962185"/>
          <a:ext cx="9208258" cy="21793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03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262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26841"/>
                  </a:ext>
                </a:extLst>
              </a:tr>
              <a:tr h="2262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9492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dirty="0"/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dirty="0"/>
                        <a:t>Set follow register sequence (DIO). (After ID GEN, any state)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tmode_entry1 : WR_PROTECT(</a:t>
                      </a:r>
                      <a:r>
                        <a:rPr lang="en-US" altLang="ko-KR" sz="800" b="1" dirty="0"/>
                        <a:t>0x24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0xA5A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tmode_entry2 : WR_PROTECT(</a:t>
                      </a:r>
                      <a:r>
                        <a:rPr lang="en-US" altLang="ko-KR" sz="800" b="1" dirty="0"/>
                        <a:t>0x24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0x5A5</a:t>
                      </a:r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dirty="0"/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dirty="0"/>
                        <a:t>TM_ENTRY : Write tmode_entry1 → tmode_entry2 consecutively.</a:t>
                      </a:r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dirty="0"/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dirty="0"/>
                        <a:t>Enter TM mode.</a:t>
                      </a:r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262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Enter TM 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6CFB770-274A-54C3-390F-569A787E013A}"/>
              </a:ext>
            </a:extLst>
          </p:cNvPr>
          <p:cNvSpPr txBox="1"/>
          <p:nvPr/>
        </p:nvSpPr>
        <p:spPr>
          <a:xfrm>
            <a:off x="279773" y="669797"/>
            <a:ext cx="98277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TM ENTRY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F3A5D9-1FA7-02CB-E98D-F72627B77F99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3234724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2CDE5-298C-FB9C-9260-707472ACC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2644F7-B7D8-01CB-0BE6-F1B206CFDE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Pin Description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F61225B-B4C9-621A-3229-DDA937876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367207"/>
              </p:ext>
            </p:extLst>
          </p:nvPr>
        </p:nvGraphicFramePr>
        <p:xfrm>
          <a:off x="279772" y="1069970"/>
          <a:ext cx="9222370" cy="4375795"/>
        </p:xfrm>
        <a:graphic>
          <a:graphicData uri="http://schemas.openxmlformats.org/drawingml/2006/table">
            <a:tbl>
              <a:tblPr firstRow="1" firstCol="1" bandRow="1"/>
              <a:tblGrid>
                <a:gridCol w="342470">
                  <a:extLst>
                    <a:ext uri="{9D8B030D-6E8A-4147-A177-3AD203B41FA5}">
                      <a16:colId xmlns:a16="http://schemas.microsoft.com/office/drawing/2014/main" val="4254790087"/>
                    </a:ext>
                  </a:extLst>
                </a:gridCol>
                <a:gridCol w="517943">
                  <a:extLst>
                    <a:ext uri="{9D8B030D-6E8A-4147-A177-3AD203B41FA5}">
                      <a16:colId xmlns:a16="http://schemas.microsoft.com/office/drawing/2014/main" val="2607011772"/>
                    </a:ext>
                  </a:extLst>
                </a:gridCol>
                <a:gridCol w="388458">
                  <a:extLst>
                    <a:ext uri="{9D8B030D-6E8A-4147-A177-3AD203B41FA5}">
                      <a16:colId xmlns:a16="http://schemas.microsoft.com/office/drawing/2014/main" val="2069971003"/>
                    </a:ext>
                  </a:extLst>
                </a:gridCol>
                <a:gridCol w="3362314">
                  <a:extLst>
                    <a:ext uri="{9D8B030D-6E8A-4147-A177-3AD203B41FA5}">
                      <a16:colId xmlns:a16="http://schemas.microsoft.com/office/drawing/2014/main" val="771166131"/>
                    </a:ext>
                  </a:extLst>
                </a:gridCol>
                <a:gridCol w="342470">
                  <a:extLst>
                    <a:ext uri="{9D8B030D-6E8A-4147-A177-3AD203B41FA5}">
                      <a16:colId xmlns:a16="http://schemas.microsoft.com/office/drawing/2014/main" val="2433036073"/>
                    </a:ext>
                  </a:extLst>
                </a:gridCol>
                <a:gridCol w="517943">
                  <a:extLst>
                    <a:ext uri="{9D8B030D-6E8A-4147-A177-3AD203B41FA5}">
                      <a16:colId xmlns:a16="http://schemas.microsoft.com/office/drawing/2014/main" val="934984497"/>
                    </a:ext>
                  </a:extLst>
                </a:gridCol>
                <a:gridCol w="388458">
                  <a:extLst>
                    <a:ext uri="{9D8B030D-6E8A-4147-A177-3AD203B41FA5}">
                      <a16:colId xmlns:a16="http://schemas.microsoft.com/office/drawing/2014/main" val="2167482666"/>
                    </a:ext>
                  </a:extLst>
                </a:gridCol>
                <a:gridCol w="3362314">
                  <a:extLst>
                    <a:ext uri="{9D8B030D-6E8A-4147-A177-3AD203B41FA5}">
                      <a16:colId xmlns:a16="http://schemas.microsoft.com/office/drawing/2014/main" val="157715903"/>
                    </a:ext>
                  </a:extLst>
                </a:gridCol>
              </a:tblGrid>
              <a:tr h="3759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Name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Description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Name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Description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363997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VDD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Supply voltage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External sync. Output. External 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 (+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).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55554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DDIO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Daisied Data In/Out. Internal PD, 48KΩ.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96635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15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8319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16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236692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5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DIO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Data In/Out. Internal PD, 48KΩ.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17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2051731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6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SVI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External sync. Input. External 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 (+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).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18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VDD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Supply voltage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5819706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7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12.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19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O6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6.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304548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8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11.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20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O5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5.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192152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9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O10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10.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4.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694787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10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O9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9.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3.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026827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O8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8.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2.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785782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O7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7.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054345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41D1F7A-5BF8-01A9-D178-2D026B82CF92}"/>
              </a:ext>
            </a:extLst>
          </p:cNvPr>
          <p:cNvSpPr txBox="1"/>
          <p:nvPr/>
        </p:nvSpPr>
        <p:spPr>
          <a:xfrm>
            <a:off x="279773" y="733297"/>
            <a:ext cx="133241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Pin Description</a:t>
            </a:r>
          </a:p>
        </p:txBody>
      </p:sp>
    </p:spTree>
    <p:extLst>
      <p:ext uri="{BB962C8B-B14F-4D97-AF65-F5344CB8AC3E}">
        <p14:creationId xmlns:p14="http://schemas.microsoft.com/office/powerpoint/2010/main" val="2323862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9CCD7-2F28-8F4B-938F-E9981C075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A52A0F-4050-37BB-DCAE-5A8F0A1DB9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Open/Short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FA4F3D7-EF1E-0C27-7D56-6B99AE424F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6557247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15831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VSSPINS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100uA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Source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OS_VSS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VSSPINS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839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OS_VSS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-0.2 / 0 / 0.25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F12BF119-F3F3-23BC-AC03-8DD830E99C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5268956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54147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SIGPINS, IOUTPINS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-100uA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OSN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SIGPINS, IOUTPINS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OSN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-0.9 / -0.6 / -0.3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DECD2F-CE82-50A9-AB14-870892C2EF1D}"/>
              </a:ext>
            </a:extLst>
          </p:cNvPr>
          <p:cNvSpPr txBox="1"/>
          <p:nvPr/>
        </p:nvSpPr>
        <p:spPr>
          <a:xfrm>
            <a:off x="279773" y="669797"/>
            <a:ext cx="7561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OS_VSS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326B5B-BFBC-013C-8829-191289D9C829}"/>
              </a:ext>
            </a:extLst>
          </p:cNvPr>
          <p:cNvSpPr txBox="1"/>
          <p:nvPr/>
        </p:nvSpPr>
        <p:spPr>
          <a:xfrm>
            <a:off x="279772" y="3431920"/>
            <a:ext cx="5309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4013FB-67B6-F943-999C-8D79DDE3EB6E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Skip</a:t>
            </a:r>
            <a:endParaRPr lang="ko-KR" altLang="en-US" sz="1300" dirty="0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DAA220-1A62-6640-1C1E-6B97BBD10396}"/>
              </a:ext>
            </a:extLst>
          </p:cNvPr>
          <p:cNvSpPr txBox="1"/>
          <p:nvPr/>
        </p:nvSpPr>
        <p:spPr>
          <a:xfrm>
            <a:off x="8873413" y="4575109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Skip</a:t>
            </a:r>
            <a:endParaRPr lang="ko-KR" altLang="en-US" sz="1300" dirty="0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9828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06C77-E699-69C3-8A12-45582C44E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C2D07E-49E5-253A-D3A5-F77EE4DBC3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Open/Short Test (2) 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B30D23-B4F2-1F0E-8431-60CEB7CF5D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1547849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92889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100uA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Source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OSP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OSP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0.3 / 0.6 / 0.9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D9AA625-0B10-6364-4A22-354C2B6E39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9521166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09378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VDDPINS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-100uA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OS_VDD : Measure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VDDPINS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voltage.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OS_VDD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-0.8 / -0.5 / -0.2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839E2B8-67C9-D9CC-A465-5B8FC3C97FCF}"/>
              </a:ext>
            </a:extLst>
          </p:cNvPr>
          <p:cNvSpPr txBox="1"/>
          <p:nvPr/>
        </p:nvSpPr>
        <p:spPr>
          <a:xfrm>
            <a:off x="279773" y="669797"/>
            <a:ext cx="49725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69E12A-6F78-4A59-F08F-5E20C1B5B27B}"/>
              </a:ext>
            </a:extLst>
          </p:cNvPr>
          <p:cNvSpPr txBox="1"/>
          <p:nvPr/>
        </p:nvSpPr>
        <p:spPr>
          <a:xfrm>
            <a:off x="279772" y="3431920"/>
            <a:ext cx="81945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OS_VDD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4C6109-EC9D-55BB-2AF2-66FDB66164AD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Skip</a:t>
            </a:r>
            <a:endParaRPr lang="ko-KR" altLang="en-US" sz="1300" dirty="0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E709E4-98EB-660F-624D-18F966F4DF72}"/>
              </a:ext>
            </a:extLst>
          </p:cNvPr>
          <p:cNvSpPr txBox="1"/>
          <p:nvPr/>
        </p:nvSpPr>
        <p:spPr>
          <a:xfrm>
            <a:off x="8862881" y="4649735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Skip</a:t>
            </a:r>
            <a:endParaRPr lang="ko-KR" altLang="en-US" sz="1300" dirty="0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94762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E5A7E-06D0-D9C1-CD79-C75251F36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BF4484-366B-A6B1-5530-3C91DBB9AC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Leakage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7749A1E-7E24-871B-4A99-F9F32BEEAC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223708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40190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Pin setting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under test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0V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/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input pins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3.6V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IIL1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under test 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IIL1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-500 / 0 / 500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3E212786-6F23-2693-8ED2-E8AEF095F9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1009956"/>
              </p:ext>
            </p:extLst>
          </p:nvPr>
        </p:nvGraphicFramePr>
        <p:xfrm>
          <a:off x="279773" y="3744593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08097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Pin setting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under test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3.6V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/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input pins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IIH1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under test 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(TEST)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-500 / 0 / 500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IIH1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DIO, DDIO,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SVI,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150 / 180 / 210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B85B012-36A2-CE55-7D08-01E9F9F8658F}"/>
              </a:ext>
            </a:extLst>
          </p:cNvPr>
          <p:cNvSpPr txBox="1"/>
          <p:nvPr/>
        </p:nvSpPr>
        <p:spPr>
          <a:xfrm>
            <a:off x="279773" y="669797"/>
            <a:ext cx="4459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IIL1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4D3548-059D-7CF0-8538-CE95BFD424E8}"/>
              </a:ext>
            </a:extLst>
          </p:cNvPr>
          <p:cNvSpPr txBox="1"/>
          <p:nvPr/>
        </p:nvSpPr>
        <p:spPr>
          <a:xfrm>
            <a:off x="279772" y="3431920"/>
            <a:ext cx="48603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IIH1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C51B90-DAAE-50C6-A747-403881880C57}"/>
              </a:ext>
            </a:extLst>
          </p:cNvPr>
          <p:cNvSpPr txBox="1"/>
          <p:nvPr/>
        </p:nvSpPr>
        <p:spPr>
          <a:xfrm>
            <a:off x="8873413" y="1754154"/>
            <a:ext cx="549304" cy="49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진행 대기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B56E99-5B80-BFA3-EB20-1C382F951A0A}"/>
              </a:ext>
            </a:extLst>
          </p:cNvPr>
          <p:cNvSpPr txBox="1"/>
          <p:nvPr/>
        </p:nvSpPr>
        <p:spPr>
          <a:xfrm>
            <a:off x="8900203" y="4565778"/>
            <a:ext cx="549304" cy="49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진행 대기</a:t>
            </a:r>
          </a:p>
        </p:txBody>
      </p:sp>
    </p:spTree>
    <p:extLst>
      <p:ext uri="{BB962C8B-B14F-4D97-AF65-F5344CB8AC3E}">
        <p14:creationId xmlns:p14="http://schemas.microsoft.com/office/powerpoint/2010/main" val="4227139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4401C-CF65-CF97-A1FA-62EEC0AE4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15AC5B-CD56-6410-8FE9-45C0CA210A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Leakage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E2B4DAF-2CF0-0687-8B3D-137801D6DE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8466600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17471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IOZL1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parallel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IOZL1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-2 / 0 / 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1085CC3-9CED-F27C-414A-1AA9CF5799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0115657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267552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3.6V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IOZH1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parallel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IOZH1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-2 / 0 / 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9643A8B-50CE-2BB5-1A61-4D6212E0D1EF}"/>
              </a:ext>
            </a:extLst>
          </p:cNvPr>
          <p:cNvSpPr txBox="1"/>
          <p:nvPr/>
        </p:nvSpPr>
        <p:spPr>
          <a:xfrm>
            <a:off x="279773" y="669797"/>
            <a:ext cx="62279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IOZL1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5436F7-5F72-24B1-559E-A35D720819CC}"/>
              </a:ext>
            </a:extLst>
          </p:cNvPr>
          <p:cNvSpPr txBox="1"/>
          <p:nvPr/>
        </p:nvSpPr>
        <p:spPr>
          <a:xfrm>
            <a:off x="279772" y="3431920"/>
            <a:ext cx="6628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IOZH1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541964-7615-CB51-9D00-57F9155326A4}"/>
              </a:ext>
            </a:extLst>
          </p:cNvPr>
          <p:cNvSpPr txBox="1"/>
          <p:nvPr/>
        </p:nvSpPr>
        <p:spPr>
          <a:xfrm>
            <a:off x="8873413" y="1754154"/>
            <a:ext cx="549304" cy="49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진행 대기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7D324A-F3C1-EE13-F0B5-3359A8EC37DB}"/>
              </a:ext>
            </a:extLst>
          </p:cNvPr>
          <p:cNvSpPr txBox="1"/>
          <p:nvPr/>
        </p:nvSpPr>
        <p:spPr>
          <a:xfrm>
            <a:off x="8900203" y="4565778"/>
            <a:ext cx="549304" cy="49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진행 대기</a:t>
            </a:r>
          </a:p>
        </p:txBody>
      </p:sp>
    </p:spTree>
    <p:extLst>
      <p:ext uri="{BB962C8B-B14F-4D97-AF65-F5344CB8AC3E}">
        <p14:creationId xmlns:p14="http://schemas.microsoft.com/office/powerpoint/2010/main" val="3585320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80C28-2396-AB17-230C-5AB710A29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0B03D7-B045-7643-A0AE-FD0CA42820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IDD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CE0365-6CF9-C9A4-A35C-10E458B974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1687562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44171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Pin setting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= 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0V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/ All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other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signal pins = 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Open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.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IDDS1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VDD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IDDS1 MIN / TYP / MAX =  /  /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1439184-58BB-8AA9-8C68-7731A61B7A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5152222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49867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DIO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Dynamic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condition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looping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 startAt="3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IDDD1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IDDD1 MIN / TYP / MAX =  /  /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096450A-ED58-1B1E-CD57-D50D7213E9F3}"/>
              </a:ext>
            </a:extLst>
          </p:cNvPr>
          <p:cNvSpPr txBox="1"/>
          <p:nvPr/>
        </p:nvSpPr>
        <p:spPr>
          <a:xfrm>
            <a:off x="279773" y="669797"/>
            <a:ext cx="65114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IDDS1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949631-5F32-23BD-9E1F-20CBEF8C9966}"/>
              </a:ext>
            </a:extLst>
          </p:cNvPr>
          <p:cNvSpPr txBox="1"/>
          <p:nvPr/>
        </p:nvSpPr>
        <p:spPr>
          <a:xfrm>
            <a:off x="279772" y="3431920"/>
            <a:ext cx="68159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IDDD1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AA4030-1B5B-F57A-B6F9-4393C3E742AB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3AD356-F219-3F87-0653-8948AE198BF1}"/>
              </a:ext>
            </a:extLst>
          </p:cNvPr>
          <p:cNvSpPr txBox="1"/>
          <p:nvPr/>
        </p:nvSpPr>
        <p:spPr>
          <a:xfrm>
            <a:off x="8873413" y="4537786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628503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70B2D-1209-2F94-7CA1-8378516E9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47352A-CE70-563E-5649-7DB6EEFEC7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IDDQ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5FEED6-CD48-9C34-DE42-0E180FA340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775949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525952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/>
                        <a:t>SCAN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en-US" altLang="ko-KR" sz="800" dirty="0"/>
                        <a:t> condition</a:t>
                      </a:r>
                      <a:r>
                        <a:rPr lang="ko-KR" altLang="ko-KR" sz="800" dirty="0"/>
                        <a:t> : VDD1P5 =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 / STEST = </a:t>
                      </a:r>
                      <a:r>
                        <a:rPr lang="ko-KR" altLang="ko-KR" sz="800" b="1" dirty="0"/>
                        <a:t>VDD</a:t>
                      </a:r>
                      <a:r>
                        <a:rPr lang="ko-KR" altLang="ko-KR" sz="800" dirty="0"/>
                        <a:t> / SRSTN = </a:t>
                      </a:r>
                      <a:r>
                        <a:rPr lang="ko-KR" altLang="ko-KR" sz="800" b="1" dirty="0"/>
                        <a:t>0V → VDD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All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signal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through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DIO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IDDQ_A1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VDD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IDDQ_A1 MIN / TYP / MAX =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 / 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CEC1532-8FC2-F51F-0BAE-4473424099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142828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892398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/>
                        <a:t>SCAN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en-US" altLang="ko-KR" sz="800" dirty="0"/>
                        <a:t> condition</a:t>
                      </a:r>
                      <a:r>
                        <a:rPr lang="ko-KR" altLang="ko-KR" sz="800" dirty="0"/>
                        <a:t> : VDD1P5 =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 / STEST = </a:t>
                      </a:r>
                      <a:r>
                        <a:rPr lang="ko-KR" altLang="ko-KR" sz="800" b="1" dirty="0"/>
                        <a:t>VDD</a:t>
                      </a:r>
                      <a:r>
                        <a:rPr lang="ko-KR" altLang="ko-KR" sz="800" dirty="0"/>
                        <a:t> / SRSTN = </a:t>
                      </a:r>
                      <a:r>
                        <a:rPr lang="ko-KR" altLang="ko-KR" sz="800" b="1" dirty="0"/>
                        <a:t>0V → VDD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through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DIO /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Dynamic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condition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looping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IDDQ_D1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VDD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1P5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IDDQ_D1 MIN / TYP / MAX =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 / 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ACE0EB0-5FF8-94DE-268E-55445FF77334}"/>
              </a:ext>
            </a:extLst>
          </p:cNvPr>
          <p:cNvSpPr txBox="1"/>
          <p:nvPr/>
        </p:nvSpPr>
        <p:spPr>
          <a:xfrm>
            <a:off x="279773" y="669797"/>
            <a:ext cx="86914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IDDQ_A1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6A2F0F-CB75-E6B6-6499-65DB0A133B15}"/>
              </a:ext>
            </a:extLst>
          </p:cNvPr>
          <p:cNvSpPr txBox="1"/>
          <p:nvPr/>
        </p:nvSpPr>
        <p:spPr>
          <a:xfrm>
            <a:off x="279772" y="3431920"/>
            <a:ext cx="8803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IDDQ_D1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EB79BE-8D96-9E42-5899-D48DB0233564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Skip</a:t>
            </a:r>
            <a:endParaRPr lang="ko-KR" altLang="en-US" sz="1300" dirty="0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A4617B-2949-CEA2-717F-D601B92E01C8}"/>
              </a:ext>
            </a:extLst>
          </p:cNvPr>
          <p:cNvSpPr txBox="1"/>
          <p:nvPr/>
        </p:nvSpPr>
        <p:spPr>
          <a:xfrm>
            <a:off x="8862881" y="4649735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Skip</a:t>
            </a:r>
            <a:endParaRPr lang="ko-KR" altLang="en-US" sz="1300" dirty="0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4141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240CF-4E7F-93C1-47B7-7673CB5AB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41EAE1-A997-3FF3-06F9-98F5F6CD06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SCAN Function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B907C5-CD44-64FA-7CC9-0799B4DE60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325500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39974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DIN VIH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VIL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SCAN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Run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and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check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result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SCAN =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 SCAN FUNCTION Test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FBC97B-33A5-A3D4-F1F8-7DAE559415F0}"/>
              </a:ext>
            </a:extLst>
          </p:cNvPr>
          <p:cNvSpPr txBox="1"/>
          <p:nvPr/>
        </p:nvSpPr>
        <p:spPr>
          <a:xfrm>
            <a:off x="279773" y="669797"/>
            <a:ext cx="61747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SCAN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B6B266-5CD2-6A93-3881-4DA026E6EF9E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Skip</a:t>
            </a:r>
            <a:endParaRPr lang="ko-KR" altLang="en-US" sz="1300" dirty="0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9949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12B10-AA35-3685-1862-D7BE99749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A64E01-B253-F31F-FD34-C7D07C13ED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OTP_INIT_CHECK (1)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055052A-5B1C-EEAD-2F44-D3AF982424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8056502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4761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VDD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3.3V ( 2ms </a:t>
                      </a:r>
                      <a:r>
                        <a:rPr lang="ko-KR" altLang="ko-KR" sz="800" dirty="0" err="1"/>
                        <a:t>sloped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power-up</a:t>
                      </a:r>
                      <a:r>
                        <a:rPr lang="ko-KR" altLang="ko-KR" sz="800" dirty="0"/>
                        <a:t> ), DIO VIH = 3.3V / VIL =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/>
                        <a:t>Wait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5~10</a:t>
                      </a:r>
                      <a:r>
                        <a:rPr lang="ko-KR" altLang="ko-KR" sz="800" dirty="0"/>
                        <a:t>ms </a:t>
                      </a:r>
                      <a:r>
                        <a:rPr lang="ko-KR" altLang="ko-KR" sz="800" dirty="0" err="1"/>
                        <a:t>for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internal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logic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initialization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en-US" altLang="ko-KR" sz="800" dirty="0"/>
                        <a:t>Normal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en-US" altLang="ko-KR" sz="800" dirty="0"/>
                        <a:t> initial check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RESET(</a:t>
                      </a:r>
                      <a:r>
                        <a:rPr lang="ko-KR" altLang="ko-KR" sz="800" b="1" dirty="0"/>
                        <a:t>0x00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0x800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ID GEN : </a:t>
                      </a:r>
                      <a:r>
                        <a:rPr lang="ko-KR" altLang="ko-KR" sz="800" dirty="0" err="1"/>
                        <a:t>cmd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4b'1000</a:t>
                      </a:r>
                      <a:endParaRPr lang="en-US" altLang="ko-KR" sz="800" b="1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ko-KR" altLang="ko-KR" sz="800" dirty="0"/>
                        <a:t>OTP_INIT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0x01~0x3F</a:t>
                      </a:r>
                      <a:r>
                        <a:rPr lang="ko-KR" altLang="ko-KR" sz="800" dirty="0"/>
                        <a:t> and </a:t>
                      </a:r>
                      <a:r>
                        <a:rPr lang="ko-KR" altLang="ko-KR" sz="800" dirty="0" err="1"/>
                        <a:t>compare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with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/>
                        <a:t>OTP_INIT = </a:t>
                      </a:r>
                      <a:r>
                        <a:rPr lang="ko-KR" altLang="ko-KR" sz="800" b="1" dirty="0" err="1"/>
                        <a:t>Pass</a:t>
                      </a:r>
                      <a:r>
                        <a:rPr lang="ko-KR" altLang="ko-KR" sz="800" dirty="0"/>
                        <a:t> ( 0x01~0x3F </a:t>
                      </a:r>
                      <a:r>
                        <a:rPr lang="ko-KR" altLang="ko-KR" sz="800" dirty="0" err="1"/>
                        <a:t>data</a:t>
                      </a:r>
                      <a:r>
                        <a:rPr lang="ko-KR" altLang="ko-KR" sz="800" dirty="0"/>
                        <a:t>[11:0] =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D576AC3-4715-40B6-8E35-4A08F42C3A9F}"/>
              </a:ext>
            </a:extLst>
          </p:cNvPr>
          <p:cNvSpPr txBox="1"/>
          <p:nvPr/>
        </p:nvSpPr>
        <p:spPr>
          <a:xfrm>
            <a:off x="279773" y="669797"/>
            <a:ext cx="86748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OTP_INIT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0C2156-9486-CAD9-33AB-702D94E26325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22585340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D22CD-EF05-D026-FC2A-A23C36432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CA067D-52A3-6CBF-FD0E-BFB70B45E4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OTP_INIT_CHECK (2)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35E5BC-BADA-AEFE-0165-3052C6A054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6578411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48750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VDD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3.3V ( 2ms </a:t>
                      </a:r>
                      <a:r>
                        <a:rPr lang="ko-KR" altLang="ko-KR" sz="800" dirty="0" err="1"/>
                        <a:t>sloped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power-up</a:t>
                      </a:r>
                      <a:r>
                        <a:rPr lang="ko-KR" altLang="ko-KR" sz="800" dirty="0"/>
                        <a:t> ), DIO VIH = 3.3V / VIL =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61950" fontAlgn="ctr">
                        <a:buFont typeface="+mj-lt"/>
                        <a:buAutoNum type="arabicPeriod"/>
                      </a:pPr>
                      <a:r>
                        <a:rPr lang="ko-KR" altLang="ko-KR" sz="800" dirty="0" err="1"/>
                        <a:t>Mirror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en-US" altLang="ko-KR" sz="800" dirty="0"/>
                        <a:t> initial check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ID GEN : </a:t>
                      </a:r>
                      <a:r>
                        <a:rPr lang="ko-KR" altLang="ko-KR" sz="800" dirty="0" err="1"/>
                        <a:t>cmd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4b'1000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OP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ko-KR" sz="800" dirty="0"/>
                        <a:t>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0x801</a:t>
                      </a:r>
                      <a:endParaRPr lang="en-US" altLang="ko-KR" sz="800" b="1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ko-KR" altLang="ko-KR" sz="800" dirty="0"/>
                        <a:t>OTP_INIT_M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0x00~0x1</a:t>
                      </a:r>
                      <a:r>
                        <a:rPr lang="en-US" altLang="ko-KR" sz="800" b="1" dirty="0"/>
                        <a:t>E</a:t>
                      </a:r>
                      <a:r>
                        <a:rPr lang="ko-KR" altLang="ko-KR" sz="800" dirty="0"/>
                        <a:t> and </a:t>
                      </a:r>
                      <a:r>
                        <a:rPr lang="ko-KR" altLang="ko-KR" sz="800" dirty="0" err="1"/>
                        <a:t>compare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with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OTP_INIT_M =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Pass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dirty="0"/>
                        <a:t>( 0x00~0x1</a:t>
                      </a:r>
                      <a:r>
                        <a:rPr lang="en-US" altLang="ko-KR" sz="800" dirty="0"/>
                        <a:t>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data</a:t>
                      </a:r>
                      <a:r>
                        <a:rPr lang="ko-KR" altLang="ko-KR" sz="800" dirty="0"/>
                        <a:t>[11:0] =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AD367CE-8076-37E0-6429-E68DC4C935C5}"/>
              </a:ext>
            </a:extLst>
          </p:cNvPr>
          <p:cNvSpPr txBox="1"/>
          <p:nvPr/>
        </p:nvSpPr>
        <p:spPr>
          <a:xfrm>
            <a:off x="279773" y="669797"/>
            <a:ext cx="109029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OTP_INIT_M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A70009-F6BF-8A08-282E-9CF9F8E01633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51418466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426E6-8F37-10E9-BA17-C446D44E8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B893B6-801A-E2C9-E5C9-4FAE625436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OTP_INIT_CHECK (3)</a:t>
            </a:r>
            <a:endParaRPr lang="ko-KR" altLang="en-US" dirty="0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D13EDCFF-0496-E421-4CA3-FA7A185032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7328874"/>
              </p:ext>
            </p:extLst>
          </p:nvPr>
        </p:nvGraphicFramePr>
        <p:xfrm>
          <a:off x="406773" y="1147213"/>
          <a:ext cx="2880000" cy="4397235"/>
        </p:xfrm>
        <a:graphic>
          <a:graphicData uri="http://schemas.openxmlformats.org/drawingml/2006/table">
            <a:tbl>
              <a:tblPr/>
              <a:tblGrid>
                <a:gridCol w="1484393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LD_CTRL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LD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SIZE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099301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CLK_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DIV1/2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CLK_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DIV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2/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CH_EN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T_CTRL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FB_LEVEL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SHORT_LEVEL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STATUS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FAULT_STATUS1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FAULT_STATUS2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FAULT_STATUS3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MAX_CURR_LEVEL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CURR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CURR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CURR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CHx_LD_TYPE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CH1/2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CH3/4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39676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CH5/6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05224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CH7/8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CH9/10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22289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CH11/12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9060922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FAULT_CONFIG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0x31F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82891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BIST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02431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TEST_MODE0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0x1A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728181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TEST_MODE1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0x1B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476143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6C8B912A-5027-9E2C-1302-5FBB4321EA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0479197"/>
              </p:ext>
            </p:extLst>
          </p:nvPr>
        </p:nvGraphicFramePr>
        <p:xfrm>
          <a:off x="3468128" y="1147213"/>
          <a:ext cx="2880001" cy="4250158"/>
        </p:xfrm>
        <a:graphic>
          <a:graphicData uri="http://schemas.openxmlformats.org/drawingml/2006/table">
            <a:tbl>
              <a:tblPr/>
              <a:tblGrid>
                <a:gridCol w="1484394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SERIAL_CLK_GEN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SERIAL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LATENCY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15773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V_MASK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47008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SV_MASK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4447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RSTCNT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41615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TIMEOUT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880777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FLLCNT1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FLLCNT2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0xC32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WR_PROTECT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0x555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NF_C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TRL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CHOP_EN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TEMP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MAN1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MAN2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808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SPREAD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K_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GATE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VREF_FIX1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0x2C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VREF_FIX2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VREF_FIX3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TEST_ANA_EN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ACCESS1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ACCESS2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WRITE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94068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RD/PROG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73110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0x5</a:t>
                      </a: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032282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OP_MODE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34971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3EB5CAF-64F5-AF43-C3DC-A6F08C9273F3}"/>
              </a:ext>
            </a:extLst>
          </p:cNvPr>
          <p:cNvSpPr txBox="1"/>
          <p:nvPr/>
        </p:nvSpPr>
        <p:spPr>
          <a:xfrm>
            <a:off x="406773" y="734692"/>
            <a:ext cx="141218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Normal Register</a:t>
            </a: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60CA5748-3BFE-D732-311D-68E78C6DA0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7494923"/>
              </p:ext>
            </p:extLst>
          </p:nvPr>
        </p:nvGraphicFramePr>
        <p:xfrm>
          <a:off x="6529483" y="1147213"/>
          <a:ext cx="2880001" cy="5014140"/>
        </p:xfrm>
        <a:graphic>
          <a:graphicData uri="http://schemas.openxmlformats.org/drawingml/2006/table">
            <a:tbl>
              <a:tblPr/>
              <a:tblGrid>
                <a:gridCol w="1484394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0543119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943062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0x810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15773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0x810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47008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0x080</a:t>
                      </a:r>
                      <a:endParaRPr lang="ko-KR" alt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4447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alt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4161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88077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9406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7311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0x1A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03228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0x1B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84084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0x1C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8029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5914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VERSION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68272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56A7802-52C8-D847-35B3-28BA5EB0612D}"/>
              </a:ext>
            </a:extLst>
          </p:cNvPr>
          <p:cNvSpPr txBox="1"/>
          <p:nvPr/>
        </p:nvSpPr>
        <p:spPr>
          <a:xfrm>
            <a:off x="6529483" y="734692"/>
            <a:ext cx="131875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Mirror Register</a:t>
            </a:r>
          </a:p>
        </p:txBody>
      </p:sp>
    </p:spTree>
    <p:extLst>
      <p:ext uri="{BB962C8B-B14F-4D97-AF65-F5344CB8AC3E}">
        <p14:creationId xmlns:p14="http://schemas.microsoft.com/office/powerpoint/2010/main" val="22327216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BA14D-4D60-2627-09AE-7EB93E8BE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D55EA8-B582-8D6C-91FC-F3A2FE17A5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IREF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E64A0B-4AC8-B622-369D-A1EC01C691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179813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68234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fontAlgn="ctr">
                        <a:buAutoNum type="arabicPeriod"/>
                        <a:tabLst>
                          <a:tab pos="2698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IREF_CTL(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)[9:5]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Trim s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weep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U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et.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Final code s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ave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[9:5].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81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9225F1CC-1BFF-947C-0ACB-A26DBC00CB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710357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08139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)[9:5]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IREF2_TRIM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IREF2_CTL(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0x02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[9:5]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0F3B8AF-9415-1E16-C963-9A3CD7965B02}"/>
              </a:ext>
            </a:extLst>
          </p:cNvPr>
          <p:cNvSpPr txBox="1"/>
          <p:nvPr/>
        </p:nvSpPr>
        <p:spPr>
          <a:xfrm>
            <a:off x="279773" y="669797"/>
            <a:ext cx="50045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02E66F-2594-2EC5-8022-E10AC2DA4966}"/>
              </a:ext>
            </a:extLst>
          </p:cNvPr>
          <p:cNvSpPr txBox="1"/>
          <p:nvPr/>
        </p:nvSpPr>
        <p:spPr>
          <a:xfrm>
            <a:off x="279773" y="3429000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DD9981-5BD7-CBA9-9842-C6DD0B83343C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FE2AE0-262B-ED40-C5CB-015CCAF63593}"/>
              </a:ext>
            </a:extLst>
          </p:cNvPr>
          <p:cNvSpPr txBox="1"/>
          <p:nvPr/>
        </p:nvSpPr>
        <p:spPr>
          <a:xfrm>
            <a:off x="8873413" y="4588765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7374188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1A651-9508-2779-8A20-6978B47F2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32DBDF-332A-36C3-691A-727CE886D3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LDO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D44DCC-60F5-3EEF-4FE0-016148B6FC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892763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01325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LDO(DET)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0x002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LDO_BGR2_CTL(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[4:0]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LDO_DET_TRIM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LDO_BGR2_CTL(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[4:0]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28CAECF-77DE-01FE-7B63-D0D125AA16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0585091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29845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LDO(DIG)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0x003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)[3:0]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4-bit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LDO_DIG_TRIM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LDO_DIG_TRIM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LDO_CTL(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[3:0].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IG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D2CDC9-9515-A680-A1D1-74200ECE0000}"/>
              </a:ext>
            </a:extLst>
          </p:cNvPr>
          <p:cNvSpPr txBox="1"/>
          <p:nvPr/>
        </p:nvSpPr>
        <p:spPr>
          <a:xfrm>
            <a:off x="279773" y="669797"/>
            <a:ext cx="88069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E711CC-5DB6-8F8A-6D9D-C9C0E0CD793E}"/>
              </a:ext>
            </a:extLst>
          </p:cNvPr>
          <p:cNvSpPr txBox="1"/>
          <p:nvPr/>
        </p:nvSpPr>
        <p:spPr>
          <a:xfrm>
            <a:off x="279772" y="3431920"/>
            <a:ext cx="86594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LDO_DIG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867738-3ECF-5876-FFB5-4B3BE018B60A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D78210-6A98-7FC7-4DB3-08951CD35DA1}"/>
              </a:ext>
            </a:extLst>
          </p:cNvPr>
          <p:cNvSpPr txBox="1"/>
          <p:nvPr/>
        </p:nvSpPr>
        <p:spPr>
          <a:xfrm>
            <a:off x="8881542" y="4547118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27162233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84BC0-0C68-7BE2-B066-9A372D38A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2A4E40-9BC5-38E7-F453-575675E118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LDO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C6BD533-7DF3-113C-57A3-0D023D5DEB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2269383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87822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LDO(DAC)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0x004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LDO_DAC_CTL(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)[11:7] = 5-bit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LDO_DAC_TRIM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LDO_DAC_TRIM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LDO_DAC_CTL(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)[11:7].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F3B0734-FE27-718C-D9E2-881FADCA53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5916631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33618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  <a:tabLst>
                          <a:tab pos="266700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LDO(FLL)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0x005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LDO_OSC_CTL(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)[7:4] = 4-bit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LDO_FLL_TRIM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LDO_FLL_TRIM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LDO_OSC_CTL(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)[7:4]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FLL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9652744-9547-F856-80CA-5A2F7EED18A4}"/>
              </a:ext>
            </a:extLst>
          </p:cNvPr>
          <p:cNvSpPr txBox="1"/>
          <p:nvPr/>
        </p:nvSpPr>
        <p:spPr>
          <a:xfrm>
            <a:off x="279773" y="669797"/>
            <a:ext cx="91352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LDO_DAC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7AC688-7B9C-117B-8C4F-0D1D3CD216B8}"/>
              </a:ext>
            </a:extLst>
          </p:cNvPr>
          <p:cNvSpPr txBox="1"/>
          <p:nvPr/>
        </p:nvSpPr>
        <p:spPr>
          <a:xfrm>
            <a:off x="279772" y="3431920"/>
            <a:ext cx="8274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LDO_FLL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8282C3-918C-E442-FD2D-A39493473FA0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77CBFD-FF1C-C711-471D-96B4DEF9F4DC}"/>
              </a:ext>
            </a:extLst>
          </p:cNvPr>
          <p:cNvSpPr txBox="1"/>
          <p:nvPr/>
        </p:nvSpPr>
        <p:spPr>
          <a:xfrm>
            <a:off x="8881542" y="4575109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22585069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C0566-BD4E-E165-8B2F-5221BD4D1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7C4340-CDB1-AA63-026C-313AE95446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OVER TEMP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359EC2-2940-69D6-A4EE-BE7BF159C4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668487"/>
              </p:ext>
            </p:extLst>
          </p:nvPr>
        </p:nvGraphicFramePr>
        <p:xfrm>
          <a:off x="279773" y="962185"/>
          <a:ext cx="9208258" cy="3276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92641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OVER TEMP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trim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register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setting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(DIO).</a:t>
                      </a:r>
                      <a:b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OFS_TEMP(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)[11:8] = 4-bit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1(MEAS)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Measure TEST pin voltage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35877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V2(MEAS).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0x009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Measure TEST pin voltage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TEMP TRIM :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2(MEAS) −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1(MEAS)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TEMP 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OFS_TEMP(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)[11:8]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TEMP 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209.4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mV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ED5844B-3C75-22DB-A178-58BB5F4502B1}"/>
              </a:ext>
            </a:extLst>
          </p:cNvPr>
          <p:cNvSpPr txBox="1"/>
          <p:nvPr/>
        </p:nvSpPr>
        <p:spPr>
          <a:xfrm>
            <a:off x="279773" y="669797"/>
            <a:ext cx="9773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OFS_TEMP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CEC37E-95F4-37B8-964B-1728F2685219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26791757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6B88F-906F-4BF3-F410-4B4442233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FEF97A-93FE-3483-B91A-3CC30A9C76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OSC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2CB3E9F-2903-BB77-8AC2-491145C4B0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5532920"/>
              </p:ext>
            </p:extLst>
          </p:nvPr>
        </p:nvGraphicFramePr>
        <p:xfrm>
          <a:off x="279773" y="962185"/>
          <a:ext cx="9208258" cy="24231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382310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OP_MODE 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0x874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OSC_FLL_MAN2(</a:t>
                      </a:r>
                      <a:r>
                        <a:rPr lang="ko-KR" altLang="ko-KR" sz="800" b="1" dirty="0"/>
                        <a:t>0x29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0x808</a:t>
                      </a:r>
                      <a:b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</a:b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OSC_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RCTL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)[4:0] = 5-bit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SVO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OSC_TRIM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OSC_RCTL(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)[4:0]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0.757 / 0.797 / 0.837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MHz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78056C8-17C0-BD56-9F47-B1F5753F7DDE}"/>
              </a:ext>
            </a:extLst>
          </p:cNvPr>
          <p:cNvSpPr txBox="1"/>
          <p:nvPr/>
        </p:nvSpPr>
        <p:spPr>
          <a:xfrm>
            <a:off x="279773" y="669797"/>
            <a:ext cx="95321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OSC_RCTL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875D79-2DB3-2C1B-C88C-BACC5DA7EA0E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42697025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82C43-E84D-3D9A-5AA6-3ED00128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F30D84-F53F-947E-E564-65311D60C2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GAIN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2591328-371E-EE5F-22EA-445F5C7E97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9457127"/>
              </p:ext>
            </p:extLst>
          </p:nvPr>
        </p:nvGraphicFramePr>
        <p:xfrm>
          <a:off x="279773" y="962185"/>
          <a:ext cx="9208258" cy="37642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17806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OP_MODE 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0x864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CH_EN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CURR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GAIN_CH(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 ~ 0x1D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)[6:0] = 7-bit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–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1 ).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GAIN_TRIM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GAIN_CH(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 ~ 0x1D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)[6:0]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GAIN_TRIM MIN / TYP / MAX 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1.856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1.954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2.052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mA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76618A1-F020-976F-5651-2DCC04D5FC91}"/>
              </a:ext>
            </a:extLst>
          </p:cNvPr>
          <p:cNvSpPr txBox="1"/>
          <p:nvPr/>
        </p:nvSpPr>
        <p:spPr>
          <a:xfrm>
            <a:off x="279773" y="669797"/>
            <a:ext cx="8803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GAIN_CH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FD2DD9-E70C-02B7-3F6E-9A051D01CFB6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9047268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6CFC9-3CDB-E1E9-6162-CCE93440F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91786C-191C-853E-0D41-195EF5D9B1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OFFSET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A0B277-C08F-6CFA-1AFF-2D85BC7F7D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7940172"/>
              </p:ext>
            </p:extLst>
          </p:nvPr>
        </p:nvGraphicFramePr>
        <p:xfrm>
          <a:off x="279773" y="962185"/>
          <a:ext cx="9208258" cy="3642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01452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CH_EN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CURR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OFS_CH(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0x06 ~ 0x11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)[8:0] = 9-bit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P3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P4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P3 + P4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/ 2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OFFSET_TRIM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OFS_CH(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0x06 ~ 0x11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)[8:0]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OFFSET_TRIM MIN / TYP / MAX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0.464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0.488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0.512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mA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E63878B-36E1-FF87-DFD2-7952FCEE04B0}"/>
              </a:ext>
            </a:extLst>
          </p:cNvPr>
          <p:cNvSpPr txBox="1"/>
          <p:nvPr/>
        </p:nvSpPr>
        <p:spPr>
          <a:xfrm>
            <a:off x="279773" y="669797"/>
            <a:ext cx="7802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OFS_CH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2CCFC1-2CF1-2BCE-EDA9-CA1E87961ED9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28979401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7949E-B7A9-7674-594C-B6098A843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7065EE-2EBE-7033-680B-50BF10966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EFUSE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7CAEB83-3506-A0B6-90D1-B0DBE41BC9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4633399"/>
              </p:ext>
            </p:extLst>
          </p:nvPr>
        </p:nvGraphicFramePr>
        <p:xfrm>
          <a:off x="279773" y="962185"/>
          <a:ext cx="9208258" cy="35204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08094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completed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Power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rising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300us,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※ OTP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writing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allowed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once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VDD 3.3V → 5.5V /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/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5.5V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Power OFF)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DIO VIH = 5.5V / VIL = 0V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(DIN)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OP_MODE(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8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00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OTP_RD/PROG(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otp_pg_start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write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Copy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Power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cycle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Power OFF → ON (VDD = 5V)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download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Code compare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b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efore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Target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value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maintained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EFUSE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Pass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B72F6B5-69C1-0528-8A10-B88CAE02B1EA}"/>
              </a:ext>
            </a:extLst>
          </p:cNvPr>
          <p:cNvSpPr txBox="1"/>
          <p:nvPr/>
        </p:nvSpPr>
        <p:spPr>
          <a:xfrm>
            <a:off x="279773" y="669797"/>
            <a:ext cx="6479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EFUSE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B9EE67-47F9-076A-E3AC-D696FE8942B2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388412149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B8F14-8941-B331-AAC2-D29922BD3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78A14E-BBCD-817A-52F1-7D51306089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IREF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170CDBE-9EB2-D151-1E21-E832EC80D5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27894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32520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089DBB95-CCD7-722E-DE2D-51C80D3B12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9816130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82142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6555CA2-EC83-772F-88E7-5A641ADAA95B}"/>
              </a:ext>
            </a:extLst>
          </p:cNvPr>
          <p:cNvSpPr txBox="1"/>
          <p:nvPr/>
        </p:nvSpPr>
        <p:spPr>
          <a:xfrm>
            <a:off x="279773" y="669797"/>
            <a:ext cx="85472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631D5D-45D6-8BB8-BCF5-F816A6549214}"/>
              </a:ext>
            </a:extLst>
          </p:cNvPr>
          <p:cNvSpPr txBox="1"/>
          <p:nvPr/>
        </p:nvSpPr>
        <p:spPr>
          <a:xfrm>
            <a:off x="279773" y="3429000"/>
            <a:ext cx="94609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IREF2_VFY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D34D32-0300-0915-6106-AD0C4D65F0EC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A4C3D3-F394-7613-C658-A127678CDE2E}"/>
              </a:ext>
            </a:extLst>
          </p:cNvPr>
          <p:cNvSpPr txBox="1"/>
          <p:nvPr/>
        </p:nvSpPr>
        <p:spPr>
          <a:xfrm>
            <a:off x="8873413" y="4575109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9154618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CEEED-6315-4253-F65E-1B420DA89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94AC79-09FD-BD44-A588-A00F0F8613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LDO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359240E-1C34-E7BB-DAA3-312FDBB80A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086914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44395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LDO(DET)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0x002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882D094F-3437-E9C5-6ED9-189ECF2B55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6251047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40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LDO(DIG)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0x003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LDO_DIG_VFY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IG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6BB3913-825E-8348-73B0-EE50104FDFC4}"/>
              </a:ext>
            </a:extLst>
          </p:cNvPr>
          <p:cNvSpPr txBox="1"/>
          <p:nvPr/>
        </p:nvSpPr>
        <p:spPr>
          <a:xfrm>
            <a:off x="279773" y="669797"/>
            <a:ext cx="123495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LDO_DET_VFY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55D519-2FAD-C734-2E3E-205D85AE235A}"/>
              </a:ext>
            </a:extLst>
          </p:cNvPr>
          <p:cNvSpPr txBox="1"/>
          <p:nvPr/>
        </p:nvSpPr>
        <p:spPr>
          <a:xfrm>
            <a:off x="279773" y="3429000"/>
            <a:ext cx="122020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LDO_DIG_VFY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57DA0F-2C0C-7342-E98E-598E43B211B2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7A1E1B-E61A-4E49-6D83-9D1D70EF7737}"/>
              </a:ext>
            </a:extLst>
          </p:cNvPr>
          <p:cNvSpPr txBox="1"/>
          <p:nvPr/>
        </p:nvSpPr>
        <p:spPr>
          <a:xfrm>
            <a:off x="8890873" y="4547117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35472788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55EE7-07C8-0046-AD57-F50111B9A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75C9B2-4233-B870-7E94-2300BFB56E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LDO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4E0D302-434E-5AA1-D8EA-6E8C3C6F38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606133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75782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LDO(DAC)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LDO_DAC_VFY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4D1FB2B1-20E8-98A9-36DE-6231684A2E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4374198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83208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LDO(FLL)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0x005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LDO_FLL_VFY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FLL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5113E1F-8898-9463-1321-8501744CEFB2}"/>
              </a:ext>
            </a:extLst>
          </p:cNvPr>
          <p:cNvSpPr txBox="1"/>
          <p:nvPr/>
        </p:nvSpPr>
        <p:spPr>
          <a:xfrm>
            <a:off x="279773" y="669797"/>
            <a:ext cx="12677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LDO_DAC_VFY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732EDC-4CC6-64BE-6867-5FA288274C6A}"/>
              </a:ext>
            </a:extLst>
          </p:cNvPr>
          <p:cNvSpPr txBox="1"/>
          <p:nvPr/>
        </p:nvSpPr>
        <p:spPr>
          <a:xfrm>
            <a:off x="279773" y="3429000"/>
            <a:ext cx="1181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LDO_FLL_VFY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1E5680-B940-B31C-12BC-30E44D470AAA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281020-D84E-6D2E-3ADD-E921FC9B2C27}"/>
              </a:ext>
            </a:extLst>
          </p:cNvPr>
          <p:cNvSpPr txBox="1"/>
          <p:nvPr/>
        </p:nvSpPr>
        <p:spPr>
          <a:xfrm>
            <a:off x="8890873" y="4547117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21112810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EEED8-1424-6703-4450-46FF6DC46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10E6E0-8796-CDD2-9050-9FAF1A346C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BGR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6343A7-BA10-A6BD-9427-E1664F2F93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2960193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39156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0x006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1.197 / 1.234 / 1.271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8E71BBE-274F-1C88-6074-0E9BE69FF7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2415356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617680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BGR2 verify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0x007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BGR2_VFY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BGR2_VFY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1.220 / 1.258 / 1.295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1D82621-2B51-59A6-C52D-2909C9C1DEDF}"/>
              </a:ext>
            </a:extLst>
          </p:cNvPr>
          <p:cNvSpPr txBox="1"/>
          <p:nvPr/>
        </p:nvSpPr>
        <p:spPr>
          <a:xfrm>
            <a:off x="279773" y="669797"/>
            <a:ext cx="85472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BGR_VFY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B8484D-2A72-1BC6-6039-36427C98BC58}"/>
              </a:ext>
            </a:extLst>
          </p:cNvPr>
          <p:cNvSpPr txBox="1"/>
          <p:nvPr/>
        </p:nvSpPr>
        <p:spPr>
          <a:xfrm>
            <a:off x="279773" y="3429000"/>
            <a:ext cx="94609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BGR2_VFY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9A30F1-74FE-4A6D-912A-E58A99A2EFC1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04BFE9-8B49-ACC4-4EC5-199640335399}"/>
              </a:ext>
            </a:extLst>
          </p:cNvPr>
          <p:cNvSpPr txBox="1"/>
          <p:nvPr/>
        </p:nvSpPr>
        <p:spPr>
          <a:xfrm>
            <a:off x="8890873" y="4547117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38767446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7C6EC-F734-02E1-95F6-AD56423D0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F7FD0B-5C80-870E-EE26-9A6F1804FC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OSC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C8748A-46CB-74F5-C591-D69B69D7BC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51522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91445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OP_MODE 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0x874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OSC_FLL_MAN2(</a:t>
                      </a:r>
                      <a:r>
                        <a:rPr lang="ko-KR" altLang="ko-KR" sz="800" b="1" dirty="0"/>
                        <a:t>0x29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/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64)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0.757 / 0.797 / 0.837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MHz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51/64)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516D403-9078-96BD-4F70-940B109EBB82}"/>
              </a:ext>
            </a:extLst>
          </p:cNvPr>
          <p:cNvSpPr txBox="1"/>
          <p:nvPr/>
        </p:nvSpPr>
        <p:spPr>
          <a:xfrm>
            <a:off x="279773" y="669797"/>
            <a:ext cx="86273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OSC_VFY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69A059-85BD-DE4B-F422-1D0EA1CB66AE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24407147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288DB-56EC-BCA4-58BA-9DA0B274C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A539D3-4DF5-213A-1E50-BBA48744E1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FLL_LOCK_P1_TEST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5033F99-8D44-216D-C9DC-2A507253EC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8455015"/>
              </p:ext>
            </p:extLst>
          </p:nvPr>
        </p:nvGraphicFramePr>
        <p:xfrm>
          <a:off x="279773" y="962185"/>
          <a:ext cx="9208258" cy="273034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60021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FLL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Test</a:t>
                      </a:r>
                      <a:r>
                        <a:rPr lang="ko-KR" altLang="en-US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FLL mode register setting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FLLCNT1(</a:t>
                      </a:r>
                      <a:r>
                        <a:rPr lang="ko-KR" altLang="ko-KR" sz="800" b="1" dirty="0"/>
                        <a:t>0x22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0xB0B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0x090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0xDCD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FLLCNT2(</a:t>
                      </a:r>
                      <a:r>
                        <a:rPr lang="ko-KR" altLang="ko-KR" sz="800" b="1" dirty="0"/>
                        <a:t>0x23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0xC28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0xC3D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0xC32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Pattern : Input DIN Pin 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Vsync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Command (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1011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), 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Vsync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120Hz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input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FLL_P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after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200ms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(1/64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divided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/>
                        <a:t>FLL_P# MIN / TYP / MAX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0xB0B / 0xC28</a:t>
                      </a:r>
                      <a:r>
                        <a:rPr lang="ko-KR" altLang="ko-KR" sz="800" dirty="0"/>
                        <a:t> : FLL_P1 = </a:t>
                      </a:r>
                      <a:r>
                        <a:rPr lang="ko-KR" altLang="ko-KR" sz="800" b="1" dirty="0"/>
                        <a:t>0.622 / 0.625 / 0.628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(40M)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0x090 / 0xC3D</a:t>
                      </a:r>
                      <a:r>
                        <a:rPr lang="ko-KR" altLang="ko-KR" sz="800" dirty="0"/>
                        <a:t> : FLL_P</a:t>
                      </a:r>
                      <a:r>
                        <a:rPr lang="en-US" altLang="ko-KR" sz="800" dirty="0"/>
                        <a:t>2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0.933 / 0.938 / 0.942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(60M</a:t>
                      </a:r>
                      <a:r>
                        <a:rPr lang="en-US" altLang="ko-KR" sz="800" dirty="0"/>
                        <a:t>)</a:t>
                      </a:r>
                      <a:br>
                        <a:rPr lang="en-US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0xDCD / 0xC32</a:t>
                      </a:r>
                      <a:r>
                        <a:rPr lang="ko-KR" altLang="ko-KR" sz="800" dirty="0"/>
                        <a:t> : FLL_P</a:t>
                      </a:r>
                      <a:r>
                        <a:rPr lang="en-US" altLang="ko-KR" sz="800" dirty="0"/>
                        <a:t>3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0.777 / 0.781 / 0.785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(50M) 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A5A63A1-53B4-2A12-A443-DE64511395AB}"/>
              </a:ext>
            </a:extLst>
          </p:cNvPr>
          <p:cNvSpPr txBox="1"/>
          <p:nvPr/>
        </p:nvSpPr>
        <p:spPr>
          <a:xfrm>
            <a:off x="279773" y="669797"/>
            <a:ext cx="9046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FLL_LOCK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C5904D-24B8-9AE7-1F0A-D647BB61A35F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19392843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7F14C-84F2-CDF7-2195-4A8F9D850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AFECFA-A812-51C7-AB6C-CE231841E4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IOUT_3Point Test 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FECA82A-BD23-9912-A2C5-4AAA1E30E3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3719276"/>
              </p:ext>
            </p:extLst>
          </p:nvPr>
        </p:nvGraphicFramePr>
        <p:xfrm>
          <a:off x="279773" y="962185"/>
          <a:ext cx="9208258" cy="30022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46353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 3Point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>
                          <a:ea typeface="현대하모니 L" panose="02020603020101020101"/>
                        </a:rPr>
                      </a:br>
                      <a:r>
                        <a:rPr lang="en-US" altLang="ko-KR" sz="800">
                          <a:ea typeface="현대하모니 L" panose="02020603020101020101"/>
                        </a:rPr>
                        <a:t>	- OP_MODE (</a:t>
                      </a:r>
                      <a:r>
                        <a:rPr lang="en-US" altLang="ko-KR" sz="800" b="1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>
                          <a:ea typeface="현대하모니 L" panose="02020603020101020101"/>
                        </a:rPr>
                        <a:t>0x864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MAX_CURR_VREF1(</a:t>
                      </a:r>
                      <a:r>
                        <a:rPr lang="ko-KR" altLang="ko-KR" sz="800" b="1" dirty="0"/>
                        <a:t>0x0E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MAX_CURR_VREF2(</a:t>
                      </a:r>
                      <a:r>
                        <a:rPr lang="ko-KR" altLang="ko-KR" sz="800" b="1" dirty="0"/>
                        <a:t>0x0F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MAX_CURR_VREF3(</a:t>
                      </a:r>
                      <a:r>
                        <a:rPr lang="ko-KR" altLang="ko-KR" sz="800" b="1" dirty="0"/>
                        <a:t>0x10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IOUT_3P_P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762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IOUT_3P_P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/>
                        <a:t>MIN / TYP / MAX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: IOUT_3P_P1_VFY1 = </a:t>
                      </a:r>
                      <a:r>
                        <a:rPr lang="en-US" altLang="ko-KR" sz="800" b="1" dirty="0"/>
                        <a:t>0.577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0.586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0.595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(300)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: IOUT_3P_P2_VFY1 = </a:t>
                      </a:r>
                      <a:r>
                        <a:rPr lang="en-US" altLang="ko-KR" sz="800" b="1" dirty="0"/>
                        <a:t>1.347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1.368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1.389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(700)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0xBB8</a:t>
                      </a:r>
                      <a:r>
                        <a:rPr lang="ko-KR" altLang="ko-KR" sz="800" dirty="0"/>
                        <a:t> : IOUT_3P_P3_VFY1 = </a:t>
                      </a:r>
                      <a:r>
                        <a:rPr lang="en-US" altLang="ko-KR" sz="800" b="1" dirty="0"/>
                        <a:t>5.773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5.861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5.949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(3000)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F2300C4-6304-B9B0-71B4-79CCAEA18709}"/>
              </a:ext>
            </a:extLst>
          </p:cNvPr>
          <p:cNvSpPr txBox="1"/>
          <p:nvPr/>
        </p:nvSpPr>
        <p:spPr>
          <a:xfrm>
            <a:off x="279773" y="669797"/>
            <a:ext cx="12121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IOUT_3POINT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09A43E-4D3A-6704-3B04-0A44928C9221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20870480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53050-3668-4AC9-C367-83E8CF2A2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7BF1F7-DA7A-4D07-E619-83B08C1E27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</a:t>
            </a:r>
            <a:r>
              <a:rPr lang="en-US" altLang="ko-KR" dirty="0" err="1"/>
              <a:t>IOUT_Sweep</a:t>
            </a:r>
            <a:r>
              <a:rPr lang="en-US" altLang="ko-KR" dirty="0"/>
              <a:t>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12D7CE7-626F-E5DB-080E-FF0078F875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1832059"/>
              </p:ext>
            </p:extLst>
          </p:nvPr>
        </p:nvGraphicFramePr>
        <p:xfrm>
          <a:off x="279773" y="962185"/>
          <a:ext cx="9208258" cy="44653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09355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MAX_CURR_LEVEL(</a:t>
                      </a:r>
                      <a:r>
                        <a:rPr lang="ko-KR" altLang="ko-KR" sz="800" b="1" dirty="0"/>
                        <a:t>0x0D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0x111, </a:t>
                      </a:r>
                      <a:r>
                        <a:rPr lang="en-US" altLang="ko-KR" sz="800" b="1" dirty="0"/>
                        <a:t>0x222,</a:t>
                      </a:r>
                      <a:r>
                        <a:rPr lang="ko-KR" altLang="en-US" sz="800" b="1" dirty="0"/>
                        <a:t> </a:t>
                      </a:r>
                      <a:r>
                        <a:rPr lang="ko-KR" altLang="ko-KR" sz="800" b="1" dirty="0"/>
                        <a:t>…</a:t>
                      </a:r>
                      <a:r>
                        <a:rPr lang="en-US" altLang="ko-KR" sz="800" b="1" dirty="0"/>
                        <a:t> , 0xDDD</a:t>
                      </a:r>
                      <a:r>
                        <a:rPr lang="ko-KR" altLang="ko-KR" sz="800" b="1" dirty="0"/>
                        <a:t>, 0xEEE, 0xFFF</a:t>
                      </a:r>
                      <a:r>
                        <a:rPr lang="ko-KR" altLang="ko-KR" sz="800" dirty="0"/>
                        <a:t> (16 </a:t>
                      </a:r>
                      <a:r>
                        <a:rPr lang="ko-KR" altLang="ko-KR" sz="800" dirty="0" err="1"/>
                        <a:t>Level</a:t>
                      </a:r>
                      <a:r>
                        <a:rPr lang="ko-KR" altLang="ko-KR" sz="800" dirty="0"/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IOUT_1P_P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IOUT_1P_P# MIN / TYP / MAX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IOUT_1P_P1 = </a:t>
                      </a:r>
                      <a:r>
                        <a:rPr lang="ko-KR" altLang="ko-KR" sz="800" b="1" dirty="0"/>
                        <a:t>0.289 / 0.293 / 0.297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0x111</a:t>
                      </a:r>
                      <a:r>
                        <a:rPr lang="ko-KR" altLang="ko-KR" sz="800" dirty="0"/>
                        <a:t> : IOUT_1P_P2 = </a:t>
                      </a:r>
                      <a:r>
                        <a:rPr lang="ko-KR" altLang="ko-KR" sz="800" b="1" dirty="0"/>
                        <a:t>0.577 / 0.586 / 0.595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0x222</a:t>
                      </a:r>
                      <a:r>
                        <a:rPr lang="ko-KR" altLang="ko-KR" sz="800" dirty="0"/>
                        <a:t> : IOUT_1P_P3 = </a:t>
                      </a:r>
                      <a:r>
                        <a:rPr lang="ko-KR" altLang="ko-KR" sz="800" b="1" dirty="0"/>
                        <a:t>0.866 / 0.879 / 0.892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0x333</a:t>
                      </a:r>
                      <a:r>
                        <a:rPr lang="ko-KR" altLang="ko-KR" sz="800" dirty="0"/>
                        <a:t> : IOUT_1P_P4 = </a:t>
                      </a:r>
                      <a:r>
                        <a:rPr lang="ko-KR" altLang="ko-KR" sz="800" b="1" dirty="0"/>
                        <a:t>1.154 / 1.172 / 1.19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0x444</a:t>
                      </a:r>
                      <a:r>
                        <a:rPr lang="ko-KR" altLang="ko-KR" sz="800" dirty="0"/>
                        <a:t> : IOUT_1P_P5 = </a:t>
                      </a:r>
                      <a:r>
                        <a:rPr lang="ko-KR" altLang="ko-KR" sz="800" b="1" dirty="0"/>
                        <a:t>1.443 / 1.465 / 1.487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0x555</a:t>
                      </a:r>
                      <a:r>
                        <a:rPr lang="ko-KR" altLang="ko-KR" sz="800" dirty="0"/>
                        <a:t> : IOUT_1P_P6 = </a:t>
                      </a:r>
                      <a:r>
                        <a:rPr lang="ko-KR" altLang="ko-KR" sz="800" b="1" dirty="0"/>
                        <a:t>1.732 / 1.758 / 1.784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0x666</a:t>
                      </a:r>
                      <a:r>
                        <a:rPr lang="ko-KR" altLang="ko-KR" sz="800" dirty="0"/>
                        <a:t> : IOUT_1P_P7 = </a:t>
                      </a:r>
                      <a:r>
                        <a:rPr lang="ko-KR" altLang="ko-KR" sz="800" b="1" dirty="0"/>
                        <a:t>2.02 / 2.051 / 2.082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0x777</a:t>
                      </a:r>
                      <a:r>
                        <a:rPr lang="ko-KR" altLang="ko-KR" sz="800" dirty="0"/>
                        <a:t> : IOUT_1P_P8 = </a:t>
                      </a:r>
                      <a:r>
                        <a:rPr lang="ko-KR" altLang="ko-KR" sz="800" b="1" dirty="0"/>
                        <a:t>2.309 / 2.344 / 2.379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0x888</a:t>
                      </a:r>
                      <a:r>
                        <a:rPr lang="ko-KR" altLang="ko-KR" sz="800" dirty="0"/>
                        <a:t> : IOUT_1P_P9 = </a:t>
                      </a:r>
                      <a:r>
                        <a:rPr lang="ko-KR" altLang="ko-KR" sz="800" b="1" dirty="0"/>
                        <a:t>2.597 / 2.637 / 2.677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0x999</a:t>
                      </a:r>
                      <a:r>
                        <a:rPr lang="ko-KR" altLang="ko-KR" sz="800" dirty="0"/>
                        <a:t> : IOUT_1P_P10 = </a:t>
                      </a:r>
                      <a:r>
                        <a:rPr lang="ko-KR" altLang="ko-KR" sz="800" b="1" dirty="0"/>
                        <a:t>2.886 / 2.93 / 2.974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0xAAA</a:t>
                      </a:r>
                      <a:r>
                        <a:rPr lang="ko-KR" altLang="ko-KR" sz="800" dirty="0"/>
                        <a:t> : IOUT_1P_P11 = </a:t>
                      </a:r>
                      <a:r>
                        <a:rPr lang="ko-KR" altLang="ko-KR" sz="800" b="1" dirty="0"/>
                        <a:t>3.175 / 3.223 / 3.271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0xBBB</a:t>
                      </a:r>
                      <a:r>
                        <a:rPr lang="ko-KR" altLang="ko-KR" sz="800" dirty="0"/>
                        <a:t> : IOUT_1P_P12 = </a:t>
                      </a:r>
                      <a:r>
                        <a:rPr lang="ko-KR" altLang="ko-KR" sz="800" b="1" dirty="0"/>
                        <a:t>3.463 / 3.516 / 3.569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ko-KR" sz="800" dirty="0"/>
                        <a:t>LEVEL = </a:t>
                      </a:r>
                      <a:r>
                        <a:rPr lang="ko-KR" altLang="ko-KR" sz="800" b="1" dirty="0"/>
                        <a:t>0xCCC</a:t>
                      </a:r>
                      <a:r>
                        <a:rPr lang="ko-KR" altLang="ko-KR" sz="800" dirty="0"/>
                        <a:t> : IOUT_1P_P13 = </a:t>
                      </a:r>
                      <a:r>
                        <a:rPr lang="ko-KR" altLang="ko-KR" sz="800" b="1" dirty="0"/>
                        <a:t>3.753 / 3.81 / 3.867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ko-KR" sz="800" dirty="0"/>
                        <a:t>LEVEL = </a:t>
                      </a:r>
                      <a:r>
                        <a:rPr lang="ko-KR" altLang="ko-KR" sz="800" b="1" dirty="0"/>
                        <a:t>0xDDD</a:t>
                      </a:r>
                      <a:r>
                        <a:rPr lang="ko-KR" altLang="ko-KR" sz="800" dirty="0"/>
                        <a:t> : IOUT_1P_P14 = </a:t>
                      </a:r>
                      <a:r>
                        <a:rPr lang="ko-KR" altLang="ko-KR" sz="800" b="1" dirty="0"/>
                        <a:t>4.041 / 4.103 / 4.165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0xEEE</a:t>
                      </a:r>
                      <a:r>
                        <a:rPr lang="ko-KR" altLang="ko-KR" sz="800" dirty="0"/>
                        <a:t> : IOUT_1P_P15 = </a:t>
                      </a:r>
                      <a:r>
                        <a:rPr lang="ko-KR" altLang="ko-KR" sz="800" b="1" dirty="0"/>
                        <a:t>4.33 / 4.396 / 4.462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0xFFF</a:t>
                      </a:r>
                      <a:r>
                        <a:rPr lang="ko-KR" altLang="ko-KR" sz="800" dirty="0"/>
                        <a:t> : IOUT_1P_P16 = </a:t>
                      </a:r>
                      <a:r>
                        <a:rPr lang="ko-KR" altLang="ko-KR" sz="800" b="1" dirty="0"/>
                        <a:t>4.619 / 4.689 / 4.759 </a:t>
                      </a:r>
                      <a:r>
                        <a:rPr lang="ko-KR" altLang="ko-KR" sz="800" b="1" dirty="0" err="1"/>
                        <a:t>mA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D4082D8-FC5E-9EFC-FC86-BCC758DBC71C}"/>
              </a:ext>
            </a:extLst>
          </p:cNvPr>
          <p:cNvSpPr txBox="1"/>
          <p:nvPr/>
        </p:nvSpPr>
        <p:spPr>
          <a:xfrm>
            <a:off x="279773" y="669797"/>
            <a:ext cx="115127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IOUT_SWEEP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D09A94-0B84-F440-C9AD-944483896887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30736803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389BF-374C-4CDF-A070-0FEF000E9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7A16A7-6ED3-B93A-02DB-CFF87FF34B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DRIVING VOLTAGE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58ED754-948A-D655-28C9-FB105065BE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9536882"/>
              </p:ext>
            </p:extLst>
          </p:nvPr>
        </p:nvGraphicFramePr>
        <p:xfrm>
          <a:off x="279773" y="962185"/>
          <a:ext cx="9208258" cy="30327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57396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Driving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111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VLED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VLED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DRV_VOL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 P2 − P1 ) / P2.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DRV_VOL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- / 1 %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 @ IOUT : 8mA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1A33F15-F026-C8E4-2B4E-72C0D3F55186}"/>
              </a:ext>
            </a:extLst>
          </p:cNvPr>
          <p:cNvSpPr txBox="1"/>
          <p:nvPr/>
        </p:nvSpPr>
        <p:spPr>
          <a:xfrm>
            <a:off x="279773" y="669797"/>
            <a:ext cx="89531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DRV_VOL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F49A71-1EDB-4163-2874-C5300D196D6C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6403036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8C227-ACF7-9360-2727-5B1C8950D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6531FC-E7C2-8BDE-49F1-62B738750B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DRIVING VOLTAGE (Lab</a:t>
            </a:r>
            <a:r>
              <a:rPr lang="ko-KR" altLang="en-US" dirty="0"/>
              <a:t> </a:t>
            </a:r>
            <a:r>
              <a:rPr lang="en-US" altLang="ko-KR" dirty="0"/>
              <a:t>Guide)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A61A676-BB94-6311-F40C-AD72EC305C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3141496"/>
              </p:ext>
            </p:extLst>
          </p:nvPr>
        </p:nvGraphicFramePr>
        <p:xfrm>
          <a:off x="279773" y="962185"/>
          <a:ext cx="9208258" cy="30937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Preconditions(Jumper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dirty="0">
                          <a:ea typeface="현대하모니 L" panose="02020603020101020101"/>
                        </a:rPr>
                        <a:t>모든 점퍼 연결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CLI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Analog Test Mode,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Driving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: </a:t>
                      </a:r>
                      <a:r>
                        <a:rPr lang="en-US" altLang="ko-KR" sz="800" dirty="0" err="1">
                          <a:ea typeface="현대하모니 L" panose="02020603020101020101"/>
                        </a:rPr>
                        <a:t>test_manual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1</a:t>
                      </a: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en-US" sz="800" dirty="0">
                          <a:ea typeface="현대하모니 L" panose="02020603020101020101"/>
                        </a:rPr>
                        <a:t>테스트 채널의 점퍼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(J79 ~ J84, J107 ~ J112 </a:t>
                      </a:r>
                      <a:r>
                        <a:rPr lang="ko-KR" altLang="en-US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중 하나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)</a:t>
                      </a:r>
                      <a:r>
                        <a:rPr lang="ko-KR" altLang="en-US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분리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. (</a:t>
                      </a:r>
                      <a:r>
                        <a:rPr lang="ko-KR" altLang="en-US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점퍼 분리 전 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CLI </a:t>
                      </a:r>
                      <a:r>
                        <a:rPr lang="ko-KR" altLang="en-US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로그를 보고 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ID601 </a:t>
                      </a:r>
                      <a:r>
                        <a:rPr lang="ko-KR" altLang="en-US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동작 유무를 검토하세요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.)</a:t>
                      </a: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en-US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파워 서플라이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전류계를 활용하여 전압에 따른 전류를 측정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DRV_VOL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- / 1 %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 @ IOUT : 8mA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41E892B-2245-4621-3383-425DDDBC91B2}"/>
              </a:ext>
            </a:extLst>
          </p:cNvPr>
          <p:cNvSpPr txBox="1"/>
          <p:nvPr/>
        </p:nvSpPr>
        <p:spPr>
          <a:xfrm>
            <a:off x="279773" y="669797"/>
            <a:ext cx="89531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DRV_VOL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BD8783B-A6F3-BCA2-5EEF-FF31A2BDBA33}"/>
              </a:ext>
            </a:extLst>
          </p:cNvPr>
          <p:cNvSpPr>
            <a:spLocks noGrp="1"/>
          </p:cNvSpPr>
          <p:nvPr/>
        </p:nvSpPr>
        <p:spPr>
          <a:xfrm>
            <a:off x="2964744" y="1625493"/>
            <a:ext cx="4828317" cy="1350972"/>
          </a:xfrm>
          <a:prstGeom prst="rect">
            <a:avLst/>
          </a:prstGeom>
          <a:solidFill>
            <a:srgbClr val="0F141A"/>
          </a:solidFill>
          <a:ln w="0">
            <a:noFill/>
          </a:ln>
        </p:spPr>
        <p:txBody>
          <a:bodyPr/>
          <a:lstStyle>
            <a:defPPr>
              <a:defRPr sz="1425" b="0">
                <a:solidFill>
                  <a:srgbClr val="73C98C"/>
                </a:solidFill>
              </a:defRPr>
            </a:defPPr>
            <a:lvl1pPr>
              <a:defRPr sz="1425" b="0">
                <a:solidFill>
                  <a:srgbClr val="73C98C"/>
                </a:solidFill>
              </a:defRPr>
            </a:lvl1pPr>
            <a:lvl2pPr>
              <a:defRPr sz="1425" b="0">
                <a:solidFill>
                  <a:srgbClr val="73C98C"/>
                </a:solidFill>
              </a:defRPr>
            </a:lvl2pPr>
            <a:lvl3pPr>
              <a:defRPr sz="1425" b="0">
                <a:solidFill>
                  <a:srgbClr val="73C98C"/>
                </a:solidFill>
              </a:defRPr>
            </a:lvl3pPr>
            <a:lvl4pPr>
              <a:defRPr sz="1425" b="0">
                <a:solidFill>
                  <a:srgbClr val="73C98C"/>
                </a:solidFill>
              </a:defRPr>
            </a:lvl4pPr>
            <a:lvl5pPr>
              <a:defRPr sz="1425" b="0">
                <a:solidFill>
                  <a:srgbClr val="73C98C"/>
                </a:solidFill>
              </a:defRPr>
            </a:lvl5pPr>
            <a:lvl6pPr>
              <a:defRPr sz="1425" b="0">
                <a:solidFill>
                  <a:srgbClr val="73C98C"/>
                </a:solidFill>
              </a:defRPr>
            </a:lvl6pPr>
            <a:lvl7pPr>
              <a:defRPr sz="1425" b="0">
                <a:solidFill>
                  <a:srgbClr val="73C98C"/>
                </a:solidFill>
              </a:defRPr>
            </a:lvl7pPr>
            <a:lvl8pPr>
              <a:defRPr sz="1425" b="0">
                <a:solidFill>
                  <a:srgbClr val="73C98C"/>
                </a:solidFill>
              </a:defRPr>
            </a:lvl8pPr>
            <a:lvl9pPr>
              <a:defRPr sz="1425" b="0">
                <a:solidFill>
                  <a:srgbClr val="73C98C"/>
                </a:solidFill>
              </a:defRPr>
            </a:lvl9pPr>
          </a:lstStyle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ID601&gt; </a:t>
            </a:r>
            <a:r>
              <a:rPr lang="en-US" sz="800" dirty="0" err="1">
                <a:ea typeface="현대하모니 L" panose="02020603020101020101"/>
              </a:rPr>
              <a:t>test_manual</a:t>
            </a:r>
            <a:r>
              <a:rPr lang="en-US" sz="800" dirty="0">
                <a:ea typeface="현대하모니 L" panose="02020603020101020101"/>
              </a:rPr>
              <a:t> 1 1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[ID601] Daisy length set to 134332620.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[ID601] TM Entry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[ID601] Analog Test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[TEST]: ID601 </a:t>
            </a:r>
            <a:r>
              <a:rPr lang="en-US" sz="800" dirty="0" err="1">
                <a:ea typeface="현대하모니 L" panose="02020603020101020101"/>
              </a:rPr>
              <a:t>Iout</a:t>
            </a:r>
            <a:r>
              <a:rPr lang="en-US" sz="800" dirty="0">
                <a:ea typeface="현대하모니 L" panose="02020603020101020101"/>
              </a:rPr>
              <a:t> One Channel Started. channel=1, </a:t>
            </a:r>
            <a:r>
              <a:rPr lang="en-US" sz="800" dirty="0" err="1">
                <a:ea typeface="현대하모니 L" panose="02020603020101020101"/>
              </a:rPr>
              <a:t>max_curr_lvl</a:t>
            </a:r>
            <a:r>
              <a:rPr lang="en-US" sz="800" dirty="0">
                <a:ea typeface="현대하모니 L" panose="02020603020101020101"/>
              </a:rPr>
              <a:t>=1, </a:t>
            </a:r>
            <a:r>
              <a:rPr lang="en-US" sz="800" dirty="0" err="1">
                <a:ea typeface="현대하모니 L" panose="02020603020101020101"/>
              </a:rPr>
              <a:t>vref</a:t>
            </a:r>
            <a:r>
              <a:rPr lang="en-US" sz="800" dirty="0">
                <a:ea typeface="현대하모니 L" panose="02020603020101020101"/>
              </a:rPr>
              <a:t>=4095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ID601&gt;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[IOUT] CH=1, ADC=1969, V=300.446 mV, </a:t>
            </a:r>
            <a:r>
              <a:rPr lang="en-US" sz="800" dirty="0" err="1">
                <a:ea typeface="현대하모니 L" panose="02020603020101020101"/>
              </a:rPr>
              <a:t>Iout</a:t>
            </a:r>
            <a:r>
              <a:rPr lang="en-US" sz="800" dirty="0">
                <a:ea typeface="현대하모니 L" panose="02020603020101020101"/>
              </a:rPr>
              <a:t>=8.011882 mA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[IOUT] CH=1, ADC=1969, V=300.446 mV, </a:t>
            </a:r>
            <a:r>
              <a:rPr lang="en-US" sz="800" dirty="0" err="1">
                <a:ea typeface="현대하모니 L" panose="02020603020101020101"/>
              </a:rPr>
              <a:t>Iout</a:t>
            </a:r>
            <a:r>
              <a:rPr lang="en-US" sz="800" dirty="0">
                <a:ea typeface="현대하모니 L" panose="02020603020101020101"/>
              </a:rPr>
              <a:t>=8.011882 mA</a:t>
            </a:r>
            <a:endParaRPr lang="en-US" altLang="ko-KR" sz="800" dirty="0">
              <a:ea typeface="현대하모니 L" panose="02020603020101020101"/>
            </a:endParaRPr>
          </a:p>
        </p:txBody>
      </p:sp>
    </p:spTree>
    <p:extLst>
      <p:ext uri="{BB962C8B-B14F-4D97-AF65-F5344CB8AC3E}">
        <p14:creationId xmlns:p14="http://schemas.microsoft.com/office/powerpoint/2010/main" val="22697016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E4618-4FC3-C622-7534-AABC7F14C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4D2AB0-9C03-ACE4-99D7-23BAA56B2E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 Voltage VDD Test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966E62-F6D0-FDE6-ECFE-0E99CA4CD6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54174655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03556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2.4V,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2.4V → 2.8V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UV_VDD_R_LV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UV_VDD_R_LV MIN / TYP / MAX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2.5 / 2.6 / 2.7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945E0C8-1565-6D04-7CFD-FF694FC2A9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3731909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58510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3.0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3.0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2.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_LV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UV_VDD_F_LV MIN / TYP / MAX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2.2 / 2.6 / 3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.0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2DE6E9A-2F36-5B22-3F2E-CFCF7D636932}"/>
              </a:ext>
            </a:extLst>
          </p:cNvPr>
          <p:cNvSpPr txBox="1"/>
          <p:nvPr/>
        </p:nvSpPr>
        <p:spPr>
          <a:xfrm>
            <a:off x="279773" y="669797"/>
            <a:ext cx="124200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UV_VDD_R_LV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72E7D5-BD60-AF97-1FB8-FFED54B84EB4}"/>
              </a:ext>
            </a:extLst>
          </p:cNvPr>
          <p:cNvSpPr txBox="1"/>
          <p:nvPr/>
        </p:nvSpPr>
        <p:spPr>
          <a:xfrm>
            <a:off x="279773" y="3429000"/>
            <a:ext cx="12243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UV_VDD_F_LV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7A604F-3095-2225-9871-D1DD04740901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6372F3-530B-5BB6-AEC6-10F877BD62C4}"/>
              </a:ext>
            </a:extLst>
          </p:cNvPr>
          <p:cNvSpPr txBox="1"/>
          <p:nvPr/>
        </p:nvSpPr>
        <p:spPr>
          <a:xfrm>
            <a:off x="8862881" y="4649736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42694459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8DD5B-EF9B-08BE-A3A3-B12D8E22F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8F05FA11-2D06-7238-29F6-3C3A3171BD5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5953082"/>
              </p:ext>
            </p:extLst>
          </p:nvPr>
        </p:nvGraphicFramePr>
        <p:xfrm>
          <a:off x="279772" y="962185"/>
          <a:ext cx="9208258" cy="23622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Preconditions(Jumper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J78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분리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나머지 연결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CLI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J78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점퍼 분리 후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ID601_VCC_2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노드에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3.3V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를 직접 인가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Analog Test Mode,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UV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: </a:t>
                      </a:r>
                      <a:r>
                        <a:rPr lang="en-US" altLang="ko-KR" sz="800" dirty="0" err="1">
                          <a:ea typeface="현대하모니 L" panose="02020603020101020101"/>
                        </a:rPr>
                        <a:t>test_manual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2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VDD = 2.4V, 0.1V </a:t>
                      </a:r>
                      <a:r>
                        <a:rPr lang="ko-KR" altLang="en-US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단위로 증가시키며 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TEST Pin </a:t>
                      </a:r>
                      <a:r>
                        <a:rPr lang="ko-KR" altLang="en-US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레벨 전환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(H-&gt;L)</a:t>
                      </a:r>
                      <a:r>
                        <a:rPr lang="ko-KR" altLang="en-US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 지점을 확인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UV_VDD_R_LV MIN / TYP / MAX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2.5 / 2.6 / 2.7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A7552C-093E-1AC0-5933-26C019ACDD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 Voltage VDD Test (Lab</a:t>
            </a:r>
            <a:r>
              <a:rPr lang="ko-KR" altLang="en-US" dirty="0"/>
              <a:t> </a:t>
            </a:r>
            <a:r>
              <a:rPr lang="en-US" altLang="ko-KR" dirty="0"/>
              <a:t>Guide)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0F8660-7980-2159-1886-964E59FF269A}"/>
              </a:ext>
            </a:extLst>
          </p:cNvPr>
          <p:cNvSpPr txBox="1"/>
          <p:nvPr/>
        </p:nvSpPr>
        <p:spPr>
          <a:xfrm>
            <a:off x="279773" y="669797"/>
            <a:ext cx="124200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UV_VDD_R_LV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08D2E7F-987B-CB13-6D35-4C32A9D97938}"/>
              </a:ext>
            </a:extLst>
          </p:cNvPr>
          <p:cNvSpPr>
            <a:spLocks noGrp="1"/>
          </p:cNvSpPr>
          <p:nvPr/>
        </p:nvSpPr>
        <p:spPr>
          <a:xfrm>
            <a:off x="2946082" y="1541516"/>
            <a:ext cx="4828317" cy="809797"/>
          </a:xfrm>
          <a:prstGeom prst="rect">
            <a:avLst/>
          </a:prstGeom>
          <a:solidFill>
            <a:srgbClr val="0F141A"/>
          </a:solidFill>
          <a:ln w="0">
            <a:noFill/>
          </a:ln>
        </p:spPr>
        <p:txBody>
          <a:bodyPr/>
          <a:lstStyle>
            <a:defPPr>
              <a:defRPr sz="1425" b="0">
                <a:solidFill>
                  <a:srgbClr val="73C98C"/>
                </a:solidFill>
              </a:defRPr>
            </a:defPPr>
            <a:lvl1pPr>
              <a:defRPr sz="1425" b="0">
                <a:solidFill>
                  <a:srgbClr val="73C98C"/>
                </a:solidFill>
              </a:defRPr>
            </a:lvl1pPr>
            <a:lvl2pPr>
              <a:defRPr sz="1425" b="0">
                <a:solidFill>
                  <a:srgbClr val="73C98C"/>
                </a:solidFill>
              </a:defRPr>
            </a:lvl2pPr>
            <a:lvl3pPr>
              <a:defRPr sz="1425" b="0">
                <a:solidFill>
                  <a:srgbClr val="73C98C"/>
                </a:solidFill>
              </a:defRPr>
            </a:lvl3pPr>
            <a:lvl4pPr>
              <a:defRPr sz="1425" b="0">
                <a:solidFill>
                  <a:srgbClr val="73C98C"/>
                </a:solidFill>
              </a:defRPr>
            </a:lvl4pPr>
            <a:lvl5pPr>
              <a:defRPr sz="1425" b="0">
                <a:solidFill>
                  <a:srgbClr val="73C98C"/>
                </a:solidFill>
              </a:defRPr>
            </a:lvl5pPr>
            <a:lvl6pPr>
              <a:defRPr sz="1425" b="0">
                <a:solidFill>
                  <a:srgbClr val="73C98C"/>
                </a:solidFill>
              </a:defRPr>
            </a:lvl6pPr>
            <a:lvl7pPr>
              <a:defRPr sz="1425" b="0">
                <a:solidFill>
                  <a:srgbClr val="73C98C"/>
                </a:solidFill>
              </a:defRPr>
            </a:lvl7pPr>
            <a:lvl8pPr>
              <a:defRPr sz="1425" b="0">
                <a:solidFill>
                  <a:srgbClr val="73C98C"/>
                </a:solidFill>
              </a:defRPr>
            </a:lvl8pPr>
            <a:lvl9pPr>
              <a:defRPr sz="1425" b="0">
                <a:solidFill>
                  <a:srgbClr val="73C98C"/>
                </a:solidFill>
              </a:defRPr>
            </a:lvl9pPr>
          </a:lstStyle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ID601&gt; </a:t>
            </a:r>
            <a:r>
              <a:rPr lang="en-US" sz="800" dirty="0" err="1">
                <a:ea typeface="현대하모니 L" panose="02020603020101020101"/>
              </a:rPr>
              <a:t>test_manual</a:t>
            </a:r>
            <a:r>
              <a:rPr lang="en-US" sz="800" dirty="0">
                <a:ea typeface="현대하모니 L" panose="02020603020101020101"/>
              </a:rPr>
              <a:t> 2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[ID601] Daisy length set to 1.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[ID601] TM Entry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[ID601] Analog Test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[Write] [General]: IC:1, Addr:0x39, Data:10(0x00A)</a:t>
            </a:r>
            <a:endParaRPr lang="en-US" altLang="ko-KR" sz="800" dirty="0">
              <a:ea typeface="현대하모니 L" panose="02020603020101020101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F82427-E999-EE19-0E42-443B20F19085}"/>
              </a:ext>
            </a:extLst>
          </p:cNvPr>
          <p:cNvSpPr txBox="1"/>
          <p:nvPr/>
        </p:nvSpPr>
        <p:spPr>
          <a:xfrm>
            <a:off x="279773" y="3559634"/>
            <a:ext cx="12243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UV_VDD_F_LV</a:t>
            </a: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11C5A5AD-7236-921A-FD62-2C6EAC6A19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6252977"/>
              </p:ext>
            </p:extLst>
          </p:nvPr>
        </p:nvGraphicFramePr>
        <p:xfrm>
          <a:off x="279772" y="3895108"/>
          <a:ext cx="9208258" cy="23622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Preconditions(Jumper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J78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분리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나머지 연결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CLI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J78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점퍼 분리 후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ID601_VCC_2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노드에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3.3V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를 직접 인가한다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Analog Test Mode,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UV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: </a:t>
                      </a:r>
                      <a:r>
                        <a:rPr lang="en-US" altLang="ko-KR" sz="800" dirty="0" err="1">
                          <a:ea typeface="현대하모니 L" panose="02020603020101020101"/>
                        </a:rPr>
                        <a:t>test_manual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2</a:t>
                      </a: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VDD = 3.0V, 0.1V </a:t>
                      </a:r>
                      <a:r>
                        <a:rPr lang="ko-KR" altLang="en-US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단위로 감소시키며 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TEST Pin </a:t>
                      </a:r>
                      <a:r>
                        <a:rPr lang="ko-KR" altLang="en-US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레벨 전환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(L-&gt;H)</a:t>
                      </a:r>
                      <a:r>
                        <a:rPr lang="ko-KR" altLang="en-US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 지점을 확인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UV_VDD_R_LV MIN / TYP / MAX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2.5 / 2.6 / 2.7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D948D178-5528-8B62-5B53-518B268FF820}"/>
              </a:ext>
            </a:extLst>
          </p:cNvPr>
          <p:cNvSpPr>
            <a:spLocks noGrp="1"/>
          </p:cNvSpPr>
          <p:nvPr/>
        </p:nvSpPr>
        <p:spPr>
          <a:xfrm>
            <a:off x="2946082" y="4465110"/>
            <a:ext cx="4828317" cy="851374"/>
          </a:xfrm>
          <a:prstGeom prst="rect">
            <a:avLst/>
          </a:prstGeom>
          <a:solidFill>
            <a:srgbClr val="0F141A"/>
          </a:solidFill>
          <a:ln w="0">
            <a:noFill/>
          </a:ln>
        </p:spPr>
        <p:txBody>
          <a:bodyPr/>
          <a:lstStyle>
            <a:defPPr>
              <a:defRPr sz="1425" b="0">
                <a:solidFill>
                  <a:srgbClr val="73C98C"/>
                </a:solidFill>
              </a:defRPr>
            </a:defPPr>
            <a:lvl1pPr>
              <a:defRPr sz="1425" b="0">
                <a:solidFill>
                  <a:srgbClr val="73C98C"/>
                </a:solidFill>
              </a:defRPr>
            </a:lvl1pPr>
            <a:lvl2pPr>
              <a:defRPr sz="1425" b="0">
                <a:solidFill>
                  <a:srgbClr val="73C98C"/>
                </a:solidFill>
              </a:defRPr>
            </a:lvl2pPr>
            <a:lvl3pPr>
              <a:defRPr sz="1425" b="0">
                <a:solidFill>
                  <a:srgbClr val="73C98C"/>
                </a:solidFill>
              </a:defRPr>
            </a:lvl3pPr>
            <a:lvl4pPr>
              <a:defRPr sz="1425" b="0">
                <a:solidFill>
                  <a:srgbClr val="73C98C"/>
                </a:solidFill>
              </a:defRPr>
            </a:lvl4pPr>
            <a:lvl5pPr>
              <a:defRPr sz="1425" b="0">
                <a:solidFill>
                  <a:srgbClr val="73C98C"/>
                </a:solidFill>
              </a:defRPr>
            </a:lvl5pPr>
            <a:lvl6pPr>
              <a:defRPr sz="1425" b="0">
                <a:solidFill>
                  <a:srgbClr val="73C98C"/>
                </a:solidFill>
              </a:defRPr>
            </a:lvl6pPr>
            <a:lvl7pPr>
              <a:defRPr sz="1425" b="0">
                <a:solidFill>
                  <a:srgbClr val="73C98C"/>
                </a:solidFill>
              </a:defRPr>
            </a:lvl7pPr>
            <a:lvl8pPr>
              <a:defRPr sz="1425" b="0">
                <a:solidFill>
                  <a:srgbClr val="73C98C"/>
                </a:solidFill>
              </a:defRPr>
            </a:lvl8pPr>
            <a:lvl9pPr>
              <a:defRPr sz="1425" b="0">
                <a:solidFill>
                  <a:srgbClr val="73C98C"/>
                </a:solidFill>
              </a:defRPr>
            </a:lvl9pPr>
          </a:lstStyle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altLang="ko-KR" sz="800" dirty="0">
                <a:ea typeface="현대하모니 L" panose="02020603020101020101"/>
              </a:rPr>
              <a:t>ID601&gt; </a:t>
            </a:r>
            <a:r>
              <a:rPr lang="en-US" altLang="ko-KR" sz="800" dirty="0" err="1">
                <a:ea typeface="현대하모니 L" panose="02020603020101020101"/>
              </a:rPr>
              <a:t>test_manual</a:t>
            </a:r>
            <a:r>
              <a:rPr lang="en-US" altLang="ko-KR" sz="800" dirty="0">
                <a:ea typeface="현대하모니 L" panose="02020603020101020101"/>
              </a:rPr>
              <a:t> 2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altLang="ko-KR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altLang="ko-KR" sz="800" dirty="0">
                <a:ea typeface="현대하모니 L" panose="02020603020101020101"/>
              </a:rPr>
              <a:t>    [ID601] Daisy length set to 1.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altLang="ko-KR" sz="800" dirty="0">
                <a:ea typeface="현대하모니 L" panose="02020603020101020101"/>
              </a:rPr>
              <a:t>    [ID601] TM Entry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altLang="ko-KR" sz="800" dirty="0">
                <a:ea typeface="현대하모니 L" panose="02020603020101020101"/>
              </a:rPr>
              <a:t>    [ID601] Analog Test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altLang="ko-KR" sz="800" dirty="0">
                <a:ea typeface="현대하모니 L" panose="02020603020101020101"/>
              </a:rPr>
              <a:t>    [CLI] [Write] [General]: IC:1, Addr:0x39, Data:10(0x00A)</a:t>
            </a:r>
          </a:p>
        </p:txBody>
      </p:sp>
    </p:spTree>
    <p:extLst>
      <p:ext uri="{BB962C8B-B14F-4D97-AF65-F5344CB8AC3E}">
        <p14:creationId xmlns:p14="http://schemas.microsoft.com/office/powerpoint/2010/main" val="17377076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73671-3731-0C8C-C058-39160208E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2492B1-E8B0-F095-EA7D-21A9D2ED63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5A978CD-65AA-6B08-FB86-4023AD574F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5490945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15687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4FDB107-DB0D-E120-181B-EF7B7CE62E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9419819"/>
              </p:ext>
            </p:extLst>
          </p:nvPr>
        </p:nvGraphicFramePr>
        <p:xfrm>
          <a:off x="279773" y="3744593"/>
          <a:ext cx="9208258" cy="2880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27783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0x86C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/>
                        <a:t>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LDODIG_UV Level : TEST voltage when SVO pin is from ‘L’ to ‘H’.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LDODIG_UV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2352B55-AFD7-ABA4-D5FB-7430913A50A5}"/>
              </a:ext>
            </a:extLst>
          </p:cNvPr>
          <p:cNvSpPr txBox="1"/>
          <p:nvPr/>
        </p:nvSpPr>
        <p:spPr>
          <a:xfrm>
            <a:off x="279773" y="669797"/>
            <a:ext cx="8915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56498B-462C-63E6-76B4-3CCE7587A09A}"/>
              </a:ext>
            </a:extLst>
          </p:cNvPr>
          <p:cNvSpPr txBox="1"/>
          <p:nvPr/>
        </p:nvSpPr>
        <p:spPr>
          <a:xfrm>
            <a:off x="279773" y="3429000"/>
            <a:ext cx="80663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94F504-C446-E97E-4AD0-B4255FA16CDE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52DEA9-D73D-508C-CDAA-0B25B3946B93}"/>
              </a:ext>
            </a:extLst>
          </p:cNvPr>
          <p:cNvSpPr txBox="1"/>
          <p:nvPr/>
        </p:nvSpPr>
        <p:spPr>
          <a:xfrm>
            <a:off x="8890873" y="4575109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7139897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9AF60-5D4A-FF73-8A71-96B45CB6B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AE488D-0C58-7B6D-1331-DF571D73BF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3881715-8F2C-662E-86D8-1F17FBB92B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3455115"/>
              </p:ext>
            </p:extLst>
          </p:nvPr>
        </p:nvGraphicFramePr>
        <p:xfrm>
          <a:off x="279773" y="962185"/>
          <a:ext cx="9208258" cy="2880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32170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0x86C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		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0x009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lvl="0" indent="-228600" algn="l" fontAlgn="ctr"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1.8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LDODIG_OV Level : TEST voltage when SVO pin is from ‘L’ to ‘H’.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LDODIG_OV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306DF33-78AA-7983-EF96-C3EE60DCD427}"/>
              </a:ext>
            </a:extLst>
          </p:cNvPr>
          <p:cNvSpPr txBox="1"/>
          <p:nvPr/>
        </p:nvSpPr>
        <p:spPr>
          <a:xfrm>
            <a:off x="279773" y="669797"/>
            <a:ext cx="81785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C6EC85-D87C-DDE5-440C-C8C36C617558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23872186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5BFB3-30AF-C014-41CA-7E3AF7A5D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0FAF8D-A218-2C62-3602-34B2C87D12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 Test (1) (Lab</a:t>
            </a:r>
            <a:r>
              <a:rPr lang="ko-KR" altLang="en-US" dirty="0"/>
              <a:t> </a:t>
            </a:r>
            <a:r>
              <a:rPr lang="en-US" altLang="ko-KR" dirty="0"/>
              <a:t>Guide)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EA600E-06FB-B4F0-AC28-6F7CD5D6C45C}"/>
              </a:ext>
            </a:extLst>
          </p:cNvPr>
          <p:cNvSpPr txBox="1"/>
          <p:nvPr/>
        </p:nvSpPr>
        <p:spPr>
          <a:xfrm>
            <a:off x="279773" y="669797"/>
            <a:ext cx="8915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848AD751-8B6F-5394-2711-2B4B911B80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4350791"/>
              </p:ext>
            </p:extLst>
          </p:nvPr>
        </p:nvGraphicFramePr>
        <p:xfrm>
          <a:off x="279772" y="962185"/>
          <a:ext cx="9208258" cy="3642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Preconditions(Jumper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J94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분리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나머지 연결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CLI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J94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점퍼 분리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Analog Test Mode,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: </a:t>
                      </a:r>
                      <a:r>
                        <a:rPr lang="en-US" altLang="ko-KR" sz="800" dirty="0" err="1">
                          <a:ea typeface="현대하모니 L" panose="02020603020101020101"/>
                        </a:rPr>
                        <a:t>test_manual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3 1</a:t>
                      </a: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1.5V</a:t>
                      </a:r>
                      <a:endParaRPr lang="en-US" altLang="ko-KR" sz="800" dirty="0">
                        <a:ln>
                          <a:solidFill>
                            <a:srgbClr val="000000">
                              <a:alpha val="0"/>
                            </a:srgbClr>
                          </a:solidFill>
                        </a:ln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Clear &amp; Read flag (Status): id601_read 1 1 0x0a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37670832-0712-771E-294A-AF6AD155A645}"/>
              </a:ext>
            </a:extLst>
          </p:cNvPr>
          <p:cNvSpPr>
            <a:spLocks noGrp="1"/>
          </p:cNvSpPr>
          <p:nvPr/>
        </p:nvSpPr>
        <p:spPr>
          <a:xfrm>
            <a:off x="2946082" y="1541517"/>
            <a:ext cx="4828317" cy="1798842"/>
          </a:xfrm>
          <a:prstGeom prst="rect">
            <a:avLst/>
          </a:prstGeom>
          <a:solidFill>
            <a:srgbClr val="0F141A"/>
          </a:solidFill>
          <a:ln w="0">
            <a:noFill/>
          </a:ln>
        </p:spPr>
        <p:txBody>
          <a:bodyPr/>
          <a:lstStyle>
            <a:defPPr>
              <a:defRPr sz="1425" b="0">
                <a:solidFill>
                  <a:srgbClr val="73C98C"/>
                </a:solidFill>
              </a:defRPr>
            </a:defPPr>
            <a:lvl1pPr>
              <a:defRPr sz="1425" b="0">
                <a:solidFill>
                  <a:srgbClr val="73C98C"/>
                </a:solidFill>
              </a:defRPr>
            </a:lvl1pPr>
            <a:lvl2pPr>
              <a:defRPr sz="1425" b="0">
                <a:solidFill>
                  <a:srgbClr val="73C98C"/>
                </a:solidFill>
              </a:defRPr>
            </a:lvl2pPr>
            <a:lvl3pPr>
              <a:defRPr sz="1425" b="0">
                <a:solidFill>
                  <a:srgbClr val="73C98C"/>
                </a:solidFill>
              </a:defRPr>
            </a:lvl3pPr>
            <a:lvl4pPr>
              <a:defRPr sz="1425" b="0">
                <a:solidFill>
                  <a:srgbClr val="73C98C"/>
                </a:solidFill>
              </a:defRPr>
            </a:lvl4pPr>
            <a:lvl5pPr>
              <a:defRPr sz="1425" b="0">
                <a:solidFill>
                  <a:srgbClr val="73C98C"/>
                </a:solidFill>
              </a:defRPr>
            </a:lvl5pPr>
            <a:lvl6pPr>
              <a:defRPr sz="1425" b="0">
                <a:solidFill>
                  <a:srgbClr val="73C98C"/>
                </a:solidFill>
              </a:defRPr>
            </a:lvl6pPr>
            <a:lvl7pPr>
              <a:defRPr sz="1425" b="0">
                <a:solidFill>
                  <a:srgbClr val="73C98C"/>
                </a:solidFill>
              </a:defRPr>
            </a:lvl7pPr>
            <a:lvl8pPr>
              <a:defRPr sz="1425" b="0">
                <a:solidFill>
                  <a:srgbClr val="73C98C"/>
                </a:solidFill>
              </a:defRPr>
            </a:lvl8pPr>
            <a:lvl9pPr>
              <a:defRPr sz="1425" b="0">
                <a:solidFill>
                  <a:srgbClr val="73C98C"/>
                </a:solidFill>
              </a:defRPr>
            </a:lvl9pPr>
          </a:lstStyle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ID601&gt; </a:t>
            </a:r>
            <a:r>
              <a:rPr lang="en-US" sz="800" dirty="0" err="1">
                <a:ea typeface="현대하모니 L" panose="02020603020101020101"/>
              </a:rPr>
              <a:t>test_manual</a:t>
            </a:r>
            <a:r>
              <a:rPr lang="en-US" sz="800" dirty="0">
                <a:ea typeface="현대하모니 L" panose="02020603020101020101"/>
              </a:rPr>
              <a:t> 3 1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[ID601] Daisy length set to 1.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[ID601] TM Entry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[ID601] Analog Test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[Write] [General]: IC:1, Addr:0x39, Data:13(0x00D)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ID601&gt; id601_read 1 1 0x0a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[Read] [General]: IC:1, Addr:10, Data:2(0x002)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ID601&gt; id601_read 1 1 0x0a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[Read] [General]: IC:1, Addr:10, Data:0(0x000)</a:t>
            </a:r>
            <a:endParaRPr lang="en-US" altLang="ko-KR" sz="800" dirty="0">
              <a:ea typeface="현대하모니 L" panose="02020603020101020101"/>
            </a:endParaRPr>
          </a:p>
        </p:txBody>
      </p:sp>
    </p:spTree>
    <p:extLst>
      <p:ext uri="{BB962C8B-B14F-4D97-AF65-F5344CB8AC3E}">
        <p14:creationId xmlns:p14="http://schemas.microsoft.com/office/powerpoint/2010/main" val="3968581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E4400-6A7C-6A0E-E2F0-BFD2D59F8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CC9F02-B10C-2072-243E-0F83056EE6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 Test (1) (Lab</a:t>
            </a:r>
            <a:r>
              <a:rPr lang="ko-KR" altLang="en-US" dirty="0"/>
              <a:t> </a:t>
            </a:r>
            <a:r>
              <a:rPr lang="en-US" altLang="ko-KR" dirty="0"/>
              <a:t>Guide)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0AB53A-1E74-B63D-EAD0-4029EF3B26FF}"/>
              </a:ext>
            </a:extLst>
          </p:cNvPr>
          <p:cNvSpPr txBox="1"/>
          <p:nvPr/>
        </p:nvSpPr>
        <p:spPr>
          <a:xfrm>
            <a:off x="279773" y="669797"/>
            <a:ext cx="80663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06D11DC6-7B36-031D-E320-7873CDF168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9980256"/>
              </p:ext>
            </p:extLst>
          </p:nvPr>
        </p:nvGraphicFramePr>
        <p:xfrm>
          <a:off x="279772" y="962185"/>
          <a:ext cx="9208258" cy="38557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Preconditions(Jumper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J94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분리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나머지 연결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CLI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J94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점퍼 분리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Analog Test Mode,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: </a:t>
                      </a:r>
                      <a:r>
                        <a:rPr lang="en-US" altLang="ko-KR" sz="800" dirty="0" err="1">
                          <a:ea typeface="현대하모니 L" panose="02020603020101020101"/>
                        </a:rPr>
                        <a:t>test_manual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3 2</a:t>
                      </a:r>
                    </a:p>
                    <a:p>
                      <a:pPr marL="228600" lvl="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1.5V, -0.1V</a:t>
                      </a:r>
                      <a:endParaRPr lang="en-US" altLang="ko-KR" sz="800" dirty="0">
                        <a:ln>
                          <a:solidFill>
                            <a:srgbClr val="000000">
                              <a:alpha val="0"/>
                            </a:srgbClr>
                          </a:solidFill>
                        </a:ln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228600" lvl="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Clear &amp; Read flag (Status): id601_read 1 1 0x0a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LDODIG_UV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6F8A216E-2A81-F01B-47A1-8410A26857AD}"/>
              </a:ext>
            </a:extLst>
          </p:cNvPr>
          <p:cNvSpPr>
            <a:spLocks noGrp="1"/>
          </p:cNvSpPr>
          <p:nvPr/>
        </p:nvSpPr>
        <p:spPr>
          <a:xfrm>
            <a:off x="2946082" y="1541516"/>
            <a:ext cx="4828317" cy="2069431"/>
          </a:xfrm>
          <a:prstGeom prst="rect">
            <a:avLst/>
          </a:prstGeom>
          <a:solidFill>
            <a:srgbClr val="0F141A"/>
          </a:solidFill>
          <a:ln w="0">
            <a:noFill/>
          </a:ln>
        </p:spPr>
        <p:txBody>
          <a:bodyPr/>
          <a:lstStyle>
            <a:defPPr>
              <a:defRPr sz="1425" b="0">
                <a:solidFill>
                  <a:srgbClr val="73C98C"/>
                </a:solidFill>
              </a:defRPr>
            </a:defPPr>
            <a:lvl1pPr>
              <a:defRPr sz="1425" b="0">
                <a:solidFill>
                  <a:srgbClr val="73C98C"/>
                </a:solidFill>
              </a:defRPr>
            </a:lvl1pPr>
            <a:lvl2pPr>
              <a:defRPr sz="1425" b="0">
                <a:solidFill>
                  <a:srgbClr val="73C98C"/>
                </a:solidFill>
              </a:defRPr>
            </a:lvl2pPr>
            <a:lvl3pPr>
              <a:defRPr sz="1425" b="0">
                <a:solidFill>
                  <a:srgbClr val="73C98C"/>
                </a:solidFill>
              </a:defRPr>
            </a:lvl3pPr>
            <a:lvl4pPr>
              <a:defRPr sz="1425" b="0">
                <a:solidFill>
                  <a:srgbClr val="73C98C"/>
                </a:solidFill>
              </a:defRPr>
            </a:lvl4pPr>
            <a:lvl5pPr>
              <a:defRPr sz="1425" b="0">
                <a:solidFill>
                  <a:srgbClr val="73C98C"/>
                </a:solidFill>
              </a:defRPr>
            </a:lvl5pPr>
            <a:lvl6pPr>
              <a:defRPr sz="1425" b="0">
                <a:solidFill>
                  <a:srgbClr val="73C98C"/>
                </a:solidFill>
              </a:defRPr>
            </a:lvl6pPr>
            <a:lvl7pPr>
              <a:defRPr sz="1425" b="0">
                <a:solidFill>
                  <a:srgbClr val="73C98C"/>
                </a:solidFill>
              </a:defRPr>
            </a:lvl7pPr>
            <a:lvl8pPr>
              <a:defRPr sz="1425" b="0">
                <a:solidFill>
                  <a:srgbClr val="73C98C"/>
                </a:solidFill>
              </a:defRPr>
            </a:lvl8pPr>
            <a:lvl9pPr>
              <a:defRPr sz="1425" b="0">
                <a:solidFill>
                  <a:srgbClr val="73C98C"/>
                </a:solidFill>
              </a:defRPr>
            </a:lvl9pPr>
          </a:lstStyle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ID601&gt; </a:t>
            </a:r>
            <a:r>
              <a:rPr lang="en-US" sz="800" dirty="0" err="1">
                <a:ea typeface="현대하모니 L" panose="02020603020101020101"/>
              </a:rPr>
              <a:t>test_manual</a:t>
            </a:r>
            <a:r>
              <a:rPr lang="en-US" sz="800" dirty="0">
                <a:ea typeface="현대하모니 L" panose="02020603020101020101"/>
              </a:rPr>
              <a:t> 3 2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[ID601] Daisy length set to 1.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[ID601] TM Entry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[ID601] Analog Test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[Write] [General]: IC:1, Addr:0x39, Data:13(0x00D)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[Write] [General]: IC:1, Addr:0x3F, Data:2156(0x86C)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[Write] [General]: IC:1, Addr:0x1A, Data:10(0x00A)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ID601&gt; id601_read 1 1 0x0a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[Read] [General]: IC:1, Addr:0x0A, Data:0(0x000)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ID601&gt; id601_read 1 1 0x0a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[Read] [General]: IC:1, Addr:0x0A, Data:2(0x002)</a:t>
            </a:r>
            <a:endParaRPr lang="en-US" altLang="ko-KR" sz="800" dirty="0">
              <a:ea typeface="현대하모니 L" panose="02020603020101020101"/>
            </a:endParaRPr>
          </a:p>
        </p:txBody>
      </p:sp>
    </p:spTree>
    <p:extLst>
      <p:ext uri="{BB962C8B-B14F-4D97-AF65-F5344CB8AC3E}">
        <p14:creationId xmlns:p14="http://schemas.microsoft.com/office/powerpoint/2010/main" val="15460436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EC9B0-4BEB-728F-34FF-4AFF11566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DF202B-1ABF-C95C-97CD-F908605BF5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 Test (2) (Lab</a:t>
            </a:r>
            <a:r>
              <a:rPr lang="ko-KR" altLang="en-US" dirty="0"/>
              <a:t> </a:t>
            </a:r>
            <a:r>
              <a:rPr lang="en-US" altLang="ko-KR" dirty="0"/>
              <a:t>Guide)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6E6A97-AD91-B3D9-4D85-1E436BEA02EF}"/>
              </a:ext>
            </a:extLst>
          </p:cNvPr>
          <p:cNvSpPr txBox="1"/>
          <p:nvPr/>
        </p:nvSpPr>
        <p:spPr>
          <a:xfrm>
            <a:off x="279773" y="669797"/>
            <a:ext cx="81785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A88326E9-93BB-DA0B-5139-4C5B236E9F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3658272"/>
              </p:ext>
            </p:extLst>
          </p:nvPr>
        </p:nvGraphicFramePr>
        <p:xfrm>
          <a:off x="279772" y="962185"/>
          <a:ext cx="9208258" cy="38557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Preconditions(Jumper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J94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분리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나머지 연결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CLI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J94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점퍼 분리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Analog Test Mode,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: </a:t>
                      </a:r>
                      <a:r>
                        <a:rPr lang="en-US" altLang="ko-KR" sz="800" dirty="0" err="1">
                          <a:ea typeface="현대하모니 L" panose="02020603020101020101"/>
                        </a:rPr>
                        <a:t>test_manual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3 2</a:t>
                      </a:r>
                    </a:p>
                    <a:p>
                      <a:pPr marL="228600" lvl="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1.5V, +0.1V</a:t>
                      </a:r>
                      <a:endParaRPr lang="en-US" altLang="ko-KR" sz="800" dirty="0">
                        <a:ln>
                          <a:solidFill>
                            <a:srgbClr val="000000">
                              <a:alpha val="0"/>
                            </a:srgbClr>
                          </a:solidFill>
                        </a:ln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228600" lvl="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Clear &amp; Read flag (Status): id601_read 1 1 0x0a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LDODIG_OV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C8834AA8-0480-E465-51FE-4D02F5EE02F3}"/>
              </a:ext>
            </a:extLst>
          </p:cNvPr>
          <p:cNvSpPr>
            <a:spLocks noGrp="1"/>
          </p:cNvSpPr>
          <p:nvPr/>
        </p:nvSpPr>
        <p:spPr>
          <a:xfrm>
            <a:off x="2946082" y="1541516"/>
            <a:ext cx="4828317" cy="2041439"/>
          </a:xfrm>
          <a:prstGeom prst="rect">
            <a:avLst/>
          </a:prstGeom>
          <a:solidFill>
            <a:srgbClr val="0F141A"/>
          </a:solidFill>
          <a:ln w="0">
            <a:noFill/>
          </a:ln>
        </p:spPr>
        <p:txBody>
          <a:bodyPr/>
          <a:lstStyle>
            <a:defPPr>
              <a:defRPr sz="1425" b="0">
                <a:solidFill>
                  <a:srgbClr val="73C98C"/>
                </a:solidFill>
              </a:defRPr>
            </a:defPPr>
            <a:lvl1pPr>
              <a:defRPr sz="1425" b="0">
                <a:solidFill>
                  <a:srgbClr val="73C98C"/>
                </a:solidFill>
              </a:defRPr>
            </a:lvl1pPr>
            <a:lvl2pPr>
              <a:defRPr sz="1425" b="0">
                <a:solidFill>
                  <a:srgbClr val="73C98C"/>
                </a:solidFill>
              </a:defRPr>
            </a:lvl2pPr>
            <a:lvl3pPr>
              <a:defRPr sz="1425" b="0">
                <a:solidFill>
                  <a:srgbClr val="73C98C"/>
                </a:solidFill>
              </a:defRPr>
            </a:lvl3pPr>
            <a:lvl4pPr>
              <a:defRPr sz="1425" b="0">
                <a:solidFill>
                  <a:srgbClr val="73C98C"/>
                </a:solidFill>
              </a:defRPr>
            </a:lvl4pPr>
            <a:lvl5pPr>
              <a:defRPr sz="1425" b="0">
                <a:solidFill>
                  <a:srgbClr val="73C98C"/>
                </a:solidFill>
              </a:defRPr>
            </a:lvl5pPr>
            <a:lvl6pPr>
              <a:defRPr sz="1425" b="0">
                <a:solidFill>
                  <a:srgbClr val="73C98C"/>
                </a:solidFill>
              </a:defRPr>
            </a:lvl6pPr>
            <a:lvl7pPr>
              <a:defRPr sz="1425" b="0">
                <a:solidFill>
                  <a:srgbClr val="73C98C"/>
                </a:solidFill>
              </a:defRPr>
            </a:lvl7pPr>
            <a:lvl8pPr>
              <a:defRPr sz="1425" b="0">
                <a:solidFill>
                  <a:srgbClr val="73C98C"/>
                </a:solidFill>
              </a:defRPr>
            </a:lvl8pPr>
            <a:lvl9pPr>
              <a:defRPr sz="1425" b="0">
                <a:solidFill>
                  <a:srgbClr val="73C98C"/>
                </a:solidFill>
              </a:defRPr>
            </a:lvl9pPr>
          </a:lstStyle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ID601&gt; </a:t>
            </a:r>
            <a:r>
              <a:rPr lang="en-US" sz="800" dirty="0" err="1">
                <a:ea typeface="현대하모니 L" panose="02020603020101020101"/>
              </a:rPr>
              <a:t>test_manual</a:t>
            </a:r>
            <a:r>
              <a:rPr lang="en-US" sz="800" dirty="0">
                <a:ea typeface="현대하모니 L" panose="02020603020101020101"/>
              </a:rPr>
              <a:t> 3 3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[ID601] Daisy length set to 1.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[ID601] TM Entry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[ID601] Analog Test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[Write] [General]: IC:1, Addr:0x39, Data:13(0x00D)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[Write] [General]: IC:1, Addr:0x3F, Data:2156(0x86C)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[Write] [General]: IC:1, Addr:0x1A, Data:9(0x009)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ID601&gt; id601_read 1 1 0x0a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[Read] [General]: IC:1, Addr:0x0A, Data:0(0x000)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ID601&gt; id601_read 1 1 0x0a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[Read] [General]: IC:1, Addr:0x0A, Data:4(0x004)</a:t>
            </a:r>
            <a:endParaRPr lang="en-US" altLang="ko-KR" sz="800" dirty="0">
              <a:ea typeface="현대하모니 L" panose="02020603020101020101"/>
            </a:endParaRPr>
          </a:p>
        </p:txBody>
      </p:sp>
    </p:spTree>
    <p:extLst>
      <p:ext uri="{BB962C8B-B14F-4D97-AF65-F5344CB8AC3E}">
        <p14:creationId xmlns:p14="http://schemas.microsoft.com/office/powerpoint/2010/main" val="14333754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CE203-3354-6DDA-80A6-06CE5BCBB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8A2F78-5D66-4F97-4861-8755B978BC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LDO_DAC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4D3CDF-6250-FADE-0F68-A60D872DB0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6732692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871450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INIT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A482392-1B60-883A-DB4C-58DC32AB30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941631"/>
              </p:ext>
            </p:extLst>
          </p:nvPr>
        </p:nvGraphicFramePr>
        <p:xfrm>
          <a:off x="279773" y="3744592"/>
          <a:ext cx="9208258" cy="2880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59215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0x86C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TEST_MODE0(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/>
                        <a:t>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lvl="0" indent="-228600" algn="l" fontAlgn="ctr"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VREF_UV Level : TEST voltage when SVO pin is from ‘L’ to ‘H’.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UV_LDO_DAC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AAC664D-3597-105B-2618-F807F6C96866}"/>
              </a:ext>
            </a:extLst>
          </p:cNvPr>
          <p:cNvSpPr txBox="1"/>
          <p:nvPr/>
        </p:nvSpPr>
        <p:spPr>
          <a:xfrm>
            <a:off x="279773" y="669797"/>
            <a:ext cx="12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INIT_LDO_DAC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B5C492-DDA6-A020-BBE5-7FDEC026EF1F}"/>
              </a:ext>
            </a:extLst>
          </p:cNvPr>
          <p:cNvSpPr txBox="1"/>
          <p:nvPr/>
        </p:nvSpPr>
        <p:spPr>
          <a:xfrm>
            <a:off x="279773" y="3429000"/>
            <a:ext cx="12068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UV_LDO_DAC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5BAF58-2882-F8FD-7752-009389C26E74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3EFF4C-73B3-92A5-DDDE-7C125F2EB193}"/>
              </a:ext>
            </a:extLst>
          </p:cNvPr>
          <p:cNvSpPr txBox="1"/>
          <p:nvPr/>
        </p:nvSpPr>
        <p:spPr>
          <a:xfrm>
            <a:off x="8873413" y="4640423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20327622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95080-D081-E2DC-0151-2B42986E5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C84CBD-CCDF-54AA-9758-634B4CC9F5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LDO_DAC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F9309B2-C62B-E4C3-F335-6CFC05B1BC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33614754"/>
              </p:ext>
            </p:extLst>
          </p:nvPr>
        </p:nvGraphicFramePr>
        <p:xfrm>
          <a:off x="279773" y="962185"/>
          <a:ext cx="9208258" cy="2880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176112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0x86C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/>
                        <a:t>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lvl="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8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VREF_OV Level : TEST voltage when SVO pin is from ‘L’ to ‘H’.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OV_LDO_DAC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9278EDC-3D57-2EF3-700D-A5C01F8FCBA4}"/>
              </a:ext>
            </a:extLst>
          </p:cNvPr>
          <p:cNvSpPr txBox="1"/>
          <p:nvPr/>
        </p:nvSpPr>
        <p:spPr>
          <a:xfrm>
            <a:off x="279773" y="669797"/>
            <a:ext cx="121809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OV_LDO_DAC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3F818E-95E7-F1D0-D57E-F0DD501572A0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29014898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6FC88-35F4-D6B3-0907-28A097606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D6D96D-6163-48BA-CCFE-C11E177FCD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LDO_DAC Test (1) (Lab</a:t>
            </a:r>
            <a:r>
              <a:rPr lang="ko-KR" altLang="en-US" dirty="0"/>
              <a:t> </a:t>
            </a:r>
            <a:r>
              <a:rPr lang="en-US" altLang="ko-KR" dirty="0"/>
              <a:t>Guide)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8AFE43-8D3E-3BB8-5D27-485DA95A96E8}"/>
              </a:ext>
            </a:extLst>
          </p:cNvPr>
          <p:cNvSpPr txBox="1"/>
          <p:nvPr/>
        </p:nvSpPr>
        <p:spPr>
          <a:xfrm>
            <a:off x="279773" y="669797"/>
            <a:ext cx="12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INIT_LDO_DAC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2E1D9DC7-55E1-031E-6CA5-27E8081E5B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2820378"/>
              </p:ext>
            </p:extLst>
          </p:nvPr>
        </p:nvGraphicFramePr>
        <p:xfrm>
          <a:off x="279772" y="962185"/>
          <a:ext cx="9208258" cy="3642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Preconditions(Jumper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J94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분리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나머지 연결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CLI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J94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점퍼 분리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Analog Test Mode,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: </a:t>
                      </a:r>
                      <a:r>
                        <a:rPr lang="en-US" altLang="ko-KR" sz="800" dirty="0" err="1">
                          <a:ea typeface="현대하모니 L" panose="02020603020101020101"/>
                        </a:rPr>
                        <a:t>test_manual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4 1</a:t>
                      </a: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1.5V</a:t>
                      </a:r>
                      <a:endParaRPr lang="en-US" altLang="ko-KR" sz="800" dirty="0">
                        <a:ln>
                          <a:solidFill>
                            <a:srgbClr val="000000">
                              <a:alpha val="0"/>
                            </a:srgbClr>
                          </a:solidFill>
                        </a:ln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Clear &amp; Read flag (Status): id601_read 1 1 0x0a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BE474F89-D267-026F-FE71-660E11BC1AC7}"/>
              </a:ext>
            </a:extLst>
          </p:cNvPr>
          <p:cNvSpPr>
            <a:spLocks noGrp="1"/>
          </p:cNvSpPr>
          <p:nvPr/>
        </p:nvSpPr>
        <p:spPr>
          <a:xfrm>
            <a:off x="2946082" y="1541517"/>
            <a:ext cx="4828317" cy="1798842"/>
          </a:xfrm>
          <a:prstGeom prst="rect">
            <a:avLst/>
          </a:prstGeom>
          <a:solidFill>
            <a:srgbClr val="0F141A"/>
          </a:solidFill>
          <a:ln w="0">
            <a:noFill/>
          </a:ln>
        </p:spPr>
        <p:txBody>
          <a:bodyPr/>
          <a:lstStyle>
            <a:defPPr>
              <a:defRPr sz="1425" b="0">
                <a:solidFill>
                  <a:srgbClr val="73C98C"/>
                </a:solidFill>
              </a:defRPr>
            </a:defPPr>
            <a:lvl1pPr>
              <a:defRPr sz="1425" b="0">
                <a:solidFill>
                  <a:srgbClr val="73C98C"/>
                </a:solidFill>
              </a:defRPr>
            </a:lvl1pPr>
            <a:lvl2pPr>
              <a:defRPr sz="1425" b="0">
                <a:solidFill>
                  <a:srgbClr val="73C98C"/>
                </a:solidFill>
              </a:defRPr>
            </a:lvl2pPr>
            <a:lvl3pPr>
              <a:defRPr sz="1425" b="0">
                <a:solidFill>
                  <a:srgbClr val="73C98C"/>
                </a:solidFill>
              </a:defRPr>
            </a:lvl3pPr>
            <a:lvl4pPr>
              <a:defRPr sz="1425" b="0">
                <a:solidFill>
                  <a:srgbClr val="73C98C"/>
                </a:solidFill>
              </a:defRPr>
            </a:lvl4pPr>
            <a:lvl5pPr>
              <a:defRPr sz="1425" b="0">
                <a:solidFill>
                  <a:srgbClr val="73C98C"/>
                </a:solidFill>
              </a:defRPr>
            </a:lvl5pPr>
            <a:lvl6pPr>
              <a:defRPr sz="1425" b="0">
                <a:solidFill>
                  <a:srgbClr val="73C98C"/>
                </a:solidFill>
              </a:defRPr>
            </a:lvl6pPr>
            <a:lvl7pPr>
              <a:defRPr sz="1425" b="0">
                <a:solidFill>
                  <a:srgbClr val="73C98C"/>
                </a:solidFill>
              </a:defRPr>
            </a:lvl7pPr>
            <a:lvl8pPr>
              <a:defRPr sz="1425" b="0">
                <a:solidFill>
                  <a:srgbClr val="73C98C"/>
                </a:solidFill>
              </a:defRPr>
            </a:lvl8pPr>
            <a:lvl9pPr>
              <a:defRPr sz="1425" b="0">
                <a:solidFill>
                  <a:srgbClr val="73C98C"/>
                </a:solidFill>
              </a:defRPr>
            </a:lvl9pPr>
          </a:lstStyle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ID601&gt; </a:t>
            </a:r>
            <a:r>
              <a:rPr lang="en-US" sz="800" dirty="0" err="1">
                <a:ea typeface="현대하모니 L" panose="02020603020101020101"/>
              </a:rPr>
              <a:t>test_manual</a:t>
            </a:r>
            <a:r>
              <a:rPr lang="en-US" sz="800" dirty="0">
                <a:ea typeface="현대하모니 L" panose="02020603020101020101"/>
              </a:rPr>
              <a:t> 4 1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[ID601] Daisy length set to 1.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[ID601] TM Entry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[ID601] Analog Test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[Write] [General]: IC:1, Addr:0x39, Data:  14(0x00E)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ID601&gt; id601_read 1 1 0x0a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[Read] [General]: IC:1, Addr:0x0A, Data:  32(0x020)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ID601&gt; id601_read 1 1 0x0a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[Read] [General]: IC:1, Addr:0x0A, Data:   0(0x000)</a:t>
            </a:r>
            <a:endParaRPr lang="en-US" altLang="ko-KR" sz="800" dirty="0">
              <a:ea typeface="현대하모니 L" panose="02020603020101020101"/>
            </a:endParaRPr>
          </a:p>
        </p:txBody>
      </p:sp>
    </p:spTree>
    <p:extLst>
      <p:ext uri="{BB962C8B-B14F-4D97-AF65-F5344CB8AC3E}">
        <p14:creationId xmlns:p14="http://schemas.microsoft.com/office/powerpoint/2010/main" val="12741681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D86ED-6D4D-D57C-6A15-765785528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40AC42-E5D2-E382-D430-2E03AAD8BE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LDO_DAC Test (1) (Lab</a:t>
            </a:r>
            <a:r>
              <a:rPr lang="ko-KR" altLang="en-US" dirty="0"/>
              <a:t> </a:t>
            </a:r>
            <a:r>
              <a:rPr lang="en-US" altLang="ko-KR" dirty="0"/>
              <a:t>Guide)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DC9E5D-4280-1834-1DA0-6F9746280657}"/>
              </a:ext>
            </a:extLst>
          </p:cNvPr>
          <p:cNvSpPr txBox="1"/>
          <p:nvPr/>
        </p:nvSpPr>
        <p:spPr>
          <a:xfrm>
            <a:off x="279773" y="669797"/>
            <a:ext cx="12068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UV_LDO_DAC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B9E3FB24-A0C0-4CEB-14F5-239164F052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242867"/>
              </p:ext>
            </p:extLst>
          </p:nvPr>
        </p:nvGraphicFramePr>
        <p:xfrm>
          <a:off x="279772" y="962185"/>
          <a:ext cx="9208258" cy="39166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Preconditions(Jumper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J94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분리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나머지 연결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CLI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J94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점퍼 분리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Analog Test Mode,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: </a:t>
                      </a:r>
                      <a:r>
                        <a:rPr lang="en-US" altLang="ko-KR" sz="800" dirty="0" err="1">
                          <a:ea typeface="현대하모니 L" panose="02020603020101020101"/>
                        </a:rPr>
                        <a:t>test_manual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4 2</a:t>
                      </a: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1.5V, -0.1V</a:t>
                      </a:r>
                      <a:endParaRPr lang="en-US" altLang="ko-KR" sz="800" dirty="0">
                        <a:ln>
                          <a:solidFill>
                            <a:srgbClr val="000000">
                              <a:alpha val="0"/>
                            </a:srgbClr>
                          </a:solidFill>
                        </a:ln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Clear &amp; Read flag (Status): id601_read 1 1 0x0a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UV_LDO_DAC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009D3D5A-95A3-42E5-4843-871F2F2AA670}"/>
              </a:ext>
            </a:extLst>
          </p:cNvPr>
          <p:cNvSpPr>
            <a:spLocks noGrp="1"/>
          </p:cNvSpPr>
          <p:nvPr/>
        </p:nvSpPr>
        <p:spPr>
          <a:xfrm>
            <a:off x="2946082" y="1541516"/>
            <a:ext cx="4828317" cy="2088091"/>
          </a:xfrm>
          <a:prstGeom prst="rect">
            <a:avLst/>
          </a:prstGeom>
          <a:solidFill>
            <a:srgbClr val="0F141A"/>
          </a:solidFill>
          <a:ln w="0">
            <a:noFill/>
          </a:ln>
        </p:spPr>
        <p:txBody>
          <a:bodyPr/>
          <a:lstStyle>
            <a:defPPr>
              <a:defRPr sz="1425" b="0">
                <a:solidFill>
                  <a:srgbClr val="73C98C"/>
                </a:solidFill>
              </a:defRPr>
            </a:defPPr>
            <a:lvl1pPr>
              <a:defRPr sz="1425" b="0">
                <a:solidFill>
                  <a:srgbClr val="73C98C"/>
                </a:solidFill>
              </a:defRPr>
            </a:lvl1pPr>
            <a:lvl2pPr>
              <a:defRPr sz="1425" b="0">
                <a:solidFill>
                  <a:srgbClr val="73C98C"/>
                </a:solidFill>
              </a:defRPr>
            </a:lvl2pPr>
            <a:lvl3pPr>
              <a:defRPr sz="1425" b="0">
                <a:solidFill>
                  <a:srgbClr val="73C98C"/>
                </a:solidFill>
              </a:defRPr>
            </a:lvl3pPr>
            <a:lvl4pPr>
              <a:defRPr sz="1425" b="0">
                <a:solidFill>
                  <a:srgbClr val="73C98C"/>
                </a:solidFill>
              </a:defRPr>
            </a:lvl4pPr>
            <a:lvl5pPr>
              <a:defRPr sz="1425" b="0">
                <a:solidFill>
                  <a:srgbClr val="73C98C"/>
                </a:solidFill>
              </a:defRPr>
            </a:lvl5pPr>
            <a:lvl6pPr>
              <a:defRPr sz="1425" b="0">
                <a:solidFill>
                  <a:srgbClr val="73C98C"/>
                </a:solidFill>
              </a:defRPr>
            </a:lvl6pPr>
            <a:lvl7pPr>
              <a:defRPr sz="1425" b="0">
                <a:solidFill>
                  <a:srgbClr val="73C98C"/>
                </a:solidFill>
              </a:defRPr>
            </a:lvl7pPr>
            <a:lvl8pPr>
              <a:defRPr sz="1425" b="0">
                <a:solidFill>
                  <a:srgbClr val="73C98C"/>
                </a:solidFill>
              </a:defRPr>
            </a:lvl8pPr>
            <a:lvl9pPr>
              <a:defRPr sz="1425" b="0">
                <a:solidFill>
                  <a:srgbClr val="73C98C"/>
                </a:solidFill>
              </a:defRPr>
            </a:lvl9pPr>
          </a:lstStyle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ID601&gt; </a:t>
            </a:r>
            <a:r>
              <a:rPr lang="en-US" sz="800" dirty="0" err="1">
                <a:ea typeface="현대하모니 L" panose="02020603020101020101"/>
              </a:rPr>
              <a:t>test_manual</a:t>
            </a:r>
            <a:r>
              <a:rPr lang="en-US" sz="800" dirty="0">
                <a:ea typeface="현대하모니 L" panose="02020603020101020101"/>
              </a:rPr>
              <a:t> 4 2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[ID601] Daisy length set to 1.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[ID601] TM Entry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[ID601] Analog Test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[Write] [General]: IC:1, Addr:0x39, Data:  14(0x00E)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[Write] [General]: IC:1, Addr:0x3F, Data:2156(0x86C)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[Write] [General]: IC:1, Addr:0x1A, Data:  14(0x00E)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ID601&gt; id601_read 1 1 0x0a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[Read] [General]: IC:1, Addr:0x0A, Data:  32(0x020)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ID601&gt; id601_read 1 1 0x0a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[Read] [General]: IC:1, Addr:0x0A, Data:  32(0x020)</a:t>
            </a:r>
            <a:endParaRPr lang="en-US" altLang="ko-KR" sz="800" dirty="0">
              <a:ea typeface="현대하모니 L" panose="02020603020101020101"/>
            </a:endParaRPr>
          </a:p>
        </p:txBody>
      </p:sp>
    </p:spTree>
    <p:extLst>
      <p:ext uri="{BB962C8B-B14F-4D97-AF65-F5344CB8AC3E}">
        <p14:creationId xmlns:p14="http://schemas.microsoft.com/office/powerpoint/2010/main" val="356575360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44EDC-14A5-478B-27ED-0D77D79C4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4071A6-F7F9-BA5E-5130-1CAA7C6162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LDO_DAC Test (2) (Lab</a:t>
            </a:r>
            <a:r>
              <a:rPr lang="ko-KR" altLang="en-US" dirty="0"/>
              <a:t> </a:t>
            </a:r>
            <a:r>
              <a:rPr lang="en-US" altLang="ko-KR" dirty="0"/>
              <a:t>Guide)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68CEFF-B015-9890-163F-5349F5F6FC1F}"/>
              </a:ext>
            </a:extLst>
          </p:cNvPr>
          <p:cNvSpPr txBox="1"/>
          <p:nvPr/>
        </p:nvSpPr>
        <p:spPr>
          <a:xfrm>
            <a:off x="279773" y="669797"/>
            <a:ext cx="12068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OV_LDO_DAC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6A387E5F-CBD8-0BE4-5A39-2BEEFAC8E0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731817"/>
              </p:ext>
            </p:extLst>
          </p:nvPr>
        </p:nvGraphicFramePr>
        <p:xfrm>
          <a:off x="279772" y="962185"/>
          <a:ext cx="9208258" cy="39166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Preconditions(Jumper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J94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분리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나머지 연결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CLI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J94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점퍼 분리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Analog Test Mode,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: </a:t>
                      </a:r>
                      <a:r>
                        <a:rPr lang="en-US" altLang="ko-KR" sz="800" dirty="0" err="1">
                          <a:ea typeface="현대하모니 L" panose="02020603020101020101"/>
                        </a:rPr>
                        <a:t>test_manual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4 3</a:t>
                      </a: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1.5V, +0.1V</a:t>
                      </a:r>
                      <a:endParaRPr lang="en-US" altLang="ko-KR" sz="800" dirty="0">
                        <a:ln>
                          <a:solidFill>
                            <a:srgbClr val="000000">
                              <a:alpha val="0"/>
                            </a:srgbClr>
                          </a:solidFill>
                        </a:ln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Clear &amp; Read flag (Status): id601_read 1 1 0x0a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OV_LDO_DAC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146AAD-11C3-8F48-9C60-55D88A47C49F}"/>
              </a:ext>
            </a:extLst>
          </p:cNvPr>
          <p:cNvSpPr>
            <a:spLocks noGrp="1"/>
          </p:cNvSpPr>
          <p:nvPr/>
        </p:nvSpPr>
        <p:spPr>
          <a:xfrm>
            <a:off x="2946082" y="1541516"/>
            <a:ext cx="4828317" cy="2088091"/>
          </a:xfrm>
          <a:prstGeom prst="rect">
            <a:avLst/>
          </a:prstGeom>
          <a:solidFill>
            <a:srgbClr val="0F141A"/>
          </a:solidFill>
          <a:ln w="0">
            <a:noFill/>
          </a:ln>
        </p:spPr>
        <p:txBody>
          <a:bodyPr/>
          <a:lstStyle>
            <a:defPPr>
              <a:defRPr sz="1425" b="0">
                <a:solidFill>
                  <a:srgbClr val="73C98C"/>
                </a:solidFill>
              </a:defRPr>
            </a:defPPr>
            <a:lvl1pPr>
              <a:defRPr sz="1425" b="0">
                <a:solidFill>
                  <a:srgbClr val="73C98C"/>
                </a:solidFill>
              </a:defRPr>
            </a:lvl1pPr>
            <a:lvl2pPr>
              <a:defRPr sz="1425" b="0">
                <a:solidFill>
                  <a:srgbClr val="73C98C"/>
                </a:solidFill>
              </a:defRPr>
            </a:lvl2pPr>
            <a:lvl3pPr>
              <a:defRPr sz="1425" b="0">
                <a:solidFill>
                  <a:srgbClr val="73C98C"/>
                </a:solidFill>
              </a:defRPr>
            </a:lvl3pPr>
            <a:lvl4pPr>
              <a:defRPr sz="1425" b="0">
                <a:solidFill>
                  <a:srgbClr val="73C98C"/>
                </a:solidFill>
              </a:defRPr>
            </a:lvl4pPr>
            <a:lvl5pPr>
              <a:defRPr sz="1425" b="0">
                <a:solidFill>
                  <a:srgbClr val="73C98C"/>
                </a:solidFill>
              </a:defRPr>
            </a:lvl5pPr>
            <a:lvl6pPr>
              <a:defRPr sz="1425" b="0">
                <a:solidFill>
                  <a:srgbClr val="73C98C"/>
                </a:solidFill>
              </a:defRPr>
            </a:lvl6pPr>
            <a:lvl7pPr>
              <a:defRPr sz="1425" b="0">
                <a:solidFill>
                  <a:srgbClr val="73C98C"/>
                </a:solidFill>
              </a:defRPr>
            </a:lvl7pPr>
            <a:lvl8pPr>
              <a:defRPr sz="1425" b="0">
                <a:solidFill>
                  <a:srgbClr val="73C98C"/>
                </a:solidFill>
              </a:defRPr>
            </a:lvl8pPr>
            <a:lvl9pPr>
              <a:defRPr sz="1425" b="0">
                <a:solidFill>
                  <a:srgbClr val="73C98C"/>
                </a:solidFill>
              </a:defRPr>
            </a:lvl9pPr>
          </a:lstStyle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ID601&gt; </a:t>
            </a:r>
            <a:r>
              <a:rPr lang="en-US" sz="800" dirty="0" err="1">
                <a:ea typeface="현대하모니 L" panose="02020603020101020101"/>
              </a:rPr>
              <a:t>test_manual</a:t>
            </a:r>
            <a:r>
              <a:rPr lang="en-US" sz="800" dirty="0">
                <a:ea typeface="현대하모니 L" panose="02020603020101020101"/>
              </a:rPr>
              <a:t> 4 3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[ID601] Daisy length set to 1.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[ID601] TM Entry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[ID601] Analog Test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[Write] [General]: IC:1, Addr:0x39, Data:  14(0x00E)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[Write] [General]: IC:1, Addr:0x3F, Data:2156(0x86C)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[Write] [General]: IC:1, Addr:0x1A, Data:  13(0x00D)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ID601&gt; id601_read 1 1 0x0a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[Read] [General]: IC:1, Addr:0x0A, Data:  32(0x020)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ID601&gt; id601_read 1 1 0x0a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[Read] [General]: IC:1, Addr:0x0A, Data:  64(0x040)</a:t>
            </a:r>
            <a:endParaRPr lang="en-US" altLang="ko-KR" sz="800" dirty="0">
              <a:ea typeface="현대하모니 L" panose="02020603020101020101"/>
            </a:endParaRPr>
          </a:p>
        </p:txBody>
      </p:sp>
    </p:spTree>
    <p:extLst>
      <p:ext uri="{BB962C8B-B14F-4D97-AF65-F5344CB8AC3E}">
        <p14:creationId xmlns:p14="http://schemas.microsoft.com/office/powerpoint/2010/main" val="4830954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92CB1-197F-9633-CCEA-E16D94DD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5C47FB-9759-AA1E-C7BA-51FDF3DA7B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LDO_OSC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9A356E-B92B-22AE-BF0E-61D25ACBB2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2559862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06440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INIT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EA45D0D-B6C0-7047-5024-DECC0FFED6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5863342"/>
              </p:ext>
            </p:extLst>
          </p:nvPr>
        </p:nvGraphicFramePr>
        <p:xfrm>
          <a:off x="279773" y="3744592"/>
          <a:ext cx="9208258" cy="30022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73492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0x86C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		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0x00B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/>
                    </a:p>
                    <a:p>
                      <a:pPr marL="228600" lvl="0" indent="-228600" algn="l" fontAlgn="ctr"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/>
                    </a:p>
                    <a:p>
                      <a:pPr marL="228600" lvl="0" indent="-228600" algn="l" fontAlgn="ctr"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LDOOSC_UV Level : TEST voltage when SVO pin is from ‘L’ to ‘H’.</a:t>
                      </a:r>
                    </a:p>
                    <a:p>
                      <a:pPr marL="228600" lvl="0" indent="-228600" algn="l" fontAlgn="ctr"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UV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LDOOSC_UV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6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UV_LDO_OSC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ko-KR" sz="800" b="1" dirty="0"/>
                        <a:t>※ OSC LDO UV/OV </a:t>
                      </a:r>
                      <a:r>
                        <a:rPr lang="ko-KR" altLang="ko-KR" sz="800" b="1" dirty="0" err="1"/>
                        <a:t>signals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are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cross-connected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in</a:t>
                      </a:r>
                      <a:r>
                        <a:rPr lang="ko-KR" altLang="ko-KR" sz="800" b="1" dirty="0"/>
                        <a:t> ID601. DMUX_SEL and FLAG </a:t>
                      </a:r>
                      <a:r>
                        <a:rPr lang="ko-KR" altLang="ko-KR" sz="800" b="1" dirty="0" err="1"/>
                        <a:t>bit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are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reversed</a:t>
                      </a:r>
                      <a:r>
                        <a:rPr lang="ko-KR" altLang="ko-KR" sz="800" b="1" dirty="0"/>
                        <a:t>.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E394AFA-74FF-AC5A-04C4-0B247B827C6C}"/>
              </a:ext>
            </a:extLst>
          </p:cNvPr>
          <p:cNvSpPr txBox="1"/>
          <p:nvPr/>
        </p:nvSpPr>
        <p:spPr>
          <a:xfrm>
            <a:off x="279773" y="669797"/>
            <a:ext cx="12859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INIT_LDO_OSC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B57133-8EA9-ADB8-EDD3-9406A9CAC4B2}"/>
              </a:ext>
            </a:extLst>
          </p:cNvPr>
          <p:cNvSpPr txBox="1"/>
          <p:nvPr/>
        </p:nvSpPr>
        <p:spPr>
          <a:xfrm>
            <a:off x="279773" y="3429000"/>
            <a:ext cx="120097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UV_LDO_OSC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844FDA-A11B-F8A5-7D0B-C76D922C1938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497C74-2355-1C88-2B15-D947596C6241}"/>
              </a:ext>
            </a:extLst>
          </p:cNvPr>
          <p:cNvSpPr txBox="1"/>
          <p:nvPr/>
        </p:nvSpPr>
        <p:spPr>
          <a:xfrm>
            <a:off x="8881542" y="4565779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10831064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A6DC6-DACB-337B-5795-619A94624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218EDA-B11A-EFAA-BB2F-2EAC80CCBB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LDO_OSC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276F990-D123-B548-0DE3-C05D14AA9D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4398098"/>
              </p:ext>
            </p:extLst>
          </p:nvPr>
        </p:nvGraphicFramePr>
        <p:xfrm>
          <a:off x="279773" y="962185"/>
          <a:ext cx="9208258" cy="30022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391256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0x86C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/>
                    </a:p>
                    <a:p>
                      <a:pPr marL="228600" lvl="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/>
                    </a:p>
                    <a:p>
                      <a:pPr marL="228600" lvl="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1.8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LDOOSC_OV Level : TEST voltage when SVO pin is from ‘L’ to ‘H’.</a:t>
                      </a: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LDOOSC_OV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V_LDO_OSC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ko-KR" sz="800" b="1" dirty="0"/>
                        <a:t>※ OSC LDO UV/OV </a:t>
                      </a:r>
                      <a:r>
                        <a:rPr lang="ko-KR" altLang="ko-KR" sz="800" b="1" dirty="0" err="1"/>
                        <a:t>signals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are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cross-connected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in</a:t>
                      </a:r>
                      <a:r>
                        <a:rPr lang="ko-KR" altLang="ko-KR" sz="800" b="1" dirty="0"/>
                        <a:t> ID601. DMUX_SEL and FLAG </a:t>
                      </a:r>
                      <a:r>
                        <a:rPr lang="ko-KR" altLang="ko-KR" sz="800" b="1" dirty="0" err="1"/>
                        <a:t>bit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are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reversed</a:t>
                      </a:r>
                      <a:r>
                        <a:rPr lang="ko-KR" altLang="ko-KR" sz="800" b="1" dirty="0"/>
                        <a:t>.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37747CB-2CA4-E12F-3A7D-5AC4BE4958B7}"/>
              </a:ext>
            </a:extLst>
          </p:cNvPr>
          <p:cNvSpPr txBox="1"/>
          <p:nvPr/>
        </p:nvSpPr>
        <p:spPr>
          <a:xfrm>
            <a:off x="279773" y="669797"/>
            <a:ext cx="12121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OV_LDO_OSC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7DCCC1-6DFE-48B2-B343-92385E234B09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216883800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3D886-0BAE-A71D-BF94-9085ACC7E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00576D-7982-071E-1C40-47D3A82B43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LDO_OSC Test (1) (Lab</a:t>
            </a:r>
            <a:r>
              <a:rPr lang="ko-KR" altLang="en-US" dirty="0"/>
              <a:t> </a:t>
            </a:r>
            <a:r>
              <a:rPr lang="en-US" altLang="ko-KR" dirty="0"/>
              <a:t>Guide)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46C2ED-C87C-1F59-D8DC-1C14523DA691}"/>
              </a:ext>
            </a:extLst>
          </p:cNvPr>
          <p:cNvSpPr txBox="1"/>
          <p:nvPr/>
        </p:nvSpPr>
        <p:spPr>
          <a:xfrm>
            <a:off x="279773" y="669797"/>
            <a:ext cx="12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INIT_LDO_OSC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C534FFC8-9317-07F8-BB0C-717325021F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9964756"/>
              </p:ext>
            </p:extLst>
          </p:nvPr>
        </p:nvGraphicFramePr>
        <p:xfrm>
          <a:off x="279772" y="962185"/>
          <a:ext cx="9208258" cy="3642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Preconditions(Jumper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J94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분리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나머지 연결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CLI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J94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점퍼 분리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Analog Test Mode,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: </a:t>
                      </a:r>
                      <a:r>
                        <a:rPr lang="en-US" altLang="ko-KR" sz="800" dirty="0" err="1">
                          <a:ea typeface="현대하모니 L" panose="02020603020101020101"/>
                        </a:rPr>
                        <a:t>test_manual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5 1</a:t>
                      </a: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1.5V</a:t>
                      </a:r>
                      <a:endParaRPr lang="en-US" altLang="ko-KR" sz="800" dirty="0">
                        <a:ln>
                          <a:solidFill>
                            <a:srgbClr val="000000">
                              <a:alpha val="0"/>
                            </a:srgbClr>
                          </a:solidFill>
                        </a:ln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Clear &amp; Read flag (Status): id601_read 1 1 0x0a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A2AA323F-5333-92C1-7CBD-D2E36A801C22}"/>
              </a:ext>
            </a:extLst>
          </p:cNvPr>
          <p:cNvSpPr>
            <a:spLocks noGrp="1"/>
          </p:cNvSpPr>
          <p:nvPr/>
        </p:nvSpPr>
        <p:spPr>
          <a:xfrm>
            <a:off x="2946082" y="1541517"/>
            <a:ext cx="4828317" cy="1798842"/>
          </a:xfrm>
          <a:prstGeom prst="rect">
            <a:avLst/>
          </a:prstGeom>
          <a:solidFill>
            <a:srgbClr val="0F141A"/>
          </a:solidFill>
          <a:ln w="0">
            <a:noFill/>
          </a:ln>
        </p:spPr>
        <p:txBody>
          <a:bodyPr/>
          <a:lstStyle>
            <a:defPPr>
              <a:defRPr sz="1425" b="0">
                <a:solidFill>
                  <a:srgbClr val="73C98C"/>
                </a:solidFill>
              </a:defRPr>
            </a:defPPr>
            <a:lvl1pPr>
              <a:defRPr sz="1425" b="0">
                <a:solidFill>
                  <a:srgbClr val="73C98C"/>
                </a:solidFill>
              </a:defRPr>
            </a:lvl1pPr>
            <a:lvl2pPr>
              <a:defRPr sz="1425" b="0">
                <a:solidFill>
                  <a:srgbClr val="73C98C"/>
                </a:solidFill>
              </a:defRPr>
            </a:lvl2pPr>
            <a:lvl3pPr>
              <a:defRPr sz="1425" b="0">
                <a:solidFill>
                  <a:srgbClr val="73C98C"/>
                </a:solidFill>
              </a:defRPr>
            </a:lvl3pPr>
            <a:lvl4pPr>
              <a:defRPr sz="1425" b="0">
                <a:solidFill>
                  <a:srgbClr val="73C98C"/>
                </a:solidFill>
              </a:defRPr>
            </a:lvl4pPr>
            <a:lvl5pPr>
              <a:defRPr sz="1425" b="0">
                <a:solidFill>
                  <a:srgbClr val="73C98C"/>
                </a:solidFill>
              </a:defRPr>
            </a:lvl5pPr>
            <a:lvl6pPr>
              <a:defRPr sz="1425" b="0">
                <a:solidFill>
                  <a:srgbClr val="73C98C"/>
                </a:solidFill>
              </a:defRPr>
            </a:lvl6pPr>
            <a:lvl7pPr>
              <a:defRPr sz="1425" b="0">
                <a:solidFill>
                  <a:srgbClr val="73C98C"/>
                </a:solidFill>
              </a:defRPr>
            </a:lvl7pPr>
            <a:lvl8pPr>
              <a:defRPr sz="1425" b="0">
                <a:solidFill>
                  <a:srgbClr val="73C98C"/>
                </a:solidFill>
              </a:defRPr>
            </a:lvl8pPr>
            <a:lvl9pPr>
              <a:defRPr sz="1425" b="0">
                <a:solidFill>
                  <a:srgbClr val="73C98C"/>
                </a:solidFill>
              </a:defRPr>
            </a:lvl9pPr>
          </a:lstStyle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ID601&gt; </a:t>
            </a:r>
            <a:r>
              <a:rPr lang="en-US" sz="800" dirty="0" err="1">
                <a:ea typeface="현대하모니 L" panose="02020603020101020101"/>
              </a:rPr>
              <a:t>test_manual</a:t>
            </a:r>
            <a:r>
              <a:rPr lang="en-US" sz="800" dirty="0">
                <a:ea typeface="현대하모니 L" panose="02020603020101020101"/>
              </a:rPr>
              <a:t> 5 1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[ID601] Daisy length set to 1.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[ID601] TM Entry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[ID601] Analog Test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[Write] [General]: IC:1, Addr:0x39, Data:  15(0x00F)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ID601&gt; id601_read 1 1 0x0a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[Read] [General]: IC:1, Addr:0x0A, Data:  16(0x010)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ID601&gt; id601_read 1 1 0x0a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[Read] [General]: IC:1, Addr:0x0A, Data:   0(0x000)</a:t>
            </a:r>
            <a:endParaRPr lang="en-US" altLang="ko-KR" sz="800" dirty="0">
              <a:ea typeface="현대하모니 L" panose="02020603020101020101"/>
            </a:endParaRPr>
          </a:p>
        </p:txBody>
      </p:sp>
    </p:spTree>
    <p:extLst>
      <p:ext uri="{BB962C8B-B14F-4D97-AF65-F5344CB8AC3E}">
        <p14:creationId xmlns:p14="http://schemas.microsoft.com/office/powerpoint/2010/main" val="30690798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27921-277D-B2C5-A7C5-415241C6D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10ACCE-C0D6-88F2-5085-714B47A838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LDO_OSC Test (1) (Lab</a:t>
            </a:r>
            <a:r>
              <a:rPr lang="ko-KR" altLang="en-US" dirty="0"/>
              <a:t> </a:t>
            </a:r>
            <a:r>
              <a:rPr lang="en-US" altLang="ko-KR" dirty="0"/>
              <a:t>Guide)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5664EF-E87D-AE1B-6D0A-06062B190122}"/>
              </a:ext>
            </a:extLst>
          </p:cNvPr>
          <p:cNvSpPr txBox="1"/>
          <p:nvPr/>
        </p:nvSpPr>
        <p:spPr>
          <a:xfrm>
            <a:off x="279773" y="669797"/>
            <a:ext cx="12068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UV_LDO_OSC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42A5D05E-6D81-A6C4-2ADF-B9AD37336C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568627"/>
              </p:ext>
            </p:extLst>
          </p:nvPr>
        </p:nvGraphicFramePr>
        <p:xfrm>
          <a:off x="279772" y="962185"/>
          <a:ext cx="9208258" cy="4038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Preconditions(Jumper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J94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분리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나머지 연결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CLI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J94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점퍼 분리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Analog Test Mode,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: </a:t>
                      </a:r>
                      <a:r>
                        <a:rPr lang="en-US" altLang="ko-KR" sz="800" dirty="0" err="1">
                          <a:ea typeface="현대하모니 L" panose="02020603020101020101"/>
                        </a:rPr>
                        <a:t>test_manual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5 2</a:t>
                      </a: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1.5V, -0.1V</a:t>
                      </a:r>
                      <a:endParaRPr lang="en-US" altLang="ko-KR" sz="800" dirty="0">
                        <a:ln>
                          <a:solidFill>
                            <a:srgbClr val="000000">
                              <a:alpha val="0"/>
                            </a:srgbClr>
                          </a:solidFill>
                        </a:ln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Clear &amp; Read flag (Status): id601_read 1 1 0x0a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LDOOSC_UV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6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UV_LDO_OSC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ko-KR" sz="800" b="1" dirty="0"/>
                        <a:t>※ OSC LDO UV/OV </a:t>
                      </a:r>
                      <a:r>
                        <a:rPr lang="ko-KR" altLang="ko-KR" sz="800" b="1" dirty="0" err="1"/>
                        <a:t>signals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are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cross-connected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in</a:t>
                      </a:r>
                      <a:r>
                        <a:rPr lang="ko-KR" altLang="ko-KR" sz="800" b="1" dirty="0"/>
                        <a:t> ID601. DMUX_SEL and FLAG </a:t>
                      </a:r>
                      <a:r>
                        <a:rPr lang="ko-KR" altLang="ko-KR" sz="800" b="1" dirty="0" err="1"/>
                        <a:t>bit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are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reversed</a:t>
                      </a:r>
                      <a:r>
                        <a:rPr lang="ko-KR" altLang="ko-KR" sz="800" b="1" dirty="0"/>
                        <a:t>.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369B9EF6-A724-5BE8-DF8A-4702D3140911}"/>
              </a:ext>
            </a:extLst>
          </p:cNvPr>
          <p:cNvSpPr>
            <a:spLocks noGrp="1"/>
          </p:cNvSpPr>
          <p:nvPr/>
        </p:nvSpPr>
        <p:spPr>
          <a:xfrm>
            <a:off x="2946082" y="1541516"/>
            <a:ext cx="4828317" cy="2088091"/>
          </a:xfrm>
          <a:prstGeom prst="rect">
            <a:avLst/>
          </a:prstGeom>
          <a:solidFill>
            <a:srgbClr val="0F141A"/>
          </a:solidFill>
          <a:ln w="0">
            <a:noFill/>
          </a:ln>
        </p:spPr>
        <p:txBody>
          <a:bodyPr/>
          <a:lstStyle>
            <a:defPPr>
              <a:defRPr sz="1425" b="0">
                <a:solidFill>
                  <a:srgbClr val="73C98C"/>
                </a:solidFill>
              </a:defRPr>
            </a:defPPr>
            <a:lvl1pPr>
              <a:defRPr sz="1425" b="0">
                <a:solidFill>
                  <a:srgbClr val="73C98C"/>
                </a:solidFill>
              </a:defRPr>
            </a:lvl1pPr>
            <a:lvl2pPr>
              <a:defRPr sz="1425" b="0">
                <a:solidFill>
                  <a:srgbClr val="73C98C"/>
                </a:solidFill>
              </a:defRPr>
            </a:lvl2pPr>
            <a:lvl3pPr>
              <a:defRPr sz="1425" b="0">
                <a:solidFill>
                  <a:srgbClr val="73C98C"/>
                </a:solidFill>
              </a:defRPr>
            </a:lvl3pPr>
            <a:lvl4pPr>
              <a:defRPr sz="1425" b="0">
                <a:solidFill>
                  <a:srgbClr val="73C98C"/>
                </a:solidFill>
              </a:defRPr>
            </a:lvl4pPr>
            <a:lvl5pPr>
              <a:defRPr sz="1425" b="0">
                <a:solidFill>
                  <a:srgbClr val="73C98C"/>
                </a:solidFill>
              </a:defRPr>
            </a:lvl5pPr>
            <a:lvl6pPr>
              <a:defRPr sz="1425" b="0">
                <a:solidFill>
                  <a:srgbClr val="73C98C"/>
                </a:solidFill>
              </a:defRPr>
            </a:lvl6pPr>
            <a:lvl7pPr>
              <a:defRPr sz="1425" b="0">
                <a:solidFill>
                  <a:srgbClr val="73C98C"/>
                </a:solidFill>
              </a:defRPr>
            </a:lvl7pPr>
            <a:lvl8pPr>
              <a:defRPr sz="1425" b="0">
                <a:solidFill>
                  <a:srgbClr val="73C98C"/>
                </a:solidFill>
              </a:defRPr>
            </a:lvl8pPr>
            <a:lvl9pPr>
              <a:defRPr sz="1425" b="0">
                <a:solidFill>
                  <a:srgbClr val="73C98C"/>
                </a:solidFill>
              </a:defRPr>
            </a:lvl9pPr>
          </a:lstStyle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ID601&gt; </a:t>
            </a:r>
            <a:r>
              <a:rPr lang="en-US" sz="800" dirty="0" err="1">
                <a:ea typeface="현대하모니 L" panose="02020603020101020101"/>
              </a:rPr>
              <a:t>test_manual</a:t>
            </a:r>
            <a:r>
              <a:rPr lang="en-US" sz="800" dirty="0">
                <a:ea typeface="현대하모니 L" panose="02020603020101020101"/>
              </a:rPr>
              <a:t> 5 2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[ID601] Daisy length set to 1.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[ID601] TM Entry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[ID601] Analog Test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[Write] [General]: IC:1, Addr:0x39, Data:  15(0x00F)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[Write] [General]: IC:1, Addr:0x3F, Data:2156(0x86C)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[Write] [General]: IC:1, Addr:0x1A, Data:  11(0x00B)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ID601&gt; id601_read 1 1 0x0a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[Read] [General]: IC:1, Addr:0x0A, Data:  16(0x010)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ID601&gt; id601_read 1 1 0x0a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[Read] [General]: IC:1, Addr:0x0A, Data:  16(0x010)</a:t>
            </a:r>
            <a:endParaRPr lang="en-US" altLang="ko-KR" sz="800" dirty="0">
              <a:ea typeface="현대하모니 L" panose="02020603020101020101"/>
            </a:endParaRPr>
          </a:p>
        </p:txBody>
      </p:sp>
    </p:spTree>
    <p:extLst>
      <p:ext uri="{BB962C8B-B14F-4D97-AF65-F5344CB8AC3E}">
        <p14:creationId xmlns:p14="http://schemas.microsoft.com/office/powerpoint/2010/main" val="193602881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4B0B9-6BCF-7AFB-C2B4-5B84D5E14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0791C8-6DFB-FB01-950B-06A831E8F4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LDO_OSC Test (2) (Lab</a:t>
            </a:r>
            <a:r>
              <a:rPr lang="ko-KR" altLang="en-US" dirty="0"/>
              <a:t> </a:t>
            </a:r>
            <a:r>
              <a:rPr lang="en-US" altLang="ko-KR" dirty="0"/>
              <a:t>Guide)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3A4F39-50EF-E10D-38F6-5724F525215F}"/>
              </a:ext>
            </a:extLst>
          </p:cNvPr>
          <p:cNvSpPr txBox="1"/>
          <p:nvPr/>
        </p:nvSpPr>
        <p:spPr>
          <a:xfrm>
            <a:off x="279773" y="669797"/>
            <a:ext cx="12068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OV_LDO_OSC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F377A2B5-F249-EC35-2294-505CB0BE11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9361792"/>
              </p:ext>
            </p:extLst>
          </p:nvPr>
        </p:nvGraphicFramePr>
        <p:xfrm>
          <a:off x="279772" y="962185"/>
          <a:ext cx="9208258" cy="4038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Preconditions(Jumper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J94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분리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나머지 연결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CLI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J94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점퍼 분리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Analog Test Mode,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: </a:t>
                      </a:r>
                      <a:r>
                        <a:rPr lang="en-US" altLang="ko-KR" sz="800" dirty="0" err="1">
                          <a:ea typeface="현대하모니 L" panose="02020603020101020101"/>
                        </a:rPr>
                        <a:t>test_manual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5 3</a:t>
                      </a: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1.5V, +0.1V</a:t>
                      </a:r>
                      <a:endParaRPr lang="en-US" altLang="ko-KR" sz="800" dirty="0">
                        <a:ln>
                          <a:solidFill>
                            <a:srgbClr val="000000">
                              <a:alpha val="0"/>
                            </a:srgbClr>
                          </a:solidFill>
                        </a:ln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Clear &amp; Read flag (Status): id601_read 1 1 0x0a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LDOOSC_OV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V_LDO_OSC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ko-KR" sz="800" b="1" dirty="0"/>
                        <a:t>※ OSC LDO UV/OV </a:t>
                      </a:r>
                      <a:r>
                        <a:rPr lang="ko-KR" altLang="ko-KR" sz="800" b="1" dirty="0" err="1"/>
                        <a:t>signals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are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cross-connected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in</a:t>
                      </a:r>
                      <a:r>
                        <a:rPr lang="ko-KR" altLang="ko-KR" sz="800" b="1" dirty="0"/>
                        <a:t> ID601. DMUX_SEL and FLAG </a:t>
                      </a:r>
                      <a:r>
                        <a:rPr lang="ko-KR" altLang="ko-KR" sz="800" b="1" dirty="0" err="1"/>
                        <a:t>bit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are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reversed</a:t>
                      </a:r>
                      <a:r>
                        <a:rPr lang="ko-KR" altLang="ko-KR" sz="800" b="1" dirty="0"/>
                        <a:t>.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A953E80-4C97-15BB-9BFF-AB7FD58D7ADD}"/>
              </a:ext>
            </a:extLst>
          </p:cNvPr>
          <p:cNvSpPr>
            <a:spLocks noGrp="1"/>
          </p:cNvSpPr>
          <p:nvPr/>
        </p:nvSpPr>
        <p:spPr>
          <a:xfrm>
            <a:off x="2946082" y="1541516"/>
            <a:ext cx="4828317" cy="2088091"/>
          </a:xfrm>
          <a:prstGeom prst="rect">
            <a:avLst/>
          </a:prstGeom>
          <a:solidFill>
            <a:srgbClr val="0F141A"/>
          </a:solidFill>
          <a:ln w="0">
            <a:noFill/>
          </a:ln>
        </p:spPr>
        <p:txBody>
          <a:bodyPr/>
          <a:lstStyle>
            <a:defPPr>
              <a:defRPr sz="1425" b="0">
                <a:solidFill>
                  <a:srgbClr val="73C98C"/>
                </a:solidFill>
              </a:defRPr>
            </a:defPPr>
            <a:lvl1pPr>
              <a:defRPr sz="1425" b="0">
                <a:solidFill>
                  <a:srgbClr val="73C98C"/>
                </a:solidFill>
              </a:defRPr>
            </a:lvl1pPr>
            <a:lvl2pPr>
              <a:defRPr sz="1425" b="0">
                <a:solidFill>
                  <a:srgbClr val="73C98C"/>
                </a:solidFill>
              </a:defRPr>
            </a:lvl2pPr>
            <a:lvl3pPr>
              <a:defRPr sz="1425" b="0">
                <a:solidFill>
                  <a:srgbClr val="73C98C"/>
                </a:solidFill>
              </a:defRPr>
            </a:lvl3pPr>
            <a:lvl4pPr>
              <a:defRPr sz="1425" b="0">
                <a:solidFill>
                  <a:srgbClr val="73C98C"/>
                </a:solidFill>
              </a:defRPr>
            </a:lvl4pPr>
            <a:lvl5pPr>
              <a:defRPr sz="1425" b="0">
                <a:solidFill>
                  <a:srgbClr val="73C98C"/>
                </a:solidFill>
              </a:defRPr>
            </a:lvl5pPr>
            <a:lvl6pPr>
              <a:defRPr sz="1425" b="0">
                <a:solidFill>
                  <a:srgbClr val="73C98C"/>
                </a:solidFill>
              </a:defRPr>
            </a:lvl6pPr>
            <a:lvl7pPr>
              <a:defRPr sz="1425" b="0">
                <a:solidFill>
                  <a:srgbClr val="73C98C"/>
                </a:solidFill>
              </a:defRPr>
            </a:lvl7pPr>
            <a:lvl8pPr>
              <a:defRPr sz="1425" b="0">
                <a:solidFill>
                  <a:srgbClr val="73C98C"/>
                </a:solidFill>
              </a:defRPr>
            </a:lvl8pPr>
            <a:lvl9pPr>
              <a:defRPr sz="1425" b="0">
                <a:solidFill>
                  <a:srgbClr val="73C98C"/>
                </a:solidFill>
              </a:defRPr>
            </a:lvl9pPr>
          </a:lstStyle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ID601&gt; </a:t>
            </a:r>
            <a:r>
              <a:rPr lang="en-US" sz="800" dirty="0" err="1">
                <a:ea typeface="현대하모니 L" panose="02020603020101020101"/>
              </a:rPr>
              <a:t>test_manual</a:t>
            </a:r>
            <a:r>
              <a:rPr lang="en-US" sz="800" dirty="0">
                <a:ea typeface="현대하모니 L" panose="02020603020101020101"/>
              </a:rPr>
              <a:t> 5 3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[ID601] Daisy length set to 1.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[ID601] TM Entry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[ID601] Analog Test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[Write] [General]: IC:1, Addr:0x39, Data:  15(0x00F)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[Write] [General]: IC:1, Addr:0x3F, Data:2156(0x86C)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[Write] [General]: IC:1, Addr:0x1A, Data:  12(0x00C)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ID601&gt; id601_read 1 1 0x0a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[Read] [General]: IC:1, Addr:0x0A, Data:   0(0x000)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ID601&gt; id601_read 1 1 0x0a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[Read] [General]: IC:1, Addr:0x0A, Data:   8(0x008)</a:t>
            </a:r>
            <a:endParaRPr lang="en-US" altLang="ko-KR" sz="800" dirty="0">
              <a:ea typeface="현대하모니 L" panose="02020603020101020101"/>
            </a:endParaRPr>
          </a:p>
        </p:txBody>
      </p:sp>
    </p:spTree>
    <p:extLst>
      <p:ext uri="{BB962C8B-B14F-4D97-AF65-F5344CB8AC3E}">
        <p14:creationId xmlns:p14="http://schemas.microsoft.com/office/powerpoint/2010/main" val="66614192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B241C-8DD6-B0B3-B0DD-CD706900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81A11B-D66A-E831-9F08-9927B94077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Open Detection Level Test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F11247-266B-B8F7-3D75-B1055C2C2B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3068606"/>
              </p:ext>
            </p:extLst>
          </p:nvPr>
        </p:nvGraphicFramePr>
        <p:xfrm>
          <a:off x="279773" y="962185"/>
          <a:ext cx="9208258" cy="26670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115291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detection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0x86</a:t>
                      </a:r>
                      <a:r>
                        <a:rPr lang="en-US" altLang="ko-KR" sz="800" b="1" dirty="0"/>
                        <a:t>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= 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0x019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b="0" dirty="0">
                          <a:ea typeface="현대하모니 L" panose="02020603020101020101"/>
                        </a:rPr>
                        <a:t>O1 pin sweep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0.45V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0.05V.</a:t>
                      </a: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VREF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PEN VREF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0.25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589005D-3E40-C1B6-A35C-049F7C61EA56}"/>
              </a:ext>
            </a:extLst>
          </p:cNvPr>
          <p:cNvSpPr txBox="1"/>
          <p:nvPr/>
        </p:nvSpPr>
        <p:spPr>
          <a:xfrm>
            <a:off x="279773" y="669797"/>
            <a:ext cx="56137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VREF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1B8F71-A544-725A-EF7E-DF701B4191B7}"/>
              </a:ext>
            </a:extLst>
          </p:cNvPr>
          <p:cNvSpPr txBox="1"/>
          <p:nvPr/>
        </p:nvSpPr>
        <p:spPr>
          <a:xfrm>
            <a:off x="8873413" y="1754154"/>
            <a:ext cx="549304" cy="49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진행 대기</a:t>
            </a:r>
          </a:p>
        </p:txBody>
      </p:sp>
    </p:spTree>
    <p:extLst>
      <p:ext uri="{BB962C8B-B14F-4D97-AF65-F5344CB8AC3E}">
        <p14:creationId xmlns:p14="http://schemas.microsoft.com/office/powerpoint/2010/main" val="10303204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E684A-7493-023E-C97E-50C176460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27E9C6-402D-0C91-6BB1-539C096386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Open Detection Level Test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865ECA8F-C1EE-6BD3-CD46-E3E5A88814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0687085"/>
              </p:ext>
            </p:extLst>
          </p:nvPr>
        </p:nvGraphicFramePr>
        <p:xfrm>
          <a:off x="279773" y="966186"/>
          <a:ext cx="9208258" cy="27889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05973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61950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detection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 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0x019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OPEN_FALL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O1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0.5V →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OPEN_FLAG(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0x09[3]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OPEN_RISE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O1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 → 0.5V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OPEN_FLAG(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0x09[3]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HYS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OPEN_RISE − OPEN_FALL.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HYS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0.075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017F0D-F734-B3A6-0565-95F9877BEB7F}"/>
              </a:ext>
            </a:extLst>
          </p:cNvPr>
          <p:cNvSpPr txBox="1"/>
          <p:nvPr/>
        </p:nvSpPr>
        <p:spPr>
          <a:xfrm>
            <a:off x="279772" y="673140"/>
            <a:ext cx="4868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HYS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7FCC8DAF-4D5F-9646-739E-D5135CF586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3218159"/>
              </p:ext>
            </p:extLst>
          </p:nvPr>
        </p:nvGraphicFramePr>
        <p:xfrm>
          <a:off x="279773" y="4062556"/>
          <a:ext cx="9208258" cy="26084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48748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VDD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3.3V, O1~12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1.5V,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</a:t>
                      </a:r>
                      <a:r>
                        <a:rPr lang="en-U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= -40 / 27 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Normal operation.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Follow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Fault_OPEN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Level item from 1 to 3.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61950" algn="l"/>
                        </a:tabLst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Read OPEN register setting(DIO) : 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	- FAULT_STATUS0(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FAULT_STATUS0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0x000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set-up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8664071-B60E-3709-FF15-DECC520CC44B}"/>
              </a:ext>
            </a:extLst>
          </p:cNvPr>
          <p:cNvSpPr txBox="1"/>
          <p:nvPr/>
        </p:nvSpPr>
        <p:spPr>
          <a:xfrm>
            <a:off x="279773" y="3770168"/>
            <a:ext cx="8563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Function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A0C2AB-AC98-B46C-D329-B151E3F7AE14}"/>
              </a:ext>
            </a:extLst>
          </p:cNvPr>
          <p:cNvSpPr txBox="1"/>
          <p:nvPr/>
        </p:nvSpPr>
        <p:spPr>
          <a:xfrm>
            <a:off x="8873413" y="1754154"/>
            <a:ext cx="549304" cy="49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진행 대기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D5C5E7-C68C-C48D-EDD9-1DBF90FAB65B}"/>
              </a:ext>
            </a:extLst>
          </p:cNvPr>
          <p:cNvSpPr txBox="1"/>
          <p:nvPr/>
        </p:nvSpPr>
        <p:spPr>
          <a:xfrm>
            <a:off x="8873413" y="4874324"/>
            <a:ext cx="549304" cy="49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진행 대기</a:t>
            </a:r>
          </a:p>
        </p:txBody>
      </p:sp>
    </p:spTree>
    <p:extLst>
      <p:ext uri="{BB962C8B-B14F-4D97-AF65-F5344CB8AC3E}">
        <p14:creationId xmlns:p14="http://schemas.microsoft.com/office/powerpoint/2010/main" val="2606828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2D6C5-CB76-39FC-9BF6-8CE42E8FB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40F83A-6E17-B065-8A80-19258D4AEC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FB Detection Level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EEA160E-1FFB-083E-25A0-8A395872A5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5912763"/>
              </p:ext>
            </p:extLst>
          </p:nvPr>
        </p:nvGraphicFramePr>
        <p:xfrm>
          <a:off x="279773" y="964703"/>
          <a:ext cx="9208258" cy="33680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21084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0x016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0x017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0x018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VREF : </a:t>
                      </a:r>
                      <a:r>
                        <a:rPr lang="ko-KR" altLang="ko-KR" sz="800" dirty="0" err="1"/>
                        <a:t>Measure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FB# VREF MIN / TYP / MAX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0.45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0x049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0.55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0x092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0.65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0x0DB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0.75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0x124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0.90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0x16D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1.05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0x1B6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1.20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0x1FF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1.35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6CE07BE-BAE6-2DA3-DDDB-C913822372B2}"/>
              </a:ext>
            </a:extLst>
          </p:cNvPr>
          <p:cNvSpPr txBox="1"/>
          <p:nvPr/>
        </p:nvSpPr>
        <p:spPr>
          <a:xfrm>
            <a:off x="279773" y="669797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86D7F2-3730-35CD-0FFF-BC04DA6A5532}"/>
              </a:ext>
            </a:extLst>
          </p:cNvPr>
          <p:cNvSpPr txBox="1"/>
          <p:nvPr/>
        </p:nvSpPr>
        <p:spPr>
          <a:xfrm>
            <a:off x="8873413" y="1754154"/>
            <a:ext cx="549304" cy="49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진행 대기</a:t>
            </a:r>
          </a:p>
        </p:txBody>
      </p:sp>
    </p:spTree>
    <p:extLst>
      <p:ext uri="{BB962C8B-B14F-4D97-AF65-F5344CB8AC3E}">
        <p14:creationId xmlns:p14="http://schemas.microsoft.com/office/powerpoint/2010/main" val="419470610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26841-CD78-86BE-A064-6950560C1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B84B26-15A1-903F-DD7A-2C672676F9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FB Detection Level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6615EBE-E88B-4411-73D2-56911446E7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0511320"/>
              </p:ext>
            </p:extLst>
          </p:nvPr>
        </p:nvGraphicFramePr>
        <p:xfrm>
          <a:off x="279773" y="962185"/>
          <a:ext cx="9208258" cy="31546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17152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 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0x016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0x017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0x018</a:t>
                      </a:r>
                      <a:r>
                        <a:rPr lang="ko-KR" altLang="ko-KR" sz="800" dirty="0"/>
                        <a:t> 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1.5V → 0V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FB_FLAG(</a:t>
                      </a:r>
                      <a:r>
                        <a:rPr lang="ko-KR" altLang="ko-KR" sz="800" b="1" dirty="0"/>
                        <a:t>0x09[</a:t>
                      </a:r>
                      <a:r>
                        <a:rPr lang="en-US" altLang="ko-KR" sz="800" b="1" dirty="0"/>
                        <a:t>#</a:t>
                      </a:r>
                      <a:r>
                        <a:rPr lang="ko-KR" altLang="ko-KR" sz="800" b="1" dirty="0"/>
                        <a:t>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r>
                        <a:rPr lang="en-US" altLang="ko-KR" sz="800" dirty="0"/>
                        <a:t> </a:t>
                      </a:r>
                      <a:br>
                        <a:rPr lang="en-US" altLang="ko-KR" sz="800" dirty="0"/>
                      </a:br>
                      <a:r>
                        <a:rPr lang="ko-KR" altLang="ko-KR" sz="800" dirty="0"/>
                        <a:t>( FB_FLAG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ko-KR" sz="800" b="1" dirty="0"/>
                        <a:t>0x09</a:t>
                      </a:r>
                      <a:r>
                        <a:rPr lang="en-US" altLang="ko-KR" sz="800" dirty="0"/>
                        <a:t>) </a:t>
                      </a:r>
                      <a:r>
                        <a:rPr lang="ko-KR" altLang="ko-KR" sz="800" dirty="0"/>
                        <a:t>= FB1 : [0] / FB2 : [1] / FB3 : [2] )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0V → 1.5V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FB_FLAG(</a:t>
                      </a:r>
                      <a:r>
                        <a:rPr lang="ko-KR" altLang="ko-KR" sz="800" b="1" dirty="0"/>
                        <a:t>0x09[</a:t>
                      </a:r>
                      <a:r>
                        <a:rPr lang="en-US" altLang="ko-KR" sz="800" b="1" dirty="0"/>
                        <a:t>#</a:t>
                      </a:r>
                      <a:r>
                        <a:rPr lang="ko-KR" altLang="ko-KR" sz="800" b="1" dirty="0"/>
                        <a:t>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− 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MIN / TYP / MAX = </a:t>
                      </a:r>
                      <a:r>
                        <a:rPr lang="ko-KR" altLang="ko-KR" sz="800" b="1" dirty="0"/>
                        <a:t>- / 0.025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F4EA013-C87F-B9FD-9ED7-504875123C70}"/>
              </a:ext>
            </a:extLst>
          </p:cNvPr>
          <p:cNvSpPr txBox="1"/>
          <p:nvPr/>
        </p:nvSpPr>
        <p:spPr>
          <a:xfrm>
            <a:off x="279773" y="669797"/>
            <a:ext cx="4868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200B54-3493-377C-214E-8E5ACA561B47}"/>
              </a:ext>
            </a:extLst>
          </p:cNvPr>
          <p:cNvSpPr txBox="1"/>
          <p:nvPr/>
        </p:nvSpPr>
        <p:spPr>
          <a:xfrm>
            <a:off x="8873413" y="1754154"/>
            <a:ext cx="549304" cy="49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진행 대기</a:t>
            </a:r>
          </a:p>
        </p:txBody>
      </p:sp>
    </p:spTree>
    <p:extLst>
      <p:ext uri="{BB962C8B-B14F-4D97-AF65-F5344CB8AC3E}">
        <p14:creationId xmlns:p14="http://schemas.microsoft.com/office/powerpoint/2010/main" val="20538097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B4672-7E69-DFB2-9B4C-B9B1CF6A9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7BE402-CD43-25DF-C9C4-03E2368962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SHORT Detection Level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5E6F8C4-B91E-779F-1391-11389C86E7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0720496"/>
              </p:ext>
            </p:extLst>
          </p:nvPr>
        </p:nvGraphicFramePr>
        <p:xfrm>
          <a:off x="279773" y="962185"/>
          <a:ext cx="9208258" cy="33680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88848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= 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SHORT_LEVEL(</a:t>
                      </a:r>
                      <a:r>
                        <a:rPr lang="ko-KR" altLang="ko-KR" sz="800" b="1" dirty="0"/>
                        <a:t>0x08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SHORT1 : </a:t>
                      </a:r>
                      <a:r>
                        <a:rPr lang="ko-KR" altLang="ko-KR" sz="800" b="1" dirty="0"/>
                        <a:t>0x01A</a:t>
                      </a:r>
                      <a:r>
                        <a:rPr lang="ko-KR" altLang="ko-KR" sz="800" dirty="0"/>
                        <a:t> / SHORT2 : </a:t>
                      </a:r>
                      <a:r>
                        <a:rPr lang="ko-KR" altLang="ko-KR" sz="800" b="1" dirty="0"/>
                        <a:t>0x01B</a:t>
                      </a:r>
                      <a:r>
                        <a:rPr lang="ko-KR" altLang="ko-KR" sz="800" dirty="0"/>
                        <a:t> / SHORT3 : </a:t>
                      </a:r>
                      <a:r>
                        <a:rPr lang="ko-KR" altLang="ko-KR" sz="800" b="1" dirty="0"/>
                        <a:t>0x01C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VREF : </a:t>
                      </a:r>
                      <a:r>
                        <a:rPr lang="ko-KR" altLang="ko-KR" sz="800" dirty="0" err="1"/>
                        <a:t>Measure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SHORT# VREF MIN / TYP / MAX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2.8 / 3.5 / 4.2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0x049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5.2 / 6.5 / 7.8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0x092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7.6 / 9.5 / 11.4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0x0DB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10 / 12.5 / 15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0x124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0x16D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0x1B6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0x1FF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</a:rPr>
                        <a:t>13.2 / 16.5 / 19.8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BCBD4D9-5A61-F93E-A788-9DE50AF9FB3E}"/>
              </a:ext>
            </a:extLst>
          </p:cNvPr>
          <p:cNvSpPr txBox="1"/>
          <p:nvPr/>
        </p:nvSpPr>
        <p:spPr>
          <a:xfrm>
            <a:off x="279773" y="669797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280561-F87B-C5F4-8685-1C19A580557C}"/>
              </a:ext>
            </a:extLst>
          </p:cNvPr>
          <p:cNvSpPr txBox="1"/>
          <p:nvPr/>
        </p:nvSpPr>
        <p:spPr>
          <a:xfrm>
            <a:off x="8873413" y="1754154"/>
            <a:ext cx="549304" cy="49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진행 대기</a:t>
            </a:r>
          </a:p>
        </p:txBody>
      </p:sp>
    </p:spTree>
    <p:extLst>
      <p:ext uri="{BB962C8B-B14F-4D97-AF65-F5344CB8AC3E}">
        <p14:creationId xmlns:p14="http://schemas.microsoft.com/office/powerpoint/2010/main" val="34580397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598C8-4EEC-0062-35ED-A70478E08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FDB26B-4968-A51D-2546-02DFE55E40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SHORT Detection Level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9605702-62FA-6987-B1A1-F114C1B9CE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8727687"/>
              </p:ext>
            </p:extLst>
          </p:nvPr>
        </p:nvGraphicFramePr>
        <p:xfrm>
          <a:off x="279773" y="962185"/>
          <a:ext cx="9208258" cy="30327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4570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= 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SHORT_LEVEL(</a:t>
                      </a:r>
                      <a:r>
                        <a:rPr lang="ko-KR" altLang="ko-KR" sz="800" b="1" dirty="0"/>
                        <a:t>0x08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SHORT1 : </a:t>
                      </a:r>
                      <a:r>
                        <a:rPr lang="ko-KR" altLang="ko-KR" sz="800" b="1" dirty="0"/>
                        <a:t>0x01A</a:t>
                      </a:r>
                      <a:r>
                        <a:rPr lang="ko-KR" altLang="ko-KR" sz="800" dirty="0"/>
                        <a:t> / SHORT2 : </a:t>
                      </a:r>
                      <a:r>
                        <a:rPr lang="ko-KR" altLang="ko-KR" sz="800" b="1" dirty="0"/>
                        <a:t>0x01B</a:t>
                      </a:r>
                      <a:r>
                        <a:rPr lang="ko-KR" altLang="ko-KR" sz="800" dirty="0"/>
                        <a:t> / SHORT3 : </a:t>
                      </a:r>
                      <a:r>
                        <a:rPr lang="ko-KR" altLang="ko-KR" sz="800" b="1" dirty="0"/>
                        <a:t>0x01C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SHORT1 : </a:t>
                      </a:r>
                      <a:r>
                        <a:rPr lang="ko-KR" altLang="ko-KR" sz="800" b="1" dirty="0"/>
                        <a:t>0x864</a:t>
                      </a:r>
                      <a:r>
                        <a:rPr lang="ko-KR" altLang="ko-KR" sz="800" dirty="0"/>
                        <a:t> / SHORT2 : </a:t>
                      </a:r>
                      <a:r>
                        <a:rPr lang="ko-KR" altLang="ko-KR" sz="800" b="1" dirty="0"/>
                        <a:t>0x8A4</a:t>
                      </a:r>
                      <a:r>
                        <a:rPr lang="ko-KR" altLang="ko-KR" sz="800" dirty="0"/>
                        <a:t> / SHORT3 : </a:t>
                      </a:r>
                      <a:r>
                        <a:rPr lang="ko-KR" altLang="ko-KR" sz="800" b="1" dirty="0"/>
                        <a:t>0x8E4</a:t>
                      </a:r>
                      <a:endParaRPr lang="en-US" altLang="ko-KR" sz="800" b="1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1.5V → 0V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SHORT_FLAG(</a:t>
                      </a:r>
                      <a:r>
                        <a:rPr lang="ko-KR" altLang="ko-KR" sz="800" b="1" dirty="0"/>
                        <a:t>0x09[4]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0V → 1.5V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SHORT_FLAG(</a:t>
                      </a:r>
                      <a:r>
                        <a:rPr lang="ko-KR" altLang="ko-KR" sz="800" b="1" dirty="0"/>
                        <a:t>0x09[4]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− 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n-US" altLang="ko-KR" sz="800" dirty="0"/>
                        <a:t>S</a:t>
                      </a:r>
                      <a:r>
                        <a:rPr lang="ko-KR" altLang="ko-KR" sz="800" dirty="0"/>
                        <a:t>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MIN / TYP / MAX = </a:t>
                      </a:r>
                      <a:r>
                        <a:rPr lang="ko-KR" altLang="ko-KR" sz="800" b="1" dirty="0"/>
                        <a:t>- / 0.065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A40DC78-0F85-B1F0-80D6-053D97C7749C}"/>
              </a:ext>
            </a:extLst>
          </p:cNvPr>
          <p:cNvSpPr txBox="1"/>
          <p:nvPr/>
        </p:nvSpPr>
        <p:spPr>
          <a:xfrm>
            <a:off x="279773" y="669797"/>
            <a:ext cx="50526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HYS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7DA092-E4D3-0A0C-7975-B9F1B56F0665}"/>
              </a:ext>
            </a:extLst>
          </p:cNvPr>
          <p:cNvSpPr txBox="1"/>
          <p:nvPr/>
        </p:nvSpPr>
        <p:spPr>
          <a:xfrm>
            <a:off x="279773" y="3987958"/>
            <a:ext cx="8563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Function</a:t>
            </a:r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71A4C9D2-D4C1-1BF2-9430-9BEBBCB9A7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3728706"/>
              </p:ext>
            </p:extLst>
          </p:nvPr>
        </p:nvGraphicFramePr>
        <p:xfrm>
          <a:off x="279773" y="4283561"/>
          <a:ext cx="9208258" cy="26084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85371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VDD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3.3V, O1~12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1.5V,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</a:t>
                      </a:r>
                      <a:r>
                        <a:rPr lang="en-U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= -40 / 27 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Normal operation.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Follow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Fault_SHORT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Level item from 1 to 3.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Read SHORT register setting(DIO)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	- FAULT_STATUS0(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0A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FAULT_STATUS0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0x000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set-up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E5B2966-18E7-EA88-2E49-8DF8AC5CEBA7}"/>
              </a:ext>
            </a:extLst>
          </p:cNvPr>
          <p:cNvSpPr txBox="1"/>
          <p:nvPr/>
        </p:nvSpPr>
        <p:spPr>
          <a:xfrm>
            <a:off x="8873413" y="1754154"/>
            <a:ext cx="549304" cy="49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진행 대기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324656-C3C3-1C87-912C-C9C4FDAB4B1E}"/>
              </a:ext>
            </a:extLst>
          </p:cNvPr>
          <p:cNvSpPr txBox="1"/>
          <p:nvPr/>
        </p:nvSpPr>
        <p:spPr>
          <a:xfrm>
            <a:off x="8873413" y="5095329"/>
            <a:ext cx="549304" cy="49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진행 대기</a:t>
            </a:r>
          </a:p>
        </p:txBody>
      </p:sp>
    </p:spTree>
    <p:extLst>
      <p:ext uri="{BB962C8B-B14F-4D97-AF65-F5344CB8AC3E}">
        <p14:creationId xmlns:p14="http://schemas.microsoft.com/office/powerpoint/2010/main" val="396379657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13BFC-01B7-6CC7-82B9-2589E01CA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4C707E-1F1A-194C-DE61-6513D65198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Fault Flag(Initial)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6CAFA6-6074-DA84-3B6C-F6457E5673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120491"/>
              </p:ext>
            </p:extLst>
          </p:nvPr>
        </p:nvGraphicFramePr>
        <p:xfrm>
          <a:off x="279773" y="962185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69941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0.05V,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CH_EN(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FAULT_INIT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FAULT_INIT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FAULT_INIT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DF5858F5-FF67-0558-07D9-C85885D1D5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459725"/>
              </p:ext>
            </p:extLst>
          </p:nvPr>
        </p:nvGraphicFramePr>
        <p:xfrm>
          <a:off x="279773" y="3778538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0894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0.</a:t>
                      </a:r>
                      <a:r>
                        <a:rPr lang="en-US" altLang="ko-KR" sz="800" dirty="0"/>
                        <a:t>7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/>
                        <a:t>CH_</a:t>
                      </a:r>
                      <a:r>
                        <a:rPr lang="ko-KR" altLang="ko-KR" sz="800" dirty="0"/>
                        <a:t>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ko-KR" altLang="ko-KR" sz="800" b="0" dirty="0"/>
                        <a:t>OPEN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ko-KR" altLang="ko-KR" sz="800" b="0" dirty="0"/>
                        <a:t>OPEN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FAULT_OPEN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en-US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840D53A-3EAF-475E-7426-C06BD15FCFD2}"/>
              </a:ext>
            </a:extLst>
          </p:cNvPr>
          <p:cNvSpPr txBox="1"/>
          <p:nvPr/>
        </p:nvSpPr>
        <p:spPr>
          <a:xfrm>
            <a:off x="279773" y="669797"/>
            <a:ext cx="101822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FAULT_INIT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3007B0-19C3-778F-6FC2-917BDE1053FE}"/>
              </a:ext>
            </a:extLst>
          </p:cNvPr>
          <p:cNvSpPr txBox="1"/>
          <p:nvPr/>
        </p:nvSpPr>
        <p:spPr>
          <a:xfrm>
            <a:off x="279773" y="3486150"/>
            <a:ext cx="11480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FAULT_OPEN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5CF5FA-50F3-DC8E-9E53-7E2B0D968591}"/>
              </a:ext>
            </a:extLst>
          </p:cNvPr>
          <p:cNvSpPr txBox="1"/>
          <p:nvPr/>
        </p:nvSpPr>
        <p:spPr>
          <a:xfrm>
            <a:off x="8873413" y="1754154"/>
            <a:ext cx="549304" cy="49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진행 대기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7E4318-51C3-0E24-E278-ABB53E32B11E}"/>
              </a:ext>
            </a:extLst>
          </p:cNvPr>
          <p:cNvSpPr txBox="1"/>
          <p:nvPr/>
        </p:nvSpPr>
        <p:spPr>
          <a:xfrm>
            <a:off x="8873413" y="4631093"/>
            <a:ext cx="549304" cy="49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진행 대기</a:t>
            </a:r>
          </a:p>
        </p:txBody>
      </p:sp>
    </p:spTree>
    <p:extLst>
      <p:ext uri="{BB962C8B-B14F-4D97-AF65-F5344CB8AC3E}">
        <p14:creationId xmlns:p14="http://schemas.microsoft.com/office/powerpoint/2010/main" val="40919523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8AB34-E8AC-5DE0-BFD2-9B5195F27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F90F6A-44FC-DCFB-47B3-934E66AD5B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Fault Flag(Initial)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9A09CE-12DE-C558-200F-99D142B5C3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2690510"/>
              </p:ext>
            </p:extLst>
          </p:nvPr>
        </p:nvGraphicFramePr>
        <p:xfrm>
          <a:off x="279773" y="962185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79909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2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CH_EN(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FB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FB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FAULT_FB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F24D75FA-B0FC-4EB5-A3AE-4DA60D1A46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0372050"/>
              </p:ext>
            </p:extLst>
          </p:nvPr>
        </p:nvGraphicFramePr>
        <p:xfrm>
          <a:off x="279773" y="3772188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89534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5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CH_EN(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SHORT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SHORT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en-US" altLang="ko-KR" sz="800" b="1" dirty="0"/>
                        <a:t>1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FAULT_SHORT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en-US" altLang="ko-KR" sz="800" b="1" dirty="0"/>
                        <a:t> </a:t>
                      </a:r>
                      <a:r>
                        <a:rPr lang="en-US" altLang="ko-KR" sz="800" b="0" dirty="0"/>
                        <a:t>(Pass)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2A62C24-9D0F-0610-5781-14901902C78F}"/>
              </a:ext>
            </a:extLst>
          </p:cNvPr>
          <p:cNvSpPr txBox="1"/>
          <p:nvPr/>
        </p:nvSpPr>
        <p:spPr>
          <a:xfrm>
            <a:off x="279773" y="669797"/>
            <a:ext cx="8915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FAULT_FB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4F77A9-39FD-39FA-1CE3-84B967E94D3A}"/>
              </a:ext>
            </a:extLst>
          </p:cNvPr>
          <p:cNvSpPr txBox="1"/>
          <p:nvPr/>
        </p:nvSpPr>
        <p:spPr>
          <a:xfrm>
            <a:off x="279773" y="3479800"/>
            <a:ext cx="12348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FAULT_SHORT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3C2BC5-B064-29C7-649C-85D3AEC0CC40}"/>
              </a:ext>
            </a:extLst>
          </p:cNvPr>
          <p:cNvSpPr txBox="1"/>
          <p:nvPr/>
        </p:nvSpPr>
        <p:spPr>
          <a:xfrm>
            <a:off x="8873413" y="1754154"/>
            <a:ext cx="549304" cy="49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진행 대기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9D4778-D699-C015-3A68-4F90C15D9667}"/>
              </a:ext>
            </a:extLst>
          </p:cNvPr>
          <p:cNvSpPr txBox="1"/>
          <p:nvPr/>
        </p:nvSpPr>
        <p:spPr>
          <a:xfrm>
            <a:off x="8873413" y="4631093"/>
            <a:ext cx="549304" cy="49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진행 대기</a:t>
            </a:r>
          </a:p>
        </p:txBody>
      </p:sp>
    </p:spTree>
    <p:extLst>
      <p:ext uri="{BB962C8B-B14F-4D97-AF65-F5344CB8AC3E}">
        <p14:creationId xmlns:p14="http://schemas.microsoft.com/office/powerpoint/2010/main" val="287141480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A8CEC-ED4B-AF7C-0FE4-3C9F538CE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A83DCD-5FF0-FB7C-E280-7147E10381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BIST (Build in Self TEST)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31D894E-AE2F-3E9E-D9DE-6229C336AE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1242615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97129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BIST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FAULT_CTRL(</a:t>
                      </a:r>
                      <a:r>
                        <a:rPr lang="ko-KR" altLang="ko-KR" sz="800" b="1" dirty="0"/>
                        <a:t>0x06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</a:rPr>
                        <a:t>BIST(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</a:rPr>
                        <a:t>0x19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</a:rPr>
                        <a:t>) 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0x800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BIST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BIST(</a:t>
                      </a:r>
                      <a:r>
                        <a:rPr lang="ko-KR" altLang="ko-KR" sz="800" b="1" dirty="0"/>
                        <a:t>0x19</a:t>
                      </a:r>
                      <a:r>
                        <a:rPr lang="en-US" altLang="ko-KR" sz="800" b="0" dirty="0"/>
                        <a:t>)</a:t>
                      </a:r>
                      <a:r>
                        <a:rPr lang="en-US" altLang="ko-KR" sz="800" b="1" dirty="0"/>
                        <a:t> </a:t>
                      </a:r>
                      <a:r>
                        <a:rPr lang="en-US" altLang="ko-KR" sz="800" b="0" dirty="0"/>
                        <a:t>after </a:t>
                      </a:r>
                      <a:r>
                        <a:rPr lang="en-US" altLang="ko-KR" sz="800" b="1" dirty="0"/>
                        <a:t>50</a:t>
                      </a:r>
                      <a:r>
                        <a:rPr lang="el-GR" altLang="ko-KR" sz="800" b="1" dirty="0">
                          <a:ea typeface="맑은 고딕" panose="020B0503020000020004" pitchFamily="50" charset="-127"/>
                        </a:rPr>
                        <a:t>μ</a:t>
                      </a:r>
                      <a:r>
                        <a:rPr lang="en-US" altLang="ko-KR" sz="800" b="1" dirty="0"/>
                        <a:t>s</a:t>
                      </a:r>
                      <a:r>
                        <a:rPr lang="en-US" altLang="ko-KR" sz="800" b="0" dirty="0"/>
                        <a:t>.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BIST(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0x002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it is passed. (Fail : BIST(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0x003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CD2BB5B-CBCB-0CC7-03EE-52BD604B8866}"/>
              </a:ext>
            </a:extLst>
          </p:cNvPr>
          <p:cNvSpPr txBox="1"/>
          <p:nvPr/>
        </p:nvSpPr>
        <p:spPr>
          <a:xfrm>
            <a:off x="279773" y="669797"/>
            <a:ext cx="50687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BIST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79F164-82D7-2303-DA01-1EA6BB54A2F9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81491345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18455-06F0-F067-BD2F-58E2A3B64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94CACC-067A-2E67-66D1-786C70C34B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BIST (Build in Self TEST) (Lab</a:t>
            </a:r>
            <a:r>
              <a:rPr lang="ko-KR" altLang="en-US" dirty="0"/>
              <a:t> </a:t>
            </a:r>
            <a:r>
              <a:rPr lang="en-US" altLang="ko-KR" dirty="0"/>
              <a:t>Guide)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0F94BF-FA92-E655-B38A-6FD994E41887}"/>
              </a:ext>
            </a:extLst>
          </p:cNvPr>
          <p:cNvSpPr txBox="1"/>
          <p:nvPr/>
        </p:nvSpPr>
        <p:spPr>
          <a:xfrm>
            <a:off x="279773" y="669797"/>
            <a:ext cx="50687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BIST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555C6800-4A83-7F96-3D26-5900322AE8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6200838"/>
              </p:ext>
            </p:extLst>
          </p:nvPr>
        </p:nvGraphicFramePr>
        <p:xfrm>
          <a:off x="279772" y="962185"/>
          <a:ext cx="9208258" cy="22402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Preconditions(Jumper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dirty="0">
                          <a:ea typeface="현대하모니 L" panose="02020603020101020101"/>
                        </a:rPr>
                        <a:t>모든 점퍼 연결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CLI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Analog Test Mode, BIST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, Read flag: </a:t>
                      </a:r>
                      <a:r>
                        <a:rPr lang="en-US" altLang="ko-KR" sz="800" dirty="0" err="1">
                          <a:ea typeface="현대하모니 L" panose="02020603020101020101"/>
                        </a:rPr>
                        <a:t>test_manual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10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BIST(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0x002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it is passed. (Fail : BIST(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0x003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EB7BC622-1FB0-DCE5-E2B9-F9783EE41735}"/>
              </a:ext>
            </a:extLst>
          </p:cNvPr>
          <p:cNvSpPr>
            <a:spLocks noGrp="1"/>
          </p:cNvSpPr>
          <p:nvPr/>
        </p:nvSpPr>
        <p:spPr>
          <a:xfrm>
            <a:off x="2946082" y="1541517"/>
            <a:ext cx="4828317" cy="1144534"/>
          </a:xfrm>
          <a:prstGeom prst="rect">
            <a:avLst/>
          </a:prstGeom>
          <a:solidFill>
            <a:srgbClr val="0F141A"/>
          </a:solidFill>
          <a:ln w="0">
            <a:noFill/>
          </a:ln>
        </p:spPr>
        <p:txBody>
          <a:bodyPr/>
          <a:lstStyle>
            <a:defPPr>
              <a:defRPr sz="1425" b="0">
                <a:solidFill>
                  <a:srgbClr val="73C98C"/>
                </a:solidFill>
              </a:defRPr>
            </a:defPPr>
            <a:lvl1pPr>
              <a:defRPr sz="1425" b="0">
                <a:solidFill>
                  <a:srgbClr val="73C98C"/>
                </a:solidFill>
              </a:defRPr>
            </a:lvl1pPr>
            <a:lvl2pPr>
              <a:defRPr sz="1425" b="0">
                <a:solidFill>
                  <a:srgbClr val="73C98C"/>
                </a:solidFill>
              </a:defRPr>
            </a:lvl2pPr>
            <a:lvl3pPr>
              <a:defRPr sz="1425" b="0">
                <a:solidFill>
                  <a:srgbClr val="73C98C"/>
                </a:solidFill>
              </a:defRPr>
            </a:lvl3pPr>
            <a:lvl4pPr>
              <a:defRPr sz="1425" b="0">
                <a:solidFill>
                  <a:srgbClr val="73C98C"/>
                </a:solidFill>
              </a:defRPr>
            </a:lvl4pPr>
            <a:lvl5pPr>
              <a:defRPr sz="1425" b="0">
                <a:solidFill>
                  <a:srgbClr val="73C98C"/>
                </a:solidFill>
              </a:defRPr>
            </a:lvl5pPr>
            <a:lvl6pPr>
              <a:defRPr sz="1425" b="0">
                <a:solidFill>
                  <a:srgbClr val="73C98C"/>
                </a:solidFill>
              </a:defRPr>
            </a:lvl6pPr>
            <a:lvl7pPr>
              <a:defRPr sz="1425" b="0">
                <a:solidFill>
                  <a:srgbClr val="73C98C"/>
                </a:solidFill>
              </a:defRPr>
            </a:lvl7pPr>
            <a:lvl8pPr>
              <a:defRPr sz="1425" b="0">
                <a:solidFill>
                  <a:srgbClr val="73C98C"/>
                </a:solidFill>
              </a:defRPr>
            </a:lvl8pPr>
            <a:lvl9pPr>
              <a:defRPr sz="1425" b="0">
                <a:solidFill>
                  <a:srgbClr val="73C98C"/>
                </a:solidFill>
              </a:defRPr>
            </a:lvl9pPr>
          </a:lstStyle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ID601&gt; </a:t>
            </a:r>
            <a:r>
              <a:rPr lang="en-US" sz="800" dirty="0" err="1">
                <a:ea typeface="현대하모니 L" panose="02020603020101020101"/>
              </a:rPr>
              <a:t>test_manual</a:t>
            </a:r>
            <a:r>
              <a:rPr lang="en-US" sz="800" dirty="0">
                <a:ea typeface="현대하모니 L" panose="02020603020101020101"/>
              </a:rPr>
              <a:t> 10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[ID601] Daisy length set to 1.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[ID601] TM Entry Init OK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[ID601] Analog Test Mode OK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[Write] [General]: IC:1, Addr:0x06, Data:   0(0x000)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[Write] [General]: IC:1, Addr:0x19, Data:2048(0x800)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[CLI] [BIST] Addr:0x19, Data:   2(0x002) (O)</a:t>
            </a:r>
            <a:endParaRPr lang="en-US" altLang="ko-KR" sz="800" dirty="0">
              <a:ea typeface="현대하모니 L" panose="02020603020101020101"/>
            </a:endParaRPr>
          </a:p>
        </p:txBody>
      </p:sp>
    </p:spTree>
    <p:extLst>
      <p:ext uri="{BB962C8B-B14F-4D97-AF65-F5344CB8AC3E}">
        <p14:creationId xmlns:p14="http://schemas.microsoft.com/office/powerpoint/2010/main" val="139809454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55EFE-3795-A1DA-1346-06E8E6A46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923761-CE4E-02B9-09EA-6839DA03A8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HVS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C0BEBAF-AB6E-C43D-C139-00B7B903E9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285075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023188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HVS : </a:t>
                      </a:r>
                      <a:r>
                        <a:rPr lang="ko-KR" altLang="ko-KR" sz="800" dirty="0" err="1"/>
                        <a:t>Force</a:t>
                      </a:r>
                      <a:r>
                        <a:rPr lang="ko-KR" altLang="ko-KR" sz="800" dirty="0"/>
                        <a:t> VDD = </a:t>
                      </a:r>
                      <a:r>
                        <a:rPr lang="ko-KR" altLang="ko-KR" sz="800" b="1" dirty="0"/>
                        <a:t>6.2V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0.5s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Re-Check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item</a:t>
                      </a:r>
                      <a:r>
                        <a:rPr lang="ko-KR" altLang="ko-KR" sz="800" dirty="0"/>
                        <a:t> : IIL, IIH, IOZL, IOZH, IDDS, IDDD, IDDQ_A, IDDQ_D, IOUT_3P_P1_VFY, IOUT_3P_P2_VFY, IOUT_3P_P3_VFY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Name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the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: (ITEM)2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l-G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Δ</a:t>
                      </a:r>
                      <a:r>
                        <a:rPr lang="ko-KR" altLang="ko-KR" sz="800" dirty="0"/>
                        <a:t>_(ITEM)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( 1ST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− 2ND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) / 1ST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× 100.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l-G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Δ</a:t>
                      </a:r>
                      <a:r>
                        <a:rPr lang="ko-KR" altLang="ko-KR" sz="800" dirty="0"/>
                        <a:t>_(ITEM) MIN / TYP / MAX = </a:t>
                      </a:r>
                      <a:r>
                        <a:rPr lang="ko-KR" altLang="ko-KR" sz="800" b="1" dirty="0"/>
                        <a:t>-5 / 0 / 5 %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CECE986-83A0-4A46-5C0B-6437C992C294}"/>
              </a:ext>
            </a:extLst>
          </p:cNvPr>
          <p:cNvSpPr txBox="1"/>
          <p:nvPr/>
        </p:nvSpPr>
        <p:spPr>
          <a:xfrm>
            <a:off x="279773" y="669797"/>
            <a:ext cx="49808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HVS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6EA945-9301-A83D-1B4A-361B12F5D23A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284848777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2658B-AB0C-6E36-22DB-590607F0A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F419C9-339E-F350-A5F8-0A36FC2052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HVS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57CB91-8AA4-5A51-5D41-D8F79E7C7B78}"/>
              </a:ext>
            </a:extLst>
          </p:cNvPr>
          <p:cNvSpPr txBox="1"/>
          <p:nvPr/>
        </p:nvSpPr>
        <p:spPr>
          <a:xfrm>
            <a:off x="279773" y="669797"/>
            <a:ext cx="49808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HVS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ADFCABBB-59C9-D278-CD0B-24B6FA2578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8108968"/>
              </p:ext>
            </p:extLst>
          </p:nvPr>
        </p:nvGraphicFramePr>
        <p:xfrm>
          <a:off x="279772" y="962185"/>
          <a:ext cx="9208258" cy="22402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Preconditions(Jumper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dirty="0">
                          <a:ea typeface="현대하모니 L" panose="02020603020101020101"/>
                        </a:rPr>
                        <a:t>모든 점퍼 연결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+ J225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연결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, R156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확인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CLI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VDD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제어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, Analog Test Mode,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테스트 실행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: </a:t>
                      </a:r>
                      <a:r>
                        <a:rPr lang="en-US" altLang="ko-KR" sz="800" dirty="0" err="1">
                          <a:ea typeface="현대하모니 L" panose="02020603020101020101"/>
                        </a:rPr>
                        <a:t>test_manual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11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l-G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Δ</a:t>
                      </a:r>
                      <a:r>
                        <a:rPr lang="ko-KR" altLang="ko-KR" sz="800" dirty="0"/>
                        <a:t>_(ITEM) MIN / TYP / MAX = </a:t>
                      </a:r>
                      <a:r>
                        <a:rPr lang="ko-KR" altLang="ko-KR" sz="800" b="1" dirty="0"/>
                        <a:t>-5 / 0 / 5 %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5CBC7285-3944-7735-BE37-33BFB9D39942}"/>
              </a:ext>
            </a:extLst>
          </p:cNvPr>
          <p:cNvSpPr>
            <a:spLocks noGrp="1"/>
          </p:cNvSpPr>
          <p:nvPr/>
        </p:nvSpPr>
        <p:spPr>
          <a:xfrm>
            <a:off x="2946082" y="1541516"/>
            <a:ext cx="4828317" cy="1173691"/>
          </a:xfrm>
          <a:prstGeom prst="rect">
            <a:avLst/>
          </a:prstGeom>
          <a:solidFill>
            <a:srgbClr val="0F141A"/>
          </a:solidFill>
          <a:ln w="0">
            <a:noFill/>
          </a:ln>
        </p:spPr>
        <p:txBody>
          <a:bodyPr/>
          <a:lstStyle>
            <a:defPPr>
              <a:defRPr sz="1425" b="0">
                <a:solidFill>
                  <a:srgbClr val="73C98C"/>
                </a:solidFill>
              </a:defRPr>
            </a:defPPr>
            <a:lvl1pPr>
              <a:defRPr sz="1425" b="0">
                <a:solidFill>
                  <a:srgbClr val="73C98C"/>
                </a:solidFill>
              </a:defRPr>
            </a:lvl1pPr>
            <a:lvl2pPr>
              <a:defRPr sz="1425" b="0">
                <a:solidFill>
                  <a:srgbClr val="73C98C"/>
                </a:solidFill>
              </a:defRPr>
            </a:lvl2pPr>
            <a:lvl3pPr>
              <a:defRPr sz="1425" b="0">
                <a:solidFill>
                  <a:srgbClr val="73C98C"/>
                </a:solidFill>
              </a:defRPr>
            </a:lvl3pPr>
            <a:lvl4pPr>
              <a:defRPr sz="1425" b="0">
                <a:solidFill>
                  <a:srgbClr val="73C98C"/>
                </a:solidFill>
              </a:defRPr>
            </a:lvl4pPr>
            <a:lvl5pPr>
              <a:defRPr sz="1425" b="0">
                <a:solidFill>
                  <a:srgbClr val="73C98C"/>
                </a:solidFill>
              </a:defRPr>
            </a:lvl5pPr>
            <a:lvl6pPr>
              <a:defRPr sz="1425" b="0">
                <a:solidFill>
                  <a:srgbClr val="73C98C"/>
                </a:solidFill>
              </a:defRPr>
            </a:lvl6pPr>
            <a:lvl7pPr>
              <a:defRPr sz="1425" b="0">
                <a:solidFill>
                  <a:srgbClr val="73C98C"/>
                </a:solidFill>
              </a:defRPr>
            </a:lvl7pPr>
            <a:lvl8pPr>
              <a:defRPr sz="1425" b="0">
                <a:solidFill>
                  <a:srgbClr val="73C98C"/>
                </a:solidFill>
              </a:defRPr>
            </a:lvl8pPr>
            <a:lvl9pPr>
              <a:defRPr sz="1425" b="0">
                <a:solidFill>
                  <a:srgbClr val="73C98C"/>
                </a:solidFill>
              </a:defRPr>
            </a:lvl9pPr>
          </a:lstStyle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ID601&gt; </a:t>
            </a:r>
            <a:r>
              <a:rPr lang="en-US" sz="800" dirty="0" err="1">
                <a:ea typeface="현대하모니 L" panose="02020603020101020101"/>
              </a:rPr>
              <a:t>test_manual</a:t>
            </a:r>
            <a:r>
              <a:rPr lang="en-US" sz="800" dirty="0">
                <a:ea typeface="현대하모니 L" panose="02020603020101020101"/>
              </a:rPr>
              <a:t> 11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[ID601] Set HVS flag: true.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[RTOS] Test Task Started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ea typeface="현대하모니 L" panose="02020603020101020101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ID601&gt;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[GPIO] Check    R156,   J225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[GPIO] HVS   :   12k, CLOSED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ea typeface="현대하모니 L" panose="02020603020101020101"/>
              </a:rPr>
              <a:t>    [GPIO] Normal: 4.99k,   OPEN</a:t>
            </a:r>
            <a:endParaRPr lang="en-US" altLang="ko-KR" sz="800" dirty="0">
              <a:ea typeface="현대하모니 L" panose="02020603020101020101"/>
            </a:endParaRPr>
          </a:p>
        </p:txBody>
      </p:sp>
    </p:spTree>
    <p:extLst>
      <p:ext uri="{BB962C8B-B14F-4D97-AF65-F5344CB8AC3E}">
        <p14:creationId xmlns:p14="http://schemas.microsoft.com/office/powerpoint/2010/main" val="346727426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45191-B69B-3F5B-3C9E-2E8BD254E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9BF403-1607-5FAF-517A-FEA761F68D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 err="1">
                <a:sym typeface="Wingdings" panose="05000000000000000000" pitchFamily="2" charset="2"/>
              </a:rPr>
              <a:t>OTP_Write</a:t>
            </a:r>
            <a:r>
              <a:rPr lang="en-US" altLang="ko-KR" dirty="0">
                <a:sym typeface="Wingdings" panose="05000000000000000000" pitchFamily="2" charset="2"/>
              </a:rPr>
              <a:t> (e-fuse)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CD6B31-4A5E-F18D-B5E6-C5F93788D4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764103"/>
              </p:ext>
            </p:extLst>
          </p:nvPr>
        </p:nvGraphicFramePr>
        <p:xfrm>
          <a:off x="279773" y="962185"/>
          <a:ext cx="9208258" cy="25450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52472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-&gt; 5.5V Power up </a:t>
                      </a:r>
                      <a:r>
                        <a:rPr lang="es-E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Temp(T</a:t>
                      </a:r>
                      <a:r>
                        <a:rPr lang="es-ES" altLang="ko-KR" sz="800" b="0" i="0" u="none" strike="noStrike" baseline="-25000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</a:t>
                      </a:r>
                      <a:r>
                        <a:rPr lang="es-E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27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/125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1914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  <a:tabLst>
                          <a:tab pos="357188" algn="l"/>
                        </a:tabLst>
                      </a:pPr>
                      <a:r>
                        <a:rPr lang="ko-KR" altLang="ko-KR" sz="800" dirty="0" err="1"/>
                        <a:t>Se</a:t>
                      </a:r>
                      <a:r>
                        <a:rPr lang="en-US" altLang="ko-KR" sz="800" dirty="0"/>
                        <a:t>t register for </a:t>
                      </a:r>
                      <a:r>
                        <a:rPr lang="en-US" altLang="ko-KR" sz="800" dirty="0" err="1"/>
                        <a:t>OTP_Write</a:t>
                      </a:r>
                      <a:r>
                        <a:rPr lang="en-US" altLang="ko-KR" sz="800" dirty="0"/>
                        <a:t> (e-fuse)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</a:t>
                      </a:r>
                      <a:r>
                        <a:rPr lang="ko-KR" altLang="ko-KR" sz="800" dirty="0"/>
                        <a:t>- </a:t>
                      </a:r>
                      <a:r>
                        <a:rPr lang="en-US" altLang="ko-KR" sz="800" dirty="0"/>
                        <a:t>TEST CONTROL (</a:t>
                      </a:r>
                      <a:r>
                        <a:rPr lang="en-US" altLang="ko-KR" sz="800" b="1" dirty="0"/>
                        <a:t>0xF0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0x0008</a:t>
                      </a:r>
                    </a:p>
                    <a:p>
                      <a:pPr marL="0" indent="0" algn="l" fontAlgn="ctr">
                        <a:buNone/>
                        <a:tabLst>
                          <a:tab pos="357188" algn="l"/>
                        </a:tabLst>
                      </a:pPr>
                      <a:r>
                        <a:rPr lang="en-US" altLang="ko-KR" sz="800" dirty="0"/>
                        <a:t>      	- OTP RD/PROG (</a:t>
                      </a:r>
                      <a:r>
                        <a:rPr lang="en-US" altLang="ko-KR" sz="800" b="1" dirty="0"/>
                        <a:t>0xF3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0x0001</a:t>
                      </a:r>
                    </a:p>
                    <a:p>
                      <a:pPr marL="0" indent="0" algn="l" fontAlgn="ctr">
                        <a:buNone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 startAt="2"/>
                      </a:pPr>
                      <a:r>
                        <a:rPr lang="en-US" altLang="ko-KR" sz="800" dirty="0"/>
                        <a:t>Keep SCLK more than </a:t>
                      </a:r>
                      <a:r>
                        <a:rPr lang="en-US" altLang="ko-KR" sz="800" b="1" dirty="0"/>
                        <a:t>2000</a:t>
                      </a:r>
                      <a:r>
                        <a:rPr lang="en-US" altLang="ko-KR" sz="800" dirty="0"/>
                        <a:t> cycles</a:t>
                      </a:r>
                    </a:p>
                    <a:p>
                      <a:pPr marL="228600" indent="-228600" algn="l" fontAlgn="ctr">
                        <a:buAutoNum type="arabicPeriod" startAt="2"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 startAt="2"/>
                      </a:pPr>
                      <a:r>
                        <a:rPr lang="en-US" altLang="ko-KR" sz="800" dirty="0"/>
                        <a:t>Power OFF(Erased data in register area</a:t>
                      </a:r>
                    </a:p>
                    <a:p>
                      <a:pPr marL="228600" indent="-228600" algn="l" fontAlgn="ctr">
                        <a:buAutoNum type="arabicPeriod" startAt="2"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 startAt="2"/>
                        <a:tabLst>
                          <a:tab pos="357188" algn="l"/>
                        </a:tabLst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Power ON(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3.3V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</a:t>
                      </a:r>
                      <a:b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-&gt;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e-fused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codes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are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downloaded to register area</a:t>
                      </a:r>
                    </a:p>
                    <a:p>
                      <a:pPr marL="228600" indent="-228600" algn="l" fontAlgn="ctr">
                        <a:buAutoNum type="arabicPeriod" startAt="2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OTP programming is completed and e-fused codes are downloaded to register area after Power ON.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12D5BD2-625A-54C4-19ED-D8960C323CF7}"/>
              </a:ext>
            </a:extLst>
          </p:cNvPr>
          <p:cNvSpPr txBox="1"/>
          <p:nvPr/>
        </p:nvSpPr>
        <p:spPr>
          <a:xfrm>
            <a:off x="279773" y="669797"/>
            <a:ext cx="48917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OTP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9FAD37-CE72-EEA6-8B15-383122928B5C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344845529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7F58F-204D-83E6-D255-97E2F7CBD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2B05CF-0061-8409-578D-B889FBE474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PWM Test (TBD)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94F77C0-798E-8EB0-0EB9-083521F9C6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8531834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9879606"/>
      </p:ext>
    </p:extLst>
  </p:cSld>
  <p:clrMapOvr>
    <a:masterClrMapping/>
  </p:clrMapOvr>
</p:sld>
</file>

<file path=ppt/theme/theme1.xml><?xml version="1.0" encoding="utf-8"?>
<a:theme xmlns:a="http://schemas.openxmlformats.org/drawingml/2006/main" name="테마1">
  <a:themeElements>
    <a:clrScheme name="사용자 지정 1">
      <a:dk1>
        <a:srgbClr val="000000"/>
      </a:dk1>
      <a:lt1>
        <a:srgbClr val="FFFFFF"/>
      </a:lt1>
      <a:dk2>
        <a:srgbClr val="CCCCFF"/>
      </a:dk2>
      <a:lt2>
        <a:srgbClr val="727272"/>
      </a:lt2>
      <a:accent1>
        <a:srgbClr val="003399"/>
      </a:accent1>
      <a:accent2>
        <a:srgbClr val="7889FB"/>
      </a:accent2>
      <a:accent3>
        <a:srgbClr val="DED3B6"/>
      </a:accent3>
      <a:accent4>
        <a:srgbClr val="000000"/>
      </a:accent4>
      <a:accent5>
        <a:srgbClr val="C0C0C0"/>
      </a:accent5>
      <a:accent6>
        <a:srgbClr val="6C7CE3"/>
      </a:accent6>
      <a:hlink>
        <a:srgbClr val="DED3B6"/>
      </a:hlink>
      <a:folHlink>
        <a:srgbClr val="DDDDDD"/>
      </a:folHlink>
    </a:clrScheme>
    <a:fontScheme name="사용자 지정 1">
      <a:majorFont>
        <a:latin typeface="현대하모니 M"/>
        <a:ea typeface="현대하모니 M"/>
        <a:cs typeface=""/>
      </a:majorFont>
      <a:minorFont>
        <a:latin typeface="현대하모니 M"/>
        <a:ea typeface="현대하모니 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8F8F8"/>
        </a:solidFill>
        <a:ln w="3175">
          <a:solidFill>
            <a:schemeClr val="bg1">
              <a:lumMod val="65000"/>
            </a:schemeClr>
          </a:solidFill>
        </a:ln>
      </a:spPr>
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1000"/>
          </a:spcBef>
          <a:defRPr sz="1300" smtClean="0">
            <a:ln>
              <a:solidFill>
                <a:schemeClr val="bg1">
                  <a:lumMod val="75000"/>
                  <a:alpha val="0"/>
                </a:schemeClr>
              </a:solidFill>
            </a:ln>
            <a:solidFill>
              <a:schemeClr val="tx1"/>
            </a:solidFill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  <a:style>
        <a:lnRef idx="0">
          <a:schemeClr val="accent1"/>
        </a:lnRef>
        <a:fillRef idx="1">
          <a:schemeClr val="accent1"/>
        </a:fillRef>
        <a:effectRef idx="0">
          <a:schemeClr val="dk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1300" dirty="0" err="1" smtClean="0">
            <a:ln>
              <a:solidFill>
                <a:srgbClr val="000000">
                  <a:alpha val="0"/>
                </a:srgbClr>
              </a:solidFill>
            </a:ln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3">
        <a:dk1>
          <a:srgbClr val="000000"/>
        </a:dk1>
        <a:lt1>
          <a:srgbClr val="FFFFFF"/>
        </a:lt1>
        <a:dk2>
          <a:srgbClr val="CCCCFF"/>
        </a:dk2>
        <a:lt2>
          <a:srgbClr val="727272"/>
        </a:lt2>
        <a:accent1>
          <a:srgbClr val="003399"/>
        </a:accent1>
        <a:accent2>
          <a:srgbClr val="7889FB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6C7CE3"/>
        </a:accent6>
        <a:hlink>
          <a:srgbClr val="DED3B6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테마1" id="{61F4EAFF-2656-40F5-84E7-B1F92A724645}" vid="{2DD48D7D-B688-426B-9C00-48FFB545AAD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3b0edd0-9f28-4056-b7a7-128691df75fa">
      <Terms xmlns="http://schemas.microsoft.com/office/infopath/2007/PartnerControls"/>
    </lcf76f155ced4ddcb4097134ff3c332f>
    <TaxCatchAll xmlns="3fdc42ba-1aa3-4966-a9b1-c4c8f01b5ff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DBF66C731B6F34ABEFE5E14910FE0A4" ma:contentTypeVersion="11" ma:contentTypeDescription="새 문서를 만듭니다." ma:contentTypeScope="" ma:versionID="814ccbb4168541b44c3e07025c0fce35">
  <xsd:schema xmlns:xsd="http://www.w3.org/2001/XMLSchema" xmlns:xs="http://www.w3.org/2001/XMLSchema" xmlns:p="http://schemas.microsoft.com/office/2006/metadata/properties" xmlns:ns2="43b0edd0-9f28-4056-b7a7-128691df75fa" xmlns:ns3="3fdc42ba-1aa3-4966-a9b1-c4c8f01b5ffd" targetNamespace="http://schemas.microsoft.com/office/2006/metadata/properties" ma:root="true" ma:fieldsID="67620d9df9833cb4a6a86fb646ff4edb" ns2:_="" ns3:_="">
    <xsd:import namespace="43b0edd0-9f28-4056-b7a7-128691df75fa"/>
    <xsd:import namespace="3fdc42ba-1aa3-4966-a9b1-c4c8f01b5f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b0edd0-9f28-4056-b7a7-128691df75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이미지 태그" ma:readOnly="false" ma:fieldId="{5cf76f15-5ced-4ddc-b409-7134ff3c332f}" ma:taxonomyMulti="true" ma:sspId="98b4ddb5-9792-4103-acad-6387fb66c9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dc42ba-1aa3-4966-a9b1-c4c8f01b5ff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4498261-f2b2-4ff5-8936-55be04d01e9f}" ma:internalName="TaxCatchAll" ma:showField="CatchAllData" ma:web="3fdc42ba-1aa3-4966-a9b1-c4c8f01b5f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40388F2-57D4-46E8-A1A5-AB0D8D7AA103}">
  <ds:schemaRefs>
    <ds:schemaRef ds:uri="3fdc42ba-1aa3-4966-a9b1-c4c8f01b5ffd"/>
    <ds:schemaRef ds:uri="43b0edd0-9f28-4056-b7a7-128691df75fa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85963CF-5829-4877-B8EB-48C04263CB0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B51DE90-0284-4D77-8520-5CACA560FBB3}">
  <ds:schemaRefs>
    <ds:schemaRef ds:uri="3fdc42ba-1aa3-4966-a9b1-c4c8f01b5ffd"/>
    <ds:schemaRef ds:uri="43b0edd0-9f28-4056-b7a7-128691df75f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c6d9a7a2-a2c9-479c-a560-d79de4b6971b}" enabled="1" method="Privileged" siteId="{7cf932c0-bced-4490-b11f-48d23b1fe0d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5307</TotalTime>
  <Words>14274</Words>
  <Application>Microsoft Office PowerPoint</Application>
  <PresentationFormat>A4 용지(210x297mm)</PresentationFormat>
  <Paragraphs>2219</Paragraphs>
  <Slides>68</Slides>
  <Notes>68</Notes>
  <HiddenSlides>0</HiddenSlides>
  <MMClips>0</MMClips>
  <ScaleCrop>false</ScaleCrop>
  <HeadingPairs>
    <vt:vector size="8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68</vt:i4>
      </vt:variant>
    </vt:vector>
  </HeadingPairs>
  <TitlesOfParts>
    <vt:vector size="80" baseType="lpstr">
      <vt:lpstr>굴림</vt:lpstr>
      <vt:lpstr>맑은 고딕</vt:lpstr>
      <vt:lpstr>현대산스 Head</vt:lpstr>
      <vt:lpstr>현대산스 Head Bold</vt:lpstr>
      <vt:lpstr>현대하모니 B</vt:lpstr>
      <vt:lpstr>현대하모니 L</vt:lpstr>
      <vt:lpstr>현대하모니 M</vt:lpstr>
      <vt:lpstr>Arial</vt:lpstr>
      <vt:lpstr>Calibri</vt:lpstr>
      <vt:lpstr>Wingdings</vt:lpstr>
      <vt:lpstr>테마1</vt:lpstr>
      <vt:lpstr>Acrobat Document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김송현( KIM SONG HYEON ) 전원구동반도체팀</dc:creator>
  <cp:lastModifiedBy>이 준영</cp:lastModifiedBy>
  <cp:revision>24</cp:revision>
  <dcterms:created xsi:type="dcterms:W3CDTF">2025-10-17T01:59:33Z</dcterms:created>
  <dcterms:modified xsi:type="dcterms:W3CDTF">2026-10-30T01:18:12Z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0x010100FDBF66C731B6F34ABEFE5E14910FE0A4</vt:lpwstr>
  </property>
  <property fmtid="{D5CDD505-2E9C-101B-9397-08002B2CF9AE}" pid="3" name="ClassificationContentMarkingFooterLocations">
    <vt:lpwstr>테마1:6</vt:lpwstr>
  </property>
  <property fmtid="{D5CDD505-2E9C-101B-9397-08002B2CF9AE}" pid="4" name="ClassificationContentMarkingFooterText">
    <vt:lpwstr>이태헌( LEE TAE HEON ) 전원구동반도체팀 / 1634503@mobis.com / 본 문서는 현대모비스의 대외비 정보자산이므로 무단 전재 및 복제할 수 없으며, 위반 시 당사 사규 및 관련 법규에 의해 제재될 수 있습니다. </vt:lpwstr>
  </property>
  <property fmtid="{D5CDD505-2E9C-101B-9397-08002B2CF9AE}" pid="5" name="ClassificationWatermarkLocations">
    <vt:lpwstr>테마1:7</vt:lpwstr>
  </property>
  <property fmtid="{D5CDD505-2E9C-101B-9397-08002B2CF9AE}" pid="6" name="ClassificationWatermarkText">
    <vt:lpwstr>Hyundai Mobis Restricted</vt:lpwstr>
  </property>
  <property fmtid="{D5CDD505-2E9C-101B-9397-08002B2CF9AE}" pid="7" name="MediaServiceImageTags">
    <vt:lpwstr/>
  </property>
</Properties>
</file>