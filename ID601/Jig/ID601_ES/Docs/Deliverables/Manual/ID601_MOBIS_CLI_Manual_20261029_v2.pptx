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current FW/App/User/App/Src/cli.c command table and cli_cmd_function_* handlers; drv_gpio.c power handling. Verified 2026-10-22. First selector 0 or omission displays usage; second and later zero-valued states/addresses/data remain valid. CLI power target: 1=VCC, 2=VLED; register bank selector: 1=General, 2=Mirror. Terminal examples are reconstructed from code, with wrapping and omitted intermediate logs, not hardware captures. Current cli_help implementation does not yet add blank lines between command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current FW/App/User/App/Src/cli.c, version.h, FW/Build/prebuild.py and postbuild.py. Updated 2026-10-22.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current FW/App/User/App/Src/cli.c command table and cli_cmd_function_* handlers; drv_gpio.c power handling. Verified 2026-10-22. First selector 0 or omission displays usage; second and later zero-valued states/addresses/data remain valid. CLI power target: 1=VCC, 2=VLED; register bank selector: 1=General, 2=Mirror. Terminal examples are reconstructed from code, with wrapping and omitted intermediate logs, not hardware captures. Current cli_help implementation does not yet add blank lines between command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current FW/App/User/App/Src/cli.c command table and cli_cmd_function_* handlers; drv_gpio.c power handling. Verified 2026-10-22. First selector 0 or omission displays usage; second and later zero-valued states/addresses/data remain valid. CLI power target: 1=VCC, 2=VLED; register bank selector: 1=General, 2=Mirror. Terminal examples are reconstructed from code, with wrapping and omitted intermediate logs, not hardware captures. Current cli_help implementation does not yet add blank lines between command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current FW/App/User/App/Src/cli.c command table and cli_cmd_function_* handlers; drv_gpio.c power handling. Verified 2026-10-22. First selector 0 or omission displays usage; second and later zero-valued states/addresses/data remain valid. CLI power target: 1=VCC, 2=VLED; register bank selector: 1=General, 2=Mirror. Terminal examples are reconstructed from code, with wrapping and omitted intermediate logs, not hardware captures. Current cli_help implementation does not yet add blank lines between command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current FW/App/User/App/Src/cli.c command table and cli_cmd_function_* handlers; drv_gpio.c power handling. Verified 2026-10-22. First selector 0 or omission displays usage; second and later zero-valued states/addresses/data remain valid. CLI power target: 1=VCC, 2=VLED; register bank selector: 1=General, 2=Mirror. Terminal examples are reconstructed from code, with wrapping and omitted intermediate logs, not hardware captures. Current cli_help implementation does not yet add blank lines between command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current FW/App/User/App/Src/cli.c command table and cli_cmd_function_* handlers; drv_gpio.c power handling. Verified 2026-10-22. First selector 0 or omission displays usage; second and later zero-valued states/addresses/data remain valid. CLI power target: 1=VCC, 2=VLED; register bank selector: 1=General, 2=Mirror. Terminal examples are reconstructed from code, with wrapping and omitted intermediate logs, not hardware captures. Current cli_help implementation does not yet add blank lines between command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current FW/App/User/App/Src/cli.c command table and cli_cmd_function_* handlers; drv_gpio.c power handling. Verified 2026-10-22. First selector 0 or omission displays usage; second and later zero-valued states/addresses/data remain valid. CLI power target: 1=VCC, 2=VLED; register bank selector: 1=General, 2=Mirror. Terminal examples are reconstructed from code, with wrapping and omitted intermediate logs, not hardware captures. Current cli_help implementation does not yet add blank lines between command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FW/App/User/App/Src/cli.c: cli_print_banner; FW/Build/prebuild.py; FW/Build/postbuild.py. Firmware version: version.h = 1.0.0. Filename is the user-provided release example, not the current source 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961F2F4-B607-4307-A71C-6A76D4E0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B27C702-68E1-44D5-A731-7C07AA0FC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5195515-3DC5-4BEF-AFF4-09A03D752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211F168-183A-41A2-A539-ABB128CBC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C793525-4B5C-4A5D-BCEA-5785AAB5F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95D7AC2-58EB-4A2D-845E-F4085D0A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8600B55-ED74-4293-8F93-BF04995E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11A0ECF-69D8-451B-B0FD-D477D594250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AC4BBE-DCC0-4B7D-88C4-8542920F3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86CC309-956C-46CE-94AC-62C2D7E77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9A88DD9-B198-47A7-A6A5-EAB401FDBB1D}"/>
              </a:ext>
            </a:extLst>
          </p:cNvPr>
          <p:cNvSpPr>
            <a:spLocks noGrp="1"/>
          </p:cNvSpPr>
          <p:nvPr/>
        </p:nvSpPr>
        <p:spPr>
          <a:xfrm>
            <a:off x="619125" y="762000"/>
            <a:ext cx="10953750" cy="1476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2D48"/>
                </a:solidFill>
              </a:defRPr>
            </a:defPPr>
            <a:lvl1pPr>
              <a:buNone/>
              <a:defRPr sz="3150" b="1">
                <a:solidFill>
                  <a:srgbClr val="172D48"/>
                </a:solidFill>
              </a:defRPr>
            </a:lvl1pPr>
            <a:lvl2pPr>
              <a:buNone/>
              <a:defRPr sz="3150" b="1">
                <a:solidFill>
                  <a:srgbClr val="172D48"/>
                </a:solidFill>
              </a:defRPr>
            </a:lvl2pPr>
            <a:lvl3pPr>
              <a:buNone/>
              <a:defRPr sz="3150" b="1">
                <a:solidFill>
                  <a:srgbClr val="172D48"/>
                </a:solidFill>
              </a:defRPr>
            </a:lvl3pPr>
            <a:lvl4pPr>
              <a:buNone/>
              <a:defRPr sz="3150" b="1">
                <a:solidFill>
                  <a:srgbClr val="172D48"/>
                </a:solidFill>
              </a:defRPr>
            </a:lvl4pPr>
            <a:lvl5pPr>
              <a:buNone/>
              <a:defRPr sz="3150" b="1">
                <a:solidFill>
                  <a:srgbClr val="172D48"/>
                </a:solidFill>
              </a:defRPr>
            </a:lvl5pPr>
            <a:lvl6pPr>
              <a:buNone/>
              <a:defRPr sz="3150" b="1">
                <a:solidFill>
                  <a:srgbClr val="172D48"/>
                </a:solidFill>
              </a:defRPr>
            </a:lvl6pPr>
            <a:lvl7pPr>
              <a:buNone/>
              <a:defRPr sz="3150" b="1">
                <a:solidFill>
                  <a:srgbClr val="172D48"/>
                </a:solidFill>
              </a:defRPr>
            </a:lvl7pPr>
            <a:lvl8pPr>
              <a:buNone/>
              <a:defRPr sz="3150" b="1">
                <a:solidFill>
                  <a:srgbClr val="172D48"/>
                </a:solidFill>
              </a:defRPr>
            </a:lvl8pPr>
            <a:lvl9pPr>
              <a:buNone/>
              <a:defRPr sz="3150" b="1">
                <a:solidFill>
                  <a:srgbClr val="172D48"/>
                </a:solidFill>
              </a:defRPr>
            </a:lvl9pPr>
          </a:lstStyle>
          <a:p>
            <a:pPr>
              <a:buNone/>
              <a:defRPr sz="3150" b="1">
                <a:solidFill>
                  <a:srgbClr val="172D48"/>
                </a:solidFill>
              </a:defRPr>
            </a:pPr>
            <a:r>
              <a:rPr sz="3150" b="1">
                <a:solidFill>
                  <a:srgbClr val="172D48"/>
                </a:solidFill>
              </a:rPr>
              <a:t>ID601 TEST Board</a:t>
            </a:r>
          </a:p>
          <a:p>
            <a:pPr>
              <a:buNone/>
              <a:defRPr sz="3150" b="1">
                <a:solidFill>
                  <a:srgbClr val="172D48"/>
                </a:solidFill>
              </a:defRPr>
            </a:pPr>
            <a:r>
              <a:rPr sz="3150" b="1">
                <a:solidFill>
                  <a:srgbClr val="172D48"/>
                </a:solidFill>
              </a:rPr>
              <a:t>간단 사용 매뉴얼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7529A5-1CCF-4A1F-B2EF-B14CD2CF9C55}"/>
              </a:ext>
            </a:extLst>
          </p:cNvPr>
          <p:cNvSpPr>
            <a:spLocks noGrp="1"/>
          </p:cNvSpPr>
          <p:nvPr/>
        </p:nvSpPr>
        <p:spPr>
          <a:xfrm>
            <a:off x="6191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26376"/>
                </a:solidFill>
              </a:defRPr>
            </a:defPPr>
            <a:lvl1pPr>
              <a:buNone/>
              <a:defRPr sz="1275" b="0">
                <a:solidFill>
                  <a:srgbClr val="526376"/>
                </a:solidFill>
              </a:defRPr>
            </a:lvl1pPr>
            <a:lvl2pPr>
              <a:buNone/>
              <a:defRPr sz="1275" b="0">
                <a:solidFill>
                  <a:srgbClr val="526376"/>
                </a:solidFill>
              </a:defRPr>
            </a:lvl2pPr>
            <a:lvl3pPr>
              <a:buNone/>
              <a:defRPr sz="1275" b="0">
                <a:solidFill>
                  <a:srgbClr val="526376"/>
                </a:solidFill>
              </a:defRPr>
            </a:lvl3pPr>
            <a:lvl4pPr>
              <a:buNone/>
              <a:defRPr sz="1275" b="0">
                <a:solidFill>
                  <a:srgbClr val="526376"/>
                </a:solidFill>
              </a:defRPr>
            </a:lvl4pPr>
            <a:lvl5pPr>
              <a:buNone/>
              <a:defRPr sz="1275" b="0">
                <a:solidFill>
                  <a:srgbClr val="526376"/>
                </a:solidFill>
              </a:defRPr>
            </a:lvl5pPr>
            <a:lvl6pPr>
              <a:buNone/>
              <a:defRPr sz="1275" b="0">
                <a:solidFill>
                  <a:srgbClr val="526376"/>
                </a:solidFill>
              </a:defRPr>
            </a:lvl6pPr>
            <a:lvl7pPr>
              <a:buNone/>
              <a:defRPr sz="1275" b="0">
                <a:solidFill>
                  <a:srgbClr val="526376"/>
                </a:solidFill>
              </a:defRPr>
            </a:lvl7pPr>
            <a:lvl8pPr>
              <a:buNone/>
              <a:defRPr sz="1275" b="0">
                <a:solidFill>
                  <a:srgbClr val="526376"/>
                </a:solidFill>
              </a:defRPr>
            </a:lvl8pPr>
            <a:lvl9pPr>
              <a:buNone/>
              <a:defRPr sz="1275" b="0">
                <a:solidFill>
                  <a:srgbClr val="526376"/>
                </a:solidFill>
              </a:defRPr>
            </a:lvl9pPr>
          </a:lstStyle>
          <a:p>
            <a:pPr>
              <a:buNone/>
              <a:defRPr sz="1275" b="0">
                <a:solidFill>
                  <a:srgbClr val="526376"/>
                </a:solidFill>
              </a:defRPr>
            </a:pPr>
            <a:r>
              <a:rPr sz="1275" b="0">
                <a:solidFill>
                  <a:srgbClr val="526376"/>
                </a:solidFill>
              </a:rPr>
              <a:t>ID601 TEST Board   /   간단 사용 매뉴얼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BC6317-6C27-4DA4-B551-9AFB41D83D93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1">
                <a:solidFill>
                  <a:srgbClr val="1565C0"/>
                </a:solidFill>
              </a:defRPr>
            </a:defPPr>
            <a:lvl1pPr>
              <a:buNone/>
              <a:defRPr sz="1500" b="1">
                <a:solidFill>
                  <a:srgbClr val="1565C0"/>
                </a:solidFill>
              </a:defRPr>
            </a:lvl1pPr>
            <a:lvl2pPr>
              <a:buNone/>
              <a:defRPr sz="1500" b="1">
                <a:solidFill>
                  <a:srgbClr val="1565C0"/>
                </a:solidFill>
              </a:defRPr>
            </a:lvl2pPr>
            <a:lvl3pPr>
              <a:buNone/>
              <a:defRPr sz="1500" b="1">
                <a:solidFill>
                  <a:srgbClr val="1565C0"/>
                </a:solidFill>
              </a:defRPr>
            </a:lvl3pPr>
            <a:lvl4pPr>
              <a:buNone/>
              <a:defRPr sz="1500" b="1">
                <a:solidFill>
                  <a:srgbClr val="1565C0"/>
                </a:solidFill>
              </a:defRPr>
            </a:lvl4pPr>
            <a:lvl5pPr>
              <a:buNone/>
              <a:defRPr sz="1500" b="1">
                <a:solidFill>
                  <a:srgbClr val="1565C0"/>
                </a:solidFill>
              </a:defRPr>
            </a:lvl5pPr>
            <a:lvl6pPr>
              <a:buNone/>
              <a:defRPr sz="1500" b="1">
                <a:solidFill>
                  <a:srgbClr val="1565C0"/>
                </a:solidFill>
              </a:defRPr>
            </a:lvl6pPr>
            <a:lvl7pPr>
              <a:buNone/>
              <a:defRPr sz="1500" b="1">
                <a:solidFill>
                  <a:srgbClr val="1565C0"/>
                </a:solidFill>
              </a:defRPr>
            </a:lvl7pPr>
            <a:lvl8pPr>
              <a:buNone/>
              <a:defRPr sz="1500" b="1">
                <a:solidFill>
                  <a:srgbClr val="1565C0"/>
                </a:solidFill>
              </a:defRPr>
            </a:lvl8pPr>
            <a:lvl9pPr>
              <a:buNone/>
              <a:defRPr sz="1500" b="1">
                <a:solidFill>
                  <a:srgbClr val="1565C0"/>
                </a:solidFill>
              </a:defRPr>
            </a:lvl9pPr>
          </a:lstStyle>
          <a:p>
            <a:pPr>
              <a:buNone/>
              <a:defRPr sz="1500" b="1">
                <a:solidFill>
                  <a:srgbClr val="1565C0"/>
                </a:solidFill>
              </a:defRPr>
            </a:pPr>
            <a:r>
              <a:rPr sz="150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5E8E2C-0755-48D4-9E72-FC1534635DB9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1565C0"/>
                </a:solidFill>
              </a:defRPr>
            </a:defPPr>
            <a:lvl1pPr>
              <a:buNone/>
              <a:defRPr sz="2400" b="1">
                <a:solidFill>
                  <a:srgbClr val="1565C0"/>
                </a:solidFill>
              </a:defRPr>
            </a:lvl1pPr>
            <a:lvl2pPr>
              <a:buNone/>
              <a:defRPr sz="2400" b="1">
                <a:solidFill>
                  <a:srgbClr val="1565C0"/>
                </a:solidFill>
              </a:defRPr>
            </a:lvl2pPr>
            <a:lvl3pPr>
              <a:buNone/>
              <a:defRPr sz="2400" b="1">
                <a:solidFill>
                  <a:srgbClr val="1565C0"/>
                </a:solidFill>
              </a:defRPr>
            </a:lvl3pPr>
            <a:lvl4pPr>
              <a:buNone/>
              <a:defRPr sz="2400" b="1">
                <a:solidFill>
                  <a:srgbClr val="1565C0"/>
                </a:solidFill>
              </a:defRPr>
            </a:lvl4pPr>
            <a:lvl5pPr>
              <a:buNone/>
              <a:defRPr sz="2400" b="1">
                <a:solidFill>
                  <a:srgbClr val="1565C0"/>
                </a:solidFill>
              </a:defRPr>
            </a:lvl5pPr>
            <a:lvl6pPr>
              <a:buNone/>
              <a:defRPr sz="2400" b="1">
                <a:solidFill>
                  <a:srgbClr val="1565C0"/>
                </a:solidFill>
              </a:defRPr>
            </a:lvl6pPr>
            <a:lvl7pPr>
              <a:buNone/>
              <a:defRPr sz="2400" b="1">
                <a:solidFill>
                  <a:srgbClr val="1565C0"/>
                </a:solidFill>
              </a:defRPr>
            </a:lvl7pPr>
            <a:lvl8pPr>
              <a:buNone/>
              <a:defRPr sz="2400" b="1">
                <a:solidFill>
                  <a:srgbClr val="1565C0"/>
                </a:solidFill>
              </a:defRPr>
            </a:lvl8pPr>
            <a:lvl9pPr>
              <a:buNone/>
              <a:defRPr sz="2400" b="1">
                <a:solidFill>
                  <a:srgbClr val="1565C0"/>
                </a:solidFill>
              </a:defRPr>
            </a:lvl9pPr>
          </a:lstStyle>
          <a:p>
            <a:pPr>
              <a:buNone/>
              <a:defRPr sz="2400" b="1">
                <a:solidFill>
                  <a:srgbClr val="1565C0"/>
                </a:solidFill>
              </a:defRPr>
            </a:pPr>
            <a:r>
              <a:rPr sz="2400" b="1">
                <a:solidFill>
                  <a:srgbClr val="1565C0"/>
                </a:solidFill>
              </a:rPr>
              <a:t>고객사(MOBIS) 보드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2B5575-5CDB-457E-9CEC-F8980C94542C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107632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2D48"/>
                </a:solidFill>
              </a:defRPr>
            </a:defPPr>
            <a:lvl1pPr>
              <a:buNone/>
              <a:defRPr sz="2100" b="0">
                <a:solidFill>
                  <a:srgbClr val="172D48"/>
                </a:solidFill>
              </a:defRPr>
            </a:lvl1pPr>
            <a:lvl2pPr>
              <a:buNone/>
              <a:defRPr sz="2100" b="0">
                <a:solidFill>
                  <a:srgbClr val="172D48"/>
                </a:solidFill>
              </a:defRPr>
            </a:lvl2pPr>
            <a:lvl3pPr>
              <a:buNone/>
              <a:defRPr sz="2100" b="0">
                <a:solidFill>
                  <a:srgbClr val="172D48"/>
                </a:solidFill>
              </a:defRPr>
            </a:lvl3pPr>
            <a:lvl4pPr>
              <a:buNone/>
              <a:defRPr sz="2100" b="0">
                <a:solidFill>
                  <a:srgbClr val="172D48"/>
                </a:solidFill>
              </a:defRPr>
            </a:lvl4pPr>
            <a:lvl5pPr>
              <a:buNone/>
              <a:defRPr sz="2100" b="0">
                <a:solidFill>
                  <a:srgbClr val="172D48"/>
                </a:solidFill>
              </a:defRPr>
            </a:lvl5pPr>
            <a:lvl6pPr>
              <a:buNone/>
              <a:defRPr sz="2100" b="0">
                <a:solidFill>
                  <a:srgbClr val="172D48"/>
                </a:solidFill>
              </a:defRPr>
            </a:lvl6pPr>
            <a:lvl7pPr>
              <a:buNone/>
              <a:defRPr sz="2100" b="0">
                <a:solidFill>
                  <a:srgbClr val="172D48"/>
                </a:solidFill>
              </a:defRPr>
            </a:lvl7pPr>
            <a:lvl8pPr>
              <a:buNone/>
              <a:defRPr sz="2100" b="0">
                <a:solidFill>
                  <a:srgbClr val="172D48"/>
                </a:solidFill>
              </a:defRPr>
            </a:lvl8pPr>
            <a:lvl9pPr>
              <a:buNone/>
              <a:defRPr sz="2100" b="0">
                <a:solidFill>
                  <a:srgbClr val="172D48"/>
                </a:solidFill>
              </a:defRPr>
            </a:lvl9pPr>
          </a:lstStyle>
          <a:p>
            <a:pPr>
              <a:buNone/>
              <a:defRPr sz="2100" b="0">
                <a:solidFill>
                  <a:srgbClr val="172D48"/>
                </a:solidFill>
              </a:defRPr>
            </a:pPr>
            <a:r>
              <a:rPr sz="2100" b="0">
                <a:solidFill>
                  <a:srgbClr val="172D48"/>
                </a:solidFill>
              </a:rPr>
              <a:t>시리얼 연결 · 레지스터 제어 · 시험 명령 · 버전 확인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77FEE0-6555-445C-8E39-25B92A21ABC6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26376"/>
                </a:solidFill>
              </a:defRPr>
            </a:defPPr>
            <a:lvl1pPr>
              <a:buNone/>
              <a:defRPr sz="1800" b="0">
                <a:solidFill>
                  <a:srgbClr val="526376"/>
                </a:solidFill>
              </a:defRPr>
            </a:lvl1pPr>
            <a:lvl2pPr>
              <a:buNone/>
              <a:defRPr sz="1800" b="0">
                <a:solidFill>
                  <a:srgbClr val="526376"/>
                </a:solidFill>
              </a:defRPr>
            </a:lvl2pPr>
            <a:lvl3pPr>
              <a:buNone/>
              <a:defRPr sz="1800" b="0">
                <a:solidFill>
                  <a:srgbClr val="526376"/>
                </a:solidFill>
              </a:defRPr>
            </a:lvl3pPr>
            <a:lvl4pPr>
              <a:buNone/>
              <a:defRPr sz="1800" b="0">
                <a:solidFill>
                  <a:srgbClr val="526376"/>
                </a:solidFill>
              </a:defRPr>
            </a:lvl4pPr>
            <a:lvl5pPr>
              <a:buNone/>
              <a:defRPr sz="1800" b="0">
                <a:solidFill>
                  <a:srgbClr val="526376"/>
                </a:solidFill>
              </a:defRPr>
            </a:lvl5pPr>
            <a:lvl6pPr>
              <a:buNone/>
              <a:defRPr sz="1800" b="0">
                <a:solidFill>
                  <a:srgbClr val="526376"/>
                </a:solidFill>
              </a:defRPr>
            </a:lvl6pPr>
            <a:lvl7pPr>
              <a:buNone/>
              <a:defRPr sz="1800" b="0">
                <a:solidFill>
                  <a:srgbClr val="526376"/>
                </a:solidFill>
              </a:defRPr>
            </a:lvl7pPr>
            <a:lvl8pPr>
              <a:buNone/>
              <a:defRPr sz="1800" b="0">
                <a:solidFill>
                  <a:srgbClr val="526376"/>
                </a:solidFill>
              </a:defRPr>
            </a:lvl8pPr>
            <a:lvl9pPr>
              <a:buNone/>
              <a:defRPr sz="1800" b="0">
                <a:solidFill>
                  <a:srgbClr val="526376"/>
                </a:solidFill>
              </a:defRPr>
            </a:lvl9pPr>
          </a:lstStyle>
          <a:p>
            <a:pPr>
              <a:buNone/>
              <a:defRPr sz="1800" b="0">
                <a:solidFill>
                  <a:srgbClr val="526376"/>
                </a:solidFill>
              </a:defRPr>
            </a:pPr>
            <a:r>
              <a:rPr sz="1800" b="0" dirty="0" err="1">
                <a:solidFill>
                  <a:srgbClr val="526376"/>
                </a:solidFill>
              </a:rPr>
              <a:t>코드</a:t>
            </a:r>
            <a:r>
              <a:rPr sz="1800" b="0" dirty="0">
                <a:solidFill>
                  <a:srgbClr val="526376"/>
                </a:solidFill>
              </a:rPr>
              <a:t> </a:t>
            </a:r>
            <a:r>
              <a:rPr sz="1800" b="0" dirty="0" err="1">
                <a:solidFill>
                  <a:srgbClr val="526376"/>
                </a:solidFill>
              </a:rPr>
              <a:t>기준</a:t>
            </a:r>
            <a:r>
              <a:rPr sz="1800" b="0" dirty="0">
                <a:solidFill>
                  <a:srgbClr val="526376"/>
                </a:solidFill>
              </a:rPr>
              <a:t> v1.0.0 / </a:t>
            </a:r>
            <a:r>
              <a:rPr sz="1800" b="0" dirty="0" err="1">
                <a:solidFill>
                  <a:srgbClr val="526376"/>
                </a:solidFill>
              </a:rPr>
              <a:t>문서</a:t>
            </a:r>
            <a:r>
              <a:rPr sz="1800" b="0" dirty="0">
                <a:solidFill>
                  <a:srgbClr val="526376"/>
                </a:solidFill>
              </a:rPr>
              <a:t> v</a:t>
            </a:r>
            <a:r>
              <a:rPr lang="en-US" sz="1800" b="0" dirty="0">
                <a:solidFill>
                  <a:srgbClr val="526376"/>
                </a:solidFill>
              </a:rPr>
              <a:t>1</a:t>
            </a:r>
            <a:endParaRPr sz="1800" b="0" dirty="0">
              <a:solidFill>
                <a:srgbClr val="526376"/>
              </a:solidFill>
            </a:endParaRPr>
          </a:p>
          <a:p>
            <a:pPr>
              <a:buNone/>
              <a:defRPr sz="1800" b="0">
                <a:solidFill>
                  <a:srgbClr val="526376"/>
                </a:solidFill>
              </a:defRPr>
            </a:pPr>
            <a:r>
              <a:rPr sz="1800" b="0" dirty="0">
                <a:solidFill>
                  <a:srgbClr val="526376"/>
                </a:solidFill>
              </a:rPr>
              <a:t>2026.10.22</a:t>
            </a:r>
          </a:p>
        </p:txBody>
      </p:sp>
    </p:spTree>
    <p:extLst>
      <p:ext uri="{BB962C8B-B14F-4D97-AF65-F5344CB8AC3E}">
        <p14:creationId xmlns:p14="http://schemas.microsoft.com/office/powerpoint/2010/main" val="117900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E351125-1060-4F53-A06C-EB222D2CD410}"/>
              </a:ext>
            </a:extLst>
          </p:cNvPr>
          <p:cNvSpPr>
            <a:spLocks noGrp="1"/>
          </p:cNvSpPr>
          <p:nvPr/>
        </p:nvSpPr>
        <p:spPr>
          <a:xfrm>
            <a:off x="619125" y="4572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2D48"/>
                </a:solidFill>
              </a:defRPr>
            </a:defPPr>
            <a:lvl1pPr>
              <a:buNone/>
              <a:defRPr sz="3150" b="1">
                <a:solidFill>
                  <a:srgbClr val="172D48"/>
                </a:solidFill>
              </a:defRPr>
            </a:lvl1pPr>
            <a:lvl2pPr>
              <a:buNone/>
              <a:defRPr sz="3150" b="1">
                <a:solidFill>
                  <a:srgbClr val="172D48"/>
                </a:solidFill>
              </a:defRPr>
            </a:lvl2pPr>
            <a:lvl3pPr>
              <a:buNone/>
              <a:defRPr sz="3150" b="1">
                <a:solidFill>
                  <a:srgbClr val="172D48"/>
                </a:solidFill>
              </a:defRPr>
            </a:lvl3pPr>
            <a:lvl4pPr>
              <a:buNone/>
              <a:defRPr sz="3150" b="1">
                <a:solidFill>
                  <a:srgbClr val="172D48"/>
                </a:solidFill>
              </a:defRPr>
            </a:lvl4pPr>
            <a:lvl5pPr>
              <a:buNone/>
              <a:defRPr sz="3150" b="1">
                <a:solidFill>
                  <a:srgbClr val="172D48"/>
                </a:solidFill>
              </a:defRPr>
            </a:lvl5pPr>
            <a:lvl6pPr>
              <a:buNone/>
              <a:defRPr sz="3150" b="1">
                <a:solidFill>
                  <a:srgbClr val="172D48"/>
                </a:solidFill>
              </a:defRPr>
            </a:lvl6pPr>
            <a:lvl7pPr>
              <a:buNone/>
              <a:defRPr sz="3150" b="1">
                <a:solidFill>
                  <a:srgbClr val="172D48"/>
                </a:solidFill>
              </a:defRPr>
            </a:lvl7pPr>
            <a:lvl8pPr>
              <a:buNone/>
              <a:defRPr sz="3150" b="1">
                <a:solidFill>
                  <a:srgbClr val="172D48"/>
                </a:solidFill>
              </a:defRPr>
            </a:lvl8pPr>
            <a:lvl9pPr>
              <a:buNone/>
              <a:defRPr sz="3150" b="1">
                <a:solidFill>
                  <a:srgbClr val="172D48"/>
                </a:solidFill>
              </a:defRPr>
            </a:lvl9pPr>
          </a:lstStyle>
          <a:p>
            <a:pPr>
              <a:buNone/>
              <a:defRPr sz="3150" b="1">
                <a:solidFill>
                  <a:srgbClr val="172D48"/>
                </a:solidFill>
              </a:defRPr>
            </a:pPr>
            <a:r>
              <a:rPr sz="3150" b="1">
                <a:solidFill>
                  <a:srgbClr val="172D48"/>
                </a:solidFill>
              </a:rPr>
              <a:t>PC 시리얼 연결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63AF3B-0559-413F-9CCF-F7F7DD93B2BB}"/>
              </a:ext>
            </a:extLst>
          </p:cNvPr>
          <p:cNvSpPr>
            <a:spLocks noGrp="1"/>
          </p:cNvSpPr>
          <p:nvPr/>
        </p:nvSpPr>
        <p:spPr>
          <a:xfrm>
            <a:off x="6191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26376"/>
                </a:solidFill>
              </a:defRPr>
            </a:defPPr>
            <a:lvl1pPr>
              <a:buNone/>
              <a:defRPr sz="1275" b="0">
                <a:solidFill>
                  <a:srgbClr val="526376"/>
                </a:solidFill>
              </a:defRPr>
            </a:lvl1pPr>
            <a:lvl2pPr>
              <a:buNone/>
              <a:defRPr sz="1275" b="0">
                <a:solidFill>
                  <a:srgbClr val="526376"/>
                </a:solidFill>
              </a:defRPr>
            </a:lvl2pPr>
            <a:lvl3pPr>
              <a:buNone/>
              <a:defRPr sz="1275" b="0">
                <a:solidFill>
                  <a:srgbClr val="526376"/>
                </a:solidFill>
              </a:defRPr>
            </a:lvl3pPr>
            <a:lvl4pPr>
              <a:buNone/>
              <a:defRPr sz="1275" b="0">
                <a:solidFill>
                  <a:srgbClr val="526376"/>
                </a:solidFill>
              </a:defRPr>
            </a:lvl4pPr>
            <a:lvl5pPr>
              <a:buNone/>
              <a:defRPr sz="1275" b="0">
                <a:solidFill>
                  <a:srgbClr val="526376"/>
                </a:solidFill>
              </a:defRPr>
            </a:lvl5pPr>
            <a:lvl6pPr>
              <a:buNone/>
              <a:defRPr sz="1275" b="0">
                <a:solidFill>
                  <a:srgbClr val="526376"/>
                </a:solidFill>
              </a:defRPr>
            </a:lvl6pPr>
            <a:lvl7pPr>
              <a:buNone/>
              <a:defRPr sz="1275" b="0">
                <a:solidFill>
                  <a:srgbClr val="526376"/>
                </a:solidFill>
              </a:defRPr>
            </a:lvl7pPr>
            <a:lvl8pPr>
              <a:buNone/>
              <a:defRPr sz="1275" b="0">
                <a:solidFill>
                  <a:srgbClr val="526376"/>
                </a:solidFill>
              </a:defRPr>
            </a:lvl8pPr>
            <a:lvl9pPr>
              <a:buNone/>
              <a:defRPr sz="1275" b="0">
                <a:solidFill>
                  <a:srgbClr val="526376"/>
                </a:solidFill>
              </a:defRPr>
            </a:lvl9pPr>
          </a:lstStyle>
          <a:p>
            <a:pPr>
              <a:buNone/>
              <a:defRPr sz="1275" b="0">
                <a:solidFill>
                  <a:srgbClr val="526376"/>
                </a:solidFill>
              </a:defRPr>
            </a:pPr>
            <a:r>
              <a:rPr sz="1275" b="0">
                <a:solidFill>
                  <a:srgbClr val="526376"/>
                </a:solidFill>
              </a:rPr>
              <a:t>ID601 TEST Board   /   간단 사용 매뉴얼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DA3AD6-1065-4C02-AA2F-74D307633C0E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1">
                <a:solidFill>
                  <a:srgbClr val="1565C0"/>
                </a:solidFill>
              </a:defRPr>
            </a:defPPr>
            <a:lvl1pPr>
              <a:buNone/>
              <a:defRPr sz="1500" b="1">
                <a:solidFill>
                  <a:srgbClr val="1565C0"/>
                </a:solidFill>
              </a:defRPr>
            </a:lvl1pPr>
            <a:lvl2pPr>
              <a:buNone/>
              <a:defRPr sz="1500" b="1">
                <a:solidFill>
                  <a:srgbClr val="1565C0"/>
                </a:solidFill>
              </a:defRPr>
            </a:lvl2pPr>
            <a:lvl3pPr>
              <a:buNone/>
              <a:defRPr sz="1500" b="1">
                <a:solidFill>
                  <a:srgbClr val="1565C0"/>
                </a:solidFill>
              </a:defRPr>
            </a:lvl3pPr>
            <a:lvl4pPr>
              <a:buNone/>
              <a:defRPr sz="1500" b="1">
                <a:solidFill>
                  <a:srgbClr val="1565C0"/>
                </a:solidFill>
              </a:defRPr>
            </a:lvl4pPr>
            <a:lvl5pPr>
              <a:buNone/>
              <a:defRPr sz="1500" b="1">
                <a:solidFill>
                  <a:srgbClr val="1565C0"/>
                </a:solidFill>
              </a:defRPr>
            </a:lvl5pPr>
            <a:lvl6pPr>
              <a:buNone/>
              <a:defRPr sz="1500" b="1">
                <a:solidFill>
                  <a:srgbClr val="1565C0"/>
                </a:solidFill>
              </a:defRPr>
            </a:lvl6pPr>
            <a:lvl7pPr>
              <a:buNone/>
              <a:defRPr sz="1500" b="1">
                <a:solidFill>
                  <a:srgbClr val="1565C0"/>
                </a:solidFill>
              </a:defRPr>
            </a:lvl7pPr>
            <a:lvl8pPr>
              <a:buNone/>
              <a:defRPr sz="1500" b="1">
                <a:solidFill>
                  <a:srgbClr val="1565C0"/>
                </a:solidFill>
              </a:defRPr>
            </a:lvl8pPr>
            <a:lvl9pPr>
              <a:buNone/>
              <a:defRPr sz="1500" b="1">
                <a:solidFill>
                  <a:srgbClr val="1565C0"/>
                </a:solidFill>
              </a:defRPr>
            </a:lvl9pPr>
          </a:lstStyle>
          <a:p>
            <a:pPr>
              <a:buNone/>
              <a:defRPr sz="1500" b="1">
                <a:solidFill>
                  <a:srgbClr val="1565C0"/>
                </a:solidFill>
              </a:defRPr>
            </a:pPr>
            <a:r>
              <a:rPr sz="150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6750F8-328F-4074-903F-6F3483201731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1081087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565C0"/>
                </a:solidFill>
              </a:defRPr>
            </a:defPPr>
            <a:lvl1pPr>
              <a:buNone/>
              <a:defRPr sz="2175" b="1">
                <a:solidFill>
                  <a:srgbClr val="1565C0"/>
                </a:solidFill>
              </a:defRPr>
            </a:lvl1pPr>
            <a:lvl2pPr>
              <a:buNone/>
              <a:defRPr sz="2175" b="1">
                <a:solidFill>
                  <a:srgbClr val="1565C0"/>
                </a:solidFill>
              </a:defRPr>
            </a:lvl2pPr>
            <a:lvl3pPr>
              <a:buNone/>
              <a:defRPr sz="2175" b="1">
                <a:solidFill>
                  <a:srgbClr val="1565C0"/>
                </a:solidFill>
              </a:defRPr>
            </a:lvl3pPr>
            <a:lvl4pPr>
              <a:buNone/>
              <a:defRPr sz="2175" b="1">
                <a:solidFill>
                  <a:srgbClr val="1565C0"/>
                </a:solidFill>
              </a:defRPr>
            </a:lvl4pPr>
            <a:lvl5pPr>
              <a:buNone/>
              <a:defRPr sz="2175" b="1">
                <a:solidFill>
                  <a:srgbClr val="1565C0"/>
                </a:solidFill>
              </a:defRPr>
            </a:lvl5pPr>
            <a:lvl6pPr>
              <a:buNone/>
              <a:defRPr sz="2175" b="1">
                <a:solidFill>
                  <a:srgbClr val="1565C0"/>
                </a:solidFill>
              </a:defRPr>
            </a:lvl6pPr>
            <a:lvl7pPr>
              <a:buNone/>
              <a:defRPr sz="2175" b="1">
                <a:solidFill>
                  <a:srgbClr val="1565C0"/>
                </a:solidFill>
              </a:defRPr>
            </a:lvl7pPr>
            <a:lvl8pPr>
              <a:buNone/>
              <a:defRPr sz="2175" b="1">
                <a:solidFill>
                  <a:srgbClr val="1565C0"/>
                </a:solidFill>
              </a:defRPr>
            </a:lvl8pPr>
            <a:lvl9pPr>
              <a:buNone/>
              <a:defRPr sz="2175" b="1">
                <a:solidFill>
                  <a:srgbClr val="1565C0"/>
                </a:solidFill>
              </a:defRPr>
            </a:lvl9pPr>
          </a:lstStyle>
          <a:p>
            <a:pPr>
              <a:buNone/>
              <a:defRPr sz="2175" b="1">
                <a:solidFill>
                  <a:srgbClr val="1565C0"/>
                </a:solidFill>
              </a:defRPr>
            </a:pPr>
            <a:r>
              <a:rPr sz="2175" b="1">
                <a:solidFill>
                  <a:srgbClr val="1565C0"/>
                </a:solidFill>
              </a:rPr>
              <a:t>터미널 설정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E4BF22-6110-45D6-BDA9-D294D3ADD49F}"/>
              </a:ext>
            </a:extLst>
          </p:cNvPr>
          <p:cNvSpPr>
            <a:spLocks noGrp="1"/>
          </p:cNvSpPr>
          <p:nvPr/>
        </p:nvSpPr>
        <p:spPr>
          <a:xfrm>
            <a:off x="619125" y="1962150"/>
            <a:ext cx="10810875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2D48"/>
                </a:solidFill>
              </a:defRPr>
            </a:defPPr>
            <a:lvl1pPr>
              <a:buNone/>
              <a:defRPr sz="1875" b="0">
                <a:solidFill>
                  <a:srgbClr val="172D48"/>
                </a:solidFill>
              </a:defRPr>
            </a:lvl1pPr>
            <a:lvl2pPr>
              <a:buNone/>
              <a:defRPr sz="1875" b="0">
                <a:solidFill>
                  <a:srgbClr val="172D48"/>
                </a:solidFill>
              </a:defRPr>
            </a:lvl2pPr>
            <a:lvl3pPr>
              <a:buNone/>
              <a:defRPr sz="1875" b="0">
                <a:solidFill>
                  <a:srgbClr val="172D48"/>
                </a:solidFill>
              </a:defRPr>
            </a:lvl3pPr>
            <a:lvl4pPr>
              <a:buNone/>
              <a:defRPr sz="1875" b="0">
                <a:solidFill>
                  <a:srgbClr val="172D48"/>
                </a:solidFill>
              </a:defRPr>
            </a:lvl4pPr>
            <a:lvl5pPr>
              <a:buNone/>
              <a:defRPr sz="1875" b="0">
                <a:solidFill>
                  <a:srgbClr val="172D48"/>
                </a:solidFill>
              </a:defRPr>
            </a:lvl5pPr>
            <a:lvl6pPr>
              <a:buNone/>
              <a:defRPr sz="1875" b="0">
                <a:solidFill>
                  <a:srgbClr val="172D48"/>
                </a:solidFill>
              </a:defRPr>
            </a:lvl6pPr>
            <a:lvl7pPr>
              <a:buNone/>
              <a:defRPr sz="1875" b="0">
                <a:solidFill>
                  <a:srgbClr val="172D48"/>
                </a:solidFill>
              </a:defRPr>
            </a:lvl7pPr>
            <a:lvl8pPr>
              <a:buNone/>
              <a:defRPr sz="1875" b="0">
                <a:solidFill>
                  <a:srgbClr val="172D48"/>
                </a:solidFill>
              </a:defRPr>
            </a:lvl8pPr>
            <a:lvl9pPr>
              <a:buNone/>
              <a:defRPr sz="1875" b="0">
                <a:solidFill>
                  <a:srgbClr val="172D48"/>
                </a:solidFill>
              </a:defRPr>
            </a:lvl9pPr>
          </a:lstStyle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sz="1875" b="0">
                <a:solidFill>
                  <a:srgbClr val="172D48"/>
                </a:solidFill>
              </a:rPr>
              <a:t>보드의 시리얼 포트에 연결된 COM 포트를 선택합니다.</a:t>
            </a:r>
          </a:p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sz="1875" b="0">
                <a:solidFill>
                  <a:srgbClr val="172D48"/>
                </a:solidFill>
              </a:rPr>
              <a:t>115200 bps / 8 data bits / Parity 없음 / Stop 1 / Flow control 없음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BED498-620C-4721-8507-CE8DF5919BD1}"/>
              </a:ext>
            </a:extLst>
          </p:cNvPr>
          <p:cNvSpPr>
            <a:spLocks noGrp="1"/>
          </p:cNvSpPr>
          <p:nvPr/>
        </p:nvSpPr>
        <p:spPr>
          <a:xfrm>
            <a:off x="619125" y="3190875"/>
            <a:ext cx="1081087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565C0"/>
                </a:solidFill>
              </a:defRPr>
            </a:defPPr>
            <a:lvl1pPr>
              <a:buNone/>
              <a:defRPr sz="2175" b="1">
                <a:solidFill>
                  <a:srgbClr val="1565C0"/>
                </a:solidFill>
              </a:defRPr>
            </a:lvl1pPr>
            <a:lvl2pPr>
              <a:buNone/>
              <a:defRPr sz="2175" b="1">
                <a:solidFill>
                  <a:srgbClr val="1565C0"/>
                </a:solidFill>
              </a:defRPr>
            </a:lvl2pPr>
            <a:lvl3pPr>
              <a:buNone/>
              <a:defRPr sz="2175" b="1">
                <a:solidFill>
                  <a:srgbClr val="1565C0"/>
                </a:solidFill>
              </a:defRPr>
            </a:lvl3pPr>
            <a:lvl4pPr>
              <a:buNone/>
              <a:defRPr sz="2175" b="1">
                <a:solidFill>
                  <a:srgbClr val="1565C0"/>
                </a:solidFill>
              </a:defRPr>
            </a:lvl4pPr>
            <a:lvl5pPr>
              <a:buNone/>
              <a:defRPr sz="2175" b="1">
                <a:solidFill>
                  <a:srgbClr val="1565C0"/>
                </a:solidFill>
              </a:defRPr>
            </a:lvl5pPr>
            <a:lvl6pPr>
              <a:buNone/>
              <a:defRPr sz="2175" b="1">
                <a:solidFill>
                  <a:srgbClr val="1565C0"/>
                </a:solidFill>
              </a:defRPr>
            </a:lvl6pPr>
            <a:lvl7pPr>
              <a:buNone/>
              <a:defRPr sz="2175" b="1">
                <a:solidFill>
                  <a:srgbClr val="1565C0"/>
                </a:solidFill>
              </a:defRPr>
            </a:lvl7pPr>
            <a:lvl8pPr>
              <a:buNone/>
              <a:defRPr sz="2175" b="1">
                <a:solidFill>
                  <a:srgbClr val="1565C0"/>
                </a:solidFill>
              </a:defRPr>
            </a:lvl8pPr>
            <a:lvl9pPr>
              <a:buNone/>
              <a:defRPr sz="2175" b="1">
                <a:solidFill>
                  <a:srgbClr val="1565C0"/>
                </a:solidFill>
              </a:defRPr>
            </a:lvl9pPr>
          </a:lstStyle>
          <a:p>
            <a:pPr>
              <a:buNone/>
              <a:defRPr sz="2175" b="1">
                <a:solidFill>
                  <a:srgbClr val="1565C0"/>
                </a:solidFill>
              </a:defRPr>
            </a:pPr>
            <a:r>
              <a:rPr sz="2175" b="1">
                <a:solidFill>
                  <a:srgbClr val="1565C0"/>
                </a:solidFill>
              </a:rPr>
              <a:t>통신 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F28361-13A0-40C6-AA44-906608907888}"/>
              </a:ext>
            </a:extLst>
          </p:cNvPr>
          <p:cNvSpPr>
            <a:spLocks noGrp="1"/>
          </p:cNvSpPr>
          <p:nvPr/>
        </p:nvSpPr>
        <p:spPr>
          <a:xfrm>
            <a:off x="619125" y="3676650"/>
            <a:ext cx="10810875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2D48"/>
                </a:solidFill>
              </a:defRPr>
            </a:defPPr>
            <a:lvl1pPr>
              <a:buNone/>
              <a:defRPr sz="1875" b="0">
                <a:solidFill>
                  <a:srgbClr val="172D48"/>
                </a:solidFill>
              </a:defRPr>
            </a:lvl1pPr>
            <a:lvl2pPr>
              <a:buNone/>
              <a:defRPr sz="1875" b="0">
                <a:solidFill>
                  <a:srgbClr val="172D48"/>
                </a:solidFill>
              </a:defRPr>
            </a:lvl2pPr>
            <a:lvl3pPr>
              <a:buNone/>
              <a:defRPr sz="1875" b="0">
                <a:solidFill>
                  <a:srgbClr val="172D48"/>
                </a:solidFill>
              </a:defRPr>
            </a:lvl3pPr>
            <a:lvl4pPr>
              <a:buNone/>
              <a:defRPr sz="1875" b="0">
                <a:solidFill>
                  <a:srgbClr val="172D48"/>
                </a:solidFill>
              </a:defRPr>
            </a:lvl4pPr>
            <a:lvl5pPr>
              <a:buNone/>
              <a:defRPr sz="1875" b="0">
                <a:solidFill>
                  <a:srgbClr val="172D48"/>
                </a:solidFill>
              </a:defRPr>
            </a:lvl5pPr>
            <a:lvl6pPr>
              <a:buNone/>
              <a:defRPr sz="1875" b="0">
                <a:solidFill>
                  <a:srgbClr val="172D48"/>
                </a:solidFill>
              </a:defRPr>
            </a:lvl6pPr>
            <a:lvl7pPr>
              <a:buNone/>
              <a:defRPr sz="1875" b="0">
                <a:solidFill>
                  <a:srgbClr val="172D48"/>
                </a:solidFill>
              </a:defRPr>
            </a:lvl7pPr>
            <a:lvl8pPr>
              <a:buNone/>
              <a:defRPr sz="1875" b="0">
                <a:solidFill>
                  <a:srgbClr val="172D48"/>
                </a:solidFill>
              </a:defRPr>
            </a:lvl8pPr>
            <a:lvl9pPr>
              <a:buNone/>
              <a:defRPr sz="1875" b="0">
                <a:solidFill>
                  <a:srgbClr val="172D48"/>
                </a:solidFill>
              </a:defRPr>
            </a:lvl9pPr>
          </a:lstStyle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sz="1875" b="0" dirty="0" err="1">
                <a:solidFill>
                  <a:srgbClr val="172D48"/>
                </a:solidFill>
              </a:rPr>
              <a:t>시작</a:t>
            </a:r>
            <a:r>
              <a:rPr sz="1875" b="0" dirty="0">
                <a:solidFill>
                  <a:srgbClr val="172D48"/>
                </a:solidFill>
              </a:rPr>
              <a:t> </a:t>
            </a:r>
            <a:r>
              <a:rPr sz="1875" b="0" dirty="0" err="1">
                <a:solidFill>
                  <a:srgbClr val="172D48"/>
                </a:solidFill>
              </a:rPr>
              <a:t>배너의</a:t>
            </a:r>
            <a:r>
              <a:rPr sz="1875" b="0" dirty="0">
                <a:solidFill>
                  <a:srgbClr val="172D48"/>
                </a:solidFill>
              </a:rPr>
              <a:t> FW </a:t>
            </a:r>
            <a:r>
              <a:rPr sz="1875" b="0" dirty="0" err="1">
                <a:solidFill>
                  <a:srgbClr val="172D48"/>
                </a:solidFill>
              </a:rPr>
              <a:t>Version과</a:t>
            </a:r>
            <a:r>
              <a:rPr sz="1875" b="0" dirty="0">
                <a:solidFill>
                  <a:srgbClr val="172D48"/>
                </a:solidFill>
              </a:rPr>
              <a:t> FW Git </a:t>
            </a:r>
            <a:r>
              <a:rPr sz="1875" b="0" dirty="0" err="1">
                <a:solidFill>
                  <a:srgbClr val="172D48"/>
                </a:solidFill>
              </a:rPr>
              <a:t>Rev를</a:t>
            </a:r>
            <a:r>
              <a:rPr sz="1875" b="0" dirty="0">
                <a:solidFill>
                  <a:srgbClr val="172D48"/>
                </a:solidFill>
              </a:rPr>
              <a:t> </a:t>
            </a:r>
            <a:r>
              <a:rPr sz="1875" b="0" dirty="0" err="1">
                <a:solidFill>
                  <a:srgbClr val="172D48"/>
                </a:solidFill>
              </a:rPr>
              <a:t>함께</a:t>
            </a:r>
            <a:r>
              <a:rPr sz="1875" b="0" dirty="0">
                <a:solidFill>
                  <a:srgbClr val="172D48"/>
                </a:solidFill>
              </a:rPr>
              <a:t> </a:t>
            </a:r>
            <a:r>
              <a:rPr sz="1875" b="0" dirty="0" err="1">
                <a:solidFill>
                  <a:srgbClr val="172D48"/>
                </a:solidFill>
              </a:rPr>
              <a:t>확인합니다</a:t>
            </a:r>
            <a:r>
              <a:rPr sz="1875" b="0" dirty="0">
                <a:solidFill>
                  <a:srgbClr val="172D48"/>
                </a:solidFill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952593-6E96-4B0B-DB3B-B4D4F35C8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135396"/>
            <a:ext cx="3378374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00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544E560-4688-49B4-BE23-A5FAD4168C5B}"/>
              </a:ext>
            </a:extLst>
          </p:cNvPr>
          <p:cNvSpPr>
            <a:spLocks noGrp="1"/>
          </p:cNvSpPr>
          <p:nvPr/>
        </p:nvSpPr>
        <p:spPr>
          <a:xfrm>
            <a:off x="619125" y="457200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2D48"/>
                </a:solidFill>
              </a:defRPr>
            </a:defPPr>
            <a:lvl1pPr>
              <a:buNone/>
              <a:defRPr sz="3150" b="1">
                <a:solidFill>
                  <a:srgbClr val="172D48"/>
                </a:solidFill>
              </a:defRPr>
            </a:lvl1pPr>
            <a:lvl2pPr>
              <a:buNone/>
              <a:defRPr sz="3150" b="1">
                <a:solidFill>
                  <a:srgbClr val="172D48"/>
                </a:solidFill>
              </a:defRPr>
            </a:lvl2pPr>
            <a:lvl3pPr>
              <a:buNone/>
              <a:defRPr sz="3150" b="1">
                <a:solidFill>
                  <a:srgbClr val="172D48"/>
                </a:solidFill>
              </a:defRPr>
            </a:lvl3pPr>
            <a:lvl4pPr>
              <a:buNone/>
              <a:defRPr sz="3150" b="1">
                <a:solidFill>
                  <a:srgbClr val="172D48"/>
                </a:solidFill>
              </a:defRPr>
            </a:lvl4pPr>
            <a:lvl5pPr>
              <a:buNone/>
              <a:defRPr sz="3150" b="1">
                <a:solidFill>
                  <a:srgbClr val="172D48"/>
                </a:solidFill>
              </a:defRPr>
            </a:lvl5pPr>
            <a:lvl6pPr>
              <a:buNone/>
              <a:defRPr sz="3150" b="1">
                <a:solidFill>
                  <a:srgbClr val="172D48"/>
                </a:solidFill>
              </a:defRPr>
            </a:lvl6pPr>
            <a:lvl7pPr>
              <a:buNone/>
              <a:defRPr sz="3150" b="1">
                <a:solidFill>
                  <a:srgbClr val="172D48"/>
                </a:solidFill>
              </a:defRPr>
            </a:lvl7pPr>
            <a:lvl8pPr>
              <a:buNone/>
              <a:defRPr sz="3150" b="1">
                <a:solidFill>
                  <a:srgbClr val="172D48"/>
                </a:solidFill>
              </a:defRPr>
            </a:lvl8pPr>
            <a:lvl9pPr>
              <a:buNone/>
              <a:defRPr sz="3150" b="1">
                <a:solidFill>
                  <a:srgbClr val="172D48"/>
                </a:solidFill>
              </a:defRPr>
            </a:lvl9pPr>
          </a:lstStyle>
          <a:p>
            <a:pPr>
              <a:buNone/>
              <a:defRPr sz="3150" b="1">
                <a:solidFill>
                  <a:srgbClr val="172D48"/>
                </a:solidFill>
              </a:defRPr>
            </a:pPr>
            <a:r>
              <a:rPr sz="3150" b="1">
                <a:solidFill>
                  <a:srgbClr val="172D48"/>
                </a:solidFill>
              </a:rPr>
              <a:t>VCC와 통신 준비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2036E7-CA8B-4D48-A667-7E7384DB8486}"/>
              </a:ext>
            </a:extLst>
          </p:cNvPr>
          <p:cNvSpPr>
            <a:spLocks noGrp="1"/>
          </p:cNvSpPr>
          <p:nvPr/>
        </p:nvSpPr>
        <p:spPr>
          <a:xfrm>
            <a:off x="619125" y="12192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>
                <a:solidFill>
                  <a:srgbClr val="172D48"/>
                </a:solidFill>
              </a:defRPr>
            </a:defPPr>
            <a:lvl1pPr>
              <a:buNone/>
              <a:defRPr sz="1875">
                <a:solidFill>
                  <a:srgbClr val="172D48"/>
                </a:solidFill>
              </a:defRPr>
            </a:lvl1pPr>
            <a:lvl2pPr>
              <a:buNone/>
              <a:defRPr sz="1875">
                <a:solidFill>
                  <a:srgbClr val="172D48"/>
                </a:solidFill>
              </a:defRPr>
            </a:lvl2pPr>
            <a:lvl3pPr>
              <a:buNone/>
              <a:defRPr sz="1875">
                <a:solidFill>
                  <a:srgbClr val="172D48"/>
                </a:solidFill>
              </a:defRPr>
            </a:lvl3pPr>
            <a:lvl4pPr>
              <a:buNone/>
              <a:defRPr sz="1875">
                <a:solidFill>
                  <a:srgbClr val="172D48"/>
                </a:solidFill>
              </a:defRPr>
            </a:lvl4pPr>
            <a:lvl5pPr>
              <a:buNone/>
              <a:defRPr sz="1875">
                <a:solidFill>
                  <a:srgbClr val="172D48"/>
                </a:solidFill>
              </a:defRPr>
            </a:lvl5pPr>
            <a:lvl6pPr>
              <a:buNone/>
              <a:defRPr sz="1875">
                <a:solidFill>
                  <a:srgbClr val="172D48"/>
                </a:solidFill>
              </a:defRPr>
            </a:lvl6pPr>
            <a:lvl7pPr>
              <a:buNone/>
              <a:defRPr sz="1875">
                <a:solidFill>
                  <a:srgbClr val="172D48"/>
                </a:solidFill>
              </a:defRPr>
            </a:lvl7pPr>
            <a:lvl8pPr>
              <a:buNone/>
              <a:defRPr sz="1875">
                <a:solidFill>
                  <a:srgbClr val="172D48"/>
                </a:solidFill>
              </a:defRPr>
            </a:lvl8pPr>
            <a:lvl9pPr>
              <a:buNone/>
              <a:defRPr sz="1875">
                <a:solidFill>
                  <a:srgbClr val="172D48"/>
                </a:solidFill>
              </a:defRPr>
            </a:lvl9pPr>
          </a:lstStyle>
          <a:p>
            <a:pPr>
              <a:buNone/>
              <a:defRPr sz="1875">
                <a:solidFill>
                  <a:srgbClr val="172D48"/>
                </a:solidFill>
              </a:defRPr>
            </a:pPr>
            <a:r>
              <a:rPr sz="1875">
                <a:solidFill>
                  <a:srgbClr val="172D48"/>
                </a:solidFill>
              </a:rPr>
              <a:t>VCC 3.3V를 켜고 실제 연결 개수(1~5)를 설정한 뒤 ID를 생성합니다.</a:t>
            </a:r>
          </a:p>
          <a:p>
            <a:pPr>
              <a:buNone/>
              <a:defRPr sz="1875">
                <a:solidFill>
                  <a:srgbClr val="172D48"/>
                </a:solidFill>
              </a:defRPr>
            </a:pPr>
            <a:r>
              <a:rPr sz="1875">
                <a:solidFill>
                  <a:srgbClr val="172D48"/>
                </a:solidFill>
              </a:rPr>
              <a:t>아래는 ID601 1개 연결 예시입니다.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EF834D-FE9B-49E9-BFB5-80B0A021339D}"/>
              </a:ext>
            </a:extLst>
          </p:cNvPr>
          <p:cNvSpPr>
            <a:spLocks noGrp="1"/>
          </p:cNvSpPr>
          <p:nvPr/>
        </p:nvSpPr>
        <p:spPr>
          <a:xfrm>
            <a:off x="619125" y="6410325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>
                <a:solidFill>
                  <a:srgbClr val="526376"/>
                </a:solidFill>
              </a:defRPr>
            </a:defPPr>
            <a:lvl1pPr>
              <a:buNone/>
              <a:defRPr sz="1275">
                <a:solidFill>
                  <a:srgbClr val="526376"/>
                </a:solidFill>
              </a:defRPr>
            </a:lvl1pPr>
            <a:lvl2pPr>
              <a:buNone/>
              <a:defRPr sz="1275">
                <a:solidFill>
                  <a:srgbClr val="526376"/>
                </a:solidFill>
              </a:defRPr>
            </a:lvl2pPr>
            <a:lvl3pPr>
              <a:buNone/>
              <a:defRPr sz="1275">
                <a:solidFill>
                  <a:srgbClr val="526376"/>
                </a:solidFill>
              </a:defRPr>
            </a:lvl3pPr>
            <a:lvl4pPr>
              <a:buNone/>
              <a:defRPr sz="1275">
                <a:solidFill>
                  <a:srgbClr val="526376"/>
                </a:solidFill>
              </a:defRPr>
            </a:lvl4pPr>
            <a:lvl5pPr>
              <a:buNone/>
              <a:defRPr sz="1275">
                <a:solidFill>
                  <a:srgbClr val="526376"/>
                </a:solidFill>
              </a:defRPr>
            </a:lvl5pPr>
            <a:lvl6pPr>
              <a:buNone/>
              <a:defRPr sz="1275">
                <a:solidFill>
                  <a:srgbClr val="526376"/>
                </a:solidFill>
              </a:defRPr>
            </a:lvl6pPr>
            <a:lvl7pPr>
              <a:buNone/>
              <a:defRPr sz="1275">
                <a:solidFill>
                  <a:srgbClr val="526376"/>
                </a:solidFill>
              </a:defRPr>
            </a:lvl7pPr>
            <a:lvl8pPr>
              <a:buNone/>
              <a:defRPr sz="1275">
                <a:solidFill>
                  <a:srgbClr val="526376"/>
                </a:solidFill>
              </a:defRPr>
            </a:lvl8pPr>
            <a:lvl9pPr>
              <a:buNone/>
              <a:defRPr sz="1275">
                <a:solidFill>
                  <a:srgbClr val="526376"/>
                </a:solidFill>
              </a:defRPr>
            </a:lvl9pPr>
          </a:lstStyle>
          <a:p>
            <a:pPr>
              <a:buNone/>
              <a:defRPr sz="1275">
                <a:solidFill>
                  <a:srgbClr val="526376"/>
                </a:solidFill>
              </a:defRPr>
            </a:pPr>
            <a:r>
              <a:rPr sz="1275">
                <a:solidFill>
                  <a:srgbClr val="526376"/>
                </a:solidFill>
              </a:rPr>
              <a:t>ID601 TEST Board   /   고객사 보드 사용 매뉴얼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A96F3F-2B6D-4D5B-AD76-DE92030910AC}"/>
              </a:ext>
            </a:extLst>
          </p:cNvPr>
          <p:cNvSpPr>
            <a:spLocks noGrp="1"/>
          </p:cNvSpPr>
          <p:nvPr/>
        </p:nvSpPr>
        <p:spPr>
          <a:xfrm>
            <a:off x="620173" y="2143125"/>
            <a:ext cx="7332155" cy="4124325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125" b="0">
                <a:solidFill>
                  <a:srgbClr val="AAB4BF"/>
                </a:solidFill>
              </a:defRPr>
            </a:defPPr>
            <a:lvl1pPr>
              <a:defRPr sz="1125" b="0">
                <a:solidFill>
                  <a:srgbClr val="AAB4BF"/>
                </a:solidFill>
              </a:defRPr>
            </a:lvl1pPr>
            <a:lvl2pPr>
              <a:defRPr sz="1125" b="0">
                <a:solidFill>
                  <a:srgbClr val="AAB4BF"/>
                </a:solidFill>
              </a:defRPr>
            </a:lvl2pPr>
            <a:lvl3pPr>
              <a:defRPr sz="1125" b="0">
                <a:solidFill>
                  <a:srgbClr val="AAB4BF"/>
                </a:solidFill>
              </a:defRPr>
            </a:lvl3pPr>
            <a:lvl4pPr>
              <a:defRPr sz="1125" b="0">
                <a:solidFill>
                  <a:srgbClr val="AAB4BF"/>
                </a:solidFill>
              </a:defRPr>
            </a:lvl4pPr>
            <a:lvl5pPr>
              <a:defRPr sz="1125" b="0">
                <a:solidFill>
                  <a:srgbClr val="AAB4BF"/>
                </a:solidFill>
              </a:defRPr>
            </a:lvl5pPr>
            <a:lvl6pPr>
              <a:defRPr sz="1125" b="0">
                <a:solidFill>
                  <a:srgbClr val="AAB4BF"/>
                </a:solidFill>
              </a:defRPr>
            </a:lvl6pPr>
            <a:lvl7pPr>
              <a:defRPr sz="1125" b="0">
                <a:solidFill>
                  <a:srgbClr val="AAB4BF"/>
                </a:solidFill>
              </a:defRPr>
            </a:lvl7pPr>
            <a:lvl8pPr>
              <a:defRPr sz="1125" b="0">
                <a:solidFill>
                  <a:srgbClr val="AAB4BF"/>
                </a:solidFill>
              </a:defRPr>
            </a:lvl8pPr>
            <a:lvl9pPr>
              <a:defRPr sz="1125" b="0">
                <a:solidFill>
                  <a:srgbClr val="AAB4BF"/>
                </a:solidFill>
              </a:defRPr>
            </a:lvl9pPr>
          </a:lstStyle>
          <a:p>
            <a:pPr>
              <a:defRPr sz="1125" b="0">
                <a:solidFill>
                  <a:srgbClr val="AAB4BF"/>
                </a:solidFill>
              </a:defRPr>
            </a:pPr>
            <a:r>
              <a:rPr sz="1125" b="0" dirty="0">
                <a:solidFill>
                  <a:srgbClr val="AAB4BF"/>
                </a:solidFill>
              </a:rPr>
              <a:t>Tera Term / COM port / 115200 8N1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F4D637-EDFC-4667-9BEB-CE842CDA8590}"/>
              </a:ext>
            </a:extLst>
          </p:cNvPr>
          <p:cNvSpPr>
            <a:spLocks noGrp="1"/>
          </p:cNvSpPr>
          <p:nvPr/>
        </p:nvSpPr>
        <p:spPr>
          <a:xfrm>
            <a:off x="810673" y="2562225"/>
            <a:ext cx="6951155" cy="36290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 dirty="0">
                <a:solidFill>
                  <a:srgbClr val="73C98C"/>
                </a:solidFill>
              </a:rPr>
              <a:t>ID601&gt;id601_power 1 1</a:t>
            </a:r>
          </a:p>
          <a:p>
            <a:endParaRPr sz="1425" b="0" dirty="0">
              <a:solidFill>
                <a:srgbClr val="73C98C"/>
              </a:solidFill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 dirty="0">
                <a:solidFill>
                  <a:srgbClr val="73C98C"/>
                </a:solidFill>
              </a:rPr>
              <a:t>    [CLI] ID601 VCC set to 3.3V.</a:t>
            </a:r>
          </a:p>
          <a:p>
            <a:endParaRPr sz="1425" b="0" dirty="0">
              <a:solidFill>
                <a:srgbClr val="73C98C"/>
              </a:solidFill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 dirty="0">
                <a:solidFill>
                  <a:srgbClr val="73C98C"/>
                </a:solidFill>
              </a:rPr>
              <a:t>ID601&gt;id601_daisy 1</a:t>
            </a:r>
          </a:p>
          <a:p>
            <a:endParaRPr sz="1425" b="0" dirty="0">
              <a:solidFill>
                <a:srgbClr val="73C98C"/>
              </a:solidFill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 dirty="0">
                <a:solidFill>
                  <a:srgbClr val="73C98C"/>
                </a:solidFill>
              </a:rPr>
              <a:t>    [CLI] ID601 daisy chain length set to 1.</a:t>
            </a:r>
          </a:p>
          <a:p>
            <a:endParaRPr sz="1425" b="0" dirty="0">
              <a:solidFill>
                <a:srgbClr val="73C98C"/>
              </a:solidFill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 dirty="0">
                <a:solidFill>
                  <a:srgbClr val="73C98C"/>
                </a:solidFill>
              </a:rPr>
              <a:t>ID601&gt;id601_command 2</a:t>
            </a:r>
          </a:p>
          <a:p>
            <a:endParaRPr sz="1425" b="0" dirty="0">
              <a:solidFill>
                <a:srgbClr val="73C98C"/>
              </a:solidFill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 dirty="0">
                <a:solidFill>
                  <a:srgbClr val="73C98C"/>
                </a:solidFill>
              </a:rPr>
              <a:t>    [CLI] ID601 </a:t>
            </a:r>
            <a:r>
              <a:rPr sz="1425" b="0" dirty="0" err="1">
                <a:solidFill>
                  <a:srgbClr val="73C98C"/>
                </a:solidFill>
              </a:rPr>
              <a:t>idgen</a:t>
            </a:r>
            <a:r>
              <a:rPr sz="1425" b="0" dirty="0">
                <a:solidFill>
                  <a:srgbClr val="73C98C"/>
                </a:solidFill>
              </a:rPr>
              <a:t> command executed.</a:t>
            </a:r>
          </a:p>
          <a:p>
            <a:endParaRPr lang="en-US" altLang="ko-KR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dirty="0"/>
              <a:t>ID601&gt;id601_read 1 1 0x00</a:t>
            </a:r>
          </a:p>
          <a:p>
            <a:endParaRPr lang="en-US" altLang="ko-KR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dirty="0"/>
              <a:t>    [CLI] Successfully read from ID601 General register. (IC: 1, </a:t>
            </a:r>
            <a:r>
              <a:rPr lang="en-US" altLang="ko-KR" dirty="0" err="1"/>
              <a:t>Addr</a:t>
            </a:r>
            <a:r>
              <a:rPr lang="en-US" altLang="ko-KR" dirty="0"/>
              <a:t>: 0, Data: 257, 0x101)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3067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DF134D-D9DB-409C-94D8-27299B2C58C2}"/>
              </a:ext>
            </a:extLst>
          </p:cNvPr>
          <p:cNvSpPr>
            <a:spLocks noGrp="1"/>
          </p:cNvSpPr>
          <p:nvPr/>
        </p:nvSpPr>
        <p:spPr>
          <a:xfrm>
            <a:off x="619125" y="4572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2D48"/>
                </a:solidFill>
              </a:defRPr>
            </a:defPPr>
            <a:lvl1pPr>
              <a:buNone/>
              <a:defRPr sz="3150" b="1">
                <a:solidFill>
                  <a:srgbClr val="172D48"/>
                </a:solidFill>
              </a:defRPr>
            </a:lvl1pPr>
            <a:lvl2pPr>
              <a:buNone/>
              <a:defRPr sz="3150" b="1">
                <a:solidFill>
                  <a:srgbClr val="172D48"/>
                </a:solidFill>
              </a:defRPr>
            </a:lvl2pPr>
            <a:lvl3pPr>
              <a:buNone/>
              <a:defRPr sz="3150" b="1">
                <a:solidFill>
                  <a:srgbClr val="172D48"/>
                </a:solidFill>
              </a:defRPr>
            </a:lvl3pPr>
            <a:lvl4pPr>
              <a:buNone/>
              <a:defRPr sz="3150" b="1">
                <a:solidFill>
                  <a:srgbClr val="172D48"/>
                </a:solidFill>
              </a:defRPr>
            </a:lvl4pPr>
            <a:lvl5pPr>
              <a:buNone/>
              <a:defRPr sz="3150" b="1">
                <a:solidFill>
                  <a:srgbClr val="172D48"/>
                </a:solidFill>
              </a:defRPr>
            </a:lvl5pPr>
            <a:lvl6pPr>
              <a:buNone/>
              <a:defRPr sz="3150" b="1">
                <a:solidFill>
                  <a:srgbClr val="172D48"/>
                </a:solidFill>
              </a:defRPr>
            </a:lvl6pPr>
            <a:lvl7pPr>
              <a:buNone/>
              <a:defRPr sz="3150" b="1">
                <a:solidFill>
                  <a:srgbClr val="172D48"/>
                </a:solidFill>
              </a:defRPr>
            </a:lvl7pPr>
            <a:lvl8pPr>
              <a:buNone/>
              <a:defRPr sz="3150" b="1">
                <a:solidFill>
                  <a:srgbClr val="172D48"/>
                </a:solidFill>
              </a:defRPr>
            </a:lvl8pPr>
            <a:lvl9pPr>
              <a:buNone/>
              <a:defRPr sz="3150" b="1">
                <a:solidFill>
                  <a:srgbClr val="172D48"/>
                </a:solidFill>
              </a:defRPr>
            </a:lvl9pPr>
          </a:lstStyle>
          <a:p>
            <a:pPr>
              <a:buNone/>
              <a:defRPr sz="3150" b="1">
                <a:solidFill>
                  <a:srgbClr val="172D48"/>
                </a:solidFill>
              </a:defRPr>
            </a:pPr>
            <a:r>
              <a:rPr sz="3150" b="1">
                <a:solidFill>
                  <a:srgbClr val="172D48"/>
                </a:solidFill>
              </a:rPr>
              <a:t>레지스터 명령 형식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A777C9-E49C-42A5-BE60-091548218F39}"/>
              </a:ext>
            </a:extLst>
          </p:cNvPr>
          <p:cNvSpPr>
            <a:spLocks noGrp="1"/>
          </p:cNvSpPr>
          <p:nvPr/>
        </p:nvSpPr>
        <p:spPr>
          <a:xfrm>
            <a:off x="6191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26376"/>
                </a:solidFill>
              </a:defRPr>
            </a:defPPr>
            <a:lvl1pPr>
              <a:buNone/>
              <a:defRPr sz="1275" b="0">
                <a:solidFill>
                  <a:srgbClr val="526376"/>
                </a:solidFill>
              </a:defRPr>
            </a:lvl1pPr>
            <a:lvl2pPr>
              <a:buNone/>
              <a:defRPr sz="1275" b="0">
                <a:solidFill>
                  <a:srgbClr val="526376"/>
                </a:solidFill>
              </a:defRPr>
            </a:lvl2pPr>
            <a:lvl3pPr>
              <a:buNone/>
              <a:defRPr sz="1275" b="0">
                <a:solidFill>
                  <a:srgbClr val="526376"/>
                </a:solidFill>
              </a:defRPr>
            </a:lvl3pPr>
            <a:lvl4pPr>
              <a:buNone/>
              <a:defRPr sz="1275" b="0">
                <a:solidFill>
                  <a:srgbClr val="526376"/>
                </a:solidFill>
              </a:defRPr>
            </a:lvl4pPr>
            <a:lvl5pPr>
              <a:buNone/>
              <a:defRPr sz="1275" b="0">
                <a:solidFill>
                  <a:srgbClr val="526376"/>
                </a:solidFill>
              </a:defRPr>
            </a:lvl5pPr>
            <a:lvl6pPr>
              <a:buNone/>
              <a:defRPr sz="1275" b="0">
                <a:solidFill>
                  <a:srgbClr val="526376"/>
                </a:solidFill>
              </a:defRPr>
            </a:lvl6pPr>
            <a:lvl7pPr>
              <a:buNone/>
              <a:defRPr sz="1275" b="0">
                <a:solidFill>
                  <a:srgbClr val="526376"/>
                </a:solidFill>
              </a:defRPr>
            </a:lvl7pPr>
            <a:lvl8pPr>
              <a:buNone/>
              <a:defRPr sz="1275" b="0">
                <a:solidFill>
                  <a:srgbClr val="526376"/>
                </a:solidFill>
              </a:defRPr>
            </a:lvl8pPr>
            <a:lvl9pPr>
              <a:buNone/>
              <a:defRPr sz="1275" b="0">
                <a:solidFill>
                  <a:srgbClr val="526376"/>
                </a:solidFill>
              </a:defRPr>
            </a:lvl9pPr>
          </a:lstStyle>
          <a:p>
            <a:pPr>
              <a:buNone/>
              <a:defRPr sz="1275" b="0">
                <a:solidFill>
                  <a:srgbClr val="526376"/>
                </a:solidFill>
              </a:defRPr>
            </a:pPr>
            <a:r>
              <a:rPr sz="1275" b="0">
                <a:solidFill>
                  <a:srgbClr val="526376"/>
                </a:solidFill>
              </a:rPr>
              <a:t>ID601 TEST Board   /   간단 사용 매뉴얼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83DE10-1FF7-4B9D-A6F3-EAA184516A16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1">
                <a:solidFill>
                  <a:srgbClr val="1565C0"/>
                </a:solidFill>
              </a:defRPr>
            </a:defPPr>
            <a:lvl1pPr>
              <a:buNone/>
              <a:defRPr sz="1500" b="1">
                <a:solidFill>
                  <a:srgbClr val="1565C0"/>
                </a:solidFill>
              </a:defRPr>
            </a:lvl1pPr>
            <a:lvl2pPr>
              <a:buNone/>
              <a:defRPr sz="1500" b="1">
                <a:solidFill>
                  <a:srgbClr val="1565C0"/>
                </a:solidFill>
              </a:defRPr>
            </a:lvl2pPr>
            <a:lvl3pPr>
              <a:buNone/>
              <a:defRPr sz="1500" b="1">
                <a:solidFill>
                  <a:srgbClr val="1565C0"/>
                </a:solidFill>
              </a:defRPr>
            </a:lvl3pPr>
            <a:lvl4pPr>
              <a:buNone/>
              <a:defRPr sz="1500" b="1">
                <a:solidFill>
                  <a:srgbClr val="1565C0"/>
                </a:solidFill>
              </a:defRPr>
            </a:lvl4pPr>
            <a:lvl5pPr>
              <a:buNone/>
              <a:defRPr sz="1500" b="1">
                <a:solidFill>
                  <a:srgbClr val="1565C0"/>
                </a:solidFill>
              </a:defRPr>
            </a:lvl5pPr>
            <a:lvl6pPr>
              <a:buNone/>
              <a:defRPr sz="1500" b="1">
                <a:solidFill>
                  <a:srgbClr val="1565C0"/>
                </a:solidFill>
              </a:defRPr>
            </a:lvl6pPr>
            <a:lvl7pPr>
              <a:buNone/>
              <a:defRPr sz="1500" b="1">
                <a:solidFill>
                  <a:srgbClr val="1565C0"/>
                </a:solidFill>
              </a:defRPr>
            </a:lvl7pPr>
            <a:lvl8pPr>
              <a:buNone/>
              <a:defRPr sz="1500" b="1">
                <a:solidFill>
                  <a:srgbClr val="1565C0"/>
                </a:solidFill>
              </a:defRPr>
            </a:lvl8pPr>
            <a:lvl9pPr>
              <a:buNone/>
              <a:defRPr sz="1500" b="1">
                <a:solidFill>
                  <a:srgbClr val="1565C0"/>
                </a:solidFill>
              </a:defRPr>
            </a:lvl9pPr>
          </a:lstStyle>
          <a:p>
            <a:pPr>
              <a:buNone/>
              <a:defRPr sz="1500" b="1">
                <a:solidFill>
                  <a:srgbClr val="1565C0"/>
                </a:solidFill>
              </a:defRPr>
            </a:pPr>
            <a:r>
              <a:rPr sz="1500" b="1">
                <a:solidFill>
                  <a:srgbClr val="1565C0"/>
                </a:solidFill>
              </a:rPr>
              <a:t>06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95F764-8CA2-47DF-B566-D241C3D78A0A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081087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565C0"/>
                </a:solidFill>
              </a:defRPr>
            </a:defPPr>
            <a:lvl1pPr>
              <a:buNone/>
              <a:defRPr sz="2175" b="1">
                <a:solidFill>
                  <a:srgbClr val="1565C0"/>
                </a:solidFill>
              </a:defRPr>
            </a:lvl1pPr>
            <a:lvl2pPr>
              <a:buNone/>
              <a:defRPr sz="2175" b="1">
                <a:solidFill>
                  <a:srgbClr val="1565C0"/>
                </a:solidFill>
              </a:defRPr>
            </a:lvl2pPr>
            <a:lvl3pPr>
              <a:buNone/>
              <a:defRPr sz="2175" b="1">
                <a:solidFill>
                  <a:srgbClr val="1565C0"/>
                </a:solidFill>
              </a:defRPr>
            </a:lvl3pPr>
            <a:lvl4pPr>
              <a:buNone/>
              <a:defRPr sz="2175" b="1">
                <a:solidFill>
                  <a:srgbClr val="1565C0"/>
                </a:solidFill>
              </a:defRPr>
            </a:lvl4pPr>
            <a:lvl5pPr>
              <a:buNone/>
              <a:defRPr sz="2175" b="1">
                <a:solidFill>
                  <a:srgbClr val="1565C0"/>
                </a:solidFill>
              </a:defRPr>
            </a:lvl5pPr>
            <a:lvl6pPr>
              <a:buNone/>
              <a:defRPr sz="2175" b="1">
                <a:solidFill>
                  <a:srgbClr val="1565C0"/>
                </a:solidFill>
              </a:defRPr>
            </a:lvl6pPr>
            <a:lvl7pPr>
              <a:buNone/>
              <a:defRPr sz="2175" b="1">
                <a:solidFill>
                  <a:srgbClr val="1565C0"/>
                </a:solidFill>
              </a:defRPr>
            </a:lvl7pPr>
            <a:lvl8pPr>
              <a:buNone/>
              <a:defRPr sz="2175" b="1">
                <a:solidFill>
                  <a:srgbClr val="1565C0"/>
                </a:solidFill>
              </a:defRPr>
            </a:lvl8pPr>
            <a:lvl9pPr>
              <a:buNone/>
              <a:defRPr sz="2175" b="1">
                <a:solidFill>
                  <a:srgbClr val="1565C0"/>
                </a:solidFill>
              </a:defRPr>
            </a:lvl9pPr>
          </a:lstStyle>
          <a:p>
            <a:pPr>
              <a:buNone/>
              <a:defRPr sz="2175" b="1">
                <a:solidFill>
                  <a:srgbClr val="1565C0"/>
                </a:solidFill>
              </a:defRPr>
            </a:pPr>
            <a:r>
              <a:rPr sz="2175" b="1">
                <a:solidFill>
                  <a:srgbClr val="1565C0"/>
                </a:solidFill>
              </a:rPr>
              <a:t>읽기와 쓰기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3C1EDA-8254-4B16-AD1C-B9016A357546}"/>
              </a:ext>
            </a:extLst>
          </p:cNvPr>
          <p:cNvSpPr>
            <a:spLocks noGrp="1"/>
          </p:cNvSpPr>
          <p:nvPr/>
        </p:nvSpPr>
        <p:spPr>
          <a:xfrm>
            <a:off x="619125" y="1866900"/>
            <a:ext cx="10810875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2D48"/>
                </a:solidFill>
              </a:defRPr>
            </a:defPPr>
            <a:lvl1pPr>
              <a:buNone/>
              <a:defRPr sz="1875" b="0">
                <a:solidFill>
                  <a:srgbClr val="172D48"/>
                </a:solidFill>
              </a:defRPr>
            </a:lvl1pPr>
            <a:lvl2pPr>
              <a:buNone/>
              <a:defRPr sz="1875" b="0">
                <a:solidFill>
                  <a:srgbClr val="172D48"/>
                </a:solidFill>
              </a:defRPr>
            </a:lvl2pPr>
            <a:lvl3pPr>
              <a:buNone/>
              <a:defRPr sz="1875" b="0">
                <a:solidFill>
                  <a:srgbClr val="172D48"/>
                </a:solidFill>
              </a:defRPr>
            </a:lvl3pPr>
            <a:lvl4pPr>
              <a:buNone/>
              <a:defRPr sz="1875" b="0">
                <a:solidFill>
                  <a:srgbClr val="172D48"/>
                </a:solidFill>
              </a:defRPr>
            </a:lvl4pPr>
            <a:lvl5pPr>
              <a:buNone/>
              <a:defRPr sz="1875" b="0">
                <a:solidFill>
                  <a:srgbClr val="172D48"/>
                </a:solidFill>
              </a:defRPr>
            </a:lvl5pPr>
            <a:lvl6pPr>
              <a:buNone/>
              <a:defRPr sz="1875" b="0">
                <a:solidFill>
                  <a:srgbClr val="172D48"/>
                </a:solidFill>
              </a:defRPr>
            </a:lvl6pPr>
            <a:lvl7pPr>
              <a:buNone/>
              <a:defRPr sz="1875" b="0">
                <a:solidFill>
                  <a:srgbClr val="172D48"/>
                </a:solidFill>
              </a:defRPr>
            </a:lvl7pPr>
            <a:lvl8pPr>
              <a:buNone/>
              <a:defRPr sz="1875" b="0">
                <a:solidFill>
                  <a:srgbClr val="172D48"/>
                </a:solidFill>
              </a:defRPr>
            </a:lvl8pPr>
            <a:lvl9pPr>
              <a:buNone/>
              <a:defRPr sz="1875" b="0">
                <a:solidFill>
                  <a:srgbClr val="172D48"/>
                </a:solidFill>
              </a:defRPr>
            </a:lvl9pPr>
          </a:lstStyle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sz="1875" b="0">
                <a:solidFill>
                  <a:srgbClr val="172D48"/>
                </a:solidFill>
              </a:rPr>
              <a:t>id601_read &lt;bank&gt; &lt;ic&gt; &lt;addr&gt;</a:t>
            </a:r>
          </a:p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sz="1875" b="0">
                <a:solidFill>
                  <a:srgbClr val="172D48"/>
                </a:solidFill>
              </a:rPr>
              <a:t>id601_write &lt;bank&gt; &lt;ic&gt; &lt;addr&gt; &lt;data&gt;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FE65AC-8C44-4557-BE10-D7F396DA53F3}"/>
              </a:ext>
            </a:extLst>
          </p:cNvPr>
          <p:cNvSpPr>
            <a:spLocks noGrp="1"/>
          </p:cNvSpPr>
          <p:nvPr/>
        </p:nvSpPr>
        <p:spPr>
          <a:xfrm>
            <a:off x="619125" y="3238500"/>
            <a:ext cx="10810875" cy="1333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72D48"/>
                </a:solidFill>
              </a:defRPr>
            </a:defPPr>
            <a:lvl1pPr>
              <a:buNone/>
              <a:defRPr sz="1950" b="0">
                <a:solidFill>
                  <a:srgbClr val="172D48"/>
                </a:solidFill>
              </a:defRPr>
            </a:lvl1pPr>
            <a:lvl2pPr>
              <a:buNone/>
              <a:defRPr sz="1950" b="0">
                <a:solidFill>
                  <a:srgbClr val="172D48"/>
                </a:solidFill>
              </a:defRPr>
            </a:lvl2pPr>
            <a:lvl3pPr>
              <a:buNone/>
              <a:defRPr sz="1950" b="0">
                <a:solidFill>
                  <a:srgbClr val="172D48"/>
                </a:solidFill>
              </a:defRPr>
            </a:lvl3pPr>
            <a:lvl4pPr>
              <a:buNone/>
              <a:defRPr sz="1950" b="0">
                <a:solidFill>
                  <a:srgbClr val="172D48"/>
                </a:solidFill>
              </a:defRPr>
            </a:lvl4pPr>
            <a:lvl5pPr>
              <a:buNone/>
              <a:defRPr sz="1950" b="0">
                <a:solidFill>
                  <a:srgbClr val="172D48"/>
                </a:solidFill>
              </a:defRPr>
            </a:lvl5pPr>
            <a:lvl6pPr>
              <a:buNone/>
              <a:defRPr sz="1950" b="0">
                <a:solidFill>
                  <a:srgbClr val="172D48"/>
                </a:solidFill>
              </a:defRPr>
            </a:lvl6pPr>
            <a:lvl7pPr>
              <a:buNone/>
              <a:defRPr sz="1950" b="0">
                <a:solidFill>
                  <a:srgbClr val="172D48"/>
                </a:solidFill>
              </a:defRPr>
            </a:lvl7pPr>
            <a:lvl8pPr>
              <a:buNone/>
              <a:defRPr sz="1950" b="0">
                <a:solidFill>
                  <a:srgbClr val="172D48"/>
                </a:solidFill>
              </a:defRPr>
            </a:lvl8pPr>
            <a:lvl9pPr>
              <a:buNone/>
              <a:defRPr sz="1950" b="0">
                <a:solidFill>
                  <a:srgbClr val="172D48"/>
                </a:solidFill>
              </a:defRPr>
            </a:lvl9pPr>
          </a:lstStyle>
          <a:p>
            <a:pPr>
              <a:buNone/>
              <a:defRPr sz="1950" b="0">
                <a:solidFill>
                  <a:srgbClr val="172D48"/>
                </a:solidFill>
              </a:defRPr>
            </a:pPr>
            <a:r>
              <a:rPr sz="1950" b="0" dirty="0">
                <a:solidFill>
                  <a:srgbClr val="172D48"/>
                </a:solidFill>
              </a:rPr>
              <a:t>bank: 0=</a:t>
            </a:r>
            <a:r>
              <a:rPr sz="1950" b="0" dirty="0" err="1">
                <a:solidFill>
                  <a:srgbClr val="172D48"/>
                </a:solidFill>
              </a:rPr>
              <a:t>목록</a:t>
            </a:r>
            <a:r>
              <a:rPr sz="1950" b="0" dirty="0">
                <a:solidFill>
                  <a:srgbClr val="172D48"/>
                </a:solidFill>
              </a:rPr>
              <a:t>, 1=General, 2=Mirror / </a:t>
            </a:r>
            <a:r>
              <a:rPr sz="1950" b="0" dirty="0" err="1">
                <a:solidFill>
                  <a:srgbClr val="172D48"/>
                </a:solidFill>
              </a:rPr>
              <a:t>ic</a:t>
            </a:r>
            <a:r>
              <a:rPr sz="1950" b="0" dirty="0">
                <a:solidFill>
                  <a:srgbClr val="172D48"/>
                </a:solidFill>
              </a:rPr>
              <a:t>: 1부터 </a:t>
            </a:r>
            <a:r>
              <a:rPr sz="1950" b="0" dirty="0" err="1">
                <a:solidFill>
                  <a:srgbClr val="172D48"/>
                </a:solidFill>
              </a:rPr>
              <a:t>연결</a:t>
            </a:r>
            <a:r>
              <a:rPr sz="1950" b="0" dirty="0">
                <a:solidFill>
                  <a:srgbClr val="172D48"/>
                </a:solidFill>
              </a:rPr>
              <a:t> </a:t>
            </a:r>
            <a:r>
              <a:rPr sz="1950" b="0" dirty="0" err="1">
                <a:solidFill>
                  <a:srgbClr val="172D48"/>
                </a:solidFill>
              </a:rPr>
              <a:t>개수까지</a:t>
            </a:r>
            <a:endParaRPr sz="1950" b="0" dirty="0">
              <a:solidFill>
                <a:srgbClr val="172D48"/>
              </a:solidFill>
            </a:endParaRPr>
          </a:p>
          <a:p>
            <a:pPr>
              <a:buNone/>
              <a:defRPr sz="1950" b="0">
                <a:solidFill>
                  <a:srgbClr val="172D48"/>
                </a:solidFill>
              </a:defRPr>
            </a:pPr>
            <a:r>
              <a:rPr sz="1950" b="0" dirty="0" err="1">
                <a:solidFill>
                  <a:srgbClr val="172D48"/>
                </a:solidFill>
              </a:rPr>
              <a:t>addr</a:t>
            </a:r>
            <a:r>
              <a:rPr sz="1950" b="0" dirty="0">
                <a:solidFill>
                  <a:srgbClr val="172D48"/>
                </a:solidFill>
              </a:rPr>
              <a:t>: General 0x00~0x3F, Mirror 0x00~0x1E</a:t>
            </a:r>
          </a:p>
          <a:p>
            <a:pPr>
              <a:buNone/>
              <a:defRPr sz="1950" b="0">
                <a:solidFill>
                  <a:srgbClr val="172D48"/>
                </a:solidFill>
              </a:defRPr>
            </a:pPr>
            <a:r>
              <a:rPr sz="1950" b="0" dirty="0">
                <a:solidFill>
                  <a:srgbClr val="172D48"/>
                </a:solidFill>
              </a:rPr>
              <a:t>data: 0x000~0xFFF / 10진수 </a:t>
            </a:r>
            <a:r>
              <a:rPr sz="1950" b="0" dirty="0" err="1">
                <a:solidFill>
                  <a:srgbClr val="172D48"/>
                </a:solidFill>
              </a:rPr>
              <a:t>또는</a:t>
            </a:r>
            <a:r>
              <a:rPr sz="1950" b="0" dirty="0">
                <a:solidFill>
                  <a:srgbClr val="172D48"/>
                </a:solidFill>
              </a:rPr>
              <a:t> 0x </a:t>
            </a:r>
            <a:r>
              <a:rPr sz="1950" b="0" dirty="0" err="1">
                <a:solidFill>
                  <a:srgbClr val="172D48"/>
                </a:solidFill>
              </a:rPr>
              <a:t>접두어</a:t>
            </a:r>
            <a:r>
              <a:rPr sz="1950" b="0" dirty="0">
                <a:solidFill>
                  <a:srgbClr val="172D48"/>
                </a:solidFill>
              </a:rPr>
              <a:t> 16진수</a:t>
            </a:r>
          </a:p>
        </p:txBody>
      </p:sp>
    </p:spTree>
    <p:extLst>
      <p:ext uri="{BB962C8B-B14F-4D97-AF65-F5344CB8AC3E}">
        <p14:creationId xmlns:p14="http://schemas.microsoft.com/office/powerpoint/2010/main" val="174704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4C7C18D-DF45-4B47-8ECC-2A5CA8D7D94D}"/>
              </a:ext>
            </a:extLst>
          </p:cNvPr>
          <p:cNvSpPr>
            <a:spLocks noGrp="1"/>
          </p:cNvSpPr>
          <p:nvPr/>
        </p:nvSpPr>
        <p:spPr>
          <a:xfrm>
            <a:off x="619125" y="457200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2D48"/>
                </a:solidFill>
              </a:defRPr>
            </a:defPPr>
            <a:lvl1pPr>
              <a:buNone/>
              <a:defRPr sz="3150" b="1">
                <a:solidFill>
                  <a:srgbClr val="172D48"/>
                </a:solidFill>
              </a:defRPr>
            </a:lvl1pPr>
            <a:lvl2pPr>
              <a:buNone/>
              <a:defRPr sz="3150" b="1">
                <a:solidFill>
                  <a:srgbClr val="172D48"/>
                </a:solidFill>
              </a:defRPr>
            </a:lvl2pPr>
            <a:lvl3pPr>
              <a:buNone/>
              <a:defRPr sz="3150" b="1">
                <a:solidFill>
                  <a:srgbClr val="172D48"/>
                </a:solidFill>
              </a:defRPr>
            </a:lvl3pPr>
            <a:lvl4pPr>
              <a:buNone/>
              <a:defRPr sz="3150" b="1">
                <a:solidFill>
                  <a:srgbClr val="172D48"/>
                </a:solidFill>
              </a:defRPr>
            </a:lvl4pPr>
            <a:lvl5pPr>
              <a:buNone/>
              <a:defRPr sz="3150" b="1">
                <a:solidFill>
                  <a:srgbClr val="172D48"/>
                </a:solidFill>
              </a:defRPr>
            </a:lvl5pPr>
            <a:lvl6pPr>
              <a:buNone/>
              <a:defRPr sz="3150" b="1">
                <a:solidFill>
                  <a:srgbClr val="172D48"/>
                </a:solidFill>
              </a:defRPr>
            </a:lvl6pPr>
            <a:lvl7pPr>
              <a:buNone/>
              <a:defRPr sz="3150" b="1">
                <a:solidFill>
                  <a:srgbClr val="172D48"/>
                </a:solidFill>
              </a:defRPr>
            </a:lvl7pPr>
            <a:lvl8pPr>
              <a:buNone/>
              <a:defRPr sz="3150" b="1">
                <a:solidFill>
                  <a:srgbClr val="172D48"/>
                </a:solidFill>
              </a:defRPr>
            </a:lvl8pPr>
            <a:lvl9pPr>
              <a:buNone/>
              <a:defRPr sz="3150" b="1">
                <a:solidFill>
                  <a:srgbClr val="172D48"/>
                </a:solidFill>
              </a:defRPr>
            </a:lvl9pPr>
          </a:lstStyle>
          <a:p>
            <a:pPr>
              <a:buNone/>
              <a:defRPr sz="3150" b="1">
                <a:solidFill>
                  <a:srgbClr val="172D48"/>
                </a:solidFill>
              </a:defRPr>
            </a:pPr>
            <a:r>
              <a:rPr sz="3150" b="1">
                <a:solidFill>
                  <a:srgbClr val="172D48"/>
                </a:solidFill>
              </a:rPr>
              <a:t>레지스터 읽기 예시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674C78-13F7-4261-B2BB-E896233A8F9F}"/>
              </a:ext>
            </a:extLst>
          </p:cNvPr>
          <p:cNvSpPr>
            <a:spLocks noGrp="1"/>
          </p:cNvSpPr>
          <p:nvPr/>
        </p:nvSpPr>
        <p:spPr>
          <a:xfrm>
            <a:off x="619125" y="12192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>
                <a:solidFill>
                  <a:srgbClr val="172D48"/>
                </a:solidFill>
              </a:defRPr>
            </a:defPPr>
            <a:lvl1pPr>
              <a:buNone/>
              <a:defRPr sz="1875">
                <a:solidFill>
                  <a:srgbClr val="172D48"/>
                </a:solidFill>
              </a:defRPr>
            </a:lvl1pPr>
            <a:lvl2pPr>
              <a:buNone/>
              <a:defRPr sz="1875">
                <a:solidFill>
                  <a:srgbClr val="172D48"/>
                </a:solidFill>
              </a:defRPr>
            </a:lvl2pPr>
            <a:lvl3pPr>
              <a:buNone/>
              <a:defRPr sz="1875">
                <a:solidFill>
                  <a:srgbClr val="172D48"/>
                </a:solidFill>
              </a:defRPr>
            </a:lvl3pPr>
            <a:lvl4pPr>
              <a:buNone/>
              <a:defRPr sz="1875">
                <a:solidFill>
                  <a:srgbClr val="172D48"/>
                </a:solidFill>
              </a:defRPr>
            </a:lvl4pPr>
            <a:lvl5pPr>
              <a:buNone/>
              <a:defRPr sz="1875">
                <a:solidFill>
                  <a:srgbClr val="172D48"/>
                </a:solidFill>
              </a:defRPr>
            </a:lvl5pPr>
            <a:lvl6pPr>
              <a:buNone/>
              <a:defRPr sz="1875">
                <a:solidFill>
                  <a:srgbClr val="172D48"/>
                </a:solidFill>
              </a:defRPr>
            </a:lvl6pPr>
            <a:lvl7pPr>
              <a:buNone/>
              <a:defRPr sz="1875">
                <a:solidFill>
                  <a:srgbClr val="172D48"/>
                </a:solidFill>
              </a:defRPr>
            </a:lvl7pPr>
            <a:lvl8pPr>
              <a:buNone/>
              <a:defRPr sz="1875">
                <a:solidFill>
                  <a:srgbClr val="172D48"/>
                </a:solidFill>
              </a:defRPr>
            </a:lvl8pPr>
            <a:lvl9pPr>
              <a:buNone/>
              <a:defRPr sz="1875">
                <a:solidFill>
                  <a:srgbClr val="172D48"/>
                </a:solidFill>
              </a:defRPr>
            </a:lvl9pPr>
          </a:lstStyle>
          <a:p>
            <a:pPr>
              <a:buNone/>
              <a:defRPr sz="1875">
                <a:solidFill>
                  <a:srgbClr val="172D48"/>
                </a:solidFill>
              </a:defRPr>
            </a:pPr>
            <a:r>
              <a:rPr sz="1875" dirty="0">
                <a:solidFill>
                  <a:srgbClr val="172D48"/>
                </a:solidFill>
              </a:rPr>
              <a:t>bank 1은 General, bank 2는 </a:t>
            </a:r>
            <a:r>
              <a:rPr sz="1875" dirty="0" err="1">
                <a:solidFill>
                  <a:srgbClr val="172D48"/>
                </a:solidFill>
              </a:rPr>
              <a:t>Mirror입니다</a:t>
            </a:r>
            <a:r>
              <a:rPr sz="1875" dirty="0">
                <a:solidFill>
                  <a:srgbClr val="172D48"/>
                </a:solidFill>
              </a:rPr>
              <a:t>. 0은 </a:t>
            </a:r>
            <a:r>
              <a:rPr sz="1875" dirty="0" err="1">
                <a:solidFill>
                  <a:srgbClr val="172D48"/>
                </a:solidFill>
              </a:rPr>
              <a:t>사용법만</a:t>
            </a:r>
            <a:r>
              <a:rPr sz="1875" dirty="0">
                <a:solidFill>
                  <a:srgbClr val="172D48"/>
                </a:solidFill>
              </a:rPr>
              <a:t> </a:t>
            </a:r>
            <a:r>
              <a:rPr sz="1875" dirty="0" err="1">
                <a:solidFill>
                  <a:srgbClr val="172D48"/>
                </a:solidFill>
              </a:rPr>
              <a:t>표시합니다</a:t>
            </a:r>
            <a:r>
              <a:rPr sz="1875" dirty="0">
                <a:solidFill>
                  <a:srgbClr val="172D48"/>
                </a:solidFill>
              </a:rPr>
              <a:t>.</a:t>
            </a:r>
          </a:p>
          <a:p>
            <a:pPr>
              <a:buNone/>
              <a:defRPr sz="1875">
                <a:solidFill>
                  <a:srgbClr val="172D48"/>
                </a:solidFill>
              </a:defRPr>
            </a:pPr>
            <a:r>
              <a:rPr sz="1875" dirty="0" err="1">
                <a:solidFill>
                  <a:srgbClr val="172D48"/>
                </a:solidFill>
              </a:rPr>
              <a:t>읽은</a:t>
            </a:r>
            <a:r>
              <a:rPr sz="1875" dirty="0">
                <a:solidFill>
                  <a:srgbClr val="172D48"/>
                </a:solidFill>
              </a:rPr>
              <a:t> </a:t>
            </a:r>
            <a:r>
              <a:rPr sz="1875" dirty="0" err="1">
                <a:solidFill>
                  <a:srgbClr val="172D48"/>
                </a:solidFill>
              </a:rPr>
              <a:t>값은</a:t>
            </a:r>
            <a:r>
              <a:rPr sz="1875" dirty="0">
                <a:solidFill>
                  <a:srgbClr val="172D48"/>
                </a:solidFill>
              </a:rPr>
              <a:t> Data(10진수)와 0x 값(16진수)</a:t>
            </a:r>
            <a:r>
              <a:rPr sz="1875" dirty="0" err="1">
                <a:solidFill>
                  <a:srgbClr val="172D48"/>
                </a:solidFill>
              </a:rPr>
              <a:t>으로</a:t>
            </a:r>
            <a:r>
              <a:rPr sz="1875" dirty="0">
                <a:solidFill>
                  <a:srgbClr val="172D48"/>
                </a:solidFill>
              </a:rPr>
              <a:t> </a:t>
            </a:r>
            <a:r>
              <a:rPr sz="1875" dirty="0" err="1">
                <a:solidFill>
                  <a:srgbClr val="172D48"/>
                </a:solidFill>
              </a:rPr>
              <a:t>표시합니다</a:t>
            </a:r>
            <a:r>
              <a:rPr sz="1875" dirty="0">
                <a:solidFill>
                  <a:srgbClr val="172D48"/>
                </a:solidFill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BAF404-AA73-45A9-9C07-06F69956E968}"/>
              </a:ext>
            </a:extLst>
          </p:cNvPr>
          <p:cNvSpPr>
            <a:spLocks noGrp="1"/>
          </p:cNvSpPr>
          <p:nvPr/>
        </p:nvSpPr>
        <p:spPr>
          <a:xfrm>
            <a:off x="8334375" y="2333625"/>
            <a:ext cx="3238500" cy="3429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>
                <a:solidFill>
                  <a:srgbClr val="526376"/>
                </a:solidFill>
              </a:defRPr>
            </a:defPPr>
            <a:lvl1pPr>
              <a:buNone/>
              <a:defRPr sz="1575">
                <a:solidFill>
                  <a:srgbClr val="526376"/>
                </a:solidFill>
              </a:defRPr>
            </a:lvl1pPr>
            <a:lvl2pPr>
              <a:buNone/>
              <a:defRPr sz="1575">
                <a:solidFill>
                  <a:srgbClr val="526376"/>
                </a:solidFill>
              </a:defRPr>
            </a:lvl2pPr>
            <a:lvl3pPr>
              <a:buNone/>
              <a:defRPr sz="1575">
                <a:solidFill>
                  <a:srgbClr val="526376"/>
                </a:solidFill>
              </a:defRPr>
            </a:lvl3pPr>
            <a:lvl4pPr>
              <a:buNone/>
              <a:defRPr sz="1575">
                <a:solidFill>
                  <a:srgbClr val="526376"/>
                </a:solidFill>
              </a:defRPr>
            </a:lvl4pPr>
            <a:lvl5pPr>
              <a:buNone/>
              <a:defRPr sz="1575">
                <a:solidFill>
                  <a:srgbClr val="526376"/>
                </a:solidFill>
              </a:defRPr>
            </a:lvl5pPr>
            <a:lvl6pPr>
              <a:buNone/>
              <a:defRPr sz="1575">
                <a:solidFill>
                  <a:srgbClr val="526376"/>
                </a:solidFill>
              </a:defRPr>
            </a:lvl6pPr>
            <a:lvl7pPr>
              <a:buNone/>
              <a:defRPr sz="1575">
                <a:solidFill>
                  <a:srgbClr val="526376"/>
                </a:solidFill>
              </a:defRPr>
            </a:lvl7pPr>
            <a:lvl8pPr>
              <a:buNone/>
              <a:defRPr sz="1575">
                <a:solidFill>
                  <a:srgbClr val="526376"/>
                </a:solidFill>
              </a:defRPr>
            </a:lvl8pPr>
            <a:lvl9pPr>
              <a:buNone/>
              <a:defRPr sz="1575">
                <a:solidFill>
                  <a:srgbClr val="526376"/>
                </a:solidFill>
              </a:defRPr>
            </a:lvl9pPr>
          </a:lstStyle>
          <a:p>
            <a:pPr>
              <a:buNone/>
              <a:defRPr sz="1575">
                <a:solidFill>
                  <a:srgbClr val="526376"/>
                </a:solidFill>
              </a:defRPr>
            </a:pPr>
            <a:r>
              <a:rPr sz="1575" dirty="0" err="1">
                <a:solidFill>
                  <a:srgbClr val="526376"/>
                </a:solidFill>
              </a:rPr>
              <a:t>테라텀</a:t>
            </a:r>
            <a:r>
              <a:rPr sz="1575" dirty="0">
                <a:solidFill>
                  <a:srgbClr val="526376"/>
                </a:solidFill>
              </a:rPr>
              <a:t> </a:t>
            </a:r>
            <a:r>
              <a:rPr sz="1575" dirty="0" err="1">
                <a:solidFill>
                  <a:srgbClr val="526376"/>
                </a:solidFill>
              </a:rPr>
              <a:t>표시</a:t>
            </a:r>
            <a:r>
              <a:rPr sz="1575" dirty="0">
                <a:solidFill>
                  <a:srgbClr val="526376"/>
                </a:solidFill>
              </a:rPr>
              <a:t> </a:t>
            </a:r>
            <a:r>
              <a:rPr sz="1575" dirty="0" err="1">
                <a:solidFill>
                  <a:srgbClr val="526376"/>
                </a:solidFill>
              </a:rPr>
              <a:t>예시</a:t>
            </a:r>
            <a:endParaRPr sz="1575" dirty="0">
              <a:solidFill>
                <a:srgbClr val="526376"/>
              </a:solidFill>
            </a:endParaRPr>
          </a:p>
          <a:p>
            <a:endParaRPr sz="1575" dirty="0">
              <a:solidFill>
                <a:srgbClr val="526376"/>
              </a:solidFill>
            </a:endParaRPr>
          </a:p>
          <a:p>
            <a:pPr>
              <a:defRPr sz="1575">
                <a:solidFill>
                  <a:srgbClr val="526376"/>
                </a:solidFill>
              </a:defRPr>
            </a:pPr>
            <a:r>
              <a:rPr lang="ko-KR" altLang="en-US" dirty="0"/>
              <a:t>입력된 </a:t>
            </a:r>
            <a:r>
              <a:rPr lang="en-US" altLang="ko-KR" dirty="0"/>
              <a:t>bank</a:t>
            </a:r>
            <a:r>
              <a:rPr lang="ko-KR" altLang="en-US" dirty="0"/>
              <a:t>에 따라 </a:t>
            </a:r>
            <a:r>
              <a:rPr lang="en-US" altLang="ko-KR" dirty="0"/>
              <a:t>ADDR_EXT</a:t>
            </a:r>
            <a:r>
              <a:rPr lang="ko-KR" altLang="en-US" dirty="0"/>
              <a:t>는 자동으로 전환됩니다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dirty="0"/>
              <a:t>TESTMODE </a:t>
            </a:r>
            <a:r>
              <a:rPr lang="ko-KR" altLang="en-US" dirty="0"/>
              <a:t>진입은 별도 제어가 필요합니다</a:t>
            </a:r>
            <a:r>
              <a:rPr lang="en-US" altLang="ko-KR" dirty="0"/>
              <a:t>. </a:t>
            </a:r>
          </a:p>
          <a:p>
            <a:endParaRPr lang="en-US" sz="1575" dirty="0">
              <a:solidFill>
                <a:srgbClr val="526376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8D5DF6-DF4D-4390-BA6E-899EB797798A}"/>
              </a:ext>
            </a:extLst>
          </p:cNvPr>
          <p:cNvSpPr>
            <a:spLocks noGrp="1"/>
          </p:cNvSpPr>
          <p:nvPr/>
        </p:nvSpPr>
        <p:spPr>
          <a:xfrm>
            <a:off x="619125" y="6410325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>
                <a:solidFill>
                  <a:srgbClr val="526376"/>
                </a:solidFill>
              </a:defRPr>
            </a:defPPr>
            <a:lvl1pPr>
              <a:buNone/>
              <a:defRPr sz="1275">
                <a:solidFill>
                  <a:srgbClr val="526376"/>
                </a:solidFill>
              </a:defRPr>
            </a:lvl1pPr>
            <a:lvl2pPr>
              <a:buNone/>
              <a:defRPr sz="1275">
                <a:solidFill>
                  <a:srgbClr val="526376"/>
                </a:solidFill>
              </a:defRPr>
            </a:lvl2pPr>
            <a:lvl3pPr>
              <a:buNone/>
              <a:defRPr sz="1275">
                <a:solidFill>
                  <a:srgbClr val="526376"/>
                </a:solidFill>
              </a:defRPr>
            </a:lvl3pPr>
            <a:lvl4pPr>
              <a:buNone/>
              <a:defRPr sz="1275">
                <a:solidFill>
                  <a:srgbClr val="526376"/>
                </a:solidFill>
              </a:defRPr>
            </a:lvl4pPr>
            <a:lvl5pPr>
              <a:buNone/>
              <a:defRPr sz="1275">
                <a:solidFill>
                  <a:srgbClr val="526376"/>
                </a:solidFill>
              </a:defRPr>
            </a:lvl5pPr>
            <a:lvl6pPr>
              <a:buNone/>
              <a:defRPr sz="1275">
                <a:solidFill>
                  <a:srgbClr val="526376"/>
                </a:solidFill>
              </a:defRPr>
            </a:lvl6pPr>
            <a:lvl7pPr>
              <a:buNone/>
              <a:defRPr sz="1275">
                <a:solidFill>
                  <a:srgbClr val="526376"/>
                </a:solidFill>
              </a:defRPr>
            </a:lvl7pPr>
            <a:lvl8pPr>
              <a:buNone/>
              <a:defRPr sz="1275">
                <a:solidFill>
                  <a:srgbClr val="526376"/>
                </a:solidFill>
              </a:defRPr>
            </a:lvl8pPr>
            <a:lvl9pPr>
              <a:buNone/>
              <a:defRPr sz="1275">
                <a:solidFill>
                  <a:srgbClr val="526376"/>
                </a:solidFill>
              </a:defRPr>
            </a:lvl9pPr>
          </a:lstStyle>
          <a:p>
            <a:pPr>
              <a:buNone/>
              <a:defRPr sz="1275">
                <a:solidFill>
                  <a:srgbClr val="526376"/>
                </a:solidFill>
              </a:defRPr>
            </a:pPr>
            <a:r>
              <a:rPr sz="1275">
                <a:solidFill>
                  <a:srgbClr val="526376"/>
                </a:solidFill>
              </a:rPr>
              <a:t>ID601 TEST Board   /   고객사 보드 사용 매뉴얼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C30A12-F5F5-49C7-B540-FD6E139F2331}"/>
              </a:ext>
            </a:extLst>
          </p:cNvPr>
          <p:cNvSpPr>
            <a:spLocks noGrp="1"/>
          </p:cNvSpPr>
          <p:nvPr/>
        </p:nvSpPr>
        <p:spPr>
          <a:xfrm>
            <a:off x="620173" y="2143125"/>
            <a:ext cx="7332155" cy="4124325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125" b="0">
                <a:solidFill>
                  <a:srgbClr val="AAB4BF"/>
                </a:solidFill>
              </a:defRPr>
            </a:defPPr>
            <a:lvl1pPr>
              <a:defRPr sz="1125" b="0">
                <a:solidFill>
                  <a:srgbClr val="AAB4BF"/>
                </a:solidFill>
              </a:defRPr>
            </a:lvl1pPr>
            <a:lvl2pPr>
              <a:defRPr sz="1125" b="0">
                <a:solidFill>
                  <a:srgbClr val="AAB4BF"/>
                </a:solidFill>
              </a:defRPr>
            </a:lvl2pPr>
            <a:lvl3pPr>
              <a:defRPr sz="1125" b="0">
                <a:solidFill>
                  <a:srgbClr val="AAB4BF"/>
                </a:solidFill>
              </a:defRPr>
            </a:lvl3pPr>
            <a:lvl4pPr>
              <a:defRPr sz="1125" b="0">
                <a:solidFill>
                  <a:srgbClr val="AAB4BF"/>
                </a:solidFill>
              </a:defRPr>
            </a:lvl4pPr>
            <a:lvl5pPr>
              <a:defRPr sz="1125" b="0">
                <a:solidFill>
                  <a:srgbClr val="AAB4BF"/>
                </a:solidFill>
              </a:defRPr>
            </a:lvl5pPr>
            <a:lvl6pPr>
              <a:defRPr sz="1125" b="0">
                <a:solidFill>
                  <a:srgbClr val="AAB4BF"/>
                </a:solidFill>
              </a:defRPr>
            </a:lvl6pPr>
            <a:lvl7pPr>
              <a:defRPr sz="1125" b="0">
                <a:solidFill>
                  <a:srgbClr val="AAB4BF"/>
                </a:solidFill>
              </a:defRPr>
            </a:lvl7pPr>
            <a:lvl8pPr>
              <a:defRPr sz="1125" b="0">
                <a:solidFill>
                  <a:srgbClr val="AAB4BF"/>
                </a:solidFill>
              </a:defRPr>
            </a:lvl8pPr>
            <a:lvl9pPr>
              <a:defRPr sz="1125" b="0">
                <a:solidFill>
                  <a:srgbClr val="AAB4BF"/>
                </a:solidFill>
              </a:defRPr>
            </a:lvl9pPr>
          </a:lstStyle>
          <a:p>
            <a:pPr>
              <a:defRPr sz="1125" b="0">
                <a:solidFill>
                  <a:srgbClr val="AAB4BF"/>
                </a:solidFill>
              </a:defRPr>
            </a:pPr>
            <a:r>
              <a:rPr sz="1125" b="0">
                <a:solidFill>
                  <a:srgbClr val="AAB4BF"/>
                </a:solidFill>
              </a:rPr>
              <a:t>Tera Term / COM port / 115200 8N1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232F58-45C0-488C-8E5B-94C32A3A7A8A}"/>
              </a:ext>
            </a:extLst>
          </p:cNvPr>
          <p:cNvSpPr>
            <a:spLocks noGrp="1"/>
          </p:cNvSpPr>
          <p:nvPr/>
        </p:nvSpPr>
        <p:spPr>
          <a:xfrm>
            <a:off x="810673" y="2562225"/>
            <a:ext cx="7141655" cy="36290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ID601&gt; id601_read 0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[CLI] id601_read &lt;bank&gt; &lt;</a:t>
            </a:r>
            <a:r>
              <a:rPr lang="en-US" dirty="0" err="1"/>
              <a:t>ic</a:t>
            </a:r>
            <a:r>
              <a:rPr lang="en-US" dirty="0"/>
              <a:t>&gt; &lt;</a:t>
            </a:r>
            <a:r>
              <a:rPr lang="en-US" dirty="0" err="1"/>
              <a:t>addr</a:t>
            </a:r>
            <a:r>
              <a:rPr lang="en-US" dirty="0"/>
              <a:t>&gt;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Bank: 0/omitted=list, 1=General, 2=Mirror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IC: 1 to daisy length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Addr</a:t>
            </a:r>
            <a:r>
              <a:rPr lang="en-US" dirty="0"/>
              <a:t>: General 0x00-0x3F, Mirror 0x00-0x1E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ID601&gt; id601_read 1 1 0x18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[CLI] Successfully read from ID601 General register. (IC: 1, </a:t>
            </a:r>
            <a:r>
              <a:rPr lang="en-US" dirty="0" err="1"/>
              <a:t>Addr</a:t>
            </a:r>
            <a:r>
              <a:rPr lang="en-US" dirty="0"/>
              <a:t>: 24, Data: 799, 0x31F)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ID601&gt; id601_read 2 1 0x00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[CLI] Successfully read from ID601 Mirror register. (IC: 1, </a:t>
            </a:r>
            <a:r>
              <a:rPr lang="en-US" dirty="0" err="1"/>
              <a:t>Addr</a:t>
            </a:r>
            <a:r>
              <a:rPr lang="en-US" dirty="0"/>
              <a:t>: 0, Data: 257, 0x101)</a:t>
            </a:r>
            <a:endParaRPr sz="1425" b="0" dirty="0">
              <a:solidFill>
                <a:srgbClr val="73C9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349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F2C28CC-6431-483C-8CE6-7A69238D884D}"/>
              </a:ext>
            </a:extLst>
          </p:cNvPr>
          <p:cNvSpPr>
            <a:spLocks noGrp="1"/>
          </p:cNvSpPr>
          <p:nvPr/>
        </p:nvSpPr>
        <p:spPr>
          <a:xfrm>
            <a:off x="619125" y="457200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2D48"/>
                </a:solidFill>
              </a:defRPr>
            </a:defPPr>
            <a:lvl1pPr>
              <a:buNone/>
              <a:defRPr sz="3150" b="1">
                <a:solidFill>
                  <a:srgbClr val="172D48"/>
                </a:solidFill>
              </a:defRPr>
            </a:lvl1pPr>
            <a:lvl2pPr>
              <a:buNone/>
              <a:defRPr sz="3150" b="1">
                <a:solidFill>
                  <a:srgbClr val="172D48"/>
                </a:solidFill>
              </a:defRPr>
            </a:lvl2pPr>
            <a:lvl3pPr>
              <a:buNone/>
              <a:defRPr sz="3150" b="1">
                <a:solidFill>
                  <a:srgbClr val="172D48"/>
                </a:solidFill>
              </a:defRPr>
            </a:lvl3pPr>
            <a:lvl4pPr>
              <a:buNone/>
              <a:defRPr sz="3150" b="1">
                <a:solidFill>
                  <a:srgbClr val="172D48"/>
                </a:solidFill>
              </a:defRPr>
            </a:lvl4pPr>
            <a:lvl5pPr>
              <a:buNone/>
              <a:defRPr sz="3150" b="1">
                <a:solidFill>
                  <a:srgbClr val="172D48"/>
                </a:solidFill>
              </a:defRPr>
            </a:lvl5pPr>
            <a:lvl6pPr>
              <a:buNone/>
              <a:defRPr sz="3150" b="1">
                <a:solidFill>
                  <a:srgbClr val="172D48"/>
                </a:solidFill>
              </a:defRPr>
            </a:lvl6pPr>
            <a:lvl7pPr>
              <a:buNone/>
              <a:defRPr sz="3150" b="1">
                <a:solidFill>
                  <a:srgbClr val="172D48"/>
                </a:solidFill>
              </a:defRPr>
            </a:lvl7pPr>
            <a:lvl8pPr>
              <a:buNone/>
              <a:defRPr sz="3150" b="1">
                <a:solidFill>
                  <a:srgbClr val="172D48"/>
                </a:solidFill>
              </a:defRPr>
            </a:lvl8pPr>
            <a:lvl9pPr>
              <a:buNone/>
              <a:defRPr sz="3150" b="1">
                <a:solidFill>
                  <a:srgbClr val="172D48"/>
                </a:solidFill>
              </a:defRPr>
            </a:lvl9pPr>
          </a:lstStyle>
          <a:p>
            <a:pPr>
              <a:buNone/>
              <a:defRPr sz="3150" b="1">
                <a:solidFill>
                  <a:srgbClr val="172D48"/>
                </a:solidFill>
              </a:defRPr>
            </a:pPr>
            <a:r>
              <a:rPr sz="3150" b="1">
                <a:solidFill>
                  <a:srgbClr val="172D48"/>
                </a:solidFill>
              </a:rPr>
              <a:t>레지스터 쓰기와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BAC164-F454-4C45-B59E-52A7B45502E3}"/>
              </a:ext>
            </a:extLst>
          </p:cNvPr>
          <p:cNvSpPr>
            <a:spLocks noGrp="1"/>
          </p:cNvSpPr>
          <p:nvPr/>
        </p:nvSpPr>
        <p:spPr>
          <a:xfrm>
            <a:off x="619125" y="12192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>
                <a:solidFill>
                  <a:srgbClr val="172D48"/>
                </a:solidFill>
              </a:defRPr>
            </a:defPPr>
            <a:lvl1pPr>
              <a:buNone/>
              <a:defRPr sz="1875">
                <a:solidFill>
                  <a:srgbClr val="172D48"/>
                </a:solidFill>
              </a:defRPr>
            </a:lvl1pPr>
            <a:lvl2pPr>
              <a:buNone/>
              <a:defRPr sz="1875">
                <a:solidFill>
                  <a:srgbClr val="172D48"/>
                </a:solidFill>
              </a:defRPr>
            </a:lvl2pPr>
            <a:lvl3pPr>
              <a:buNone/>
              <a:defRPr sz="1875">
                <a:solidFill>
                  <a:srgbClr val="172D48"/>
                </a:solidFill>
              </a:defRPr>
            </a:lvl3pPr>
            <a:lvl4pPr>
              <a:buNone/>
              <a:defRPr sz="1875">
                <a:solidFill>
                  <a:srgbClr val="172D48"/>
                </a:solidFill>
              </a:defRPr>
            </a:lvl4pPr>
            <a:lvl5pPr>
              <a:buNone/>
              <a:defRPr sz="1875">
                <a:solidFill>
                  <a:srgbClr val="172D48"/>
                </a:solidFill>
              </a:defRPr>
            </a:lvl5pPr>
            <a:lvl6pPr>
              <a:buNone/>
              <a:defRPr sz="1875">
                <a:solidFill>
                  <a:srgbClr val="172D48"/>
                </a:solidFill>
              </a:defRPr>
            </a:lvl6pPr>
            <a:lvl7pPr>
              <a:buNone/>
              <a:defRPr sz="1875">
                <a:solidFill>
                  <a:srgbClr val="172D48"/>
                </a:solidFill>
              </a:defRPr>
            </a:lvl7pPr>
            <a:lvl8pPr>
              <a:buNone/>
              <a:defRPr sz="1875">
                <a:solidFill>
                  <a:srgbClr val="172D48"/>
                </a:solidFill>
              </a:defRPr>
            </a:lvl8pPr>
            <a:lvl9pPr>
              <a:buNone/>
              <a:defRPr sz="1875">
                <a:solidFill>
                  <a:srgbClr val="172D48"/>
                </a:solidFill>
              </a:defRPr>
            </a:lvl9pPr>
          </a:lstStyle>
          <a:p>
            <a:pPr>
              <a:buNone/>
              <a:defRPr sz="1875">
                <a:solidFill>
                  <a:srgbClr val="172D48"/>
                </a:solidFill>
              </a:defRPr>
            </a:pPr>
            <a:r>
              <a:rPr sz="1875">
                <a:solidFill>
                  <a:srgbClr val="172D48"/>
                </a:solidFill>
              </a:rPr>
              <a:t>아래 주소·값은 명령 형식 예시입니다. 지정된 구동 조건에 맞춰 변경합니다.</a:t>
            </a:r>
          </a:p>
          <a:p>
            <a:pPr>
              <a:buNone/>
              <a:defRPr sz="1875">
                <a:solidFill>
                  <a:srgbClr val="172D48"/>
                </a:solidFill>
              </a:defRPr>
            </a:pPr>
            <a:r>
              <a:rPr sz="1875">
                <a:solidFill>
                  <a:srgbClr val="172D48"/>
                </a:solidFill>
              </a:rPr>
              <a:t>쓰기 후 같은 주소를 읽어 적용 결과를 확인합니다.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BC9162-FC59-4E8B-97B4-B3F4EF42D73E}"/>
              </a:ext>
            </a:extLst>
          </p:cNvPr>
          <p:cNvSpPr>
            <a:spLocks noGrp="1"/>
          </p:cNvSpPr>
          <p:nvPr/>
        </p:nvSpPr>
        <p:spPr>
          <a:xfrm>
            <a:off x="619125" y="6410325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>
                <a:solidFill>
                  <a:srgbClr val="526376"/>
                </a:solidFill>
              </a:defRPr>
            </a:defPPr>
            <a:lvl1pPr>
              <a:buNone/>
              <a:defRPr sz="1275">
                <a:solidFill>
                  <a:srgbClr val="526376"/>
                </a:solidFill>
              </a:defRPr>
            </a:lvl1pPr>
            <a:lvl2pPr>
              <a:buNone/>
              <a:defRPr sz="1275">
                <a:solidFill>
                  <a:srgbClr val="526376"/>
                </a:solidFill>
              </a:defRPr>
            </a:lvl2pPr>
            <a:lvl3pPr>
              <a:buNone/>
              <a:defRPr sz="1275">
                <a:solidFill>
                  <a:srgbClr val="526376"/>
                </a:solidFill>
              </a:defRPr>
            </a:lvl3pPr>
            <a:lvl4pPr>
              <a:buNone/>
              <a:defRPr sz="1275">
                <a:solidFill>
                  <a:srgbClr val="526376"/>
                </a:solidFill>
              </a:defRPr>
            </a:lvl4pPr>
            <a:lvl5pPr>
              <a:buNone/>
              <a:defRPr sz="1275">
                <a:solidFill>
                  <a:srgbClr val="526376"/>
                </a:solidFill>
              </a:defRPr>
            </a:lvl5pPr>
            <a:lvl6pPr>
              <a:buNone/>
              <a:defRPr sz="1275">
                <a:solidFill>
                  <a:srgbClr val="526376"/>
                </a:solidFill>
              </a:defRPr>
            </a:lvl6pPr>
            <a:lvl7pPr>
              <a:buNone/>
              <a:defRPr sz="1275">
                <a:solidFill>
                  <a:srgbClr val="526376"/>
                </a:solidFill>
              </a:defRPr>
            </a:lvl7pPr>
            <a:lvl8pPr>
              <a:buNone/>
              <a:defRPr sz="1275">
                <a:solidFill>
                  <a:srgbClr val="526376"/>
                </a:solidFill>
              </a:defRPr>
            </a:lvl8pPr>
            <a:lvl9pPr>
              <a:buNone/>
              <a:defRPr sz="1275">
                <a:solidFill>
                  <a:srgbClr val="526376"/>
                </a:solidFill>
              </a:defRPr>
            </a:lvl9pPr>
          </a:lstStyle>
          <a:p>
            <a:pPr>
              <a:buNone/>
              <a:defRPr sz="1275">
                <a:solidFill>
                  <a:srgbClr val="526376"/>
                </a:solidFill>
              </a:defRPr>
            </a:pPr>
            <a:r>
              <a:rPr sz="1275">
                <a:solidFill>
                  <a:srgbClr val="526376"/>
                </a:solidFill>
              </a:rPr>
              <a:t>ID601 TEST Board   /   고객사 보드 사용 매뉴얼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B7A39B-3CEC-460E-8E34-B8EA30318764}"/>
              </a:ext>
            </a:extLst>
          </p:cNvPr>
          <p:cNvSpPr>
            <a:spLocks noGrp="1"/>
          </p:cNvSpPr>
          <p:nvPr/>
        </p:nvSpPr>
        <p:spPr>
          <a:xfrm>
            <a:off x="620173" y="2143125"/>
            <a:ext cx="7332155" cy="4124325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125" b="0">
                <a:solidFill>
                  <a:srgbClr val="AAB4BF"/>
                </a:solidFill>
              </a:defRPr>
            </a:defPPr>
            <a:lvl1pPr>
              <a:defRPr sz="1125" b="0">
                <a:solidFill>
                  <a:srgbClr val="AAB4BF"/>
                </a:solidFill>
              </a:defRPr>
            </a:lvl1pPr>
            <a:lvl2pPr>
              <a:defRPr sz="1125" b="0">
                <a:solidFill>
                  <a:srgbClr val="AAB4BF"/>
                </a:solidFill>
              </a:defRPr>
            </a:lvl2pPr>
            <a:lvl3pPr>
              <a:defRPr sz="1125" b="0">
                <a:solidFill>
                  <a:srgbClr val="AAB4BF"/>
                </a:solidFill>
              </a:defRPr>
            </a:lvl3pPr>
            <a:lvl4pPr>
              <a:defRPr sz="1125" b="0">
                <a:solidFill>
                  <a:srgbClr val="AAB4BF"/>
                </a:solidFill>
              </a:defRPr>
            </a:lvl4pPr>
            <a:lvl5pPr>
              <a:defRPr sz="1125" b="0">
                <a:solidFill>
                  <a:srgbClr val="AAB4BF"/>
                </a:solidFill>
              </a:defRPr>
            </a:lvl5pPr>
            <a:lvl6pPr>
              <a:defRPr sz="1125" b="0">
                <a:solidFill>
                  <a:srgbClr val="AAB4BF"/>
                </a:solidFill>
              </a:defRPr>
            </a:lvl6pPr>
            <a:lvl7pPr>
              <a:defRPr sz="1125" b="0">
                <a:solidFill>
                  <a:srgbClr val="AAB4BF"/>
                </a:solidFill>
              </a:defRPr>
            </a:lvl7pPr>
            <a:lvl8pPr>
              <a:defRPr sz="1125" b="0">
                <a:solidFill>
                  <a:srgbClr val="AAB4BF"/>
                </a:solidFill>
              </a:defRPr>
            </a:lvl8pPr>
            <a:lvl9pPr>
              <a:defRPr sz="1125" b="0">
                <a:solidFill>
                  <a:srgbClr val="AAB4BF"/>
                </a:solidFill>
              </a:defRPr>
            </a:lvl9pPr>
          </a:lstStyle>
          <a:p>
            <a:pPr>
              <a:defRPr sz="1125" b="0">
                <a:solidFill>
                  <a:srgbClr val="AAB4BF"/>
                </a:solidFill>
              </a:defRPr>
            </a:pPr>
            <a:r>
              <a:rPr sz="1125" b="0">
                <a:solidFill>
                  <a:srgbClr val="AAB4BF"/>
                </a:solidFill>
              </a:rPr>
              <a:t>Tera Term / COM port / 115200 8N1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86D5F2-C8F0-4DCE-9E63-EE2EAEF7D465}"/>
              </a:ext>
            </a:extLst>
          </p:cNvPr>
          <p:cNvSpPr>
            <a:spLocks noGrp="1"/>
          </p:cNvSpPr>
          <p:nvPr/>
        </p:nvSpPr>
        <p:spPr>
          <a:xfrm>
            <a:off x="810673" y="2562225"/>
            <a:ext cx="7141655" cy="36290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ID601&gt; id601_write 0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[CLI] id601_write &lt;bank&gt; &lt;</a:t>
            </a:r>
            <a:r>
              <a:rPr lang="en-US" dirty="0" err="1"/>
              <a:t>ic</a:t>
            </a:r>
            <a:r>
              <a:rPr lang="en-US" dirty="0"/>
              <a:t>&gt; &lt;</a:t>
            </a:r>
            <a:r>
              <a:rPr lang="en-US" dirty="0" err="1"/>
              <a:t>addr</a:t>
            </a:r>
            <a:r>
              <a:rPr lang="en-US" dirty="0"/>
              <a:t>&gt; &lt;data&gt;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Bank: 0/omitted=list, 1=General, 2=Mirror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IC: 1 to daisy length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</a:t>
            </a:r>
            <a:r>
              <a:rPr lang="en-US" dirty="0" err="1"/>
              <a:t>Addr</a:t>
            </a:r>
            <a:r>
              <a:rPr lang="en-US" dirty="0"/>
              <a:t>: General 0x00-0x3F, Mirror 0x00-0x1E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Data: 0x000-0xFFF (decimal or 0x hex)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ID601&gt; id601_write 1 1 0x05 0xfff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[CLI] Successfully wrote to ID601 General register. (IC: 1, </a:t>
            </a:r>
            <a:r>
              <a:rPr lang="en-US" dirty="0" err="1"/>
              <a:t>Addr</a:t>
            </a:r>
            <a:r>
              <a:rPr lang="en-US" dirty="0"/>
              <a:t>: 5, Data: 4095, 0xFFF 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ID601&gt; id601_read 1 1 0x05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dirty="0"/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dirty="0"/>
              <a:t>    [CLI] Successfully read from ID601 General register. (IC: 1, </a:t>
            </a:r>
            <a:r>
              <a:rPr lang="en-US" dirty="0" err="1"/>
              <a:t>Addr</a:t>
            </a:r>
            <a:r>
              <a:rPr lang="en-US" dirty="0"/>
              <a:t>: 5, Data: 4095, 0xFFF)</a:t>
            </a:r>
            <a:endParaRPr sz="1425" b="0" dirty="0">
              <a:solidFill>
                <a:srgbClr val="73C98C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6FB956-D0EC-2460-F16B-9621300CB250}"/>
              </a:ext>
            </a:extLst>
          </p:cNvPr>
          <p:cNvSpPr>
            <a:spLocks noGrp="1"/>
          </p:cNvSpPr>
          <p:nvPr/>
        </p:nvSpPr>
        <p:spPr>
          <a:xfrm>
            <a:off x="8334375" y="2333625"/>
            <a:ext cx="3238500" cy="3429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>
                <a:solidFill>
                  <a:srgbClr val="526376"/>
                </a:solidFill>
              </a:defRPr>
            </a:defPPr>
            <a:lvl1pPr>
              <a:buNone/>
              <a:defRPr sz="1575">
                <a:solidFill>
                  <a:srgbClr val="526376"/>
                </a:solidFill>
              </a:defRPr>
            </a:lvl1pPr>
            <a:lvl2pPr>
              <a:buNone/>
              <a:defRPr sz="1575">
                <a:solidFill>
                  <a:srgbClr val="526376"/>
                </a:solidFill>
              </a:defRPr>
            </a:lvl2pPr>
            <a:lvl3pPr>
              <a:buNone/>
              <a:defRPr sz="1575">
                <a:solidFill>
                  <a:srgbClr val="526376"/>
                </a:solidFill>
              </a:defRPr>
            </a:lvl3pPr>
            <a:lvl4pPr>
              <a:buNone/>
              <a:defRPr sz="1575">
                <a:solidFill>
                  <a:srgbClr val="526376"/>
                </a:solidFill>
              </a:defRPr>
            </a:lvl4pPr>
            <a:lvl5pPr>
              <a:buNone/>
              <a:defRPr sz="1575">
                <a:solidFill>
                  <a:srgbClr val="526376"/>
                </a:solidFill>
              </a:defRPr>
            </a:lvl5pPr>
            <a:lvl6pPr>
              <a:buNone/>
              <a:defRPr sz="1575">
                <a:solidFill>
                  <a:srgbClr val="526376"/>
                </a:solidFill>
              </a:defRPr>
            </a:lvl6pPr>
            <a:lvl7pPr>
              <a:buNone/>
              <a:defRPr sz="1575">
                <a:solidFill>
                  <a:srgbClr val="526376"/>
                </a:solidFill>
              </a:defRPr>
            </a:lvl7pPr>
            <a:lvl8pPr>
              <a:buNone/>
              <a:defRPr sz="1575">
                <a:solidFill>
                  <a:srgbClr val="526376"/>
                </a:solidFill>
              </a:defRPr>
            </a:lvl8pPr>
            <a:lvl9pPr>
              <a:buNone/>
              <a:defRPr sz="1575">
                <a:solidFill>
                  <a:srgbClr val="526376"/>
                </a:solidFill>
              </a:defRPr>
            </a:lvl9pPr>
          </a:lstStyle>
          <a:p>
            <a:pPr>
              <a:buNone/>
              <a:defRPr sz="1575">
                <a:solidFill>
                  <a:srgbClr val="526376"/>
                </a:solidFill>
              </a:defRPr>
            </a:pPr>
            <a:r>
              <a:rPr sz="1575" dirty="0" err="1">
                <a:solidFill>
                  <a:srgbClr val="526376"/>
                </a:solidFill>
              </a:rPr>
              <a:t>테라텀</a:t>
            </a:r>
            <a:r>
              <a:rPr sz="1575" dirty="0">
                <a:solidFill>
                  <a:srgbClr val="526376"/>
                </a:solidFill>
              </a:rPr>
              <a:t> </a:t>
            </a:r>
            <a:r>
              <a:rPr sz="1575" dirty="0" err="1">
                <a:solidFill>
                  <a:srgbClr val="526376"/>
                </a:solidFill>
              </a:rPr>
              <a:t>표시</a:t>
            </a:r>
            <a:r>
              <a:rPr sz="1575" dirty="0">
                <a:solidFill>
                  <a:srgbClr val="526376"/>
                </a:solidFill>
              </a:rPr>
              <a:t> </a:t>
            </a:r>
            <a:r>
              <a:rPr sz="1575" dirty="0" err="1">
                <a:solidFill>
                  <a:srgbClr val="526376"/>
                </a:solidFill>
              </a:rPr>
              <a:t>예시</a:t>
            </a:r>
            <a:endParaRPr sz="1575" dirty="0">
              <a:solidFill>
                <a:srgbClr val="526376"/>
              </a:solidFill>
            </a:endParaRPr>
          </a:p>
          <a:p>
            <a:endParaRPr sz="1575" dirty="0">
              <a:solidFill>
                <a:srgbClr val="526376"/>
              </a:solidFill>
            </a:endParaRPr>
          </a:p>
          <a:p>
            <a:pPr>
              <a:buNone/>
              <a:defRPr sz="1575">
                <a:solidFill>
                  <a:srgbClr val="526376"/>
                </a:solidFill>
              </a:defRPr>
            </a:pPr>
            <a:r>
              <a:rPr lang="ko-KR" altLang="en-US" dirty="0"/>
              <a:t>입력된 </a:t>
            </a:r>
            <a:r>
              <a:rPr lang="en-US" altLang="ko-KR" dirty="0"/>
              <a:t>bank</a:t>
            </a:r>
            <a:r>
              <a:rPr lang="ko-KR" altLang="en-US" dirty="0"/>
              <a:t>에 따라 </a:t>
            </a:r>
            <a:r>
              <a:rPr lang="en-US" altLang="ko-KR" dirty="0"/>
              <a:t>ADDR_EXT</a:t>
            </a:r>
            <a:r>
              <a:rPr lang="ko-KR" altLang="en-US" dirty="0"/>
              <a:t>는 자동으로 전환됩니다</a:t>
            </a:r>
            <a:r>
              <a:rPr lang="en-US" altLang="ko-KR" dirty="0"/>
              <a:t>.</a:t>
            </a:r>
            <a:endParaRPr sz="1575" dirty="0">
              <a:solidFill>
                <a:srgbClr val="526376"/>
              </a:solidFill>
            </a:endParaRPr>
          </a:p>
          <a:p>
            <a:endParaRPr lang="en-US" dirty="0"/>
          </a:p>
          <a:p>
            <a:r>
              <a:rPr lang="en-US" sz="1575" dirty="0">
                <a:solidFill>
                  <a:srgbClr val="526376"/>
                </a:solidFill>
              </a:rPr>
              <a:t>TESTMODE </a:t>
            </a:r>
            <a:r>
              <a:rPr lang="ko-KR" altLang="en-US" sz="1575" dirty="0">
                <a:solidFill>
                  <a:srgbClr val="526376"/>
                </a:solidFill>
              </a:rPr>
              <a:t>진입은 별도 제어가 필요합니다</a:t>
            </a:r>
            <a:r>
              <a:rPr lang="en-US" altLang="ko-KR" sz="1575" dirty="0">
                <a:solidFill>
                  <a:srgbClr val="526376"/>
                </a:solidFill>
              </a:rPr>
              <a:t>. </a:t>
            </a:r>
            <a:endParaRPr lang="en-US" sz="1575" dirty="0">
              <a:solidFill>
                <a:srgbClr val="5263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083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A7683DB-3CCB-485B-8D9A-EFEA24F9D1CA}"/>
              </a:ext>
            </a:extLst>
          </p:cNvPr>
          <p:cNvSpPr>
            <a:spLocks noGrp="1"/>
          </p:cNvSpPr>
          <p:nvPr/>
        </p:nvSpPr>
        <p:spPr>
          <a:xfrm>
            <a:off x="619125" y="457200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2D48"/>
                </a:solidFill>
              </a:defRPr>
            </a:defPPr>
            <a:lvl1pPr>
              <a:buNone/>
              <a:defRPr sz="3150" b="1">
                <a:solidFill>
                  <a:srgbClr val="172D48"/>
                </a:solidFill>
              </a:defRPr>
            </a:lvl1pPr>
            <a:lvl2pPr>
              <a:buNone/>
              <a:defRPr sz="3150" b="1">
                <a:solidFill>
                  <a:srgbClr val="172D48"/>
                </a:solidFill>
              </a:defRPr>
            </a:lvl2pPr>
            <a:lvl3pPr>
              <a:buNone/>
              <a:defRPr sz="3150" b="1">
                <a:solidFill>
                  <a:srgbClr val="172D48"/>
                </a:solidFill>
              </a:defRPr>
            </a:lvl3pPr>
            <a:lvl4pPr>
              <a:buNone/>
              <a:defRPr sz="3150" b="1">
                <a:solidFill>
                  <a:srgbClr val="172D48"/>
                </a:solidFill>
              </a:defRPr>
            </a:lvl4pPr>
            <a:lvl5pPr>
              <a:buNone/>
              <a:defRPr sz="3150" b="1">
                <a:solidFill>
                  <a:srgbClr val="172D48"/>
                </a:solidFill>
              </a:defRPr>
            </a:lvl5pPr>
            <a:lvl6pPr>
              <a:buNone/>
              <a:defRPr sz="3150" b="1">
                <a:solidFill>
                  <a:srgbClr val="172D48"/>
                </a:solidFill>
              </a:defRPr>
            </a:lvl6pPr>
            <a:lvl7pPr>
              <a:buNone/>
              <a:defRPr sz="3150" b="1">
                <a:solidFill>
                  <a:srgbClr val="172D48"/>
                </a:solidFill>
              </a:defRPr>
            </a:lvl7pPr>
            <a:lvl8pPr>
              <a:buNone/>
              <a:defRPr sz="3150" b="1">
                <a:solidFill>
                  <a:srgbClr val="172D48"/>
                </a:solidFill>
              </a:defRPr>
            </a:lvl8pPr>
            <a:lvl9pPr>
              <a:buNone/>
              <a:defRPr sz="3150" b="1">
                <a:solidFill>
                  <a:srgbClr val="172D48"/>
                </a:solidFill>
              </a:defRPr>
            </a:lvl9pPr>
          </a:lstStyle>
          <a:p>
            <a:pPr>
              <a:buNone/>
              <a:defRPr sz="3150" b="1">
                <a:solidFill>
                  <a:srgbClr val="172D48"/>
                </a:solidFill>
              </a:defRPr>
            </a:pPr>
            <a:r>
              <a:rPr sz="3150" b="1">
                <a:solidFill>
                  <a:srgbClr val="172D48"/>
                </a:solidFill>
              </a:rPr>
              <a:t>동기 명령과 작업 종료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A57C08-EA58-49E3-8615-AEF9A97A69C6}"/>
              </a:ext>
            </a:extLst>
          </p:cNvPr>
          <p:cNvSpPr>
            <a:spLocks noGrp="1"/>
          </p:cNvSpPr>
          <p:nvPr/>
        </p:nvSpPr>
        <p:spPr>
          <a:xfrm>
            <a:off x="619125" y="12192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>
                <a:solidFill>
                  <a:srgbClr val="172D48"/>
                </a:solidFill>
              </a:defRPr>
            </a:defPPr>
            <a:lvl1pPr>
              <a:buNone/>
              <a:defRPr sz="1875">
                <a:solidFill>
                  <a:srgbClr val="172D48"/>
                </a:solidFill>
              </a:defRPr>
            </a:lvl1pPr>
            <a:lvl2pPr>
              <a:buNone/>
              <a:defRPr sz="1875">
                <a:solidFill>
                  <a:srgbClr val="172D48"/>
                </a:solidFill>
              </a:defRPr>
            </a:lvl2pPr>
            <a:lvl3pPr>
              <a:buNone/>
              <a:defRPr sz="1875">
                <a:solidFill>
                  <a:srgbClr val="172D48"/>
                </a:solidFill>
              </a:defRPr>
            </a:lvl3pPr>
            <a:lvl4pPr>
              <a:buNone/>
              <a:defRPr sz="1875">
                <a:solidFill>
                  <a:srgbClr val="172D48"/>
                </a:solidFill>
              </a:defRPr>
            </a:lvl4pPr>
            <a:lvl5pPr>
              <a:buNone/>
              <a:defRPr sz="1875">
                <a:solidFill>
                  <a:srgbClr val="172D48"/>
                </a:solidFill>
              </a:defRPr>
            </a:lvl5pPr>
            <a:lvl6pPr>
              <a:buNone/>
              <a:defRPr sz="1875">
                <a:solidFill>
                  <a:srgbClr val="172D48"/>
                </a:solidFill>
              </a:defRPr>
            </a:lvl6pPr>
            <a:lvl7pPr>
              <a:buNone/>
              <a:defRPr sz="1875">
                <a:solidFill>
                  <a:srgbClr val="172D48"/>
                </a:solidFill>
              </a:defRPr>
            </a:lvl7pPr>
            <a:lvl8pPr>
              <a:buNone/>
              <a:defRPr sz="1875">
                <a:solidFill>
                  <a:srgbClr val="172D48"/>
                </a:solidFill>
              </a:defRPr>
            </a:lvl8pPr>
            <a:lvl9pPr>
              <a:buNone/>
              <a:defRPr sz="1875">
                <a:solidFill>
                  <a:srgbClr val="172D48"/>
                </a:solidFill>
              </a:defRPr>
            </a:lvl9pPr>
          </a:lstStyle>
          <a:p>
            <a:pPr>
              <a:buNone/>
              <a:defRPr sz="1875">
                <a:solidFill>
                  <a:srgbClr val="172D48"/>
                </a:solidFill>
              </a:defRPr>
            </a:pPr>
            <a:r>
              <a:rPr sz="1875">
                <a:solidFill>
                  <a:srgbClr val="172D48"/>
                </a:solidFill>
              </a:rPr>
              <a:t>id601_command 0은 목록 표시, 1은 SYNC 생성, 2는 ID 생성입니다.</a:t>
            </a:r>
          </a:p>
          <a:p>
            <a:pPr>
              <a:buNone/>
              <a:defRPr sz="1875">
                <a:solidFill>
                  <a:srgbClr val="172D48"/>
                </a:solidFill>
              </a:defRPr>
            </a:pPr>
            <a:r>
              <a:rPr sz="1875">
                <a:solidFill>
                  <a:srgbClr val="172D48"/>
                </a:solidFill>
              </a:rPr>
              <a:t>종료 시 VCC를 끄고, reset 후에는 board_type 2 를 다시 설정합니다.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566D7-D562-44CD-8933-BC5888AC3BB8}"/>
              </a:ext>
            </a:extLst>
          </p:cNvPr>
          <p:cNvSpPr>
            <a:spLocks noGrp="1"/>
          </p:cNvSpPr>
          <p:nvPr/>
        </p:nvSpPr>
        <p:spPr>
          <a:xfrm>
            <a:off x="8334375" y="2333625"/>
            <a:ext cx="3238500" cy="3429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>
                <a:solidFill>
                  <a:srgbClr val="526376"/>
                </a:solidFill>
              </a:defRPr>
            </a:defPPr>
            <a:lvl1pPr>
              <a:buNone/>
              <a:defRPr sz="1575">
                <a:solidFill>
                  <a:srgbClr val="526376"/>
                </a:solidFill>
              </a:defRPr>
            </a:lvl1pPr>
            <a:lvl2pPr>
              <a:buNone/>
              <a:defRPr sz="1575">
                <a:solidFill>
                  <a:srgbClr val="526376"/>
                </a:solidFill>
              </a:defRPr>
            </a:lvl2pPr>
            <a:lvl3pPr>
              <a:buNone/>
              <a:defRPr sz="1575">
                <a:solidFill>
                  <a:srgbClr val="526376"/>
                </a:solidFill>
              </a:defRPr>
            </a:lvl3pPr>
            <a:lvl4pPr>
              <a:buNone/>
              <a:defRPr sz="1575">
                <a:solidFill>
                  <a:srgbClr val="526376"/>
                </a:solidFill>
              </a:defRPr>
            </a:lvl4pPr>
            <a:lvl5pPr>
              <a:buNone/>
              <a:defRPr sz="1575">
                <a:solidFill>
                  <a:srgbClr val="526376"/>
                </a:solidFill>
              </a:defRPr>
            </a:lvl5pPr>
            <a:lvl6pPr>
              <a:buNone/>
              <a:defRPr sz="1575">
                <a:solidFill>
                  <a:srgbClr val="526376"/>
                </a:solidFill>
              </a:defRPr>
            </a:lvl6pPr>
            <a:lvl7pPr>
              <a:buNone/>
              <a:defRPr sz="1575">
                <a:solidFill>
                  <a:srgbClr val="526376"/>
                </a:solidFill>
              </a:defRPr>
            </a:lvl7pPr>
            <a:lvl8pPr>
              <a:buNone/>
              <a:defRPr sz="1575">
                <a:solidFill>
                  <a:srgbClr val="526376"/>
                </a:solidFill>
              </a:defRPr>
            </a:lvl8pPr>
            <a:lvl9pPr>
              <a:buNone/>
              <a:defRPr sz="1575">
                <a:solidFill>
                  <a:srgbClr val="526376"/>
                </a:solidFill>
              </a:defRPr>
            </a:lvl9pPr>
          </a:lstStyle>
          <a:p>
            <a:pPr>
              <a:buNone/>
              <a:defRPr sz="1575">
                <a:solidFill>
                  <a:srgbClr val="526376"/>
                </a:solidFill>
              </a:defRPr>
            </a:pPr>
            <a:r>
              <a:rPr sz="1575">
                <a:solidFill>
                  <a:srgbClr val="526376"/>
                </a:solidFill>
              </a:rPr>
              <a:t>테라텀 표시 예시</a:t>
            </a:r>
          </a:p>
          <a:p>
            <a:endParaRPr sz="1575">
              <a:solidFill>
                <a:srgbClr val="526376"/>
              </a:solidFill>
            </a:endParaRPr>
          </a:p>
          <a:p>
            <a:pPr>
              <a:buNone/>
              <a:defRPr sz="1575">
                <a:solidFill>
                  <a:srgbClr val="526376"/>
                </a:solidFill>
              </a:defRPr>
            </a:pPr>
            <a:r>
              <a:rPr sz="1575">
                <a:solidFill>
                  <a:srgbClr val="526376"/>
                </a:solidFill>
              </a:rPr>
              <a:t>실제 장비 캡처가 아닌</a:t>
            </a:r>
          </a:p>
          <a:p>
            <a:pPr>
              <a:buNone/>
              <a:defRPr sz="1575">
                <a:solidFill>
                  <a:srgbClr val="526376"/>
                </a:solidFill>
              </a:defRPr>
            </a:pPr>
            <a:r>
              <a:rPr sz="1575">
                <a:solidFill>
                  <a:srgbClr val="526376"/>
                </a:solidFill>
              </a:rPr>
              <a:t>코드 출력 기반 재구성입니다.</a:t>
            </a:r>
          </a:p>
          <a:p>
            <a:endParaRPr sz="1575">
              <a:solidFill>
                <a:srgbClr val="526376"/>
              </a:solidFill>
            </a:endParaRPr>
          </a:p>
          <a:p>
            <a:pPr>
              <a:buNone/>
              <a:defRPr sz="1575">
                <a:solidFill>
                  <a:srgbClr val="526376"/>
                </a:solidFill>
              </a:defRPr>
            </a:pPr>
            <a:r>
              <a:rPr sz="1575">
                <a:solidFill>
                  <a:srgbClr val="526376"/>
                </a:solidFill>
              </a:rPr>
              <a:t>긴 줄은 줄바꿈했으며</a:t>
            </a:r>
          </a:p>
          <a:p>
            <a:pPr>
              <a:buNone/>
              <a:defRPr sz="1575">
                <a:solidFill>
                  <a:srgbClr val="526376"/>
                </a:solidFill>
              </a:defRPr>
            </a:pPr>
            <a:r>
              <a:rPr sz="1575">
                <a:solidFill>
                  <a:srgbClr val="526376"/>
                </a:solidFill>
              </a:rPr>
              <a:t>일부 중간 로그는 생략했습니다.</a:t>
            </a:r>
          </a:p>
          <a:p>
            <a:endParaRPr sz="1575">
              <a:solidFill>
                <a:srgbClr val="526376"/>
              </a:solidFill>
            </a:endParaRPr>
          </a:p>
          <a:p>
            <a:pPr>
              <a:buNone/>
              <a:defRPr sz="1575">
                <a:solidFill>
                  <a:srgbClr val="526376"/>
                </a:solidFill>
              </a:defRPr>
            </a:pPr>
            <a:r>
              <a:rPr sz="1575">
                <a:solidFill>
                  <a:srgbClr val="526376"/>
                </a:solidFill>
              </a:rPr>
              <a:t>레지스터 값은 예시입니다.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71BBEB-7055-46DD-9D58-0378B52C089A}"/>
              </a:ext>
            </a:extLst>
          </p:cNvPr>
          <p:cNvSpPr>
            <a:spLocks noGrp="1"/>
          </p:cNvSpPr>
          <p:nvPr/>
        </p:nvSpPr>
        <p:spPr>
          <a:xfrm>
            <a:off x="619125" y="6410325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>
                <a:solidFill>
                  <a:srgbClr val="526376"/>
                </a:solidFill>
              </a:defRPr>
            </a:defPPr>
            <a:lvl1pPr>
              <a:buNone/>
              <a:defRPr sz="1275">
                <a:solidFill>
                  <a:srgbClr val="526376"/>
                </a:solidFill>
              </a:defRPr>
            </a:lvl1pPr>
            <a:lvl2pPr>
              <a:buNone/>
              <a:defRPr sz="1275">
                <a:solidFill>
                  <a:srgbClr val="526376"/>
                </a:solidFill>
              </a:defRPr>
            </a:lvl2pPr>
            <a:lvl3pPr>
              <a:buNone/>
              <a:defRPr sz="1275">
                <a:solidFill>
                  <a:srgbClr val="526376"/>
                </a:solidFill>
              </a:defRPr>
            </a:lvl3pPr>
            <a:lvl4pPr>
              <a:buNone/>
              <a:defRPr sz="1275">
                <a:solidFill>
                  <a:srgbClr val="526376"/>
                </a:solidFill>
              </a:defRPr>
            </a:lvl4pPr>
            <a:lvl5pPr>
              <a:buNone/>
              <a:defRPr sz="1275">
                <a:solidFill>
                  <a:srgbClr val="526376"/>
                </a:solidFill>
              </a:defRPr>
            </a:lvl5pPr>
            <a:lvl6pPr>
              <a:buNone/>
              <a:defRPr sz="1275">
                <a:solidFill>
                  <a:srgbClr val="526376"/>
                </a:solidFill>
              </a:defRPr>
            </a:lvl6pPr>
            <a:lvl7pPr>
              <a:buNone/>
              <a:defRPr sz="1275">
                <a:solidFill>
                  <a:srgbClr val="526376"/>
                </a:solidFill>
              </a:defRPr>
            </a:lvl7pPr>
            <a:lvl8pPr>
              <a:buNone/>
              <a:defRPr sz="1275">
                <a:solidFill>
                  <a:srgbClr val="526376"/>
                </a:solidFill>
              </a:defRPr>
            </a:lvl8pPr>
            <a:lvl9pPr>
              <a:buNone/>
              <a:defRPr sz="1275">
                <a:solidFill>
                  <a:srgbClr val="526376"/>
                </a:solidFill>
              </a:defRPr>
            </a:lvl9pPr>
          </a:lstStyle>
          <a:p>
            <a:pPr>
              <a:buNone/>
              <a:defRPr sz="1275">
                <a:solidFill>
                  <a:srgbClr val="526376"/>
                </a:solidFill>
              </a:defRPr>
            </a:pPr>
            <a:r>
              <a:rPr sz="1275">
                <a:solidFill>
                  <a:srgbClr val="526376"/>
                </a:solidFill>
              </a:rPr>
              <a:t>ID601 TEST Board   /   고객사 보드 사용 매뉴얼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A335B7-3A95-4718-A42B-255D4F948BBF}"/>
              </a:ext>
            </a:extLst>
          </p:cNvPr>
          <p:cNvSpPr>
            <a:spLocks noGrp="1"/>
          </p:cNvSpPr>
          <p:nvPr/>
        </p:nvSpPr>
        <p:spPr>
          <a:xfrm>
            <a:off x="620173" y="2143125"/>
            <a:ext cx="7332155" cy="4124325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125" b="0">
                <a:solidFill>
                  <a:srgbClr val="AAB4BF"/>
                </a:solidFill>
              </a:defRPr>
            </a:defPPr>
            <a:lvl1pPr>
              <a:defRPr sz="1125" b="0">
                <a:solidFill>
                  <a:srgbClr val="AAB4BF"/>
                </a:solidFill>
              </a:defRPr>
            </a:lvl1pPr>
            <a:lvl2pPr>
              <a:defRPr sz="1125" b="0">
                <a:solidFill>
                  <a:srgbClr val="AAB4BF"/>
                </a:solidFill>
              </a:defRPr>
            </a:lvl2pPr>
            <a:lvl3pPr>
              <a:defRPr sz="1125" b="0">
                <a:solidFill>
                  <a:srgbClr val="AAB4BF"/>
                </a:solidFill>
              </a:defRPr>
            </a:lvl3pPr>
            <a:lvl4pPr>
              <a:defRPr sz="1125" b="0">
                <a:solidFill>
                  <a:srgbClr val="AAB4BF"/>
                </a:solidFill>
              </a:defRPr>
            </a:lvl4pPr>
            <a:lvl5pPr>
              <a:defRPr sz="1125" b="0">
                <a:solidFill>
                  <a:srgbClr val="AAB4BF"/>
                </a:solidFill>
              </a:defRPr>
            </a:lvl5pPr>
            <a:lvl6pPr>
              <a:defRPr sz="1125" b="0">
                <a:solidFill>
                  <a:srgbClr val="AAB4BF"/>
                </a:solidFill>
              </a:defRPr>
            </a:lvl6pPr>
            <a:lvl7pPr>
              <a:defRPr sz="1125" b="0">
                <a:solidFill>
                  <a:srgbClr val="AAB4BF"/>
                </a:solidFill>
              </a:defRPr>
            </a:lvl7pPr>
            <a:lvl8pPr>
              <a:defRPr sz="1125" b="0">
                <a:solidFill>
                  <a:srgbClr val="AAB4BF"/>
                </a:solidFill>
              </a:defRPr>
            </a:lvl8pPr>
            <a:lvl9pPr>
              <a:defRPr sz="1125" b="0">
                <a:solidFill>
                  <a:srgbClr val="AAB4BF"/>
                </a:solidFill>
              </a:defRPr>
            </a:lvl9pPr>
          </a:lstStyle>
          <a:p>
            <a:pPr>
              <a:defRPr sz="1125" b="0">
                <a:solidFill>
                  <a:srgbClr val="AAB4BF"/>
                </a:solidFill>
              </a:defRPr>
            </a:pPr>
            <a:r>
              <a:rPr sz="1125" b="0">
                <a:solidFill>
                  <a:srgbClr val="AAB4BF"/>
                </a:solidFill>
              </a:rPr>
              <a:t>Tera Term / COM port / 115200 8N1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D636E5-2019-4E04-B985-FBD374AE9259}"/>
              </a:ext>
            </a:extLst>
          </p:cNvPr>
          <p:cNvSpPr>
            <a:spLocks noGrp="1"/>
          </p:cNvSpPr>
          <p:nvPr/>
        </p:nvSpPr>
        <p:spPr>
          <a:xfrm>
            <a:off x="810673" y="2562225"/>
            <a:ext cx="6951155" cy="36290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>
                <a:solidFill>
                  <a:srgbClr val="73C98C"/>
                </a:solidFill>
              </a:rPr>
              <a:t>ID601&gt;id601_command 1</a:t>
            </a:r>
          </a:p>
          <a:p>
            <a:endParaRPr sz="1425" b="0">
              <a:solidFill>
                <a:srgbClr val="73C98C"/>
              </a:solidFill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>
                <a:solidFill>
                  <a:srgbClr val="73C98C"/>
                </a:solidFill>
              </a:rPr>
              <a:t>    [CLI] ID601 syncgen command executed.</a:t>
            </a:r>
          </a:p>
          <a:p>
            <a:endParaRPr sz="1425" b="0">
              <a:solidFill>
                <a:srgbClr val="73C98C"/>
              </a:solidFill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>
                <a:solidFill>
                  <a:srgbClr val="73C98C"/>
                </a:solidFill>
              </a:rPr>
              <a:t>ID601&gt;id601_power 1 0</a:t>
            </a:r>
          </a:p>
          <a:p>
            <a:endParaRPr sz="1425" b="0">
              <a:solidFill>
                <a:srgbClr val="73C98C"/>
              </a:solidFill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>
                <a:solidFill>
                  <a:srgbClr val="73C98C"/>
                </a:solidFill>
              </a:rPr>
              <a:t>    [CLI] ID601 VCC turned off.</a:t>
            </a:r>
          </a:p>
          <a:p>
            <a:endParaRPr sz="1425" b="0">
              <a:solidFill>
                <a:srgbClr val="73C98C"/>
              </a:solidFill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>
                <a:solidFill>
                  <a:srgbClr val="73C98C"/>
                </a:solidFill>
              </a:rPr>
              <a:t>ID601&gt;reset</a:t>
            </a:r>
          </a:p>
          <a:p>
            <a:endParaRPr sz="1425" b="0">
              <a:solidFill>
                <a:srgbClr val="73C98C"/>
              </a:solidFill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sz="1425" b="0">
                <a:solidFill>
                  <a:srgbClr val="73C98C"/>
                </a:solidFill>
              </a:rPr>
              <a:t>    System resetting...</a:t>
            </a:r>
          </a:p>
        </p:txBody>
      </p:sp>
    </p:spTree>
    <p:extLst>
      <p:ext uri="{BB962C8B-B14F-4D97-AF65-F5344CB8AC3E}">
        <p14:creationId xmlns:p14="http://schemas.microsoft.com/office/powerpoint/2010/main" val="65455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075707-10FE-47EB-B449-886E287B49D3}"/>
              </a:ext>
            </a:extLst>
          </p:cNvPr>
          <p:cNvSpPr>
            <a:spLocks noGrp="1"/>
          </p:cNvSpPr>
          <p:nvPr/>
        </p:nvSpPr>
        <p:spPr>
          <a:xfrm>
            <a:off x="619125" y="4572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2D48"/>
                </a:solidFill>
              </a:defRPr>
            </a:defPPr>
            <a:lvl1pPr>
              <a:buNone/>
              <a:defRPr sz="3150" b="1">
                <a:solidFill>
                  <a:srgbClr val="172D48"/>
                </a:solidFill>
              </a:defRPr>
            </a:lvl1pPr>
            <a:lvl2pPr>
              <a:buNone/>
              <a:defRPr sz="3150" b="1">
                <a:solidFill>
                  <a:srgbClr val="172D48"/>
                </a:solidFill>
              </a:defRPr>
            </a:lvl2pPr>
            <a:lvl3pPr>
              <a:buNone/>
              <a:defRPr sz="3150" b="1">
                <a:solidFill>
                  <a:srgbClr val="172D48"/>
                </a:solidFill>
              </a:defRPr>
            </a:lvl3pPr>
            <a:lvl4pPr>
              <a:buNone/>
              <a:defRPr sz="3150" b="1">
                <a:solidFill>
                  <a:srgbClr val="172D48"/>
                </a:solidFill>
              </a:defRPr>
            </a:lvl4pPr>
            <a:lvl5pPr>
              <a:buNone/>
              <a:defRPr sz="3150" b="1">
                <a:solidFill>
                  <a:srgbClr val="172D48"/>
                </a:solidFill>
              </a:defRPr>
            </a:lvl5pPr>
            <a:lvl6pPr>
              <a:buNone/>
              <a:defRPr sz="3150" b="1">
                <a:solidFill>
                  <a:srgbClr val="172D48"/>
                </a:solidFill>
              </a:defRPr>
            </a:lvl6pPr>
            <a:lvl7pPr>
              <a:buNone/>
              <a:defRPr sz="3150" b="1">
                <a:solidFill>
                  <a:srgbClr val="172D48"/>
                </a:solidFill>
              </a:defRPr>
            </a:lvl7pPr>
            <a:lvl8pPr>
              <a:buNone/>
              <a:defRPr sz="3150" b="1">
                <a:solidFill>
                  <a:srgbClr val="172D48"/>
                </a:solidFill>
              </a:defRPr>
            </a:lvl8pPr>
            <a:lvl9pPr>
              <a:buNone/>
              <a:defRPr sz="3150" b="1">
                <a:solidFill>
                  <a:srgbClr val="172D48"/>
                </a:solidFill>
              </a:defRPr>
            </a:lvl9pPr>
          </a:lstStyle>
          <a:p>
            <a:pPr>
              <a:buNone/>
              <a:defRPr sz="3150" b="1">
                <a:solidFill>
                  <a:srgbClr val="172D48"/>
                </a:solidFill>
              </a:defRPr>
            </a:pPr>
            <a:r>
              <a:rPr sz="3150" b="1">
                <a:solidFill>
                  <a:srgbClr val="172D48"/>
                </a:solidFill>
              </a:rPr>
              <a:t>오류 대응과 작업 종료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45C991-806C-4C1C-8204-9190EC366DC4}"/>
              </a:ext>
            </a:extLst>
          </p:cNvPr>
          <p:cNvSpPr>
            <a:spLocks noGrp="1"/>
          </p:cNvSpPr>
          <p:nvPr/>
        </p:nvSpPr>
        <p:spPr>
          <a:xfrm>
            <a:off x="619125" y="631507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26376"/>
                </a:solidFill>
              </a:defRPr>
            </a:defPPr>
            <a:lvl1pPr>
              <a:buNone/>
              <a:defRPr sz="1275" b="0">
                <a:solidFill>
                  <a:srgbClr val="526376"/>
                </a:solidFill>
              </a:defRPr>
            </a:lvl1pPr>
            <a:lvl2pPr>
              <a:buNone/>
              <a:defRPr sz="1275" b="0">
                <a:solidFill>
                  <a:srgbClr val="526376"/>
                </a:solidFill>
              </a:defRPr>
            </a:lvl2pPr>
            <a:lvl3pPr>
              <a:buNone/>
              <a:defRPr sz="1275" b="0">
                <a:solidFill>
                  <a:srgbClr val="526376"/>
                </a:solidFill>
              </a:defRPr>
            </a:lvl3pPr>
            <a:lvl4pPr>
              <a:buNone/>
              <a:defRPr sz="1275" b="0">
                <a:solidFill>
                  <a:srgbClr val="526376"/>
                </a:solidFill>
              </a:defRPr>
            </a:lvl4pPr>
            <a:lvl5pPr>
              <a:buNone/>
              <a:defRPr sz="1275" b="0">
                <a:solidFill>
                  <a:srgbClr val="526376"/>
                </a:solidFill>
              </a:defRPr>
            </a:lvl5pPr>
            <a:lvl6pPr>
              <a:buNone/>
              <a:defRPr sz="1275" b="0">
                <a:solidFill>
                  <a:srgbClr val="526376"/>
                </a:solidFill>
              </a:defRPr>
            </a:lvl6pPr>
            <a:lvl7pPr>
              <a:buNone/>
              <a:defRPr sz="1275" b="0">
                <a:solidFill>
                  <a:srgbClr val="526376"/>
                </a:solidFill>
              </a:defRPr>
            </a:lvl7pPr>
            <a:lvl8pPr>
              <a:buNone/>
              <a:defRPr sz="1275" b="0">
                <a:solidFill>
                  <a:srgbClr val="526376"/>
                </a:solidFill>
              </a:defRPr>
            </a:lvl8pPr>
            <a:lvl9pPr>
              <a:buNone/>
              <a:defRPr sz="1275" b="0">
                <a:solidFill>
                  <a:srgbClr val="526376"/>
                </a:solidFill>
              </a:defRPr>
            </a:lvl9pPr>
          </a:lstStyle>
          <a:p>
            <a:pPr>
              <a:buNone/>
              <a:defRPr sz="1275" b="0">
                <a:solidFill>
                  <a:srgbClr val="526376"/>
                </a:solidFill>
              </a:defRPr>
            </a:pPr>
            <a:r>
              <a:rPr sz="1275" b="0">
                <a:solidFill>
                  <a:srgbClr val="526376"/>
                </a:solidFill>
              </a:rPr>
              <a:t>ID601 TEST Board   /   간단 사용 매뉴얼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C5E349-BD33-45C8-9486-A21CA5170295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1">
                <a:solidFill>
                  <a:srgbClr val="1565C0"/>
                </a:solidFill>
              </a:defRPr>
            </a:defPPr>
            <a:lvl1pPr>
              <a:buNone/>
              <a:defRPr sz="1500" b="1">
                <a:solidFill>
                  <a:srgbClr val="1565C0"/>
                </a:solidFill>
              </a:defRPr>
            </a:lvl1pPr>
            <a:lvl2pPr>
              <a:buNone/>
              <a:defRPr sz="1500" b="1">
                <a:solidFill>
                  <a:srgbClr val="1565C0"/>
                </a:solidFill>
              </a:defRPr>
            </a:lvl2pPr>
            <a:lvl3pPr>
              <a:buNone/>
              <a:defRPr sz="1500" b="1">
                <a:solidFill>
                  <a:srgbClr val="1565C0"/>
                </a:solidFill>
              </a:defRPr>
            </a:lvl3pPr>
            <a:lvl4pPr>
              <a:buNone/>
              <a:defRPr sz="1500" b="1">
                <a:solidFill>
                  <a:srgbClr val="1565C0"/>
                </a:solidFill>
              </a:defRPr>
            </a:lvl4pPr>
            <a:lvl5pPr>
              <a:buNone/>
              <a:defRPr sz="1500" b="1">
                <a:solidFill>
                  <a:srgbClr val="1565C0"/>
                </a:solidFill>
              </a:defRPr>
            </a:lvl5pPr>
            <a:lvl6pPr>
              <a:buNone/>
              <a:defRPr sz="1500" b="1">
                <a:solidFill>
                  <a:srgbClr val="1565C0"/>
                </a:solidFill>
              </a:defRPr>
            </a:lvl6pPr>
            <a:lvl7pPr>
              <a:buNone/>
              <a:defRPr sz="1500" b="1">
                <a:solidFill>
                  <a:srgbClr val="1565C0"/>
                </a:solidFill>
              </a:defRPr>
            </a:lvl7pPr>
            <a:lvl8pPr>
              <a:buNone/>
              <a:defRPr sz="1500" b="1">
                <a:solidFill>
                  <a:srgbClr val="1565C0"/>
                </a:solidFill>
              </a:defRPr>
            </a:lvl8pPr>
            <a:lvl9pPr>
              <a:buNone/>
              <a:defRPr sz="1500" b="1">
                <a:solidFill>
                  <a:srgbClr val="1565C0"/>
                </a:solidFill>
              </a:defRPr>
            </a:lvl9pPr>
          </a:lstStyle>
          <a:p>
            <a:pPr>
              <a:buNone/>
              <a:defRPr sz="1500" b="1">
                <a:solidFill>
                  <a:srgbClr val="1565C0"/>
                </a:solidFill>
              </a:defRPr>
            </a:pPr>
            <a:r>
              <a:rPr sz="1500" b="1">
                <a:solidFill>
                  <a:srgbClr val="1565C0"/>
                </a:solidFill>
              </a:rPr>
              <a:t>10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B7CADB-7139-4801-9780-7A6E85C026F4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081087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565C0"/>
                </a:solidFill>
              </a:defRPr>
            </a:defPPr>
            <a:lvl1pPr>
              <a:buNone/>
              <a:defRPr sz="2175" b="1">
                <a:solidFill>
                  <a:srgbClr val="1565C0"/>
                </a:solidFill>
              </a:defRPr>
            </a:lvl1pPr>
            <a:lvl2pPr>
              <a:buNone/>
              <a:defRPr sz="2175" b="1">
                <a:solidFill>
                  <a:srgbClr val="1565C0"/>
                </a:solidFill>
              </a:defRPr>
            </a:lvl2pPr>
            <a:lvl3pPr>
              <a:buNone/>
              <a:defRPr sz="2175" b="1">
                <a:solidFill>
                  <a:srgbClr val="1565C0"/>
                </a:solidFill>
              </a:defRPr>
            </a:lvl3pPr>
            <a:lvl4pPr>
              <a:buNone/>
              <a:defRPr sz="2175" b="1">
                <a:solidFill>
                  <a:srgbClr val="1565C0"/>
                </a:solidFill>
              </a:defRPr>
            </a:lvl4pPr>
            <a:lvl5pPr>
              <a:buNone/>
              <a:defRPr sz="2175" b="1">
                <a:solidFill>
                  <a:srgbClr val="1565C0"/>
                </a:solidFill>
              </a:defRPr>
            </a:lvl5pPr>
            <a:lvl6pPr>
              <a:buNone/>
              <a:defRPr sz="2175" b="1">
                <a:solidFill>
                  <a:srgbClr val="1565C0"/>
                </a:solidFill>
              </a:defRPr>
            </a:lvl6pPr>
            <a:lvl7pPr>
              <a:buNone/>
              <a:defRPr sz="2175" b="1">
                <a:solidFill>
                  <a:srgbClr val="1565C0"/>
                </a:solidFill>
              </a:defRPr>
            </a:lvl7pPr>
            <a:lvl8pPr>
              <a:buNone/>
              <a:defRPr sz="2175" b="1">
                <a:solidFill>
                  <a:srgbClr val="1565C0"/>
                </a:solidFill>
              </a:defRPr>
            </a:lvl8pPr>
            <a:lvl9pPr>
              <a:buNone/>
              <a:defRPr sz="2175" b="1">
                <a:solidFill>
                  <a:srgbClr val="1565C0"/>
                </a:solidFill>
              </a:defRPr>
            </a:lvl9pPr>
          </a:lstStyle>
          <a:p>
            <a:pPr>
              <a:buNone/>
              <a:defRPr sz="2175" b="1">
                <a:solidFill>
                  <a:srgbClr val="1565C0"/>
                </a:solidFill>
              </a:defRPr>
            </a:pPr>
            <a:r>
              <a:rPr sz="2175" b="1">
                <a:solidFill>
                  <a:srgbClr val="1565C0"/>
                </a:solidFill>
              </a:rPr>
              <a:t>화면 출력 또는 통신이 없을 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3E1D66-AF56-4C45-A725-54C57563D920}"/>
              </a:ext>
            </a:extLst>
          </p:cNvPr>
          <p:cNvSpPr>
            <a:spLocks noGrp="1"/>
          </p:cNvSpPr>
          <p:nvPr/>
        </p:nvSpPr>
        <p:spPr>
          <a:xfrm>
            <a:off x="619125" y="1866900"/>
            <a:ext cx="10810875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2D48"/>
                </a:solidFill>
              </a:defRPr>
            </a:defPPr>
            <a:lvl1pPr>
              <a:buNone/>
              <a:defRPr sz="1875" b="0">
                <a:solidFill>
                  <a:srgbClr val="172D48"/>
                </a:solidFill>
              </a:defRPr>
            </a:lvl1pPr>
            <a:lvl2pPr>
              <a:buNone/>
              <a:defRPr sz="1875" b="0">
                <a:solidFill>
                  <a:srgbClr val="172D48"/>
                </a:solidFill>
              </a:defRPr>
            </a:lvl2pPr>
            <a:lvl3pPr>
              <a:buNone/>
              <a:defRPr sz="1875" b="0">
                <a:solidFill>
                  <a:srgbClr val="172D48"/>
                </a:solidFill>
              </a:defRPr>
            </a:lvl3pPr>
            <a:lvl4pPr>
              <a:buNone/>
              <a:defRPr sz="1875" b="0">
                <a:solidFill>
                  <a:srgbClr val="172D48"/>
                </a:solidFill>
              </a:defRPr>
            </a:lvl4pPr>
            <a:lvl5pPr>
              <a:buNone/>
              <a:defRPr sz="1875" b="0">
                <a:solidFill>
                  <a:srgbClr val="172D48"/>
                </a:solidFill>
              </a:defRPr>
            </a:lvl5pPr>
            <a:lvl6pPr>
              <a:buNone/>
              <a:defRPr sz="1875" b="0">
                <a:solidFill>
                  <a:srgbClr val="172D48"/>
                </a:solidFill>
              </a:defRPr>
            </a:lvl6pPr>
            <a:lvl7pPr>
              <a:buNone/>
              <a:defRPr sz="1875" b="0">
                <a:solidFill>
                  <a:srgbClr val="172D48"/>
                </a:solidFill>
              </a:defRPr>
            </a:lvl7pPr>
            <a:lvl8pPr>
              <a:buNone/>
              <a:defRPr sz="1875" b="0">
                <a:solidFill>
                  <a:srgbClr val="172D48"/>
                </a:solidFill>
              </a:defRPr>
            </a:lvl8pPr>
            <a:lvl9pPr>
              <a:buNone/>
              <a:defRPr sz="1875" b="0">
                <a:solidFill>
                  <a:srgbClr val="172D48"/>
                </a:solidFill>
              </a:defRPr>
            </a:lvl9pPr>
          </a:lstStyle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sz="1875" b="0">
                <a:solidFill>
                  <a:srgbClr val="172D48"/>
                </a:solidFill>
              </a:rPr>
              <a:t>COM 포트와 115200 / 8N1 설정, 보드 전원·배선을 확인합니다.</a:t>
            </a:r>
          </a:p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sz="1875" b="0">
                <a:solidFill>
                  <a:srgbClr val="172D48"/>
                </a:solidFill>
              </a:rPr>
              <a:t>필요 시 보드를 재기동하고 시작 배너의 버전을 확인합니다.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42335F-0049-4FFA-8210-34071BB9D662}"/>
              </a:ext>
            </a:extLst>
          </p:cNvPr>
          <p:cNvSpPr>
            <a:spLocks noGrp="1"/>
          </p:cNvSpPr>
          <p:nvPr/>
        </p:nvSpPr>
        <p:spPr>
          <a:xfrm>
            <a:off x="619125" y="3143250"/>
            <a:ext cx="1081087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565C0"/>
                </a:solidFill>
              </a:defRPr>
            </a:defPPr>
            <a:lvl1pPr>
              <a:buNone/>
              <a:defRPr sz="2175" b="1">
                <a:solidFill>
                  <a:srgbClr val="1565C0"/>
                </a:solidFill>
              </a:defRPr>
            </a:lvl1pPr>
            <a:lvl2pPr>
              <a:buNone/>
              <a:defRPr sz="2175" b="1">
                <a:solidFill>
                  <a:srgbClr val="1565C0"/>
                </a:solidFill>
              </a:defRPr>
            </a:lvl2pPr>
            <a:lvl3pPr>
              <a:buNone/>
              <a:defRPr sz="2175" b="1">
                <a:solidFill>
                  <a:srgbClr val="1565C0"/>
                </a:solidFill>
              </a:defRPr>
            </a:lvl3pPr>
            <a:lvl4pPr>
              <a:buNone/>
              <a:defRPr sz="2175" b="1">
                <a:solidFill>
                  <a:srgbClr val="1565C0"/>
                </a:solidFill>
              </a:defRPr>
            </a:lvl4pPr>
            <a:lvl5pPr>
              <a:buNone/>
              <a:defRPr sz="2175" b="1">
                <a:solidFill>
                  <a:srgbClr val="1565C0"/>
                </a:solidFill>
              </a:defRPr>
            </a:lvl5pPr>
            <a:lvl6pPr>
              <a:buNone/>
              <a:defRPr sz="2175" b="1">
                <a:solidFill>
                  <a:srgbClr val="1565C0"/>
                </a:solidFill>
              </a:defRPr>
            </a:lvl6pPr>
            <a:lvl7pPr>
              <a:buNone/>
              <a:defRPr sz="2175" b="1">
                <a:solidFill>
                  <a:srgbClr val="1565C0"/>
                </a:solidFill>
              </a:defRPr>
            </a:lvl7pPr>
            <a:lvl8pPr>
              <a:buNone/>
              <a:defRPr sz="2175" b="1">
                <a:solidFill>
                  <a:srgbClr val="1565C0"/>
                </a:solidFill>
              </a:defRPr>
            </a:lvl8pPr>
            <a:lvl9pPr>
              <a:buNone/>
              <a:defRPr sz="2175" b="1">
                <a:solidFill>
                  <a:srgbClr val="1565C0"/>
                </a:solidFill>
              </a:defRPr>
            </a:lvl9pPr>
          </a:lstStyle>
          <a:p>
            <a:pPr>
              <a:buNone/>
              <a:defRPr sz="2175" b="1">
                <a:solidFill>
                  <a:srgbClr val="1565C0"/>
                </a:solidFill>
              </a:defRPr>
            </a:pPr>
            <a:r>
              <a:rPr sz="2175" b="1">
                <a:solidFill>
                  <a:srgbClr val="1565C0"/>
                </a:solidFill>
              </a:rPr>
              <a:t>통신 오류 또는 값이 다를 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618B49-D242-4DF3-B594-6070C160B5C7}"/>
              </a:ext>
            </a:extLst>
          </p:cNvPr>
          <p:cNvSpPr>
            <a:spLocks noGrp="1"/>
          </p:cNvSpPr>
          <p:nvPr/>
        </p:nvSpPr>
        <p:spPr>
          <a:xfrm>
            <a:off x="619125" y="3629025"/>
            <a:ext cx="10810875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2D48"/>
                </a:solidFill>
              </a:defRPr>
            </a:defPPr>
            <a:lvl1pPr>
              <a:buNone/>
              <a:defRPr sz="1875" b="0">
                <a:solidFill>
                  <a:srgbClr val="172D48"/>
                </a:solidFill>
              </a:defRPr>
            </a:lvl1pPr>
            <a:lvl2pPr>
              <a:buNone/>
              <a:defRPr sz="1875" b="0">
                <a:solidFill>
                  <a:srgbClr val="172D48"/>
                </a:solidFill>
              </a:defRPr>
            </a:lvl2pPr>
            <a:lvl3pPr>
              <a:buNone/>
              <a:defRPr sz="1875" b="0">
                <a:solidFill>
                  <a:srgbClr val="172D48"/>
                </a:solidFill>
              </a:defRPr>
            </a:lvl3pPr>
            <a:lvl4pPr>
              <a:buNone/>
              <a:defRPr sz="1875" b="0">
                <a:solidFill>
                  <a:srgbClr val="172D48"/>
                </a:solidFill>
              </a:defRPr>
            </a:lvl4pPr>
            <a:lvl5pPr>
              <a:buNone/>
              <a:defRPr sz="1875" b="0">
                <a:solidFill>
                  <a:srgbClr val="172D48"/>
                </a:solidFill>
              </a:defRPr>
            </a:lvl5pPr>
            <a:lvl6pPr>
              <a:buNone/>
              <a:defRPr sz="1875" b="0">
                <a:solidFill>
                  <a:srgbClr val="172D48"/>
                </a:solidFill>
              </a:defRPr>
            </a:lvl6pPr>
            <a:lvl7pPr>
              <a:buNone/>
              <a:defRPr sz="1875" b="0">
                <a:solidFill>
                  <a:srgbClr val="172D48"/>
                </a:solidFill>
              </a:defRPr>
            </a:lvl7pPr>
            <a:lvl8pPr>
              <a:buNone/>
              <a:defRPr sz="1875" b="0">
                <a:solidFill>
                  <a:srgbClr val="172D48"/>
                </a:solidFill>
              </a:defRPr>
            </a:lvl8pPr>
            <a:lvl9pPr>
              <a:buNone/>
              <a:defRPr sz="1875" b="0">
                <a:solidFill>
                  <a:srgbClr val="172D48"/>
                </a:solidFill>
              </a:defRPr>
            </a:lvl9pPr>
          </a:lstStyle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sz="1875" b="0" dirty="0" err="1">
                <a:solidFill>
                  <a:srgbClr val="172D48"/>
                </a:solidFill>
              </a:rPr>
              <a:t>board_type이</a:t>
            </a:r>
            <a:r>
              <a:rPr sz="1875" b="0" dirty="0">
                <a:solidFill>
                  <a:srgbClr val="172D48"/>
                </a:solidFill>
              </a:rPr>
              <a:t> </a:t>
            </a:r>
            <a:r>
              <a:rPr sz="1875" b="0" dirty="0" err="1">
                <a:solidFill>
                  <a:srgbClr val="172D48"/>
                </a:solidFill>
              </a:rPr>
              <a:t>MOBIS인지</a:t>
            </a:r>
            <a:r>
              <a:rPr sz="1875" b="0" dirty="0">
                <a:solidFill>
                  <a:srgbClr val="172D48"/>
                </a:solidFill>
              </a:rPr>
              <a:t> </a:t>
            </a:r>
            <a:r>
              <a:rPr sz="1875" b="0" dirty="0" err="1">
                <a:solidFill>
                  <a:srgbClr val="172D48"/>
                </a:solidFill>
              </a:rPr>
              <a:t>확인하고</a:t>
            </a:r>
            <a:r>
              <a:rPr sz="1875" b="0" dirty="0">
                <a:solidFill>
                  <a:srgbClr val="172D48"/>
                </a:solidFill>
              </a:rPr>
              <a:t> </a:t>
            </a:r>
            <a:r>
              <a:rPr sz="1875" b="0" dirty="0" err="1">
                <a:solidFill>
                  <a:srgbClr val="172D48"/>
                </a:solidFill>
              </a:rPr>
              <a:t>VCC·시료</a:t>
            </a:r>
            <a:r>
              <a:rPr sz="1875" b="0" dirty="0">
                <a:solidFill>
                  <a:srgbClr val="172D48"/>
                </a:solidFill>
              </a:rPr>
              <a:t> </a:t>
            </a:r>
            <a:r>
              <a:rPr sz="1875" b="0" dirty="0" err="1">
                <a:solidFill>
                  <a:srgbClr val="172D48"/>
                </a:solidFill>
              </a:rPr>
              <a:t>접촉·배선을</a:t>
            </a:r>
            <a:r>
              <a:rPr sz="1875" b="0" dirty="0">
                <a:solidFill>
                  <a:srgbClr val="172D48"/>
                </a:solidFill>
              </a:rPr>
              <a:t> </a:t>
            </a:r>
            <a:r>
              <a:rPr sz="1875" b="0" dirty="0" err="1">
                <a:solidFill>
                  <a:srgbClr val="172D48"/>
                </a:solidFill>
              </a:rPr>
              <a:t>확인합니다</a:t>
            </a:r>
            <a:r>
              <a:rPr sz="1875" b="0" dirty="0">
                <a:solidFill>
                  <a:srgbClr val="172D48"/>
                </a:solidFill>
              </a:rPr>
              <a:t>.</a:t>
            </a:r>
          </a:p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lang="ko-KR" altLang="en-US" sz="1875" b="0" dirty="0">
                <a:solidFill>
                  <a:srgbClr val="172D48"/>
                </a:solidFill>
              </a:rPr>
              <a:t>설정한 </a:t>
            </a:r>
            <a:r>
              <a:rPr lang="en-US" altLang="ko-KR" dirty="0"/>
              <a:t>daisy </a:t>
            </a:r>
            <a:r>
              <a:rPr lang="ko-KR" altLang="en-US" dirty="0"/>
              <a:t>명령어를 확인합니다</a:t>
            </a:r>
            <a:r>
              <a:rPr lang="en-US" altLang="ko-KR" dirty="0"/>
              <a:t>. </a:t>
            </a:r>
            <a:endParaRPr sz="1875" b="0" dirty="0">
              <a:solidFill>
                <a:srgbClr val="172D48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16FCFA-C83C-4383-B997-492B187D0240}"/>
              </a:ext>
            </a:extLst>
          </p:cNvPr>
          <p:cNvSpPr>
            <a:spLocks noGrp="1"/>
          </p:cNvSpPr>
          <p:nvPr/>
        </p:nvSpPr>
        <p:spPr>
          <a:xfrm>
            <a:off x="619125" y="5143500"/>
            <a:ext cx="10810875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565C0"/>
                </a:solidFill>
              </a:defRPr>
            </a:defPPr>
            <a:lvl1pPr>
              <a:buNone/>
              <a:defRPr sz="1875" b="0">
                <a:solidFill>
                  <a:srgbClr val="1565C0"/>
                </a:solidFill>
              </a:defRPr>
            </a:lvl1pPr>
            <a:lvl2pPr>
              <a:buNone/>
              <a:defRPr sz="1875" b="0">
                <a:solidFill>
                  <a:srgbClr val="1565C0"/>
                </a:solidFill>
              </a:defRPr>
            </a:lvl2pPr>
            <a:lvl3pPr>
              <a:buNone/>
              <a:defRPr sz="1875" b="0">
                <a:solidFill>
                  <a:srgbClr val="1565C0"/>
                </a:solidFill>
              </a:defRPr>
            </a:lvl3pPr>
            <a:lvl4pPr>
              <a:buNone/>
              <a:defRPr sz="1875" b="0">
                <a:solidFill>
                  <a:srgbClr val="1565C0"/>
                </a:solidFill>
              </a:defRPr>
            </a:lvl4pPr>
            <a:lvl5pPr>
              <a:buNone/>
              <a:defRPr sz="1875" b="0">
                <a:solidFill>
                  <a:srgbClr val="1565C0"/>
                </a:solidFill>
              </a:defRPr>
            </a:lvl5pPr>
            <a:lvl6pPr>
              <a:buNone/>
              <a:defRPr sz="1875" b="0">
                <a:solidFill>
                  <a:srgbClr val="1565C0"/>
                </a:solidFill>
              </a:defRPr>
            </a:lvl6pPr>
            <a:lvl7pPr>
              <a:buNone/>
              <a:defRPr sz="1875" b="0">
                <a:solidFill>
                  <a:srgbClr val="1565C0"/>
                </a:solidFill>
              </a:defRPr>
            </a:lvl7pPr>
            <a:lvl8pPr>
              <a:buNone/>
              <a:defRPr sz="1875" b="0">
                <a:solidFill>
                  <a:srgbClr val="1565C0"/>
                </a:solidFill>
              </a:defRPr>
            </a:lvl8pPr>
            <a:lvl9pPr>
              <a:buNone/>
              <a:defRPr sz="1875" b="0">
                <a:solidFill>
                  <a:srgbClr val="1565C0"/>
                </a:solidFill>
              </a:defRPr>
            </a:lvl9pPr>
          </a:lstStyle>
          <a:p>
            <a:pPr>
              <a:buNone/>
              <a:defRPr sz="1875" b="0">
                <a:solidFill>
                  <a:srgbClr val="1565C0"/>
                </a:solidFill>
              </a:defRPr>
            </a:pPr>
            <a:r>
              <a:rPr sz="1875" b="0" dirty="0" err="1">
                <a:solidFill>
                  <a:srgbClr val="1565C0"/>
                </a:solidFill>
              </a:rPr>
              <a:t>문의</a:t>
            </a:r>
            <a:r>
              <a:rPr sz="1875" b="0" dirty="0">
                <a:solidFill>
                  <a:srgbClr val="1565C0"/>
                </a:solidFill>
              </a:rPr>
              <a:t> 시 FW </a:t>
            </a:r>
            <a:r>
              <a:rPr sz="1875" b="0" dirty="0" err="1">
                <a:solidFill>
                  <a:srgbClr val="1565C0"/>
                </a:solidFill>
              </a:rPr>
              <a:t>Version과</a:t>
            </a:r>
            <a:r>
              <a:rPr sz="1875" b="0" dirty="0">
                <a:solidFill>
                  <a:srgbClr val="1565C0"/>
                </a:solidFill>
              </a:rPr>
              <a:t> FW Git Rev, </a:t>
            </a:r>
            <a:r>
              <a:rPr sz="1875" b="0" dirty="0" err="1">
                <a:solidFill>
                  <a:srgbClr val="1565C0"/>
                </a:solidFill>
              </a:rPr>
              <a:t>재현</a:t>
            </a:r>
            <a:r>
              <a:rPr sz="1875" b="0" dirty="0">
                <a:solidFill>
                  <a:srgbClr val="1565C0"/>
                </a:solidFill>
              </a:rPr>
              <a:t> </a:t>
            </a:r>
            <a:r>
              <a:rPr sz="1875" b="0" dirty="0" err="1">
                <a:solidFill>
                  <a:srgbClr val="1565C0"/>
                </a:solidFill>
              </a:rPr>
              <a:t>절차</a:t>
            </a:r>
            <a:r>
              <a:rPr sz="1875" b="0" dirty="0">
                <a:solidFill>
                  <a:srgbClr val="1565C0"/>
                </a:solidFill>
              </a:rPr>
              <a:t>, </a:t>
            </a:r>
            <a:r>
              <a:rPr sz="1875" b="0" dirty="0" err="1">
                <a:solidFill>
                  <a:srgbClr val="1565C0"/>
                </a:solidFill>
              </a:rPr>
              <a:t>전체</a:t>
            </a:r>
            <a:r>
              <a:rPr sz="1875" b="0" dirty="0">
                <a:solidFill>
                  <a:srgbClr val="1565C0"/>
                </a:solidFill>
              </a:rPr>
              <a:t> </a:t>
            </a:r>
            <a:r>
              <a:rPr sz="1875" b="0" dirty="0" err="1">
                <a:solidFill>
                  <a:srgbClr val="1565C0"/>
                </a:solidFill>
              </a:rPr>
              <a:t>로그를</a:t>
            </a:r>
            <a:r>
              <a:rPr sz="1875" b="0" dirty="0">
                <a:solidFill>
                  <a:srgbClr val="1565C0"/>
                </a:solidFill>
              </a:rPr>
              <a:t> </a:t>
            </a:r>
            <a:r>
              <a:rPr sz="1875" b="0" dirty="0" err="1">
                <a:solidFill>
                  <a:srgbClr val="1565C0"/>
                </a:solidFill>
              </a:rPr>
              <a:t>전달합니다</a:t>
            </a:r>
            <a:r>
              <a:rPr sz="1875" b="0" dirty="0">
                <a:solidFill>
                  <a:srgbClr val="1565C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0513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E24C2D4-CFB6-49CE-82FC-9C08648004DA}"/>
              </a:ext>
            </a:extLst>
          </p:cNvPr>
          <p:cNvSpPr>
            <a:spLocks noGrp="1"/>
          </p:cNvSpPr>
          <p:nvPr/>
        </p:nvSpPr>
        <p:spPr>
          <a:xfrm>
            <a:off x="619125" y="45720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2D48"/>
                </a:solidFill>
              </a:defRPr>
            </a:defPPr>
            <a:lvl1pPr>
              <a:buNone/>
              <a:defRPr sz="3150" b="1">
                <a:solidFill>
                  <a:srgbClr val="172D48"/>
                </a:solidFill>
              </a:defRPr>
            </a:lvl1pPr>
            <a:lvl2pPr>
              <a:buNone/>
              <a:defRPr sz="3150" b="1">
                <a:solidFill>
                  <a:srgbClr val="172D48"/>
                </a:solidFill>
              </a:defRPr>
            </a:lvl2pPr>
            <a:lvl3pPr>
              <a:buNone/>
              <a:defRPr sz="3150" b="1">
                <a:solidFill>
                  <a:srgbClr val="172D48"/>
                </a:solidFill>
              </a:defRPr>
            </a:lvl3pPr>
            <a:lvl4pPr>
              <a:buNone/>
              <a:defRPr sz="3150" b="1">
                <a:solidFill>
                  <a:srgbClr val="172D48"/>
                </a:solidFill>
              </a:defRPr>
            </a:lvl4pPr>
            <a:lvl5pPr>
              <a:buNone/>
              <a:defRPr sz="3150" b="1">
                <a:solidFill>
                  <a:srgbClr val="172D48"/>
                </a:solidFill>
              </a:defRPr>
            </a:lvl5pPr>
            <a:lvl6pPr>
              <a:buNone/>
              <a:defRPr sz="3150" b="1">
                <a:solidFill>
                  <a:srgbClr val="172D48"/>
                </a:solidFill>
              </a:defRPr>
            </a:lvl6pPr>
            <a:lvl7pPr>
              <a:buNone/>
              <a:defRPr sz="3150" b="1">
                <a:solidFill>
                  <a:srgbClr val="172D48"/>
                </a:solidFill>
              </a:defRPr>
            </a:lvl7pPr>
            <a:lvl8pPr>
              <a:buNone/>
              <a:defRPr sz="3150" b="1">
                <a:solidFill>
                  <a:srgbClr val="172D48"/>
                </a:solidFill>
              </a:defRPr>
            </a:lvl8pPr>
            <a:lvl9pPr>
              <a:buNone/>
              <a:defRPr sz="3150" b="1">
                <a:solidFill>
                  <a:srgbClr val="172D48"/>
                </a:solidFill>
              </a:defRPr>
            </a:lvl9pPr>
          </a:lstStyle>
          <a:p>
            <a:pPr>
              <a:buNone/>
              <a:defRPr sz="3150" b="1">
                <a:solidFill>
                  <a:srgbClr val="172D48"/>
                </a:solidFill>
              </a:defRPr>
            </a:pPr>
            <a:r>
              <a:rPr sz="3150" b="1">
                <a:solidFill>
                  <a:srgbClr val="172D48"/>
                </a:solidFill>
              </a:rPr>
              <a:t>펌웨어 버전과 문의 정보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47ABF4-9976-488B-9553-2ADE55F1400F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565C0"/>
                </a:solidFill>
              </a:defRPr>
            </a:defPPr>
            <a:lvl1pPr>
              <a:buNone/>
              <a:defRPr sz="2175" b="1">
                <a:solidFill>
                  <a:srgbClr val="1565C0"/>
                </a:solidFill>
              </a:defRPr>
            </a:lvl1pPr>
            <a:lvl2pPr>
              <a:buNone/>
              <a:defRPr sz="2175" b="1">
                <a:solidFill>
                  <a:srgbClr val="1565C0"/>
                </a:solidFill>
              </a:defRPr>
            </a:lvl2pPr>
            <a:lvl3pPr>
              <a:buNone/>
              <a:defRPr sz="2175" b="1">
                <a:solidFill>
                  <a:srgbClr val="1565C0"/>
                </a:solidFill>
              </a:defRPr>
            </a:lvl3pPr>
            <a:lvl4pPr>
              <a:buNone/>
              <a:defRPr sz="2175" b="1">
                <a:solidFill>
                  <a:srgbClr val="1565C0"/>
                </a:solidFill>
              </a:defRPr>
            </a:lvl4pPr>
            <a:lvl5pPr>
              <a:buNone/>
              <a:defRPr sz="2175" b="1">
                <a:solidFill>
                  <a:srgbClr val="1565C0"/>
                </a:solidFill>
              </a:defRPr>
            </a:lvl5pPr>
            <a:lvl6pPr>
              <a:buNone/>
              <a:defRPr sz="2175" b="1">
                <a:solidFill>
                  <a:srgbClr val="1565C0"/>
                </a:solidFill>
              </a:defRPr>
            </a:lvl6pPr>
            <a:lvl7pPr>
              <a:buNone/>
              <a:defRPr sz="2175" b="1">
                <a:solidFill>
                  <a:srgbClr val="1565C0"/>
                </a:solidFill>
              </a:defRPr>
            </a:lvl7pPr>
            <a:lvl8pPr>
              <a:buNone/>
              <a:defRPr sz="2175" b="1">
                <a:solidFill>
                  <a:srgbClr val="1565C0"/>
                </a:solidFill>
              </a:defRPr>
            </a:lvl8pPr>
            <a:lvl9pPr>
              <a:buNone/>
              <a:defRPr sz="2175" b="1">
                <a:solidFill>
                  <a:srgbClr val="1565C0"/>
                </a:solidFill>
              </a:defRPr>
            </a:lvl9pPr>
          </a:lstStyle>
          <a:p>
            <a:pPr>
              <a:buNone/>
              <a:defRPr sz="2175" b="1">
                <a:solidFill>
                  <a:srgbClr val="1565C0"/>
                </a:solidFill>
              </a:defRPr>
            </a:pPr>
            <a:r>
              <a:rPr sz="2175" b="1">
                <a:solidFill>
                  <a:srgbClr val="1565C0"/>
                </a:solidFill>
              </a:rPr>
              <a:t>시작 배너의 식별 정보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069EB9-8062-4062-9118-748B2C378DB9}"/>
              </a:ext>
            </a:extLst>
          </p:cNvPr>
          <p:cNvSpPr>
            <a:spLocks noGrp="1"/>
          </p:cNvSpPr>
          <p:nvPr/>
        </p:nvSpPr>
        <p:spPr>
          <a:xfrm>
            <a:off x="619125" y="193357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2D48"/>
                </a:solidFill>
              </a:defRPr>
            </a:defPPr>
            <a:lvl1pPr>
              <a:buNone/>
              <a:defRPr sz="1875" b="0">
                <a:solidFill>
                  <a:srgbClr val="172D48"/>
                </a:solidFill>
              </a:defRPr>
            </a:lvl1pPr>
            <a:lvl2pPr>
              <a:buNone/>
              <a:defRPr sz="1875" b="0">
                <a:solidFill>
                  <a:srgbClr val="172D48"/>
                </a:solidFill>
              </a:defRPr>
            </a:lvl2pPr>
            <a:lvl3pPr>
              <a:buNone/>
              <a:defRPr sz="1875" b="0">
                <a:solidFill>
                  <a:srgbClr val="172D48"/>
                </a:solidFill>
              </a:defRPr>
            </a:lvl3pPr>
            <a:lvl4pPr>
              <a:buNone/>
              <a:defRPr sz="1875" b="0">
                <a:solidFill>
                  <a:srgbClr val="172D48"/>
                </a:solidFill>
              </a:defRPr>
            </a:lvl4pPr>
            <a:lvl5pPr>
              <a:buNone/>
              <a:defRPr sz="1875" b="0">
                <a:solidFill>
                  <a:srgbClr val="172D48"/>
                </a:solidFill>
              </a:defRPr>
            </a:lvl5pPr>
            <a:lvl6pPr>
              <a:buNone/>
              <a:defRPr sz="1875" b="0">
                <a:solidFill>
                  <a:srgbClr val="172D48"/>
                </a:solidFill>
              </a:defRPr>
            </a:lvl6pPr>
            <a:lvl7pPr>
              <a:buNone/>
              <a:defRPr sz="1875" b="0">
                <a:solidFill>
                  <a:srgbClr val="172D48"/>
                </a:solidFill>
              </a:defRPr>
            </a:lvl7pPr>
            <a:lvl8pPr>
              <a:buNone/>
              <a:defRPr sz="1875" b="0">
                <a:solidFill>
                  <a:srgbClr val="172D48"/>
                </a:solidFill>
              </a:defRPr>
            </a:lvl8pPr>
            <a:lvl9pPr>
              <a:buNone/>
              <a:defRPr sz="1875" b="0">
                <a:solidFill>
                  <a:srgbClr val="172D48"/>
                </a:solidFill>
              </a:defRPr>
            </a:lvl9pPr>
          </a:lstStyle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sz="1875" b="0">
                <a:solidFill>
                  <a:srgbClr val="172D48"/>
                </a:solidFill>
              </a:rPr>
              <a:t>FW Version: v1.0.0     FW Git Rev: &lt;배포 파일의 커밋 해시&gt;</a:t>
            </a:r>
          </a:p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sz="1875" b="0">
                <a:solidFill>
                  <a:srgbClr val="172D48"/>
                </a:solidFill>
              </a:rPr>
              <a:t>Build Date, FW Log Level, Board Type, ID601 Daisy도 함께 기록합니다.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1144B3B-4135-47A0-87BE-CF4B9EDCCB0F}"/>
              </a:ext>
            </a:extLst>
          </p:cNvPr>
          <p:cNvSpPr>
            <a:spLocks noGrp="1"/>
          </p:cNvSpPr>
          <p:nvPr/>
        </p:nvSpPr>
        <p:spPr>
          <a:xfrm>
            <a:off x="619125" y="28670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565C0"/>
                </a:solidFill>
              </a:defRPr>
            </a:defPPr>
            <a:lvl1pPr>
              <a:buNone/>
              <a:defRPr sz="2175" b="1">
                <a:solidFill>
                  <a:srgbClr val="1565C0"/>
                </a:solidFill>
              </a:defRPr>
            </a:lvl1pPr>
            <a:lvl2pPr>
              <a:buNone/>
              <a:defRPr sz="2175" b="1">
                <a:solidFill>
                  <a:srgbClr val="1565C0"/>
                </a:solidFill>
              </a:defRPr>
            </a:lvl2pPr>
            <a:lvl3pPr>
              <a:buNone/>
              <a:defRPr sz="2175" b="1">
                <a:solidFill>
                  <a:srgbClr val="1565C0"/>
                </a:solidFill>
              </a:defRPr>
            </a:lvl3pPr>
            <a:lvl4pPr>
              <a:buNone/>
              <a:defRPr sz="2175" b="1">
                <a:solidFill>
                  <a:srgbClr val="1565C0"/>
                </a:solidFill>
              </a:defRPr>
            </a:lvl4pPr>
            <a:lvl5pPr>
              <a:buNone/>
              <a:defRPr sz="2175" b="1">
                <a:solidFill>
                  <a:srgbClr val="1565C0"/>
                </a:solidFill>
              </a:defRPr>
            </a:lvl5pPr>
            <a:lvl6pPr>
              <a:buNone/>
              <a:defRPr sz="2175" b="1">
                <a:solidFill>
                  <a:srgbClr val="1565C0"/>
                </a:solidFill>
              </a:defRPr>
            </a:lvl6pPr>
            <a:lvl7pPr>
              <a:buNone/>
              <a:defRPr sz="2175" b="1">
                <a:solidFill>
                  <a:srgbClr val="1565C0"/>
                </a:solidFill>
              </a:defRPr>
            </a:lvl7pPr>
            <a:lvl8pPr>
              <a:buNone/>
              <a:defRPr sz="2175" b="1">
                <a:solidFill>
                  <a:srgbClr val="1565C0"/>
                </a:solidFill>
              </a:defRPr>
            </a:lvl8pPr>
            <a:lvl9pPr>
              <a:buNone/>
              <a:defRPr sz="2175" b="1">
                <a:solidFill>
                  <a:srgbClr val="1565C0"/>
                </a:solidFill>
              </a:defRPr>
            </a:lvl9pPr>
          </a:lstStyle>
          <a:p>
            <a:pPr>
              <a:buNone/>
              <a:defRPr sz="2175" b="1">
                <a:solidFill>
                  <a:srgbClr val="1565C0"/>
                </a:solidFill>
              </a:defRPr>
            </a:pPr>
            <a:r>
              <a:rPr sz="2175" b="1" dirty="0" err="1">
                <a:solidFill>
                  <a:srgbClr val="1565C0"/>
                </a:solidFill>
              </a:rPr>
              <a:t>문제</a:t>
            </a:r>
            <a:r>
              <a:rPr sz="2175" b="1" dirty="0">
                <a:solidFill>
                  <a:srgbClr val="1565C0"/>
                </a:solidFill>
              </a:rPr>
              <a:t> </a:t>
            </a:r>
            <a:r>
              <a:rPr sz="2175" b="1" dirty="0" err="1">
                <a:solidFill>
                  <a:srgbClr val="1565C0"/>
                </a:solidFill>
              </a:rPr>
              <a:t>발생</a:t>
            </a:r>
            <a:r>
              <a:rPr sz="2175" b="1" dirty="0">
                <a:solidFill>
                  <a:srgbClr val="1565C0"/>
                </a:solidFill>
              </a:rPr>
              <a:t> 시 </a:t>
            </a:r>
            <a:r>
              <a:rPr sz="2175" b="1" dirty="0" err="1">
                <a:solidFill>
                  <a:srgbClr val="1565C0"/>
                </a:solidFill>
              </a:rPr>
              <a:t>전달할</a:t>
            </a:r>
            <a:r>
              <a:rPr sz="2175" b="1" dirty="0">
                <a:solidFill>
                  <a:srgbClr val="1565C0"/>
                </a:solidFill>
              </a:rPr>
              <a:t> </a:t>
            </a:r>
            <a:r>
              <a:rPr sz="2175" b="1" dirty="0" err="1">
                <a:solidFill>
                  <a:srgbClr val="1565C0"/>
                </a:solidFill>
              </a:rPr>
              <a:t>자료</a:t>
            </a:r>
            <a:endParaRPr sz="2175" b="1" dirty="0">
              <a:solidFill>
                <a:srgbClr val="1565C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4C498B-5EF9-4159-9D61-CD4EE0AD5A8F}"/>
              </a:ext>
            </a:extLst>
          </p:cNvPr>
          <p:cNvSpPr>
            <a:spLocks noGrp="1"/>
          </p:cNvSpPr>
          <p:nvPr/>
        </p:nvSpPr>
        <p:spPr>
          <a:xfrm>
            <a:off x="619125" y="332422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2D48"/>
                </a:solidFill>
              </a:defRPr>
            </a:defPPr>
            <a:lvl1pPr>
              <a:buNone/>
              <a:defRPr sz="1875" b="0">
                <a:solidFill>
                  <a:srgbClr val="172D48"/>
                </a:solidFill>
              </a:defRPr>
            </a:lvl1pPr>
            <a:lvl2pPr>
              <a:buNone/>
              <a:defRPr sz="1875" b="0">
                <a:solidFill>
                  <a:srgbClr val="172D48"/>
                </a:solidFill>
              </a:defRPr>
            </a:lvl2pPr>
            <a:lvl3pPr>
              <a:buNone/>
              <a:defRPr sz="1875" b="0">
                <a:solidFill>
                  <a:srgbClr val="172D48"/>
                </a:solidFill>
              </a:defRPr>
            </a:lvl3pPr>
            <a:lvl4pPr>
              <a:buNone/>
              <a:defRPr sz="1875" b="0">
                <a:solidFill>
                  <a:srgbClr val="172D48"/>
                </a:solidFill>
              </a:defRPr>
            </a:lvl4pPr>
            <a:lvl5pPr>
              <a:buNone/>
              <a:defRPr sz="1875" b="0">
                <a:solidFill>
                  <a:srgbClr val="172D48"/>
                </a:solidFill>
              </a:defRPr>
            </a:lvl5pPr>
            <a:lvl6pPr>
              <a:buNone/>
              <a:defRPr sz="1875" b="0">
                <a:solidFill>
                  <a:srgbClr val="172D48"/>
                </a:solidFill>
              </a:defRPr>
            </a:lvl6pPr>
            <a:lvl7pPr>
              <a:buNone/>
              <a:defRPr sz="1875" b="0">
                <a:solidFill>
                  <a:srgbClr val="172D48"/>
                </a:solidFill>
              </a:defRPr>
            </a:lvl7pPr>
            <a:lvl8pPr>
              <a:buNone/>
              <a:defRPr sz="1875" b="0">
                <a:solidFill>
                  <a:srgbClr val="172D48"/>
                </a:solidFill>
              </a:defRPr>
            </a:lvl8pPr>
            <a:lvl9pPr>
              <a:buNone/>
              <a:defRPr sz="1875" b="0">
                <a:solidFill>
                  <a:srgbClr val="172D48"/>
                </a:solidFill>
              </a:defRPr>
            </a:lvl9pPr>
          </a:lstStyle>
          <a:p>
            <a:pPr>
              <a:buNone/>
              <a:defRPr sz="1875" b="0">
                <a:solidFill>
                  <a:srgbClr val="172D48"/>
                </a:solidFill>
              </a:defRPr>
            </a:pPr>
            <a:r>
              <a:rPr lang="en-US" sz="1875" b="0" dirty="0">
                <a:solidFill>
                  <a:srgbClr val="172D48"/>
                </a:solidFill>
              </a:rPr>
              <a:t>CLI </a:t>
            </a:r>
            <a:r>
              <a:rPr lang="ko-KR" altLang="en-US" sz="1875" b="0" dirty="0">
                <a:solidFill>
                  <a:srgbClr val="172D48"/>
                </a:solidFill>
              </a:rPr>
              <a:t>초기 </a:t>
            </a:r>
            <a:r>
              <a:rPr sz="1875" b="0" dirty="0" err="1">
                <a:solidFill>
                  <a:srgbClr val="172D48"/>
                </a:solidFill>
              </a:rPr>
              <a:t>배너</a:t>
            </a:r>
            <a:r>
              <a:rPr sz="1875" b="0" dirty="0">
                <a:solidFill>
                  <a:srgbClr val="172D48"/>
                </a:solidFill>
              </a:rPr>
              <a:t>, </a:t>
            </a:r>
            <a:r>
              <a:rPr lang="ko-KR" altLang="en-US" sz="1875" b="0" dirty="0">
                <a:solidFill>
                  <a:srgbClr val="172D48"/>
                </a:solidFill>
              </a:rPr>
              <a:t>명령 전달 순</a:t>
            </a:r>
            <a:r>
              <a:rPr sz="1875" b="0" dirty="0">
                <a:solidFill>
                  <a:srgbClr val="172D48"/>
                </a:solidFill>
              </a:rPr>
              <a:t>서, </a:t>
            </a:r>
            <a:r>
              <a:rPr sz="1875" b="0" dirty="0" err="1">
                <a:solidFill>
                  <a:srgbClr val="172D48"/>
                </a:solidFill>
              </a:rPr>
              <a:t>연결</a:t>
            </a:r>
            <a:r>
              <a:rPr sz="1875" b="0" dirty="0">
                <a:solidFill>
                  <a:srgbClr val="172D48"/>
                </a:solidFill>
              </a:rPr>
              <a:t> IC </a:t>
            </a:r>
            <a:r>
              <a:rPr sz="1875" b="0" dirty="0" err="1">
                <a:solidFill>
                  <a:srgbClr val="172D48"/>
                </a:solidFill>
              </a:rPr>
              <a:t>수와</a:t>
            </a:r>
            <a:r>
              <a:rPr sz="1875" b="0" dirty="0">
                <a:solidFill>
                  <a:srgbClr val="172D48"/>
                </a:solidFill>
              </a:rPr>
              <a:t> </a:t>
            </a:r>
            <a:r>
              <a:rPr sz="1875" b="0" dirty="0" err="1">
                <a:solidFill>
                  <a:srgbClr val="172D48"/>
                </a:solidFill>
              </a:rPr>
              <a:t>전원</a:t>
            </a:r>
            <a:r>
              <a:rPr sz="1875" b="0" dirty="0">
                <a:solidFill>
                  <a:srgbClr val="172D48"/>
                </a:solidFill>
              </a:rPr>
              <a:t> </a:t>
            </a:r>
            <a:r>
              <a:rPr sz="1875" b="0" dirty="0" err="1">
                <a:solidFill>
                  <a:srgbClr val="172D48"/>
                </a:solidFill>
              </a:rPr>
              <a:t>조건을</a:t>
            </a:r>
            <a:r>
              <a:rPr sz="1875" b="0" dirty="0">
                <a:solidFill>
                  <a:srgbClr val="172D48"/>
                </a:solidFill>
              </a:rPr>
              <a:t> </a:t>
            </a:r>
            <a:r>
              <a:rPr sz="1875" b="0" dirty="0" err="1">
                <a:solidFill>
                  <a:srgbClr val="172D48"/>
                </a:solidFill>
              </a:rPr>
              <a:t>전달합니다</a:t>
            </a:r>
            <a:r>
              <a:rPr sz="1875" b="0" dirty="0">
                <a:solidFill>
                  <a:srgbClr val="172D48"/>
                </a:solidFill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EBA90B-1730-42DC-8CF7-8CFC3642C2F5}"/>
              </a:ext>
            </a:extLst>
          </p:cNvPr>
          <p:cNvSpPr>
            <a:spLocks noGrp="1"/>
          </p:cNvSpPr>
          <p:nvPr/>
        </p:nvSpPr>
        <p:spPr>
          <a:xfrm>
            <a:off x="619125" y="6315075"/>
            <a:ext cx="10953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26376"/>
                </a:solidFill>
              </a:defRPr>
            </a:defPPr>
            <a:lvl1pPr>
              <a:buNone/>
              <a:defRPr sz="1275" b="0">
                <a:solidFill>
                  <a:srgbClr val="526376"/>
                </a:solidFill>
              </a:defRPr>
            </a:lvl1pPr>
            <a:lvl2pPr>
              <a:buNone/>
              <a:defRPr sz="1275" b="0">
                <a:solidFill>
                  <a:srgbClr val="526376"/>
                </a:solidFill>
              </a:defRPr>
            </a:lvl2pPr>
            <a:lvl3pPr>
              <a:buNone/>
              <a:defRPr sz="1275" b="0">
                <a:solidFill>
                  <a:srgbClr val="526376"/>
                </a:solidFill>
              </a:defRPr>
            </a:lvl3pPr>
            <a:lvl4pPr>
              <a:buNone/>
              <a:defRPr sz="1275" b="0">
                <a:solidFill>
                  <a:srgbClr val="526376"/>
                </a:solidFill>
              </a:defRPr>
            </a:lvl4pPr>
            <a:lvl5pPr>
              <a:buNone/>
              <a:defRPr sz="1275" b="0">
                <a:solidFill>
                  <a:srgbClr val="526376"/>
                </a:solidFill>
              </a:defRPr>
            </a:lvl5pPr>
            <a:lvl6pPr>
              <a:buNone/>
              <a:defRPr sz="1275" b="0">
                <a:solidFill>
                  <a:srgbClr val="526376"/>
                </a:solidFill>
              </a:defRPr>
            </a:lvl6pPr>
            <a:lvl7pPr>
              <a:buNone/>
              <a:defRPr sz="1275" b="0">
                <a:solidFill>
                  <a:srgbClr val="526376"/>
                </a:solidFill>
              </a:defRPr>
            </a:lvl7pPr>
            <a:lvl8pPr>
              <a:buNone/>
              <a:defRPr sz="1275" b="0">
                <a:solidFill>
                  <a:srgbClr val="526376"/>
                </a:solidFill>
              </a:defRPr>
            </a:lvl8pPr>
            <a:lvl9pPr>
              <a:buNone/>
              <a:defRPr sz="1275" b="0">
                <a:solidFill>
                  <a:srgbClr val="526376"/>
                </a:solidFill>
              </a:defRPr>
            </a:lvl9pPr>
          </a:lstStyle>
          <a:p>
            <a:pPr>
              <a:buNone/>
              <a:defRPr sz="1275" b="0">
                <a:solidFill>
                  <a:srgbClr val="526376"/>
                </a:solidFill>
              </a:defRPr>
            </a:pPr>
            <a:r>
              <a:rPr sz="1275" b="0">
                <a:solidFill>
                  <a:srgbClr val="526376"/>
                </a:solidFill>
              </a:rPr>
              <a:t>ID601 TEST Board   /   간단 사용 매뉴얼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EDEB53-5AA9-418D-8362-C6EA869831F7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1">
                <a:solidFill>
                  <a:srgbClr val="1565C0"/>
                </a:solidFill>
              </a:defRPr>
            </a:defPPr>
            <a:lvl1pPr>
              <a:buNone/>
              <a:defRPr sz="1500" b="1">
                <a:solidFill>
                  <a:srgbClr val="1565C0"/>
                </a:solidFill>
              </a:defRPr>
            </a:lvl1pPr>
            <a:lvl2pPr>
              <a:buNone/>
              <a:defRPr sz="1500" b="1">
                <a:solidFill>
                  <a:srgbClr val="1565C0"/>
                </a:solidFill>
              </a:defRPr>
            </a:lvl2pPr>
            <a:lvl3pPr>
              <a:buNone/>
              <a:defRPr sz="1500" b="1">
                <a:solidFill>
                  <a:srgbClr val="1565C0"/>
                </a:solidFill>
              </a:defRPr>
            </a:lvl3pPr>
            <a:lvl4pPr>
              <a:buNone/>
              <a:defRPr sz="1500" b="1">
                <a:solidFill>
                  <a:srgbClr val="1565C0"/>
                </a:solidFill>
              </a:defRPr>
            </a:lvl4pPr>
            <a:lvl5pPr>
              <a:buNone/>
              <a:defRPr sz="1500" b="1">
                <a:solidFill>
                  <a:srgbClr val="1565C0"/>
                </a:solidFill>
              </a:defRPr>
            </a:lvl5pPr>
            <a:lvl6pPr>
              <a:buNone/>
              <a:defRPr sz="1500" b="1">
                <a:solidFill>
                  <a:srgbClr val="1565C0"/>
                </a:solidFill>
              </a:defRPr>
            </a:lvl6pPr>
            <a:lvl7pPr>
              <a:buNone/>
              <a:defRPr sz="1500" b="1">
                <a:solidFill>
                  <a:srgbClr val="1565C0"/>
                </a:solidFill>
              </a:defRPr>
            </a:lvl7pPr>
            <a:lvl8pPr>
              <a:buNone/>
              <a:defRPr sz="1500" b="1">
                <a:solidFill>
                  <a:srgbClr val="1565C0"/>
                </a:solidFill>
              </a:defRPr>
            </a:lvl8pPr>
            <a:lvl9pPr>
              <a:buNone/>
              <a:defRPr sz="1500" b="1">
                <a:solidFill>
                  <a:srgbClr val="1565C0"/>
                </a:solidFill>
              </a:defRPr>
            </a:lvl9pPr>
          </a:lstStyle>
          <a:p>
            <a:pPr>
              <a:buNone/>
              <a:defRPr sz="1500" b="1">
                <a:solidFill>
                  <a:srgbClr val="1565C0"/>
                </a:solidFill>
              </a:defRPr>
            </a:pPr>
            <a:r>
              <a:rPr sz="1500" b="1">
                <a:solidFill>
                  <a:srgbClr val="1565C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853549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1851</Words>
  <Application>Microsoft Office PowerPoint</Application>
  <DocSecurity>0</DocSecurity>
  <PresentationFormat>와이드스크린</PresentationFormat>
  <Paragraphs>146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Aptos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 준영</cp:lastModifiedBy>
  <cp:revision>3</cp:revision>
  <dcterms:created xsi:type="dcterms:W3CDTF">2026-10-22T05:36:06Z</dcterms:created>
  <dcterms:modified xsi:type="dcterms:W3CDTF">2026-10-22T06:20:34Z</dcterms:modified>
</cp:coreProperties>
</file>