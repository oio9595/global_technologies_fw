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76" r:id="rId4"/>
    <p:sldId id="260" r:id="rId5"/>
    <p:sldId id="262" r:id="rId6"/>
    <p:sldId id="269" r:id="rId7"/>
    <p:sldId id="263" r:id="rId8"/>
    <p:sldId id="264" r:id="rId9"/>
    <p:sldId id="267" r:id="rId10"/>
    <p:sldId id="268" r:id="rId11"/>
    <p:sldId id="270" r:id="rId12"/>
    <p:sldId id="273" r:id="rId13"/>
    <p:sldId id="271" r:id="rId14"/>
    <p:sldId id="274" r:id="rId15"/>
    <p:sldId id="272" r:id="rId16"/>
    <p:sldId id="275" r:id="rId17"/>
    <p:sldId id="265" r:id="rId18"/>
    <p:sldId id="266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0FF"/>
    <a:srgbClr val="FF00FF"/>
    <a:srgbClr val="00F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15E43-DCC2-67DE-C64F-B32FF31B8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A0BDF-19C8-EA8D-D271-31CEF3D38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5CF65-9F7B-ACE7-2367-68A831C71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5E194E-2561-ED16-5931-9DBC6EA8324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298140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3DE40-57C8-F06C-A4AA-4D8B753BF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748A9-5954-6103-19C0-E047F0D87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9D3E23-FE13-6301-C323-CEBC4094B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A6923-382C-47B4-FCDB-B5073C5C819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86462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B6432-741A-3FEC-39EA-65B5A188F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7CEB3B-F39D-69E2-51B7-A610922F7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090F60-9A41-7C64-9D36-61DFE13BA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3EC70-9E23-15F5-699D-710A0FC22D4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643994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CC7B4-2B79-EA0C-5639-0EF3A0602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4707B-95FB-4659-513C-004904F22C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60898D-690A-1A07-884D-32A2DC9F5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527EBE-B2AA-A8F0-2B1B-F8B761E861A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770458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10195-76E0-0E00-FB14-A464AA12D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1C072-1090-F552-9ACC-A5634B4AFE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C641C-5E1C-C573-BF4C-8AC714F65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DA46A-05A8-A8E5-C712-C18766152F0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06046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19F72-0136-2008-8A8C-601ECB44F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9D2C9E-09C7-7FE2-1FB2-1F1A002B25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356CD1-512A-0E06-8995-37E4E00D0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16570-8BF6-883C-593B-26B39D8D89D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532179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5C8F4-63BF-BEFB-20B6-10684B78B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1B7006-6818-3F48-0E46-636D02CF8B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03F08-7AFF-CA24-FDAD-71C514FDA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B658A-04DD-26D3-20CD-AC0E0D3A4CF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509747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7D013-8F84-2379-96B5-91CD928F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FF946C-9994-001C-EB91-D2AABED0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A967C1-D57F-4B2C-09CE-5C204EB482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97BA97-3485-ECFA-756E-46E482630FE9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41077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399C9-70E6-CB1F-281E-B3E5A332D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750409-02DB-0426-8B57-99D332F74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1A9779-4D99-4875-0BB8-FEACD04A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9479F-8A67-9772-AD3C-AEACFDEF70E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837617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3D919-47E2-1BA0-4869-42D9846CB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13544E-3B6B-25B8-E4CC-C5BCA3E44B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93EF1-ADB1-2806-3B53-61C7998373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CE3942-B28B-FF19-F9A0-D649E80B95D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55493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961F2F4-B607-4307-A71C-6A76D4E03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B27C702-68E1-44D5-A731-7C07AA0FC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06668B-498E-4404-056B-BD07E1BB18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5195515-3DC5-4BEF-AFF4-09A03D752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C8965E2-A9A4-D4EE-FCAF-4C048C457D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211F168-183A-41A2-A539-ABB128CBC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C793525-4B5C-4A5D-BCEA-5785AAB5F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38F346-5296-62FB-5DDC-6F0334492E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895D7AC2-58EB-4A2D-845E-F4085D0AF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8600B55-ED74-4293-8F93-BF04995E5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11A0ECF-69D8-451B-B0FD-D477D594250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F9AD7FA-D6DD-E29F-62F3-3B131E33B2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DAC4BBE-DCC0-4B7D-88C4-8542920F3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86CC309-956C-46CE-94AC-62C2D7E77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0E2BE6-6E48-0899-26AB-BB2C21A419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012F28-D881-644F-102B-D1950D1F0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50C58F0-0D44-91FC-94EA-EEAB106CC9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fld id="{6FE492CA-CE82-4C27-82BA-4A2642B774B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9A88DD9-B198-47A7-A6A5-EAB401FDBB1D}"/>
              </a:ext>
            </a:extLst>
          </p:cNvPr>
          <p:cNvSpPr>
            <a:spLocks noGrp="1"/>
          </p:cNvSpPr>
          <p:nvPr/>
        </p:nvSpPr>
        <p:spPr>
          <a:xfrm>
            <a:off x="619125" y="762000"/>
            <a:ext cx="10953750" cy="1476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sz="3150" b="1" dirty="0">
                <a:solidFill>
                  <a:srgbClr val="172D48"/>
                </a:solidFill>
              </a:rPr>
              <a:t>ID601 TEST Board</a:t>
            </a:r>
          </a:p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lang="ko-KR" altLang="en-US" dirty="0"/>
              <a:t>보드</a:t>
            </a:r>
            <a:r>
              <a:rPr sz="3150" b="1" dirty="0">
                <a:solidFill>
                  <a:srgbClr val="172D48"/>
                </a:solidFill>
              </a:rPr>
              <a:t> </a:t>
            </a:r>
            <a:r>
              <a:rPr sz="3150" b="1" dirty="0" err="1">
                <a:solidFill>
                  <a:srgbClr val="172D48"/>
                </a:solidFill>
              </a:rPr>
              <a:t>사용</a:t>
            </a:r>
            <a:r>
              <a:rPr sz="3150" b="1" dirty="0">
                <a:solidFill>
                  <a:srgbClr val="172D48"/>
                </a:solidFill>
              </a:rPr>
              <a:t> </a:t>
            </a:r>
            <a:r>
              <a:rPr sz="3150" b="1" dirty="0" err="1">
                <a:solidFill>
                  <a:srgbClr val="172D48"/>
                </a:solidFill>
              </a:rPr>
              <a:t>매뉴얼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97529A5-1CCF-4A1F-B2EF-B14CD2CF9C55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15E8E2C-0755-48D4-9E72-FC1534635DB9}"/>
              </a:ext>
            </a:extLst>
          </p:cNvPr>
          <p:cNvSpPr>
            <a:spLocks noGrp="1"/>
          </p:cNvSpPr>
          <p:nvPr/>
        </p:nvSpPr>
        <p:spPr>
          <a:xfrm>
            <a:off x="647700" y="2476500"/>
            <a:ext cx="10477500" cy="571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1565C0"/>
                </a:solidFill>
              </a:defRPr>
            </a:defPPr>
            <a:lvl1pPr>
              <a:buNone/>
              <a:defRPr sz="2400" b="1">
                <a:solidFill>
                  <a:srgbClr val="1565C0"/>
                </a:solidFill>
              </a:defRPr>
            </a:lvl1pPr>
            <a:lvl2pPr>
              <a:buNone/>
              <a:defRPr sz="2400" b="1">
                <a:solidFill>
                  <a:srgbClr val="1565C0"/>
                </a:solidFill>
              </a:defRPr>
            </a:lvl2pPr>
            <a:lvl3pPr>
              <a:buNone/>
              <a:defRPr sz="2400" b="1">
                <a:solidFill>
                  <a:srgbClr val="1565C0"/>
                </a:solidFill>
              </a:defRPr>
            </a:lvl3pPr>
            <a:lvl4pPr>
              <a:buNone/>
              <a:defRPr sz="2400" b="1">
                <a:solidFill>
                  <a:srgbClr val="1565C0"/>
                </a:solidFill>
              </a:defRPr>
            </a:lvl4pPr>
            <a:lvl5pPr>
              <a:buNone/>
              <a:defRPr sz="2400" b="1">
                <a:solidFill>
                  <a:srgbClr val="1565C0"/>
                </a:solidFill>
              </a:defRPr>
            </a:lvl5pPr>
            <a:lvl6pPr>
              <a:buNone/>
              <a:defRPr sz="2400" b="1">
                <a:solidFill>
                  <a:srgbClr val="1565C0"/>
                </a:solidFill>
              </a:defRPr>
            </a:lvl6pPr>
            <a:lvl7pPr>
              <a:buNone/>
              <a:defRPr sz="2400" b="1">
                <a:solidFill>
                  <a:srgbClr val="1565C0"/>
                </a:solidFill>
              </a:defRPr>
            </a:lvl7pPr>
            <a:lvl8pPr>
              <a:buNone/>
              <a:defRPr sz="2400" b="1">
                <a:solidFill>
                  <a:srgbClr val="1565C0"/>
                </a:solidFill>
              </a:defRPr>
            </a:lvl8pPr>
            <a:lvl9pPr>
              <a:buNone/>
              <a:defRPr sz="2400" b="1">
                <a:solidFill>
                  <a:srgbClr val="1565C0"/>
                </a:solidFill>
              </a:defRPr>
            </a:lvl9pPr>
          </a:lstStyle>
          <a:p>
            <a:pPr>
              <a:buNone/>
              <a:defRPr sz="2400" b="1">
                <a:solidFill>
                  <a:srgbClr val="1565C0"/>
                </a:solidFill>
              </a:defRPr>
            </a:pPr>
            <a:r>
              <a:rPr sz="2400" b="1">
                <a:solidFill>
                  <a:srgbClr val="1565C0"/>
                </a:solidFill>
              </a:rPr>
              <a:t>고객사(MOBIS) 보드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B2B5575-5CDB-457E-9CEC-F8980C94542C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107632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0">
                <a:solidFill>
                  <a:srgbClr val="172D48"/>
                </a:solidFill>
              </a:defRPr>
            </a:defPPr>
            <a:lvl1pPr>
              <a:buNone/>
              <a:defRPr sz="2100" b="0">
                <a:solidFill>
                  <a:srgbClr val="172D48"/>
                </a:solidFill>
              </a:defRPr>
            </a:lvl1pPr>
            <a:lvl2pPr>
              <a:buNone/>
              <a:defRPr sz="2100" b="0">
                <a:solidFill>
                  <a:srgbClr val="172D48"/>
                </a:solidFill>
              </a:defRPr>
            </a:lvl2pPr>
            <a:lvl3pPr>
              <a:buNone/>
              <a:defRPr sz="2100" b="0">
                <a:solidFill>
                  <a:srgbClr val="172D48"/>
                </a:solidFill>
              </a:defRPr>
            </a:lvl3pPr>
            <a:lvl4pPr>
              <a:buNone/>
              <a:defRPr sz="2100" b="0">
                <a:solidFill>
                  <a:srgbClr val="172D48"/>
                </a:solidFill>
              </a:defRPr>
            </a:lvl4pPr>
            <a:lvl5pPr>
              <a:buNone/>
              <a:defRPr sz="2100" b="0">
                <a:solidFill>
                  <a:srgbClr val="172D48"/>
                </a:solidFill>
              </a:defRPr>
            </a:lvl5pPr>
            <a:lvl6pPr>
              <a:buNone/>
              <a:defRPr sz="2100" b="0">
                <a:solidFill>
                  <a:srgbClr val="172D48"/>
                </a:solidFill>
              </a:defRPr>
            </a:lvl6pPr>
            <a:lvl7pPr>
              <a:buNone/>
              <a:defRPr sz="2100" b="0">
                <a:solidFill>
                  <a:srgbClr val="172D48"/>
                </a:solidFill>
              </a:defRPr>
            </a:lvl7pPr>
            <a:lvl8pPr>
              <a:buNone/>
              <a:defRPr sz="2100" b="0">
                <a:solidFill>
                  <a:srgbClr val="172D48"/>
                </a:solidFill>
              </a:defRPr>
            </a:lvl8pPr>
            <a:lvl9pPr>
              <a:buNone/>
              <a:defRPr sz="2100" b="0">
                <a:solidFill>
                  <a:srgbClr val="172D48"/>
                </a:solidFill>
              </a:defRPr>
            </a:lvl9pPr>
          </a:lstStyle>
          <a:p>
            <a:pPr>
              <a:buNone/>
              <a:defRPr sz="2100" b="0">
                <a:solidFill>
                  <a:srgbClr val="172D48"/>
                </a:solidFill>
              </a:defRPr>
            </a:pPr>
            <a:r>
              <a:rPr sz="2100" b="0">
                <a:solidFill>
                  <a:srgbClr val="172D48"/>
                </a:solidFill>
              </a:rPr>
              <a:t>시리얼 연결 · 레지스터 제어 · 시험 명령 · 버전 확인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777FEE0-6555-445C-8E39-25B92A21ABC6}"/>
              </a:ext>
            </a:extLst>
          </p:cNvPr>
          <p:cNvSpPr>
            <a:spLocks noGrp="1"/>
          </p:cNvSpPr>
          <p:nvPr/>
        </p:nvSpPr>
        <p:spPr>
          <a:xfrm>
            <a:off x="647700" y="4667250"/>
            <a:ext cx="104775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526376"/>
                </a:solidFill>
              </a:defRPr>
            </a:defPPr>
            <a:lvl1pPr>
              <a:buNone/>
              <a:defRPr sz="1800" b="0">
                <a:solidFill>
                  <a:srgbClr val="526376"/>
                </a:solidFill>
              </a:defRPr>
            </a:lvl1pPr>
            <a:lvl2pPr>
              <a:buNone/>
              <a:defRPr sz="1800" b="0">
                <a:solidFill>
                  <a:srgbClr val="526376"/>
                </a:solidFill>
              </a:defRPr>
            </a:lvl2pPr>
            <a:lvl3pPr>
              <a:buNone/>
              <a:defRPr sz="1800" b="0">
                <a:solidFill>
                  <a:srgbClr val="526376"/>
                </a:solidFill>
              </a:defRPr>
            </a:lvl3pPr>
            <a:lvl4pPr>
              <a:buNone/>
              <a:defRPr sz="1800" b="0">
                <a:solidFill>
                  <a:srgbClr val="526376"/>
                </a:solidFill>
              </a:defRPr>
            </a:lvl4pPr>
            <a:lvl5pPr>
              <a:buNone/>
              <a:defRPr sz="1800" b="0">
                <a:solidFill>
                  <a:srgbClr val="526376"/>
                </a:solidFill>
              </a:defRPr>
            </a:lvl5pPr>
            <a:lvl6pPr>
              <a:buNone/>
              <a:defRPr sz="1800" b="0">
                <a:solidFill>
                  <a:srgbClr val="526376"/>
                </a:solidFill>
              </a:defRPr>
            </a:lvl6pPr>
            <a:lvl7pPr>
              <a:buNone/>
              <a:defRPr sz="1800" b="0">
                <a:solidFill>
                  <a:srgbClr val="526376"/>
                </a:solidFill>
              </a:defRPr>
            </a:lvl7pPr>
            <a:lvl8pPr>
              <a:buNone/>
              <a:defRPr sz="1800" b="0">
                <a:solidFill>
                  <a:srgbClr val="526376"/>
                </a:solidFill>
              </a:defRPr>
            </a:lvl8pPr>
            <a:lvl9pPr>
              <a:buNone/>
              <a:defRPr sz="1800" b="0">
                <a:solidFill>
                  <a:srgbClr val="526376"/>
                </a:solidFill>
              </a:defRPr>
            </a:lvl9pPr>
          </a:lstStyle>
          <a:p>
            <a:pPr>
              <a:buNone/>
              <a:defRPr sz="1800" b="0">
                <a:solidFill>
                  <a:srgbClr val="526376"/>
                </a:solidFill>
              </a:defRPr>
            </a:pPr>
            <a:r>
              <a:rPr sz="1800" b="0" dirty="0" err="1">
                <a:solidFill>
                  <a:srgbClr val="526376"/>
                </a:solidFill>
              </a:rPr>
              <a:t>코드</a:t>
            </a:r>
            <a:r>
              <a:rPr sz="1800" b="0" dirty="0">
                <a:solidFill>
                  <a:srgbClr val="526376"/>
                </a:solidFill>
              </a:rPr>
              <a:t> </a:t>
            </a:r>
            <a:r>
              <a:rPr sz="1800" b="0" dirty="0" err="1">
                <a:solidFill>
                  <a:srgbClr val="526376"/>
                </a:solidFill>
              </a:rPr>
              <a:t>기준</a:t>
            </a:r>
            <a:r>
              <a:rPr sz="1800" b="0" dirty="0">
                <a:solidFill>
                  <a:srgbClr val="526376"/>
                </a:solidFill>
              </a:rPr>
              <a:t> v1.0.</a:t>
            </a:r>
            <a:r>
              <a:rPr lang="en-US" sz="1800" b="0" dirty="0">
                <a:solidFill>
                  <a:srgbClr val="526376"/>
                </a:solidFill>
              </a:rPr>
              <a:t>3</a:t>
            </a:r>
            <a:r>
              <a:rPr sz="1800" b="0" dirty="0">
                <a:solidFill>
                  <a:srgbClr val="526376"/>
                </a:solidFill>
              </a:rPr>
              <a:t> / </a:t>
            </a:r>
            <a:r>
              <a:rPr sz="1800" b="0" dirty="0" err="1">
                <a:solidFill>
                  <a:srgbClr val="526376"/>
                </a:solidFill>
              </a:rPr>
              <a:t>문서</a:t>
            </a:r>
            <a:r>
              <a:rPr sz="1800" b="0" dirty="0">
                <a:solidFill>
                  <a:srgbClr val="526376"/>
                </a:solidFill>
              </a:rPr>
              <a:t> v</a:t>
            </a:r>
            <a:r>
              <a:rPr lang="en-US" sz="1800" b="0" dirty="0">
                <a:solidFill>
                  <a:srgbClr val="526376"/>
                </a:solidFill>
              </a:rPr>
              <a:t>2</a:t>
            </a:r>
            <a:endParaRPr sz="1800" b="0" dirty="0">
              <a:solidFill>
                <a:srgbClr val="526376"/>
              </a:solidFill>
            </a:endParaRPr>
          </a:p>
          <a:p>
            <a:pPr>
              <a:buNone/>
              <a:defRPr sz="1800" b="0">
                <a:solidFill>
                  <a:srgbClr val="526376"/>
                </a:solidFill>
              </a:defRPr>
            </a:pPr>
            <a:r>
              <a:rPr sz="1800" b="0" dirty="0">
                <a:solidFill>
                  <a:srgbClr val="526376"/>
                </a:solidFill>
              </a:rPr>
              <a:t>2026.10.2</a:t>
            </a:r>
            <a:r>
              <a:rPr lang="en-US" sz="1800" b="0" dirty="0">
                <a:solidFill>
                  <a:srgbClr val="526376"/>
                </a:solidFill>
              </a:rPr>
              <a:t>9</a:t>
            </a:r>
            <a:endParaRPr sz="1800" b="0" dirty="0">
              <a:solidFill>
                <a:srgbClr val="526376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567A5E-2C5A-A553-72D6-E37630E13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9009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E351125-1060-4F53-A06C-EB222D2CD410}"/>
              </a:ext>
            </a:extLst>
          </p:cNvPr>
          <p:cNvSpPr>
            <a:spLocks noGrp="1"/>
          </p:cNvSpPr>
          <p:nvPr/>
        </p:nvSpPr>
        <p:spPr>
          <a:xfrm>
            <a:off x="619125" y="361950"/>
            <a:ext cx="109537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sz="3150" b="1" dirty="0">
                <a:solidFill>
                  <a:srgbClr val="172D48"/>
                </a:solidFill>
              </a:rPr>
              <a:t>PC </a:t>
            </a:r>
            <a:r>
              <a:rPr sz="3150" b="1" dirty="0" err="1">
                <a:solidFill>
                  <a:srgbClr val="172D48"/>
                </a:solidFill>
              </a:rPr>
              <a:t>시리얼</a:t>
            </a:r>
            <a:r>
              <a:rPr sz="3150" b="1" dirty="0">
                <a:solidFill>
                  <a:srgbClr val="172D48"/>
                </a:solidFill>
              </a:rPr>
              <a:t> </a:t>
            </a:r>
            <a:r>
              <a:rPr sz="3150" b="1" dirty="0" err="1">
                <a:solidFill>
                  <a:srgbClr val="172D48"/>
                </a:solidFill>
              </a:rPr>
              <a:t>연결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66750F8-328F-4074-903F-6F3483201731}"/>
              </a:ext>
            </a:extLst>
          </p:cNvPr>
          <p:cNvSpPr>
            <a:spLocks noGrp="1"/>
          </p:cNvSpPr>
          <p:nvPr/>
        </p:nvSpPr>
        <p:spPr>
          <a:xfrm>
            <a:off x="619125" y="1476375"/>
            <a:ext cx="1081087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1565C0"/>
                </a:solidFill>
              </a:defRPr>
            </a:defPPr>
            <a:lvl1pPr>
              <a:buNone/>
              <a:defRPr sz="2175" b="1">
                <a:solidFill>
                  <a:srgbClr val="1565C0"/>
                </a:solidFill>
              </a:defRPr>
            </a:lvl1pPr>
            <a:lvl2pPr>
              <a:buNone/>
              <a:defRPr sz="2175" b="1">
                <a:solidFill>
                  <a:srgbClr val="1565C0"/>
                </a:solidFill>
              </a:defRPr>
            </a:lvl2pPr>
            <a:lvl3pPr>
              <a:buNone/>
              <a:defRPr sz="2175" b="1">
                <a:solidFill>
                  <a:srgbClr val="1565C0"/>
                </a:solidFill>
              </a:defRPr>
            </a:lvl3pPr>
            <a:lvl4pPr>
              <a:buNone/>
              <a:defRPr sz="2175" b="1">
                <a:solidFill>
                  <a:srgbClr val="1565C0"/>
                </a:solidFill>
              </a:defRPr>
            </a:lvl4pPr>
            <a:lvl5pPr>
              <a:buNone/>
              <a:defRPr sz="2175" b="1">
                <a:solidFill>
                  <a:srgbClr val="1565C0"/>
                </a:solidFill>
              </a:defRPr>
            </a:lvl5pPr>
            <a:lvl6pPr>
              <a:buNone/>
              <a:defRPr sz="2175" b="1">
                <a:solidFill>
                  <a:srgbClr val="1565C0"/>
                </a:solidFill>
              </a:defRPr>
            </a:lvl6pPr>
            <a:lvl7pPr>
              <a:buNone/>
              <a:defRPr sz="2175" b="1">
                <a:solidFill>
                  <a:srgbClr val="1565C0"/>
                </a:solidFill>
              </a:defRPr>
            </a:lvl7pPr>
            <a:lvl8pPr>
              <a:buNone/>
              <a:defRPr sz="2175" b="1">
                <a:solidFill>
                  <a:srgbClr val="1565C0"/>
                </a:solidFill>
              </a:defRPr>
            </a:lvl8pPr>
            <a:lvl9pPr>
              <a:buNone/>
              <a:defRPr sz="2175" b="1">
                <a:solidFill>
                  <a:srgbClr val="1565C0"/>
                </a:solidFill>
              </a:defRPr>
            </a:lvl9pPr>
          </a:lstStyle>
          <a:p>
            <a:pPr>
              <a:buNone/>
              <a:defRPr sz="2175" b="1">
                <a:solidFill>
                  <a:srgbClr val="1565C0"/>
                </a:solidFill>
              </a:defRPr>
            </a:pPr>
            <a:r>
              <a:rPr sz="2175" b="1">
                <a:solidFill>
                  <a:srgbClr val="1565C0"/>
                </a:solidFill>
              </a:rPr>
              <a:t>터미널 설정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FE4BF22-6110-45D6-BDA9-D294D3ADD49F}"/>
              </a:ext>
            </a:extLst>
          </p:cNvPr>
          <p:cNvSpPr>
            <a:spLocks noGrp="1"/>
          </p:cNvSpPr>
          <p:nvPr/>
        </p:nvSpPr>
        <p:spPr>
          <a:xfrm>
            <a:off x="619125" y="1962150"/>
            <a:ext cx="10810875" cy="1143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72D48"/>
                </a:solidFill>
              </a:defRPr>
            </a:defPPr>
            <a:lvl1pPr>
              <a:buNone/>
              <a:defRPr sz="1875" b="0">
                <a:solidFill>
                  <a:srgbClr val="172D48"/>
                </a:solidFill>
              </a:defRPr>
            </a:lvl1pPr>
            <a:lvl2pPr>
              <a:buNone/>
              <a:defRPr sz="1875" b="0">
                <a:solidFill>
                  <a:srgbClr val="172D48"/>
                </a:solidFill>
              </a:defRPr>
            </a:lvl2pPr>
            <a:lvl3pPr>
              <a:buNone/>
              <a:defRPr sz="1875" b="0">
                <a:solidFill>
                  <a:srgbClr val="172D48"/>
                </a:solidFill>
              </a:defRPr>
            </a:lvl3pPr>
            <a:lvl4pPr>
              <a:buNone/>
              <a:defRPr sz="1875" b="0">
                <a:solidFill>
                  <a:srgbClr val="172D48"/>
                </a:solidFill>
              </a:defRPr>
            </a:lvl4pPr>
            <a:lvl5pPr>
              <a:buNone/>
              <a:defRPr sz="1875" b="0">
                <a:solidFill>
                  <a:srgbClr val="172D48"/>
                </a:solidFill>
              </a:defRPr>
            </a:lvl5pPr>
            <a:lvl6pPr>
              <a:buNone/>
              <a:defRPr sz="1875" b="0">
                <a:solidFill>
                  <a:srgbClr val="172D48"/>
                </a:solidFill>
              </a:defRPr>
            </a:lvl6pPr>
            <a:lvl7pPr>
              <a:buNone/>
              <a:defRPr sz="1875" b="0">
                <a:solidFill>
                  <a:srgbClr val="172D48"/>
                </a:solidFill>
              </a:defRPr>
            </a:lvl7pPr>
            <a:lvl8pPr>
              <a:buNone/>
              <a:defRPr sz="1875" b="0">
                <a:solidFill>
                  <a:srgbClr val="172D48"/>
                </a:solidFill>
              </a:defRPr>
            </a:lvl8pPr>
            <a:lvl9pPr>
              <a:buNone/>
              <a:defRPr sz="1875" b="0">
                <a:solidFill>
                  <a:srgbClr val="172D48"/>
                </a:solidFill>
              </a:defRPr>
            </a:lvl9pPr>
          </a:lstStyle>
          <a:p>
            <a:pPr>
              <a:buNone/>
              <a:defRPr sz="1875" b="0">
                <a:solidFill>
                  <a:srgbClr val="172D48"/>
                </a:solidFill>
              </a:defRPr>
            </a:pPr>
            <a:r>
              <a:rPr sz="1875" b="0">
                <a:solidFill>
                  <a:srgbClr val="172D48"/>
                </a:solidFill>
              </a:rPr>
              <a:t>보드의 시리얼 포트에 연결된 COM 포트를 선택합니다.</a:t>
            </a:r>
          </a:p>
          <a:p>
            <a:pPr>
              <a:buNone/>
              <a:defRPr sz="1875" b="0">
                <a:solidFill>
                  <a:srgbClr val="172D48"/>
                </a:solidFill>
              </a:defRPr>
            </a:pPr>
            <a:r>
              <a:rPr sz="1875" b="0">
                <a:solidFill>
                  <a:srgbClr val="172D48"/>
                </a:solidFill>
              </a:rPr>
              <a:t>115200 bps / 8 data bits / Parity 없음 / Stop 1 / Flow control 없음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3BED498-620C-4721-8507-CE8DF5919BD1}"/>
              </a:ext>
            </a:extLst>
          </p:cNvPr>
          <p:cNvSpPr>
            <a:spLocks noGrp="1"/>
          </p:cNvSpPr>
          <p:nvPr/>
        </p:nvSpPr>
        <p:spPr>
          <a:xfrm>
            <a:off x="619125" y="3190875"/>
            <a:ext cx="1081087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1565C0"/>
                </a:solidFill>
              </a:defRPr>
            </a:defPPr>
            <a:lvl1pPr>
              <a:buNone/>
              <a:defRPr sz="2175" b="1">
                <a:solidFill>
                  <a:srgbClr val="1565C0"/>
                </a:solidFill>
              </a:defRPr>
            </a:lvl1pPr>
            <a:lvl2pPr>
              <a:buNone/>
              <a:defRPr sz="2175" b="1">
                <a:solidFill>
                  <a:srgbClr val="1565C0"/>
                </a:solidFill>
              </a:defRPr>
            </a:lvl2pPr>
            <a:lvl3pPr>
              <a:buNone/>
              <a:defRPr sz="2175" b="1">
                <a:solidFill>
                  <a:srgbClr val="1565C0"/>
                </a:solidFill>
              </a:defRPr>
            </a:lvl3pPr>
            <a:lvl4pPr>
              <a:buNone/>
              <a:defRPr sz="2175" b="1">
                <a:solidFill>
                  <a:srgbClr val="1565C0"/>
                </a:solidFill>
              </a:defRPr>
            </a:lvl4pPr>
            <a:lvl5pPr>
              <a:buNone/>
              <a:defRPr sz="2175" b="1">
                <a:solidFill>
                  <a:srgbClr val="1565C0"/>
                </a:solidFill>
              </a:defRPr>
            </a:lvl5pPr>
            <a:lvl6pPr>
              <a:buNone/>
              <a:defRPr sz="2175" b="1">
                <a:solidFill>
                  <a:srgbClr val="1565C0"/>
                </a:solidFill>
              </a:defRPr>
            </a:lvl6pPr>
            <a:lvl7pPr>
              <a:buNone/>
              <a:defRPr sz="2175" b="1">
                <a:solidFill>
                  <a:srgbClr val="1565C0"/>
                </a:solidFill>
              </a:defRPr>
            </a:lvl7pPr>
            <a:lvl8pPr>
              <a:buNone/>
              <a:defRPr sz="2175" b="1">
                <a:solidFill>
                  <a:srgbClr val="1565C0"/>
                </a:solidFill>
              </a:defRPr>
            </a:lvl8pPr>
            <a:lvl9pPr>
              <a:buNone/>
              <a:defRPr sz="2175" b="1">
                <a:solidFill>
                  <a:srgbClr val="1565C0"/>
                </a:solidFill>
              </a:defRPr>
            </a:lvl9pPr>
          </a:lstStyle>
          <a:p>
            <a:pPr>
              <a:buNone/>
              <a:defRPr sz="2175" b="1">
                <a:solidFill>
                  <a:srgbClr val="1565C0"/>
                </a:solidFill>
              </a:defRPr>
            </a:pPr>
            <a:r>
              <a:rPr sz="2175" b="1">
                <a:solidFill>
                  <a:srgbClr val="1565C0"/>
                </a:solidFill>
              </a:rPr>
              <a:t>통신 확인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3F28361-13A0-40C6-AA44-906608907888}"/>
              </a:ext>
            </a:extLst>
          </p:cNvPr>
          <p:cNvSpPr>
            <a:spLocks noGrp="1"/>
          </p:cNvSpPr>
          <p:nvPr/>
        </p:nvSpPr>
        <p:spPr>
          <a:xfrm>
            <a:off x="619125" y="3676650"/>
            <a:ext cx="10810875" cy="1143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72D48"/>
                </a:solidFill>
              </a:defRPr>
            </a:defPPr>
            <a:lvl1pPr>
              <a:buNone/>
              <a:defRPr sz="1875" b="0">
                <a:solidFill>
                  <a:srgbClr val="172D48"/>
                </a:solidFill>
              </a:defRPr>
            </a:lvl1pPr>
            <a:lvl2pPr>
              <a:buNone/>
              <a:defRPr sz="1875" b="0">
                <a:solidFill>
                  <a:srgbClr val="172D48"/>
                </a:solidFill>
              </a:defRPr>
            </a:lvl2pPr>
            <a:lvl3pPr>
              <a:buNone/>
              <a:defRPr sz="1875" b="0">
                <a:solidFill>
                  <a:srgbClr val="172D48"/>
                </a:solidFill>
              </a:defRPr>
            </a:lvl3pPr>
            <a:lvl4pPr>
              <a:buNone/>
              <a:defRPr sz="1875" b="0">
                <a:solidFill>
                  <a:srgbClr val="172D48"/>
                </a:solidFill>
              </a:defRPr>
            </a:lvl4pPr>
            <a:lvl5pPr>
              <a:buNone/>
              <a:defRPr sz="1875" b="0">
                <a:solidFill>
                  <a:srgbClr val="172D48"/>
                </a:solidFill>
              </a:defRPr>
            </a:lvl5pPr>
            <a:lvl6pPr>
              <a:buNone/>
              <a:defRPr sz="1875" b="0">
                <a:solidFill>
                  <a:srgbClr val="172D48"/>
                </a:solidFill>
              </a:defRPr>
            </a:lvl6pPr>
            <a:lvl7pPr>
              <a:buNone/>
              <a:defRPr sz="1875" b="0">
                <a:solidFill>
                  <a:srgbClr val="172D48"/>
                </a:solidFill>
              </a:defRPr>
            </a:lvl7pPr>
            <a:lvl8pPr>
              <a:buNone/>
              <a:defRPr sz="1875" b="0">
                <a:solidFill>
                  <a:srgbClr val="172D48"/>
                </a:solidFill>
              </a:defRPr>
            </a:lvl8pPr>
            <a:lvl9pPr>
              <a:buNone/>
              <a:defRPr sz="1875" b="0">
                <a:solidFill>
                  <a:srgbClr val="172D48"/>
                </a:solidFill>
              </a:defRPr>
            </a:lvl9pPr>
          </a:lstStyle>
          <a:p>
            <a:pPr>
              <a:buNone/>
              <a:defRPr sz="1875" b="0">
                <a:solidFill>
                  <a:srgbClr val="172D48"/>
                </a:solidFill>
              </a:defRPr>
            </a:pPr>
            <a:r>
              <a:rPr sz="1875" b="0" dirty="0" err="1">
                <a:solidFill>
                  <a:srgbClr val="172D48"/>
                </a:solidFill>
              </a:rPr>
              <a:t>시작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배너의</a:t>
            </a:r>
            <a:r>
              <a:rPr sz="1875" b="0" dirty="0">
                <a:solidFill>
                  <a:srgbClr val="172D48"/>
                </a:solidFill>
              </a:rPr>
              <a:t> FW </a:t>
            </a:r>
            <a:r>
              <a:rPr sz="1875" b="0" dirty="0" err="1">
                <a:solidFill>
                  <a:srgbClr val="172D48"/>
                </a:solidFill>
              </a:rPr>
              <a:t>Version과</a:t>
            </a:r>
            <a:r>
              <a:rPr sz="1875" b="0" dirty="0">
                <a:solidFill>
                  <a:srgbClr val="172D48"/>
                </a:solidFill>
              </a:rPr>
              <a:t> FW Git </a:t>
            </a:r>
            <a:r>
              <a:rPr sz="1875" b="0" dirty="0" err="1">
                <a:solidFill>
                  <a:srgbClr val="172D48"/>
                </a:solidFill>
              </a:rPr>
              <a:t>Rev를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함께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확인합니다</a:t>
            </a:r>
            <a:r>
              <a:rPr sz="1875" b="0" dirty="0">
                <a:solidFill>
                  <a:srgbClr val="172D48"/>
                </a:solidFill>
              </a:rPr>
              <a:t>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3B33723-5218-1BEE-C477-587C47A4BB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165532"/>
            <a:ext cx="3521761" cy="1739968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4A723F-D84A-C2AB-9B2E-2B97A6C81E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2</a:t>
            </a:fld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28EB954-B173-7E34-CA3A-4F733F86162E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0600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77487-650C-C8DB-2813-1D567B01F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4A054A1-6F5C-2461-E61E-A220185D6110}"/>
              </a:ext>
            </a:extLst>
          </p:cNvPr>
          <p:cNvSpPr>
            <a:spLocks noGrp="1"/>
          </p:cNvSpPr>
          <p:nvPr/>
        </p:nvSpPr>
        <p:spPr>
          <a:xfrm>
            <a:off x="619125" y="361950"/>
            <a:ext cx="109537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lang="ko-KR" altLang="en-US" sz="3150" b="1" dirty="0">
                <a:solidFill>
                  <a:srgbClr val="172D48"/>
                </a:solidFill>
              </a:rPr>
              <a:t>펌웨어 업데이트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BFEA3-251F-313D-F480-6912B80340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3</a:t>
            </a:fld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1E832F0-E6F5-F08D-FA68-942C9B99A051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C32E2-0D54-43A2-1892-7527A6C07942}"/>
              </a:ext>
            </a:extLst>
          </p:cNvPr>
          <p:cNvSpPr txBox="1"/>
          <p:nvPr/>
        </p:nvSpPr>
        <p:spPr>
          <a:xfrm>
            <a:off x="698873" y="932980"/>
            <a:ext cx="976549" cy="2532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펌웨어 업데이트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C2C955-C3CE-2E0F-69D4-25BF70F26327}"/>
              </a:ext>
            </a:extLst>
          </p:cNvPr>
          <p:cNvSpPr txBox="1"/>
          <p:nvPr/>
        </p:nvSpPr>
        <p:spPr>
          <a:xfrm>
            <a:off x="758905" y="1222184"/>
            <a:ext cx="2803943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Jig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 연결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보드와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USB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연결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,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전원 공급 후 다음의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Info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메시지를 확인한다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 </a:t>
            </a: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2. </a:t>
            </a:r>
            <a:r>
              <a:rPr lang="ko-KR" altLang="en-US" sz="700" dirty="0" err="1">
                <a:latin typeface="+mn-ea"/>
                <a:ea typeface="+mn-ea"/>
                <a:cs typeface="Arial" panose="020B0604020202020204" pitchFamily="34" charset="0"/>
              </a:rPr>
              <a:t>부트로더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진입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- “reset”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+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</a:t>
            </a:r>
            <a:r>
              <a:rPr lang="ko-KR" altLang="en-US" sz="700" dirty="0" err="1">
                <a:latin typeface="+mn-ea"/>
                <a:ea typeface="+mn-ea"/>
                <a:cs typeface="Arial" panose="020B0604020202020204" pitchFamily="34" charset="0"/>
              </a:rPr>
              <a:t>엔터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 명령어 입력 후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3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초 이내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“</a:t>
            </a:r>
            <a:r>
              <a:rPr lang="en-US" altLang="ko-KR" sz="700" dirty="0" err="1">
                <a:latin typeface="+mn-ea"/>
                <a:ea typeface="+mn-ea"/>
                <a:cs typeface="Arial" panose="020B0604020202020204" pitchFamily="34" charset="0"/>
              </a:rPr>
              <a:t>gt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” + “1”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를 입력한다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01824F-7482-BA1C-C720-72638A8A822F}"/>
              </a:ext>
            </a:extLst>
          </p:cNvPr>
          <p:cNvSpPr txBox="1"/>
          <p:nvPr/>
        </p:nvSpPr>
        <p:spPr>
          <a:xfrm>
            <a:off x="3732772" y="1222184"/>
            <a:ext cx="2668605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펌웨어 다운로드 모드 진입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메뉴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-&gt;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전송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-&gt; YMODEM -&gt;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보내기 순서로 클릭한다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BBAD41D-A908-93C7-C7A2-E291F15990AB}"/>
              </a:ext>
            </a:extLst>
          </p:cNvPr>
          <p:cNvSpPr/>
          <p:nvPr/>
        </p:nvSpPr>
        <p:spPr>
          <a:xfrm>
            <a:off x="5072590" y="1609795"/>
            <a:ext cx="298541" cy="154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7188BF-B2D2-795A-05E5-30673CCB37B0}"/>
              </a:ext>
            </a:extLst>
          </p:cNvPr>
          <p:cNvSpPr txBox="1"/>
          <p:nvPr/>
        </p:nvSpPr>
        <p:spPr>
          <a:xfrm>
            <a:off x="6918943" y="1222184"/>
            <a:ext cx="3278639" cy="2430904"/>
          </a:xfrm>
          <a:prstGeom prst="rect">
            <a:avLst/>
          </a:prstGeom>
          <a:noFill/>
        </p:spPr>
        <p:txBody>
          <a:bodyPr wrap="none" lIns="0" tIns="0" rIns="0" bIns="0" rtlCol="0" anchor="t" anchorCtr="0">
            <a:no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펌웨어 다운로드</a:t>
            </a:r>
            <a:endParaRPr lang="en-US" altLang="ko-KR" sz="700" dirty="0">
              <a:latin typeface="+mn-ea"/>
              <a:ea typeface="+mn-ea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 -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전달받은 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ID601_vx.x.x.xxxxxxxxx.bin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파일을 선택한다</a:t>
            </a:r>
            <a:r>
              <a:rPr lang="en-US" altLang="ko-KR" sz="700" dirty="0">
                <a:latin typeface="+mn-ea"/>
                <a:ea typeface="+mn-ea"/>
                <a:cs typeface="Arial" panose="020B0604020202020204" pitchFamily="34" charset="0"/>
              </a:rPr>
              <a:t>. 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CF6F88A5-8C7C-0591-27D7-5ACA85C1C3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421" y="1604248"/>
            <a:ext cx="2521080" cy="1866996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B1C7C633-03C8-3D4F-9C51-3D32238F9D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421" y="4151127"/>
            <a:ext cx="2521080" cy="1866996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6A8345AC-775C-A5CB-9746-E4E69C5E8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6557" y="1604248"/>
            <a:ext cx="3543482" cy="3435527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CD1A30F0-AB27-E42D-4098-576F1D6840EC}"/>
              </a:ext>
            </a:extLst>
          </p:cNvPr>
          <p:cNvSpPr/>
          <p:nvPr/>
        </p:nvSpPr>
        <p:spPr>
          <a:xfrm>
            <a:off x="3847984" y="3404792"/>
            <a:ext cx="1314450" cy="180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9BA854D-17B5-A17D-396B-B01FFA0B238B}"/>
              </a:ext>
            </a:extLst>
          </p:cNvPr>
          <p:cNvSpPr/>
          <p:nvPr/>
        </p:nvSpPr>
        <p:spPr>
          <a:xfrm>
            <a:off x="5456511" y="3689081"/>
            <a:ext cx="777893" cy="16879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CAC82D5-9679-316D-B008-FE1ADD84DD15}"/>
              </a:ext>
            </a:extLst>
          </p:cNvPr>
          <p:cNvSpPr/>
          <p:nvPr/>
        </p:nvSpPr>
        <p:spPr>
          <a:xfrm>
            <a:off x="6360237" y="3828758"/>
            <a:ext cx="843969" cy="1497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0D79622A-D9DF-9EA9-A4C2-F6F1E02B2D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3909" y="1630199"/>
            <a:ext cx="3077590" cy="2040886"/>
          </a:xfrm>
          <a:prstGeom prst="rect">
            <a:avLst/>
          </a:prstGeom>
        </p:spPr>
      </p:pic>
      <p:sp>
        <p:nvSpPr>
          <p:cNvPr id="35" name="직사각형 34">
            <a:extLst>
              <a:ext uri="{FF2B5EF4-FFF2-40B4-BE49-F238E27FC236}">
                <a16:creationId xmlns:a16="http://schemas.microsoft.com/office/drawing/2014/main" id="{F905490F-0508-A0D0-E4E9-0B232BC20E41}"/>
              </a:ext>
            </a:extLst>
          </p:cNvPr>
          <p:cNvSpPr/>
          <p:nvPr/>
        </p:nvSpPr>
        <p:spPr>
          <a:xfrm>
            <a:off x="7761729" y="2167328"/>
            <a:ext cx="939418" cy="197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31C4C86-20B7-7F44-5A1B-8340C926653E}"/>
              </a:ext>
            </a:extLst>
          </p:cNvPr>
          <p:cNvSpPr/>
          <p:nvPr/>
        </p:nvSpPr>
        <p:spPr>
          <a:xfrm>
            <a:off x="9132793" y="3405947"/>
            <a:ext cx="494330" cy="1978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28D875-30F4-363C-D222-D81FEAA45181}"/>
              </a:ext>
            </a:extLst>
          </p:cNvPr>
          <p:cNvSpPr txBox="1"/>
          <p:nvPr/>
        </p:nvSpPr>
        <p:spPr>
          <a:xfrm>
            <a:off x="7465025" y="2480301"/>
            <a:ext cx="2372765" cy="2330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※ </a:t>
            </a:r>
            <a:r>
              <a:rPr lang="ko-KR" altLang="en-US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파일명이 위 양식과 다르다면</a:t>
            </a:r>
            <a:r>
              <a:rPr lang="en-US" altLang="ko-KR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, </a:t>
            </a:r>
            <a:r>
              <a:rPr lang="ko-KR" altLang="en-US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오류를 </a:t>
            </a:r>
            <a:r>
              <a:rPr lang="ko-KR" altLang="en-US" sz="700" dirty="0">
                <a:latin typeface="+mn-ea"/>
                <a:ea typeface="+mn-ea"/>
                <a:cs typeface="Arial" panose="020B0604020202020204" pitchFamily="34" charset="0"/>
              </a:rPr>
              <a:t>접수해주세요</a:t>
            </a:r>
            <a:r>
              <a:rPr lang="en-US" altLang="ko-KR" sz="7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+mn-ea"/>
                <a:ea typeface="+mn-ea"/>
              </a:rPr>
              <a:t>.</a:t>
            </a:r>
            <a:endParaRPr lang="ko-KR" altLang="en-US" sz="700" dirty="0" err="1">
              <a:ln>
                <a:solidFill>
                  <a:srgbClr val="000000">
                    <a:alpha val="0"/>
                  </a:srgbClr>
                </a:solidFill>
              </a:ln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76830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544E560-4688-49B4-BE23-A5FAD4168C5B}"/>
              </a:ext>
            </a:extLst>
          </p:cNvPr>
          <p:cNvSpPr>
            <a:spLocks noGrp="1"/>
          </p:cNvSpPr>
          <p:nvPr/>
        </p:nvSpPr>
        <p:spPr>
          <a:xfrm>
            <a:off x="619125" y="36195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sz="3150" b="1" dirty="0" err="1">
                <a:solidFill>
                  <a:srgbClr val="172D48"/>
                </a:solidFill>
              </a:rPr>
              <a:t>VCC와</a:t>
            </a:r>
            <a:r>
              <a:rPr sz="3150" b="1" dirty="0">
                <a:solidFill>
                  <a:srgbClr val="172D48"/>
                </a:solidFill>
              </a:rPr>
              <a:t> </a:t>
            </a:r>
            <a:r>
              <a:rPr sz="3150" b="1" dirty="0" err="1">
                <a:solidFill>
                  <a:srgbClr val="172D48"/>
                </a:solidFill>
              </a:rPr>
              <a:t>통신</a:t>
            </a:r>
            <a:r>
              <a:rPr sz="3150" b="1" dirty="0">
                <a:solidFill>
                  <a:srgbClr val="172D48"/>
                </a:solidFill>
              </a:rPr>
              <a:t> </a:t>
            </a:r>
            <a:r>
              <a:rPr sz="3150" b="1" dirty="0" err="1">
                <a:solidFill>
                  <a:srgbClr val="172D48"/>
                </a:solidFill>
              </a:rPr>
              <a:t>준비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32036E7-CA8B-4D48-A667-7E7384DB8486}"/>
              </a:ext>
            </a:extLst>
          </p:cNvPr>
          <p:cNvSpPr>
            <a:spLocks noGrp="1"/>
          </p:cNvSpPr>
          <p:nvPr/>
        </p:nvSpPr>
        <p:spPr>
          <a:xfrm>
            <a:off x="619125" y="1219200"/>
            <a:ext cx="109537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172D48"/>
                </a:solidFill>
              </a:defRPr>
            </a:defPPr>
            <a:lvl1pPr>
              <a:buNone/>
              <a:defRPr sz="1875">
                <a:solidFill>
                  <a:srgbClr val="172D48"/>
                </a:solidFill>
              </a:defRPr>
            </a:lvl1pPr>
            <a:lvl2pPr>
              <a:buNone/>
              <a:defRPr sz="1875">
                <a:solidFill>
                  <a:srgbClr val="172D48"/>
                </a:solidFill>
              </a:defRPr>
            </a:lvl2pPr>
            <a:lvl3pPr>
              <a:buNone/>
              <a:defRPr sz="1875">
                <a:solidFill>
                  <a:srgbClr val="172D48"/>
                </a:solidFill>
              </a:defRPr>
            </a:lvl3pPr>
            <a:lvl4pPr>
              <a:buNone/>
              <a:defRPr sz="1875">
                <a:solidFill>
                  <a:srgbClr val="172D48"/>
                </a:solidFill>
              </a:defRPr>
            </a:lvl4pPr>
            <a:lvl5pPr>
              <a:buNone/>
              <a:defRPr sz="1875">
                <a:solidFill>
                  <a:srgbClr val="172D48"/>
                </a:solidFill>
              </a:defRPr>
            </a:lvl5pPr>
            <a:lvl6pPr>
              <a:buNone/>
              <a:defRPr sz="1875">
                <a:solidFill>
                  <a:srgbClr val="172D48"/>
                </a:solidFill>
              </a:defRPr>
            </a:lvl6pPr>
            <a:lvl7pPr>
              <a:buNone/>
              <a:defRPr sz="1875">
                <a:solidFill>
                  <a:srgbClr val="172D48"/>
                </a:solidFill>
              </a:defRPr>
            </a:lvl7pPr>
            <a:lvl8pPr>
              <a:buNone/>
              <a:defRPr sz="1875">
                <a:solidFill>
                  <a:srgbClr val="172D48"/>
                </a:solidFill>
              </a:defRPr>
            </a:lvl8pPr>
            <a:lvl9pPr>
              <a:buNone/>
              <a:defRPr sz="1875">
                <a:solidFill>
                  <a:srgbClr val="172D48"/>
                </a:solidFill>
              </a:defRPr>
            </a:lvl9pPr>
          </a:lstStyle>
          <a:p>
            <a:pPr>
              <a:buNone/>
              <a:defRPr sz="1875">
                <a:solidFill>
                  <a:srgbClr val="172D48"/>
                </a:solidFill>
              </a:defRPr>
            </a:pPr>
            <a:r>
              <a:rPr sz="1875">
                <a:solidFill>
                  <a:srgbClr val="172D48"/>
                </a:solidFill>
              </a:rPr>
              <a:t>VCC 3.3V를 켜고 실제 연결 개수(1~5)를 설정한 뒤 ID를 생성합니다.</a:t>
            </a:r>
          </a:p>
          <a:p>
            <a:pPr>
              <a:buNone/>
              <a:defRPr sz="1875">
                <a:solidFill>
                  <a:srgbClr val="172D48"/>
                </a:solidFill>
              </a:defRPr>
            </a:pPr>
            <a:r>
              <a:rPr sz="1875">
                <a:solidFill>
                  <a:srgbClr val="172D48"/>
                </a:solidFill>
              </a:rPr>
              <a:t>아래는 ID601 1개 연결 예시입니다.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A96F3F-2B6D-4D5B-AD76-DE92030910AC}"/>
              </a:ext>
            </a:extLst>
          </p:cNvPr>
          <p:cNvSpPr>
            <a:spLocks noGrp="1"/>
          </p:cNvSpPr>
          <p:nvPr/>
        </p:nvSpPr>
        <p:spPr>
          <a:xfrm>
            <a:off x="620173" y="2143125"/>
            <a:ext cx="7332155" cy="4124325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125" b="0">
                <a:solidFill>
                  <a:srgbClr val="AAB4BF"/>
                </a:solidFill>
              </a:defRPr>
            </a:defPPr>
            <a:lvl1pPr>
              <a:defRPr sz="1125" b="0">
                <a:solidFill>
                  <a:srgbClr val="AAB4BF"/>
                </a:solidFill>
              </a:defRPr>
            </a:lvl1pPr>
            <a:lvl2pPr>
              <a:defRPr sz="1125" b="0">
                <a:solidFill>
                  <a:srgbClr val="AAB4BF"/>
                </a:solidFill>
              </a:defRPr>
            </a:lvl2pPr>
            <a:lvl3pPr>
              <a:defRPr sz="1125" b="0">
                <a:solidFill>
                  <a:srgbClr val="AAB4BF"/>
                </a:solidFill>
              </a:defRPr>
            </a:lvl3pPr>
            <a:lvl4pPr>
              <a:defRPr sz="1125" b="0">
                <a:solidFill>
                  <a:srgbClr val="AAB4BF"/>
                </a:solidFill>
              </a:defRPr>
            </a:lvl4pPr>
            <a:lvl5pPr>
              <a:defRPr sz="1125" b="0">
                <a:solidFill>
                  <a:srgbClr val="AAB4BF"/>
                </a:solidFill>
              </a:defRPr>
            </a:lvl5pPr>
            <a:lvl6pPr>
              <a:defRPr sz="1125" b="0">
                <a:solidFill>
                  <a:srgbClr val="AAB4BF"/>
                </a:solidFill>
              </a:defRPr>
            </a:lvl6pPr>
            <a:lvl7pPr>
              <a:defRPr sz="1125" b="0">
                <a:solidFill>
                  <a:srgbClr val="AAB4BF"/>
                </a:solidFill>
              </a:defRPr>
            </a:lvl7pPr>
            <a:lvl8pPr>
              <a:defRPr sz="1125" b="0">
                <a:solidFill>
                  <a:srgbClr val="AAB4BF"/>
                </a:solidFill>
              </a:defRPr>
            </a:lvl8pPr>
            <a:lvl9pPr>
              <a:defRPr sz="1125" b="0">
                <a:solidFill>
                  <a:srgbClr val="AAB4BF"/>
                </a:solidFill>
              </a:defRPr>
            </a:lvl9pPr>
          </a:lstStyle>
          <a:p>
            <a:pPr>
              <a:defRPr sz="1125" b="0">
                <a:solidFill>
                  <a:srgbClr val="AAB4BF"/>
                </a:solidFill>
              </a:defRPr>
            </a:pPr>
            <a:r>
              <a:rPr sz="1125" b="0" dirty="0">
                <a:solidFill>
                  <a:srgbClr val="AAB4BF"/>
                </a:solidFill>
              </a:rPr>
              <a:t>Tera Term / COM port / 115200 8N1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F4D637-EDFC-4667-9BEB-CE842CDA8590}"/>
              </a:ext>
            </a:extLst>
          </p:cNvPr>
          <p:cNvSpPr>
            <a:spLocks noGrp="1"/>
          </p:cNvSpPr>
          <p:nvPr/>
        </p:nvSpPr>
        <p:spPr>
          <a:xfrm>
            <a:off x="810673" y="2562225"/>
            <a:ext cx="6951155" cy="36290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id601_power 1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ID601 VCC set to 3.3V.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id601_daisy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[ID601] Set Daisy length: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ID601 daisy chain length set to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id601_command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ID601 </a:t>
            </a:r>
            <a:r>
              <a:rPr lang="en-US" sz="1000" dirty="0" err="1"/>
              <a:t>idgen</a:t>
            </a:r>
            <a:r>
              <a:rPr lang="en-US" sz="1000" dirty="0"/>
              <a:t> command executed.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id601_read 1 1 0x00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[Read ] [General]: IC:1, Addr:0x00, Data: 257(0x101)</a:t>
            </a:r>
            <a:endParaRPr lang="en-US" altLang="ko-KR" sz="1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793A6-B38B-F8B1-5795-36F605ED8F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4</a:t>
            </a:fld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255E1B-1CEA-A476-2256-87696987ACA0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6756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4C7C18D-DF45-4B47-8ECC-2A5CA8D7D94D}"/>
              </a:ext>
            </a:extLst>
          </p:cNvPr>
          <p:cNvSpPr>
            <a:spLocks noGrp="1"/>
          </p:cNvSpPr>
          <p:nvPr/>
        </p:nvSpPr>
        <p:spPr>
          <a:xfrm>
            <a:off x="619125" y="36195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sz="3150" b="1" dirty="0" err="1">
                <a:solidFill>
                  <a:srgbClr val="172D48"/>
                </a:solidFill>
              </a:rPr>
              <a:t>레지스터</a:t>
            </a:r>
            <a:r>
              <a:rPr sz="3150" b="1" dirty="0">
                <a:solidFill>
                  <a:srgbClr val="172D48"/>
                </a:solidFill>
              </a:rPr>
              <a:t> </a:t>
            </a:r>
            <a:r>
              <a:rPr sz="3150" b="1" dirty="0" err="1">
                <a:solidFill>
                  <a:srgbClr val="172D48"/>
                </a:solidFill>
              </a:rPr>
              <a:t>읽기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4674C78-13F7-4261-B2BB-E896233A8F9F}"/>
              </a:ext>
            </a:extLst>
          </p:cNvPr>
          <p:cNvSpPr>
            <a:spLocks noGrp="1"/>
          </p:cNvSpPr>
          <p:nvPr/>
        </p:nvSpPr>
        <p:spPr>
          <a:xfrm>
            <a:off x="619125" y="914400"/>
            <a:ext cx="10953750" cy="990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172D48"/>
                </a:solidFill>
              </a:defRPr>
            </a:defPPr>
            <a:lvl1pPr>
              <a:buNone/>
              <a:defRPr sz="1875">
                <a:solidFill>
                  <a:srgbClr val="172D48"/>
                </a:solidFill>
              </a:defRPr>
            </a:lvl1pPr>
            <a:lvl2pPr>
              <a:buNone/>
              <a:defRPr sz="1875">
                <a:solidFill>
                  <a:srgbClr val="172D48"/>
                </a:solidFill>
              </a:defRPr>
            </a:lvl2pPr>
            <a:lvl3pPr>
              <a:buNone/>
              <a:defRPr sz="1875">
                <a:solidFill>
                  <a:srgbClr val="172D48"/>
                </a:solidFill>
              </a:defRPr>
            </a:lvl3pPr>
            <a:lvl4pPr>
              <a:buNone/>
              <a:defRPr sz="1875">
                <a:solidFill>
                  <a:srgbClr val="172D48"/>
                </a:solidFill>
              </a:defRPr>
            </a:lvl4pPr>
            <a:lvl5pPr>
              <a:buNone/>
              <a:defRPr sz="1875">
                <a:solidFill>
                  <a:srgbClr val="172D48"/>
                </a:solidFill>
              </a:defRPr>
            </a:lvl5pPr>
            <a:lvl6pPr>
              <a:buNone/>
              <a:defRPr sz="1875">
                <a:solidFill>
                  <a:srgbClr val="172D48"/>
                </a:solidFill>
              </a:defRPr>
            </a:lvl6pPr>
            <a:lvl7pPr>
              <a:buNone/>
              <a:defRPr sz="1875">
                <a:solidFill>
                  <a:srgbClr val="172D48"/>
                </a:solidFill>
              </a:defRPr>
            </a:lvl7pPr>
            <a:lvl8pPr>
              <a:buNone/>
              <a:defRPr sz="1875">
                <a:solidFill>
                  <a:srgbClr val="172D48"/>
                </a:solidFill>
              </a:defRPr>
            </a:lvl8pPr>
            <a:lvl9pPr>
              <a:buNone/>
              <a:defRPr sz="1875">
                <a:solidFill>
                  <a:srgbClr val="172D48"/>
                </a:solidFill>
              </a:defRPr>
            </a:lvl9pPr>
          </a:lstStyle>
          <a:p>
            <a:pPr>
              <a:lnSpc>
                <a:spcPct val="150000"/>
              </a:lnSpc>
              <a:buNone/>
              <a:defRPr sz="1875">
                <a:solidFill>
                  <a:srgbClr val="172D48"/>
                </a:solidFill>
              </a:defRPr>
            </a:pPr>
            <a:r>
              <a:rPr lang="en-US" sz="1000" dirty="0"/>
              <a:t>&lt; </a:t>
            </a:r>
            <a:r>
              <a:rPr lang="en-US" sz="1000" dirty="0">
                <a:solidFill>
                  <a:srgbClr val="172D48"/>
                </a:solidFill>
              </a:rPr>
              <a:t>Field </a:t>
            </a:r>
            <a:r>
              <a:rPr lang="ko-KR" altLang="en-US" sz="1000" dirty="0">
                <a:solidFill>
                  <a:srgbClr val="172D48"/>
                </a:solidFill>
              </a:rPr>
              <a:t>설명 </a:t>
            </a:r>
            <a:r>
              <a:rPr lang="en-US" altLang="ko-KR" sz="1000" dirty="0">
                <a:solidFill>
                  <a:srgbClr val="172D48"/>
                </a:solidFill>
              </a:rPr>
              <a:t>&gt;</a:t>
            </a:r>
          </a:p>
          <a:p>
            <a:pPr>
              <a:lnSpc>
                <a:spcPct val="150000"/>
              </a:lnSpc>
              <a:buNone/>
              <a:defRPr sz="1875">
                <a:solidFill>
                  <a:srgbClr val="172D48"/>
                </a:solidFill>
              </a:defRPr>
            </a:pPr>
            <a:r>
              <a:rPr lang="en-US" sz="1000" dirty="0">
                <a:solidFill>
                  <a:srgbClr val="172D48"/>
                </a:solidFill>
              </a:rPr>
              <a:t>B</a:t>
            </a:r>
            <a:r>
              <a:rPr sz="1000" dirty="0">
                <a:solidFill>
                  <a:srgbClr val="172D48"/>
                </a:solidFill>
              </a:rPr>
              <a:t>ank</a:t>
            </a:r>
            <a:r>
              <a:rPr lang="en-US" sz="1000" dirty="0">
                <a:solidFill>
                  <a:srgbClr val="172D48"/>
                </a:solidFill>
              </a:rPr>
              <a:t>:</a:t>
            </a:r>
            <a:r>
              <a:rPr sz="1000" dirty="0">
                <a:solidFill>
                  <a:srgbClr val="172D48"/>
                </a:solidFill>
              </a:rPr>
              <a:t> </a:t>
            </a:r>
            <a:r>
              <a:rPr lang="ko-KR" altLang="en-US" sz="1000" dirty="0"/>
              <a:t>레지스터 타입을 설정합니다</a:t>
            </a:r>
            <a:r>
              <a:rPr lang="en-US" altLang="ko-KR" sz="1000" dirty="0"/>
              <a:t>. 0: display info, 1: General</a:t>
            </a:r>
            <a:r>
              <a:rPr lang="ko-KR" altLang="en-US" sz="1000" dirty="0"/>
              <a:t> </a:t>
            </a:r>
            <a:r>
              <a:rPr lang="en-US" altLang="ko-KR" sz="1000" dirty="0"/>
              <a:t>Register,</a:t>
            </a:r>
            <a:r>
              <a:rPr lang="ko-KR" altLang="en-US" sz="1000" dirty="0"/>
              <a:t> </a:t>
            </a:r>
            <a:r>
              <a:rPr lang="en-US" altLang="ko-KR" sz="1000" dirty="0"/>
              <a:t>2:</a:t>
            </a:r>
            <a:r>
              <a:rPr lang="ko-KR" altLang="en-US" sz="1000" dirty="0"/>
              <a:t> </a:t>
            </a:r>
            <a:r>
              <a:rPr lang="en-US" altLang="ko-KR" sz="1000" dirty="0"/>
              <a:t>Mirror Register</a:t>
            </a:r>
            <a:endParaRPr sz="1000" dirty="0">
              <a:solidFill>
                <a:srgbClr val="172D48"/>
              </a:solidFill>
            </a:endParaRPr>
          </a:p>
          <a:p>
            <a:pPr>
              <a:lnSpc>
                <a:spcPct val="150000"/>
              </a:lnSpc>
              <a:buNone/>
              <a:defRPr sz="1875">
                <a:solidFill>
                  <a:srgbClr val="172D48"/>
                </a:solidFill>
              </a:defRPr>
            </a:pPr>
            <a:r>
              <a:rPr lang="en-US" sz="1000" dirty="0">
                <a:solidFill>
                  <a:srgbClr val="172D48"/>
                </a:solidFill>
              </a:rPr>
              <a:t>IC: Target IC</a:t>
            </a:r>
            <a:r>
              <a:rPr lang="ko-KR" altLang="en-US" sz="1000" dirty="0"/>
              <a:t>의 </a:t>
            </a:r>
            <a:r>
              <a:rPr lang="en-US" altLang="ko-KR" sz="1000" dirty="0"/>
              <a:t>daisy </a:t>
            </a:r>
            <a:r>
              <a:rPr lang="ko-KR" altLang="en-US" sz="1000" dirty="0"/>
              <a:t>순서를 의미합니다</a:t>
            </a:r>
            <a:r>
              <a:rPr lang="en-US" altLang="ko-KR" sz="1000" dirty="0"/>
              <a:t>. (1 ~ </a:t>
            </a:r>
            <a:r>
              <a:rPr lang="ko-KR" altLang="en-US" sz="1000" dirty="0"/>
              <a:t>설정한 </a:t>
            </a:r>
            <a:r>
              <a:rPr lang="en-US" altLang="ko-KR" sz="1000" dirty="0"/>
              <a:t>daisy</a:t>
            </a:r>
            <a:r>
              <a:rPr lang="ko-KR" altLang="en-US" sz="1000" dirty="0"/>
              <a:t>까지 가능</a:t>
            </a:r>
            <a:r>
              <a:rPr lang="en-US" altLang="ko-KR" sz="1000" dirty="0"/>
              <a:t>)</a:t>
            </a:r>
          </a:p>
          <a:p>
            <a:pPr>
              <a:lnSpc>
                <a:spcPct val="150000"/>
              </a:lnSpc>
              <a:buNone/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Addr</a:t>
            </a:r>
            <a:r>
              <a:rPr lang="en-US" altLang="ko-KR" sz="1000" dirty="0"/>
              <a:t>: ID601</a:t>
            </a:r>
            <a:r>
              <a:rPr lang="ko-KR" altLang="en-US" sz="1000" dirty="0"/>
              <a:t>의 레지스터 주소를 의미합니다</a:t>
            </a:r>
            <a:r>
              <a:rPr lang="en-US" altLang="ko-KR" sz="1000" dirty="0"/>
              <a:t>.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FBAF404-AA73-45A9-9C07-06F69956E968}"/>
              </a:ext>
            </a:extLst>
          </p:cNvPr>
          <p:cNvSpPr>
            <a:spLocks noGrp="1"/>
          </p:cNvSpPr>
          <p:nvPr/>
        </p:nvSpPr>
        <p:spPr>
          <a:xfrm>
            <a:off x="8333327" y="2314575"/>
            <a:ext cx="3238500" cy="3429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>
                <a:solidFill>
                  <a:srgbClr val="526376"/>
                </a:solidFill>
              </a:defRPr>
            </a:defPPr>
            <a:lvl1pPr>
              <a:buNone/>
              <a:defRPr sz="1575">
                <a:solidFill>
                  <a:srgbClr val="526376"/>
                </a:solidFill>
              </a:defRPr>
            </a:lvl1pPr>
            <a:lvl2pPr>
              <a:buNone/>
              <a:defRPr sz="1575">
                <a:solidFill>
                  <a:srgbClr val="526376"/>
                </a:solidFill>
              </a:defRPr>
            </a:lvl2pPr>
            <a:lvl3pPr>
              <a:buNone/>
              <a:defRPr sz="1575">
                <a:solidFill>
                  <a:srgbClr val="526376"/>
                </a:solidFill>
              </a:defRPr>
            </a:lvl3pPr>
            <a:lvl4pPr>
              <a:buNone/>
              <a:defRPr sz="1575">
                <a:solidFill>
                  <a:srgbClr val="526376"/>
                </a:solidFill>
              </a:defRPr>
            </a:lvl4pPr>
            <a:lvl5pPr>
              <a:buNone/>
              <a:defRPr sz="1575">
                <a:solidFill>
                  <a:srgbClr val="526376"/>
                </a:solidFill>
              </a:defRPr>
            </a:lvl5pPr>
            <a:lvl6pPr>
              <a:buNone/>
              <a:defRPr sz="1575">
                <a:solidFill>
                  <a:srgbClr val="526376"/>
                </a:solidFill>
              </a:defRPr>
            </a:lvl6pPr>
            <a:lvl7pPr>
              <a:buNone/>
              <a:defRPr sz="1575">
                <a:solidFill>
                  <a:srgbClr val="526376"/>
                </a:solidFill>
              </a:defRPr>
            </a:lvl7pPr>
            <a:lvl8pPr>
              <a:buNone/>
              <a:defRPr sz="1575">
                <a:solidFill>
                  <a:srgbClr val="526376"/>
                </a:solidFill>
              </a:defRPr>
            </a:lvl8pPr>
            <a:lvl9pPr>
              <a:buNone/>
              <a:defRPr sz="1575">
                <a:solidFill>
                  <a:srgbClr val="526376"/>
                </a:solidFill>
              </a:defRPr>
            </a:lvl9pPr>
          </a:lstStyle>
          <a:p>
            <a:pPr>
              <a:buNone/>
              <a:defRPr sz="1575">
                <a:solidFill>
                  <a:srgbClr val="526376"/>
                </a:solidFill>
              </a:defRPr>
            </a:pPr>
            <a:r>
              <a:rPr lang="ko-KR" altLang="en-US" sz="1575" dirty="0" err="1">
                <a:solidFill>
                  <a:srgbClr val="526376"/>
                </a:solidFill>
              </a:rPr>
              <a:t>테라텀</a:t>
            </a:r>
            <a:r>
              <a:rPr lang="ko-KR" altLang="en-US" sz="1575" dirty="0">
                <a:solidFill>
                  <a:srgbClr val="526376"/>
                </a:solidFill>
              </a:rPr>
              <a:t> 표시 예시</a:t>
            </a:r>
          </a:p>
          <a:p>
            <a:endParaRPr lang="ko-KR" altLang="en-US" sz="1575" dirty="0">
              <a:solidFill>
                <a:srgbClr val="526376"/>
              </a:solidFill>
            </a:endParaRPr>
          </a:p>
          <a:p>
            <a:pPr>
              <a:defRPr sz="1575">
                <a:solidFill>
                  <a:srgbClr val="526376"/>
                </a:solidFill>
              </a:defRPr>
            </a:pPr>
            <a:r>
              <a:rPr lang="ko-KR" altLang="en-US" sz="1000" dirty="0"/>
              <a:t>입력된 </a:t>
            </a:r>
            <a:r>
              <a:rPr lang="en-US" altLang="ko-KR" sz="1000" dirty="0"/>
              <a:t>bank</a:t>
            </a:r>
            <a:r>
              <a:rPr lang="ko-KR" altLang="en-US" sz="1000" dirty="0"/>
              <a:t>에 따라 </a:t>
            </a:r>
            <a:r>
              <a:rPr lang="en-US" altLang="ko-KR" sz="1000" dirty="0"/>
              <a:t>ADDR_EXT</a:t>
            </a:r>
            <a:r>
              <a:rPr lang="ko-KR" altLang="en-US" sz="1000" dirty="0"/>
              <a:t>는 자동으로 전환됩니다</a:t>
            </a:r>
            <a:r>
              <a:rPr lang="en-US" altLang="ko-KR" sz="1000" dirty="0"/>
              <a:t>.</a:t>
            </a:r>
          </a:p>
          <a:p>
            <a:pPr>
              <a:defRPr sz="1575">
                <a:solidFill>
                  <a:srgbClr val="526376"/>
                </a:solidFill>
              </a:defRPr>
            </a:pPr>
            <a:endParaRPr lang="ko-KR" altLang="en-US" sz="1000" dirty="0"/>
          </a:p>
          <a:p>
            <a:r>
              <a:rPr lang="ko-KR" altLang="en-US" sz="1000" dirty="0"/>
              <a:t>하지만</a:t>
            </a:r>
            <a:r>
              <a:rPr lang="en-US" altLang="ko-KR" sz="1000" dirty="0"/>
              <a:t>, TESTMODE </a:t>
            </a:r>
            <a:r>
              <a:rPr lang="ko-KR" altLang="en-US" sz="1000" dirty="0"/>
              <a:t>진입은 자동으로 수행하지 않습니다</a:t>
            </a:r>
            <a:r>
              <a:rPr lang="en-US" altLang="ko-KR" sz="1000" dirty="0"/>
              <a:t>.</a:t>
            </a:r>
          </a:p>
          <a:p>
            <a:endParaRPr lang="en-US" dirty="0">
              <a:solidFill>
                <a:srgbClr val="526376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EC30A12-F5F5-49C7-B540-FD6E139F2331}"/>
              </a:ext>
            </a:extLst>
          </p:cNvPr>
          <p:cNvSpPr>
            <a:spLocks noGrp="1"/>
          </p:cNvSpPr>
          <p:nvPr/>
        </p:nvSpPr>
        <p:spPr>
          <a:xfrm>
            <a:off x="620173" y="2143125"/>
            <a:ext cx="7332155" cy="4124325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125" b="0">
                <a:solidFill>
                  <a:srgbClr val="AAB4BF"/>
                </a:solidFill>
              </a:defRPr>
            </a:defPPr>
            <a:lvl1pPr>
              <a:defRPr sz="1125" b="0">
                <a:solidFill>
                  <a:srgbClr val="AAB4BF"/>
                </a:solidFill>
              </a:defRPr>
            </a:lvl1pPr>
            <a:lvl2pPr>
              <a:defRPr sz="1125" b="0">
                <a:solidFill>
                  <a:srgbClr val="AAB4BF"/>
                </a:solidFill>
              </a:defRPr>
            </a:lvl2pPr>
            <a:lvl3pPr>
              <a:defRPr sz="1125" b="0">
                <a:solidFill>
                  <a:srgbClr val="AAB4BF"/>
                </a:solidFill>
              </a:defRPr>
            </a:lvl3pPr>
            <a:lvl4pPr>
              <a:defRPr sz="1125" b="0">
                <a:solidFill>
                  <a:srgbClr val="AAB4BF"/>
                </a:solidFill>
              </a:defRPr>
            </a:lvl4pPr>
            <a:lvl5pPr>
              <a:defRPr sz="1125" b="0">
                <a:solidFill>
                  <a:srgbClr val="AAB4BF"/>
                </a:solidFill>
              </a:defRPr>
            </a:lvl5pPr>
            <a:lvl6pPr>
              <a:defRPr sz="1125" b="0">
                <a:solidFill>
                  <a:srgbClr val="AAB4BF"/>
                </a:solidFill>
              </a:defRPr>
            </a:lvl6pPr>
            <a:lvl7pPr>
              <a:defRPr sz="1125" b="0">
                <a:solidFill>
                  <a:srgbClr val="AAB4BF"/>
                </a:solidFill>
              </a:defRPr>
            </a:lvl7pPr>
            <a:lvl8pPr>
              <a:defRPr sz="1125" b="0">
                <a:solidFill>
                  <a:srgbClr val="AAB4BF"/>
                </a:solidFill>
              </a:defRPr>
            </a:lvl8pPr>
            <a:lvl9pPr>
              <a:defRPr sz="1125" b="0">
                <a:solidFill>
                  <a:srgbClr val="AAB4BF"/>
                </a:solidFill>
              </a:defRPr>
            </a:lvl9pPr>
          </a:lstStyle>
          <a:p>
            <a:pPr>
              <a:defRPr sz="1125" b="0">
                <a:solidFill>
                  <a:srgbClr val="AAB4BF"/>
                </a:solidFill>
              </a:defRPr>
            </a:pPr>
            <a:r>
              <a:rPr sz="1125" b="0">
                <a:solidFill>
                  <a:srgbClr val="AAB4BF"/>
                </a:solidFill>
              </a:rPr>
              <a:t>Tera Term / COM port / 115200 8N1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6232F58-45C0-488C-8E5B-94C32A3A7A8A}"/>
              </a:ext>
            </a:extLst>
          </p:cNvPr>
          <p:cNvSpPr>
            <a:spLocks noGrp="1"/>
          </p:cNvSpPr>
          <p:nvPr/>
        </p:nvSpPr>
        <p:spPr>
          <a:xfrm>
            <a:off x="810673" y="2562225"/>
            <a:ext cx="7141655" cy="36290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id601_read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id601_read &lt;bank&gt; &lt;</a:t>
            </a:r>
            <a:r>
              <a:rPr lang="en-US" sz="1000" dirty="0" err="1"/>
              <a:t>ic</a:t>
            </a:r>
            <a:r>
              <a:rPr lang="en-US" sz="1000" dirty="0"/>
              <a:t>&gt; &lt;</a:t>
            </a:r>
            <a:r>
              <a:rPr lang="en-US" sz="1000" dirty="0" err="1"/>
              <a:t>addr</a:t>
            </a:r>
            <a:r>
              <a:rPr lang="en-US" sz="1000" dirty="0"/>
              <a:t>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Bank: 0/omitted=list, 1=General, 2=Mirror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IC: 1 ~ daisy length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</a:t>
            </a:r>
            <a:r>
              <a:rPr lang="en-US" sz="1000" dirty="0" err="1"/>
              <a:t>Addr</a:t>
            </a:r>
            <a:r>
              <a:rPr lang="en-US" sz="1000" dirty="0"/>
              <a:t>: General 0x00-0x3F, Mirror 0x00-0x1E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id601_read 1 1 0x18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[Read ] [General]: IC:1, Addr:0x18, Data: 799(0x31F)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id601_read 2 1 0x18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[Read ] [Mirror]: IC:1, Addr:0x18, Data:  57(0x039)</a:t>
            </a:r>
            <a:endParaRPr sz="1000" b="0" dirty="0">
              <a:solidFill>
                <a:srgbClr val="73C98C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CC75C7-CCD3-AE27-835C-2DA67AEB9E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5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5EF50DF-E886-D0EE-36D8-EB7AE1B68145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13490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DAB95-C572-8C7B-1524-28C534BA3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1FE340B-F3D7-622B-F328-57AE2F799B8F}"/>
              </a:ext>
            </a:extLst>
          </p:cNvPr>
          <p:cNvSpPr>
            <a:spLocks noGrp="1"/>
          </p:cNvSpPr>
          <p:nvPr/>
        </p:nvSpPr>
        <p:spPr>
          <a:xfrm>
            <a:off x="619125" y="36195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lang="ko-KR" altLang="en-US" dirty="0"/>
              <a:t>전체 </a:t>
            </a:r>
            <a:r>
              <a:rPr sz="3150" b="1" dirty="0" err="1">
                <a:solidFill>
                  <a:srgbClr val="172D48"/>
                </a:solidFill>
              </a:rPr>
              <a:t>레지스터</a:t>
            </a:r>
            <a:r>
              <a:rPr sz="3150" b="1" dirty="0">
                <a:solidFill>
                  <a:srgbClr val="172D48"/>
                </a:solidFill>
              </a:rPr>
              <a:t> </a:t>
            </a:r>
            <a:r>
              <a:rPr sz="3150" b="1" dirty="0" err="1">
                <a:solidFill>
                  <a:srgbClr val="172D48"/>
                </a:solidFill>
              </a:rPr>
              <a:t>읽기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D490669-D856-1ED8-6A7F-1BB0413814E7}"/>
              </a:ext>
            </a:extLst>
          </p:cNvPr>
          <p:cNvSpPr>
            <a:spLocks noGrp="1"/>
          </p:cNvSpPr>
          <p:nvPr/>
        </p:nvSpPr>
        <p:spPr>
          <a:xfrm>
            <a:off x="619125" y="914400"/>
            <a:ext cx="10953750" cy="990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172D48"/>
                </a:solidFill>
              </a:defRPr>
            </a:defPPr>
            <a:lvl1pPr>
              <a:buNone/>
              <a:defRPr sz="1875">
                <a:solidFill>
                  <a:srgbClr val="172D48"/>
                </a:solidFill>
              </a:defRPr>
            </a:lvl1pPr>
            <a:lvl2pPr>
              <a:buNone/>
              <a:defRPr sz="1875">
                <a:solidFill>
                  <a:srgbClr val="172D48"/>
                </a:solidFill>
              </a:defRPr>
            </a:lvl2pPr>
            <a:lvl3pPr>
              <a:buNone/>
              <a:defRPr sz="1875">
                <a:solidFill>
                  <a:srgbClr val="172D48"/>
                </a:solidFill>
              </a:defRPr>
            </a:lvl3pPr>
            <a:lvl4pPr>
              <a:buNone/>
              <a:defRPr sz="1875">
                <a:solidFill>
                  <a:srgbClr val="172D48"/>
                </a:solidFill>
              </a:defRPr>
            </a:lvl4pPr>
            <a:lvl5pPr>
              <a:buNone/>
              <a:defRPr sz="1875">
                <a:solidFill>
                  <a:srgbClr val="172D48"/>
                </a:solidFill>
              </a:defRPr>
            </a:lvl5pPr>
            <a:lvl6pPr>
              <a:buNone/>
              <a:defRPr sz="1875">
                <a:solidFill>
                  <a:srgbClr val="172D48"/>
                </a:solidFill>
              </a:defRPr>
            </a:lvl6pPr>
            <a:lvl7pPr>
              <a:buNone/>
              <a:defRPr sz="1875">
                <a:solidFill>
                  <a:srgbClr val="172D48"/>
                </a:solidFill>
              </a:defRPr>
            </a:lvl7pPr>
            <a:lvl8pPr>
              <a:buNone/>
              <a:defRPr sz="1875">
                <a:solidFill>
                  <a:srgbClr val="172D48"/>
                </a:solidFill>
              </a:defRPr>
            </a:lvl8pPr>
            <a:lvl9pPr>
              <a:buNone/>
              <a:defRPr sz="1875">
                <a:solidFill>
                  <a:srgbClr val="172D48"/>
                </a:solidFill>
              </a:defRPr>
            </a:lvl9pPr>
          </a:lstStyle>
          <a:p>
            <a:pPr>
              <a:lnSpc>
                <a:spcPct val="150000"/>
              </a:lnSpc>
              <a:buNone/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</a:t>
            </a:r>
            <a:r>
              <a:rPr lang="ko-KR" altLang="en-US" sz="1000" dirty="0"/>
              <a:t>의 전체 레지스터를 읽고 </a:t>
            </a:r>
            <a:r>
              <a:rPr lang="en-US" altLang="ko-KR" sz="1000" dirty="0"/>
              <a:t>CLI</a:t>
            </a:r>
            <a:r>
              <a:rPr lang="ko-KR" altLang="en-US" sz="1000" dirty="0"/>
              <a:t>출력합니다</a:t>
            </a:r>
            <a:r>
              <a:rPr lang="en-US" altLang="ko-KR" sz="1000" dirty="0"/>
              <a:t>. 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E6680D-F467-E357-C1C5-F85B305A31CC}"/>
              </a:ext>
            </a:extLst>
          </p:cNvPr>
          <p:cNvSpPr>
            <a:spLocks noGrp="1"/>
          </p:cNvSpPr>
          <p:nvPr/>
        </p:nvSpPr>
        <p:spPr>
          <a:xfrm>
            <a:off x="620173" y="2143125"/>
            <a:ext cx="7332155" cy="4124325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125" b="0">
                <a:solidFill>
                  <a:srgbClr val="AAB4BF"/>
                </a:solidFill>
              </a:defRPr>
            </a:defPPr>
            <a:lvl1pPr>
              <a:defRPr sz="1125" b="0">
                <a:solidFill>
                  <a:srgbClr val="AAB4BF"/>
                </a:solidFill>
              </a:defRPr>
            </a:lvl1pPr>
            <a:lvl2pPr>
              <a:defRPr sz="1125" b="0">
                <a:solidFill>
                  <a:srgbClr val="AAB4BF"/>
                </a:solidFill>
              </a:defRPr>
            </a:lvl2pPr>
            <a:lvl3pPr>
              <a:defRPr sz="1125" b="0">
                <a:solidFill>
                  <a:srgbClr val="AAB4BF"/>
                </a:solidFill>
              </a:defRPr>
            </a:lvl3pPr>
            <a:lvl4pPr>
              <a:defRPr sz="1125" b="0">
                <a:solidFill>
                  <a:srgbClr val="AAB4BF"/>
                </a:solidFill>
              </a:defRPr>
            </a:lvl4pPr>
            <a:lvl5pPr>
              <a:defRPr sz="1125" b="0">
                <a:solidFill>
                  <a:srgbClr val="AAB4BF"/>
                </a:solidFill>
              </a:defRPr>
            </a:lvl5pPr>
            <a:lvl6pPr>
              <a:defRPr sz="1125" b="0">
                <a:solidFill>
                  <a:srgbClr val="AAB4BF"/>
                </a:solidFill>
              </a:defRPr>
            </a:lvl6pPr>
            <a:lvl7pPr>
              <a:defRPr sz="1125" b="0">
                <a:solidFill>
                  <a:srgbClr val="AAB4BF"/>
                </a:solidFill>
              </a:defRPr>
            </a:lvl7pPr>
            <a:lvl8pPr>
              <a:defRPr sz="1125" b="0">
                <a:solidFill>
                  <a:srgbClr val="AAB4BF"/>
                </a:solidFill>
              </a:defRPr>
            </a:lvl8pPr>
            <a:lvl9pPr>
              <a:defRPr sz="1125" b="0">
                <a:solidFill>
                  <a:srgbClr val="AAB4BF"/>
                </a:solidFill>
              </a:defRPr>
            </a:lvl9pPr>
          </a:lstStyle>
          <a:p>
            <a:pPr>
              <a:defRPr sz="1125" b="0">
                <a:solidFill>
                  <a:srgbClr val="AAB4BF"/>
                </a:solidFill>
              </a:defRPr>
            </a:pPr>
            <a:r>
              <a:rPr sz="1125" b="0">
                <a:solidFill>
                  <a:srgbClr val="AAB4BF"/>
                </a:solidFill>
              </a:rPr>
              <a:t>Tera Term / COM port / 115200 8N1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DD7EFD-0604-8671-4F6E-A9F15E6218C0}"/>
              </a:ext>
            </a:extLst>
          </p:cNvPr>
          <p:cNvSpPr>
            <a:spLocks noGrp="1"/>
          </p:cNvSpPr>
          <p:nvPr/>
        </p:nvSpPr>
        <p:spPr>
          <a:xfrm>
            <a:off x="810673" y="2562225"/>
            <a:ext cx="7141655" cy="36290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id601_dump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[ID601] REGISTER DUMP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BANK      DEV   ADDR  VALUE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GENERAL    01   0x00  0x101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GENERAL    01   0x01  0x000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GENERAL    01   0x02  0x000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GENERAL    01   0x03  0x000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GENERAL    01   0x04  0x000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b="0" dirty="0">
                <a:solidFill>
                  <a:srgbClr val="73C98C"/>
                </a:solidFill>
              </a:rPr>
              <a:t>    ….. </a:t>
            </a:r>
            <a:r>
              <a:rPr lang="ko-KR" altLang="en-US" sz="1000" b="0" dirty="0">
                <a:solidFill>
                  <a:srgbClr val="73C98C"/>
                </a:solidFill>
              </a:rPr>
              <a:t>중간 </a:t>
            </a:r>
            <a:r>
              <a:rPr lang="ko-KR" altLang="en-US" sz="1000" dirty="0"/>
              <a:t>생략</a:t>
            </a:r>
            <a:endParaRPr lang="en-US" altLang="ko-KR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pt-BR" altLang="ko-KR" sz="1000" dirty="0"/>
              <a:t>    MIRROR     01   0x1A  0x03A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pt-BR" altLang="ko-KR" sz="1000" dirty="0"/>
              <a:t>    MIRROR     01   0x1B  0x039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pt-BR" altLang="ko-KR" sz="1000" dirty="0"/>
              <a:t>    MIRROR     01   0x1C  0x039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pt-BR" altLang="ko-KR" sz="1000" dirty="0"/>
              <a:t>    MIRROR     01   0x1D  0x038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pt-BR" altLang="ko-KR" sz="1000" dirty="0"/>
              <a:t>    MIRROR     01   0x1E  0x000</a:t>
            </a:r>
            <a:endParaRPr sz="1000" b="0" dirty="0">
              <a:solidFill>
                <a:srgbClr val="73C98C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295A652-2ED0-AB68-207B-C5DE9C8FFA63}"/>
              </a:ext>
            </a:extLst>
          </p:cNvPr>
          <p:cNvSpPr>
            <a:spLocks noGrp="1"/>
          </p:cNvSpPr>
          <p:nvPr/>
        </p:nvSpPr>
        <p:spPr>
          <a:xfrm>
            <a:off x="8333327" y="2314575"/>
            <a:ext cx="3238500" cy="3429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>
                <a:solidFill>
                  <a:srgbClr val="526376"/>
                </a:solidFill>
              </a:defRPr>
            </a:defPPr>
            <a:lvl1pPr>
              <a:buNone/>
              <a:defRPr sz="1575">
                <a:solidFill>
                  <a:srgbClr val="526376"/>
                </a:solidFill>
              </a:defRPr>
            </a:lvl1pPr>
            <a:lvl2pPr>
              <a:buNone/>
              <a:defRPr sz="1575">
                <a:solidFill>
                  <a:srgbClr val="526376"/>
                </a:solidFill>
              </a:defRPr>
            </a:lvl2pPr>
            <a:lvl3pPr>
              <a:buNone/>
              <a:defRPr sz="1575">
                <a:solidFill>
                  <a:srgbClr val="526376"/>
                </a:solidFill>
              </a:defRPr>
            </a:lvl3pPr>
            <a:lvl4pPr>
              <a:buNone/>
              <a:defRPr sz="1575">
                <a:solidFill>
                  <a:srgbClr val="526376"/>
                </a:solidFill>
              </a:defRPr>
            </a:lvl4pPr>
            <a:lvl5pPr>
              <a:buNone/>
              <a:defRPr sz="1575">
                <a:solidFill>
                  <a:srgbClr val="526376"/>
                </a:solidFill>
              </a:defRPr>
            </a:lvl5pPr>
            <a:lvl6pPr>
              <a:buNone/>
              <a:defRPr sz="1575">
                <a:solidFill>
                  <a:srgbClr val="526376"/>
                </a:solidFill>
              </a:defRPr>
            </a:lvl6pPr>
            <a:lvl7pPr>
              <a:buNone/>
              <a:defRPr sz="1575">
                <a:solidFill>
                  <a:srgbClr val="526376"/>
                </a:solidFill>
              </a:defRPr>
            </a:lvl7pPr>
            <a:lvl8pPr>
              <a:buNone/>
              <a:defRPr sz="1575">
                <a:solidFill>
                  <a:srgbClr val="526376"/>
                </a:solidFill>
              </a:defRPr>
            </a:lvl8pPr>
            <a:lvl9pPr>
              <a:buNone/>
              <a:defRPr sz="1575">
                <a:solidFill>
                  <a:srgbClr val="526376"/>
                </a:solidFill>
              </a:defRPr>
            </a:lvl9pPr>
          </a:lstStyle>
          <a:p>
            <a:pPr>
              <a:buNone/>
              <a:defRPr sz="1575">
                <a:solidFill>
                  <a:srgbClr val="526376"/>
                </a:solidFill>
              </a:defRPr>
            </a:pPr>
            <a:r>
              <a:rPr lang="ko-KR" altLang="en-US" sz="1575" dirty="0" err="1">
                <a:solidFill>
                  <a:srgbClr val="526376"/>
                </a:solidFill>
              </a:rPr>
              <a:t>테라텀</a:t>
            </a:r>
            <a:r>
              <a:rPr lang="ko-KR" altLang="en-US" sz="1575" dirty="0">
                <a:solidFill>
                  <a:srgbClr val="526376"/>
                </a:solidFill>
              </a:rPr>
              <a:t> 표시 예시</a:t>
            </a:r>
          </a:p>
          <a:p>
            <a:endParaRPr lang="ko-KR" altLang="en-US" sz="1575" dirty="0">
              <a:solidFill>
                <a:srgbClr val="526376"/>
              </a:solidFill>
            </a:endParaRPr>
          </a:p>
          <a:p>
            <a:pPr>
              <a:defRPr sz="1575">
                <a:solidFill>
                  <a:srgbClr val="526376"/>
                </a:solidFill>
              </a:defRPr>
            </a:pPr>
            <a:r>
              <a:rPr lang="en-US" altLang="ko-KR" sz="1000" dirty="0"/>
              <a:t>General/Mirror</a:t>
            </a:r>
            <a:r>
              <a:rPr lang="ko-KR" altLang="en-US" sz="1000" dirty="0"/>
              <a:t>를 순회하며 </a:t>
            </a:r>
            <a:r>
              <a:rPr lang="en-US" altLang="ko-KR" sz="1000" dirty="0"/>
              <a:t>ADDR_EXT</a:t>
            </a:r>
            <a:r>
              <a:rPr lang="ko-KR" altLang="en-US" sz="1000" dirty="0"/>
              <a:t>를 자동 전환합니다</a:t>
            </a:r>
            <a:r>
              <a:rPr lang="en-US" altLang="ko-KR" sz="1000" dirty="0"/>
              <a:t>. </a:t>
            </a:r>
          </a:p>
          <a:p>
            <a:pPr>
              <a:defRPr sz="1575">
                <a:solidFill>
                  <a:srgbClr val="526376"/>
                </a:solidFill>
              </a:defRPr>
            </a:pPr>
            <a:endParaRPr lang="ko-KR" altLang="en-US" sz="1000" dirty="0"/>
          </a:p>
          <a:p>
            <a:r>
              <a:rPr lang="ko-KR" altLang="en-US" sz="1000" dirty="0"/>
              <a:t>하지만</a:t>
            </a:r>
            <a:r>
              <a:rPr lang="en-US" altLang="ko-KR" sz="1000" dirty="0"/>
              <a:t>, TESTMODE </a:t>
            </a:r>
            <a:r>
              <a:rPr lang="ko-KR" altLang="en-US" sz="1000" dirty="0"/>
              <a:t>진입은 자동으로 수행하지 않습니다</a:t>
            </a:r>
            <a:r>
              <a:rPr lang="en-US" altLang="ko-KR" sz="1000" dirty="0"/>
              <a:t>.</a:t>
            </a:r>
          </a:p>
          <a:p>
            <a:endParaRPr lang="en-US" dirty="0">
              <a:solidFill>
                <a:srgbClr val="526376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87CF0D-3AC8-8216-A1E6-6EB0BB6DCB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6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E32F4C4-ED64-4227-AE6B-5A3E17DAD036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1983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F2C28CC-6431-483C-8CE6-7A69238D884D}"/>
              </a:ext>
            </a:extLst>
          </p:cNvPr>
          <p:cNvSpPr>
            <a:spLocks noGrp="1"/>
          </p:cNvSpPr>
          <p:nvPr/>
        </p:nvSpPr>
        <p:spPr>
          <a:xfrm>
            <a:off x="619125" y="36195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sz="3150" b="1" dirty="0" err="1">
                <a:solidFill>
                  <a:srgbClr val="172D48"/>
                </a:solidFill>
              </a:rPr>
              <a:t>레지스터</a:t>
            </a:r>
            <a:r>
              <a:rPr sz="3150" b="1" dirty="0">
                <a:solidFill>
                  <a:srgbClr val="172D48"/>
                </a:solidFill>
              </a:rPr>
              <a:t> </a:t>
            </a:r>
            <a:r>
              <a:rPr sz="3150" b="1" dirty="0" err="1">
                <a:solidFill>
                  <a:srgbClr val="172D48"/>
                </a:solidFill>
              </a:rPr>
              <a:t>쓰기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4B7A39B-3CEC-460E-8E34-B8EA30318764}"/>
              </a:ext>
            </a:extLst>
          </p:cNvPr>
          <p:cNvSpPr>
            <a:spLocks noGrp="1"/>
          </p:cNvSpPr>
          <p:nvPr/>
        </p:nvSpPr>
        <p:spPr>
          <a:xfrm>
            <a:off x="620173" y="2143125"/>
            <a:ext cx="7332155" cy="4124325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125" b="0">
                <a:solidFill>
                  <a:srgbClr val="AAB4BF"/>
                </a:solidFill>
              </a:defRPr>
            </a:defPPr>
            <a:lvl1pPr>
              <a:defRPr sz="1125" b="0">
                <a:solidFill>
                  <a:srgbClr val="AAB4BF"/>
                </a:solidFill>
              </a:defRPr>
            </a:lvl1pPr>
            <a:lvl2pPr>
              <a:defRPr sz="1125" b="0">
                <a:solidFill>
                  <a:srgbClr val="AAB4BF"/>
                </a:solidFill>
              </a:defRPr>
            </a:lvl2pPr>
            <a:lvl3pPr>
              <a:defRPr sz="1125" b="0">
                <a:solidFill>
                  <a:srgbClr val="AAB4BF"/>
                </a:solidFill>
              </a:defRPr>
            </a:lvl3pPr>
            <a:lvl4pPr>
              <a:defRPr sz="1125" b="0">
                <a:solidFill>
                  <a:srgbClr val="AAB4BF"/>
                </a:solidFill>
              </a:defRPr>
            </a:lvl4pPr>
            <a:lvl5pPr>
              <a:defRPr sz="1125" b="0">
                <a:solidFill>
                  <a:srgbClr val="AAB4BF"/>
                </a:solidFill>
              </a:defRPr>
            </a:lvl5pPr>
            <a:lvl6pPr>
              <a:defRPr sz="1125" b="0">
                <a:solidFill>
                  <a:srgbClr val="AAB4BF"/>
                </a:solidFill>
              </a:defRPr>
            </a:lvl6pPr>
            <a:lvl7pPr>
              <a:defRPr sz="1125" b="0">
                <a:solidFill>
                  <a:srgbClr val="AAB4BF"/>
                </a:solidFill>
              </a:defRPr>
            </a:lvl7pPr>
            <a:lvl8pPr>
              <a:defRPr sz="1125" b="0">
                <a:solidFill>
                  <a:srgbClr val="AAB4BF"/>
                </a:solidFill>
              </a:defRPr>
            </a:lvl8pPr>
            <a:lvl9pPr>
              <a:defRPr sz="1125" b="0">
                <a:solidFill>
                  <a:srgbClr val="AAB4BF"/>
                </a:solidFill>
              </a:defRPr>
            </a:lvl9pPr>
          </a:lstStyle>
          <a:p>
            <a:pPr>
              <a:defRPr sz="1125" b="0">
                <a:solidFill>
                  <a:srgbClr val="AAB4BF"/>
                </a:solidFill>
              </a:defRPr>
            </a:pPr>
            <a:r>
              <a:rPr sz="1125" b="0">
                <a:solidFill>
                  <a:srgbClr val="AAB4BF"/>
                </a:solidFill>
              </a:rPr>
              <a:t>Tera Term / COM port / 115200 8N1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686D5F2-C8F0-4DCE-9E63-EE2EAEF7D465}"/>
              </a:ext>
            </a:extLst>
          </p:cNvPr>
          <p:cNvSpPr>
            <a:spLocks noGrp="1"/>
          </p:cNvSpPr>
          <p:nvPr/>
        </p:nvSpPr>
        <p:spPr>
          <a:xfrm>
            <a:off x="810673" y="2562225"/>
            <a:ext cx="7141655" cy="36290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id601_write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id601_write &lt;bank&gt; &lt;</a:t>
            </a:r>
            <a:r>
              <a:rPr lang="en-US" sz="1000" dirty="0" err="1"/>
              <a:t>ic</a:t>
            </a:r>
            <a:r>
              <a:rPr lang="en-US" sz="1000" dirty="0"/>
              <a:t>&gt; &lt;</a:t>
            </a:r>
            <a:r>
              <a:rPr lang="en-US" sz="1000" dirty="0" err="1"/>
              <a:t>addr</a:t>
            </a:r>
            <a:r>
              <a:rPr lang="en-US" sz="1000" dirty="0"/>
              <a:t>&gt; &lt;data&gt;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Bank: 0/omitted=list, 1=General, 2=Mirror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IC: 1 ~ daisy length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</a:t>
            </a:r>
            <a:r>
              <a:rPr lang="en-US" sz="1000" dirty="0" err="1"/>
              <a:t>Addr</a:t>
            </a:r>
            <a:r>
              <a:rPr lang="en-US" sz="1000" dirty="0"/>
              <a:t>: General 0x00-0x3F, Mirror 0x00-0x1E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Data: 0x000-0xFFF (decimal or 0x hex)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id601_write 1 1 0x05 0xfff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[Write] [General]: IC:1, Addr:0x05, Data:4095(0xFFF)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id601_read 1 1 0x05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[Read ] [General]: IC:1, Addr:0x05, Data:4095(0xFFF)</a:t>
            </a:r>
            <a:endParaRPr sz="1000" b="0" dirty="0">
              <a:solidFill>
                <a:srgbClr val="73C98C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01C441D-2A76-B42D-8F5E-D894675383DA}"/>
              </a:ext>
            </a:extLst>
          </p:cNvPr>
          <p:cNvSpPr>
            <a:spLocks noGrp="1"/>
          </p:cNvSpPr>
          <p:nvPr/>
        </p:nvSpPr>
        <p:spPr>
          <a:xfrm>
            <a:off x="619125" y="914400"/>
            <a:ext cx="10953750" cy="990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172D48"/>
                </a:solidFill>
              </a:defRPr>
            </a:defPPr>
            <a:lvl1pPr>
              <a:buNone/>
              <a:defRPr sz="1875">
                <a:solidFill>
                  <a:srgbClr val="172D48"/>
                </a:solidFill>
              </a:defRPr>
            </a:lvl1pPr>
            <a:lvl2pPr>
              <a:buNone/>
              <a:defRPr sz="1875">
                <a:solidFill>
                  <a:srgbClr val="172D48"/>
                </a:solidFill>
              </a:defRPr>
            </a:lvl2pPr>
            <a:lvl3pPr>
              <a:buNone/>
              <a:defRPr sz="1875">
                <a:solidFill>
                  <a:srgbClr val="172D48"/>
                </a:solidFill>
              </a:defRPr>
            </a:lvl3pPr>
            <a:lvl4pPr>
              <a:buNone/>
              <a:defRPr sz="1875">
                <a:solidFill>
                  <a:srgbClr val="172D48"/>
                </a:solidFill>
              </a:defRPr>
            </a:lvl4pPr>
            <a:lvl5pPr>
              <a:buNone/>
              <a:defRPr sz="1875">
                <a:solidFill>
                  <a:srgbClr val="172D48"/>
                </a:solidFill>
              </a:defRPr>
            </a:lvl5pPr>
            <a:lvl6pPr>
              <a:buNone/>
              <a:defRPr sz="1875">
                <a:solidFill>
                  <a:srgbClr val="172D48"/>
                </a:solidFill>
              </a:defRPr>
            </a:lvl6pPr>
            <a:lvl7pPr>
              <a:buNone/>
              <a:defRPr sz="1875">
                <a:solidFill>
                  <a:srgbClr val="172D48"/>
                </a:solidFill>
              </a:defRPr>
            </a:lvl7pPr>
            <a:lvl8pPr>
              <a:buNone/>
              <a:defRPr sz="1875">
                <a:solidFill>
                  <a:srgbClr val="172D48"/>
                </a:solidFill>
              </a:defRPr>
            </a:lvl8pPr>
            <a:lvl9pPr>
              <a:buNone/>
              <a:defRPr sz="1875">
                <a:solidFill>
                  <a:srgbClr val="172D48"/>
                </a:solidFill>
              </a:defRPr>
            </a:lvl9pPr>
          </a:lstStyle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&lt; Field </a:t>
            </a:r>
            <a:r>
              <a:rPr lang="ko-KR" altLang="en-US" sz="1000" dirty="0"/>
              <a:t>설명 </a:t>
            </a:r>
            <a:r>
              <a:rPr lang="en-US" altLang="ko-KR" sz="1000" dirty="0"/>
              <a:t>&gt;</a:t>
            </a:r>
          </a:p>
          <a:p>
            <a:pPr>
              <a:lnSpc>
                <a:spcPct val="150000"/>
              </a:lnSpc>
              <a:buNone/>
              <a:defRPr sz="1875">
                <a:solidFill>
                  <a:srgbClr val="172D48"/>
                </a:solidFill>
              </a:defRPr>
            </a:pPr>
            <a:r>
              <a:rPr lang="en-US" sz="1000" dirty="0">
                <a:solidFill>
                  <a:srgbClr val="172D48"/>
                </a:solidFill>
              </a:rPr>
              <a:t>B</a:t>
            </a:r>
            <a:r>
              <a:rPr sz="1000" dirty="0">
                <a:solidFill>
                  <a:srgbClr val="172D48"/>
                </a:solidFill>
              </a:rPr>
              <a:t>ank</a:t>
            </a:r>
            <a:r>
              <a:rPr lang="en-US" sz="1000" dirty="0">
                <a:solidFill>
                  <a:srgbClr val="172D48"/>
                </a:solidFill>
              </a:rPr>
              <a:t>:</a:t>
            </a:r>
            <a:r>
              <a:rPr sz="1000" dirty="0">
                <a:solidFill>
                  <a:srgbClr val="172D48"/>
                </a:solidFill>
              </a:rPr>
              <a:t> </a:t>
            </a:r>
            <a:r>
              <a:rPr lang="ko-KR" altLang="en-US" sz="1000" dirty="0"/>
              <a:t>레지스터 타입을 설정합니다</a:t>
            </a:r>
            <a:r>
              <a:rPr lang="en-US" altLang="ko-KR" sz="1000" dirty="0"/>
              <a:t>. 0: display info, 1: General</a:t>
            </a:r>
            <a:r>
              <a:rPr lang="ko-KR" altLang="en-US" sz="1000" dirty="0"/>
              <a:t> </a:t>
            </a:r>
            <a:r>
              <a:rPr lang="en-US" altLang="ko-KR" sz="1000" dirty="0"/>
              <a:t>Register,</a:t>
            </a:r>
            <a:r>
              <a:rPr lang="ko-KR" altLang="en-US" sz="1000" dirty="0"/>
              <a:t> </a:t>
            </a:r>
            <a:r>
              <a:rPr lang="en-US" altLang="ko-KR" sz="1000" dirty="0"/>
              <a:t>2:</a:t>
            </a:r>
            <a:r>
              <a:rPr lang="ko-KR" altLang="en-US" sz="1000" dirty="0"/>
              <a:t> </a:t>
            </a:r>
            <a:r>
              <a:rPr lang="en-US" altLang="ko-KR" sz="1000" dirty="0"/>
              <a:t>Mirror Register</a:t>
            </a:r>
            <a:endParaRPr sz="1000" dirty="0">
              <a:solidFill>
                <a:srgbClr val="172D48"/>
              </a:solidFill>
            </a:endParaRPr>
          </a:p>
          <a:p>
            <a:pPr>
              <a:lnSpc>
                <a:spcPct val="150000"/>
              </a:lnSpc>
              <a:buNone/>
              <a:defRPr sz="1875">
                <a:solidFill>
                  <a:srgbClr val="172D48"/>
                </a:solidFill>
              </a:defRPr>
            </a:pPr>
            <a:r>
              <a:rPr lang="en-US" sz="1000" dirty="0">
                <a:solidFill>
                  <a:srgbClr val="172D48"/>
                </a:solidFill>
              </a:rPr>
              <a:t>IC: Target IC</a:t>
            </a:r>
            <a:r>
              <a:rPr lang="ko-KR" altLang="en-US" sz="1000" dirty="0"/>
              <a:t>의 </a:t>
            </a:r>
            <a:r>
              <a:rPr lang="en-US" altLang="ko-KR" sz="1000" dirty="0"/>
              <a:t>daisy </a:t>
            </a:r>
            <a:r>
              <a:rPr lang="ko-KR" altLang="en-US" sz="1000" dirty="0"/>
              <a:t>순서를 의미합니다</a:t>
            </a:r>
            <a:r>
              <a:rPr lang="en-US" altLang="ko-KR" sz="1000" dirty="0"/>
              <a:t>. (1 ~ </a:t>
            </a:r>
            <a:r>
              <a:rPr lang="ko-KR" altLang="en-US" sz="1000" dirty="0"/>
              <a:t>설정한 </a:t>
            </a:r>
            <a:r>
              <a:rPr lang="en-US" altLang="ko-KR" sz="1000" dirty="0"/>
              <a:t>daisy</a:t>
            </a:r>
            <a:r>
              <a:rPr lang="ko-KR" altLang="en-US" sz="1000" dirty="0"/>
              <a:t>까지 가능</a:t>
            </a:r>
            <a:r>
              <a:rPr lang="en-US" altLang="ko-KR" sz="1000" dirty="0"/>
              <a:t>)</a:t>
            </a:r>
          </a:p>
          <a:p>
            <a:pPr>
              <a:lnSpc>
                <a:spcPct val="150000"/>
              </a:lnSpc>
              <a:buNone/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Addr</a:t>
            </a:r>
            <a:r>
              <a:rPr lang="en-US" altLang="ko-KR" sz="1000" dirty="0"/>
              <a:t>: ID601</a:t>
            </a:r>
            <a:r>
              <a:rPr lang="ko-KR" altLang="en-US" sz="1000" dirty="0"/>
              <a:t>의 레지스터 주소를 의미합니다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buNone/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Data: ID601</a:t>
            </a:r>
            <a:r>
              <a:rPr lang="ko-KR" altLang="en-US" sz="1000" dirty="0"/>
              <a:t>에 입력할 데이터를 의미합니다</a:t>
            </a:r>
            <a:r>
              <a:rPr lang="en-US" altLang="ko-KR" sz="1000" dirty="0"/>
              <a:t>.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BD6947-1E37-96F7-17D7-F4321BD1402A}"/>
              </a:ext>
            </a:extLst>
          </p:cNvPr>
          <p:cNvSpPr>
            <a:spLocks noGrp="1"/>
          </p:cNvSpPr>
          <p:nvPr/>
        </p:nvSpPr>
        <p:spPr>
          <a:xfrm>
            <a:off x="8333327" y="2314575"/>
            <a:ext cx="3238500" cy="3429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>
                <a:solidFill>
                  <a:srgbClr val="526376"/>
                </a:solidFill>
              </a:defRPr>
            </a:defPPr>
            <a:lvl1pPr>
              <a:buNone/>
              <a:defRPr sz="1575">
                <a:solidFill>
                  <a:srgbClr val="526376"/>
                </a:solidFill>
              </a:defRPr>
            </a:lvl1pPr>
            <a:lvl2pPr>
              <a:buNone/>
              <a:defRPr sz="1575">
                <a:solidFill>
                  <a:srgbClr val="526376"/>
                </a:solidFill>
              </a:defRPr>
            </a:lvl2pPr>
            <a:lvl3pPr>
              <a:buNone/>
              <a:defRPr sz="1575">
                <a:solidFill>
                  <a:srgbClr val="526376"/>
                </a:solidFill>
              </a:defRPr>
            </a:lvl3pPr>
            <a:lvl4pPr>
              <a:buNone/>
              <a:defRPr sz="1575">
                <a:solidFill>
                  <a:srgbClr val="526376"/>
                </a:solidFill>
              </a:defRPr>
            </a:lvl4pPr>
            <a:lvl5pPr>
              <a:buNone/>
              <a:defRPr sz="1575">
                <a:solidFill>
                  <a:srgbClr val="526376"/>
                </a:solidFill>
              </a:defRPr>
            </a:lvl5pPr>
            <a:lvl6pPr>
              <a:buNone/>
              <a:defRPr sz="1575">
                <a:solidFill>
                  <a:srgbClr val="526376"/>
                </a:solidFill>
              </a:defRPr>
            </a:lvl6pPr>
            <a:lvl7pPr>
              <a:buNone/>
              <a:defRPr sz="1575">
                <a:solidFill>
                  <a:srgbClr val="526376"/>
                </a:solidFill>
              </a:defRPr>
            </a:lvl7pPr>
            <a:lvl8pPr>
              <a:buNone/>
              <a:defRPr sz="1575">
                <a:solidFill>
                  <a:srgbClr val="526376"/>
                </a:solidFill>
              </a:defRPr>
            </a:lvl8pPr>
            <a:lvl9pPr>
              <a:buNone/>
              <a:defRPr sz="1575">
                <a:solidFill>
                  <a:srgbClr val="526376"/>
                </a:solidFill>
              </a:defRPr>
            </a:lvl9pPr>
          </a:lstStyle>
          <a:p>
            <a:pPr>
              <a:buNone/>
              <a:defRPr sz="1575">
                <a:solidFill>
                  <a:srgbClr val="526376"/>
                </a:solidFill>
              </a:defRPr>
            </a:pPr>
            <a:r>
              <a:rPr lang="ko-KR" altLang="en-US" sz="1575" dirty="0" err="1">
                <a:solidFill>
                  <a:srgbClr val="526376"/>
                </a:solidFill>
              </a:rPr>
              <a:t>테라텀</a:t>
            </a:r>
            <a:r>
              <a:rPr lang="ko-KR" altLang="en-US" sz="1575" dirty="0">
                <a:solidFill>
                  <a:srgbClr val="526376"/>
                </a:solidFill>
              </a:rPr>
              <a:t> 표시 예시</a:t>
            </a:r>
          </a:p>
          <a:p>
            <a:endParaRPr lang="ko-KR" altLang="en-US" sz="1575" dirty="0">
              <a:solidFill>
                <a:srgbClr val="526376"/>
              </a:solidFill>
            </a:endParaRPr>
          </a:p>
          <a:p>
            <a:pPr>
              <a:defRPr sz="1575">
                <a:solidFill>
                  <a:srgbClr val="526376"/>
                </a:solidFill>
              </a:defRPr>
            </a:pPr>
            <a:r>
              <a:rPr lang="ko-KR" altLang="en-US" sz="1000" dirty="0"/>
              <a:t>입력된 </a:t>
            </a:r>
            <a:r>
              <a:rPr lang="en-US" altLang="ko-KR" sz="1000" dirty="0"/>
              <a:t>bank</a:t>
            </a:r>
            <a:r>
              <a:rPr lang="ko-KR" altLang="en-US" sz="1000" dirty="0"/>
              <a:t>에 따라 </a:t>
            </a:r>
            <a:r>
              <a:rPr lang="en-US" altLang="ko-KR" sz="1000" dirty="0"/>
              <a:t>ADDR_EXT</a:t>
            </a:r>
            <a:r>
              <a:rPr lang="ko-KR" altLang="en-US" sz="1000" dirty="0"/>
              <a:t>는 자동으로 전환됩니다</a:t>
            </a:r>
            <a:r>
              <a:rPr lang="en-US" altLang="ko-KR" sz="1000" dirty="0"/>
              <a:t>.</a:t>
            </a:r>
          </a:p>
          <a:p>
            <a:pPr>
              <a:defRPr sz="1575">
                <a:solidFill>
                  <a:srgbClr val="526376"/>
                </a:solidFill>
              </a:defRPr>
            </a:pPr>
            <a:endParaRPr lang="ko-KR" altLang="en-US" sz="1000" dirty="0"/>
          </a:p>
          <a:p>
            <a:r>
              <a:rPr lang="ko-KR" altLang="en-US" sz="1000" dirty="0"/>
              <a:t>하지만</a:t>
            </a:r>
            <a:r>
              <a:rPr lang="en-US" altLang="ko-KR" sz="1000" dirty="0"/>
              <a:t>, TESTMODE </a:t>
            </a:r>
            <a:r>
              <a:rPr lang="ko-KR" altLang="en-US" sz="1000" dirty="0"/>
              <a:t>진입은 자동으로 수행하지 않습니다</a:t>
            </a:r>
            <a:r>
              <a:rPr lang="en-US" altLang="ko-KR" sz="1000" dirty="0"/>
              <a:t>.</a:t>
            </a:r>
          </a:p>
          <a:p>
            <a:endParaRPr lang="en-US" dirty="0">
              <a:solidFill>
                <a:srgbClr val="526376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86C04F7-7AB4-1C50-2D59-D5828F4096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7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0AD6B42-444C-9A6E-8182-6326014738B1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5083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A7683DB-3CCB-485B-8D9A-EFEA24F9D1CA}"/>
              </a:ext>
            </a:extLst>
          </p:cNvPr>
          <p:cNvSpPr>
            <a:spLocks noGrp="1"/>
          </p:cNvSpPr>
          <p:nvPr/>
        </p:nvSpPr>
        <p:spPr>
          <a:xfrm>
            <a:off x="619125" y="36195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lang="en-US" sz="3150" b="1" dirty="0">
                <a:solidFill>
                  <a:srgbClr val="172D48"/>
                </a:solidFill>
              </a:rPr>
              <a:t>SYNCGEN, IDGEN </a:t>
            </a:r>
            <a:r>
              <a:rPr lang="ko-KR" altLang="en-US" sz="3150" b="1" dirty="0">
                <a:solidFill>
                  <a:srgbClr val="172D48"/>
                </a:solidFill>
              </a:rPr>
              <a:t>명령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4A335B7-3A95-4718-A42B-255D4F948BBF}"/>
              </a:ext>
            </a:extLst>
          </p:cNvPr>
          <p:cNvSpPr>
            <a:spLocks noGrp="1"/>
          </p:cNvSpPr>
          <p:nvPr/>
        </p:nvSpPr>
        <p:spPr>
          <a:xfrm>
            <a:off x="620173" y="2143125"/>
            <a:ext cx="7332155" cy="4124325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125" b="0">
                <a:solidFill>
                  <a:srgbClr val="AAB4BF"/>
                </a:solidFill>
              </a:defRPr>
            </a:defPPr>
            <a:lvl1pPr>
              <a:defRPr sz="1125" b="0">
                <a:solidFill>
                  <a:srgbClr val="AAB4BF"/>
                </a:solidFill>
              </a:defRPr>
            </a:lvl1pPr>
            <a:lvl2pPr>
              <a:defRPr sz="1125" b="0">
                <a:solidFill>
                  <a:srgbClr val="AAB4BF"/>
                </a:solidFill>
              </a:defRPr>
            </a:lvl2pPr>
            <a:lvl3pPr>
              <a:defRPr sz="1125" b="0">
                <a:solidFill>
                  <a:srgbClr val="AAB4BF"/>
                </a:solidFill>
              </a:defRPr>
            </a:lvl3pPr>
            <a:lvl4pPr>
              <a:defRPr sz="1125" b="0">
                <a:solidFill>
                  <a:srgbClr val="AAB4BF"/>
                </a:solidFill>
              </a:defRPr>
            </a:lvl4pPr>
            <a:lvl5pPr>
              <a:defRPr sz="1125" b="0">
                <a:solidFill>
                  <a:srgbClr val="AAB4BF"/>
                </a:solidFill>
              </a:defRPr>
            </a:lvl5pPr>
            <a:lvl6pPr>
              <a:defRPr sz="1125" b="0">
                <a:solidFill>
                  <a:srgbClr val="AAB4BF"/>
                </a:solidFill>
              </a:defRPr>
            </a:lvl6pPr>
            <a:lvl7pPr>
              <a:defRPr sz="1125" b="0">
                <a:solidFill>
                  <a:srgbClr val="AAB4BF"/>
                </a:solidFill>
              </a:defRPr>
            </a:lvl7pPr>
            <a:lvl8pPr>
              <a:defRPr sz="1125" b="0">
                <a:solidFill>
                  <a:srgbClr val="AAB4BF"/>
                </a:solidFill>
              </a:defRPr>
            </a:lvl8pPr>
            <a:lvl9pPr>
              <a:defRPr sz="1125" b="0">
                <a:solidFill>
                  <a:srgbClr val="AAB4BF"/>
                </a:solidFill>
              </a:defRPr>
            </a:lvl9pPr>
          </a:lstStyle>
          <a:p>
            <a:pPr>
              <a:defRPr sz="1125" b="0">
                <a:solidFill>
                  <a:srgbClr val="AAB4BF"/>
                </a:solidFill>
              </a:defRPr>
            </a:pPr>
            <a:r>
              <a:rPr sz="1125" b="0">
                <a:solidFill>
                  <a:srgbClr val="AAB4BF"/>
                </a:solidFill>
              </a:rPr>
              <a:t>Tera Term / COM port / 115200 8N1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3D636E5-2019-4E04-B985-FBD374AE9259}"/>
              </a:ext>
            </a:extLst>
          </p:cNvPr>
          <p:cNvSpPr>
            <a:spLocks noGrp="1"/>
          </p:cNvSpPr>
          <p:nvPr/>
        </p:nvSpPr>
        <p:spPr>
          <a:xfrm>
            <a:off x="810673" y="2562225"/>
            <a:ext cx="6951155" cy="36290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id601_command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id601_command &lt;</a:t>
            </a:r>
            <a:r>
              <a:rPr lang="en-US" sz="1000" dirty="0" err="1"/>
              <a:t>cmd</a:t>
            </a:r>
            <a:r>
              <a:rPr lang="en-US" sz="1000" dirty="0"/>
              <a:t>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0/omitted=list, 1=SYNCGEN, 2=IDGEN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id601_command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ID601 </a:t>
            </a:r>
            <a:r>
              <a:rPr lang="en-US" sz="1000" dirty="0" err="1"/>
              <a:t>syncgen</a:t>
            </a:r>
            <a:r>
              <a:rPr lang="en-US" sz="1000" dirty="0"/>
              <a:t> command executed.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id601_command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ID601 </a:t>
            </a:r>
            <a:r>
              <a:rPr lang="en-US" sz="1000" dirty="0" err="1"/>
              <a:t>idgen</a:t>
            </a:r>
            <a:r>
              <a:rPr lang="en-US" sz="1000" dirty="0"/>
              <a:t> command executed.</a:t>
            </a:r>
            <a:endParaRPr sz="1000" b="0" dirty="0">
              <a:solidFill>
                <a:srgbClr val="73C98C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1A23046-73EE-74E4-7301-5B5BF37E2AFB}"/>
              </a:ext>
            </a:extLst>
          </p:cNvPr>
          <p:cNvSpPr>
            <a:spLocks noGrp="1"/>
          </p:cNvSpPr>
          <p:nvPr/>
        </p:nvSpPr>
        <p:spPr>
          <a:xfrm>
            <a:off x="619125" y="914400"/>
            <a:ext cx="10953750" cy="990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172D48"/>
                </a:solidFill>
              </a:defRPr>
            </a:defPPr>
            <a:lvl1pPr>
              <a:buNone/>
              <a:defRPr sz="1875">
                <a:solidFill>
                  <a:srgbClr val="172D48"/>
                </a:solidFill>
              </a:defRPr>
            </a:lvl1pPr>
            <a:lvl2pPr>
              <a:buNone/>
              <a:defRPr sz="1875">
                <a:solidFill>
                  <a:srgbClr val="172D48"/>
                </a:solidFill>
              </a:defRPr>
            </a:lvl2pPr>
            <a:lvl3pPr>
              <a:buNone/>
              <a:defRPr sz="1875">
                <a:solidFill>
                  <a:srgbClr val="172D48"/>
                </a:solidFill>
              </a:defRPr>
            </a:lvl3pPr>
            <a:lvl4pPr>
              <a:buNone/>
              <a:defRPr sz="1875">
                <a:solidFill>
                  <a:srgbClr val="172D48"/>
                </a:solidFill>
              </a:defRPr>
            </a:lvl4pPr>
            <a:lvl5pPr>
              <a:buNone/>
              <a:defRPr sz="1875">
                <a:solidFill>
                  <a:srgbClr val="172D48"/>
                </a:solidFill>
              </a:defRPr>
            </a:lvl5pPr>
            <a:lvl6pPr>
              <a:buNone/>
              <a:defRPr sz="1875">
                <a:solidFill>
                  <a:srgbClr val="172D48"/>
                </a:solidFill>
              </a:defRPr>
            </a:lvl6pPr>
            <a:lvl7pPr>
              <a:buNone/>
              <a:defRPr sz="1875">
                <a:solidFill>
                  <a:srgbClr val="172D48"/>
                </a:solidFill>
              </a:defRPr>
            </a:lvl7pPr>
            <a:lvl8pPr>
              <a:buNone/>
              <a:defRPr sz="1875">
                <a:solidFill>
                  <a:srgbClr val="172D48"/>
                </a:solidFill>
              </a:defRPr>
            </a:lvl8pPr>
            <a:lvl9pPr>
              <a:buNone/>
              <a:defRPr sz="1875">
                <a:solidFill>
                  <a:srgbClr val="172D48"/>
                </a:solidFill>
              </a:defRPr>
            </a:lvl9pPr>
          </a:lstStyle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id601_command: </a:t>
            </a:r>
            <a:r>
              <a:rPr lang="ko-KR" altLang="en-US" sz="1000" dirty="0"/>
              <a:t>도움말 출력</a:t>
            </a:r>
            <a:endParaRPr lang="en-US" altLang="ko-KR" sz="1000" dirty="0"/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id601_command</a:t>
            </a:r>
            <a:r>
              <a:rPr lang="ko-KR" altLang="en-US" sz="1000" dirty="0"/>
              <a:t> </a:t>
            </a:r>
            <a:r>
              <a:rPr lang="en-US" altLang="ko-KR" sz="1000" dirty="0"/>
              <a:t>1: </a:t>
            </a:r>
            <a:r>
              <a:rPr lang="en-US" altLang="ko-KR" sz="1000" dirty="0" err="1"/>
              <a:t>Syncgen</a:t>
            </a:r>
            <a:r>
              <a:rPr lang="en-US" altLang="ko-KR" sz="1000" dirty="0"/>
              <a:t> command</a:t>
            </a:r>
            <a:r>
              <a:rPr lang="ko-KR" altLang="en-US" sz="1000" dirty="0"/>
              <a:t>가 실행됩니다</a:t>
            </a:r>
            <a:r>
              <a:rPr lang="en-US" altLang="ko-KR" sz="1000" dirty="0"/>
              <a:t>. (</a:t>
            </a:r>
            <a:r>
              <a:rPr lang="en-US" altLang="ko-KR" sz="1000" dirty="0" err="1"/>
              <a:t>Vsync</a:t>
            </a:r>
            <a:r>
              <a:rPr lang="ko-KR" altLang="en-US" sz="1000" dirty="0"/>
              <a:t> 실행 시 자동으로 실행</a:t>
            </a:r>
            <a:r>
              <a:rPr lang="en-US" altLang="ko-KR" sz="1000" dirty="0"/>
              <a:t>. </a:t>
            </a:r>
            <a:r>
              <a:rPr lang="ko-KR" altLang="en-US" sz="1000" dirty="0"/>
              <a:t>수동 제어 불필요</a:t>
            </a:r>
            <a:r>
              <a:rPr lang="en-US" altLang="ko-KR" sz="1000" dirty="0"/>
              <a:t>)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id601_command</a:t>
            </a:r>
            <a:r>
              <a:rPr lang="ko-KR" altLang="en-US" sz="1000" dirty="0"/>
              <a:t> </a:t>
            </a:r>
            <a:r>
              <a:rPr lang="en-US" altLang="ko-KR" sz="1000" dirty="0"/>
              <a:t>2:</a:t>
            </a:r>
            <a:r>
              <a:rPr lang="ko-KR" altLang="en-US" sz="1000" dirty="0"/>
              <a:t> </a:t>
            </a:r>
            <a:r>
              <a:rPr lang="en-US" altLang="ko-KR" sz="1000" dirty="0"/>
              <a:t>IDGEN</a:t>
            </a:r>
            <a:r>
              <a:rPr lang="ko-KR" altLang="en-US" sz="1000" dirty="0"/>
              <a:t> </a:t>
            </a:r>
            <a:r>
              <a:rPr lang="en-US" altLang="ko-KR" sz="1000" dirty="0"/>
              <a:t>command</a:t>
            </a:r>
            <a:r>
              <a:rPr lang="ko-KR" altLang="en-US" sz="1000" dirty="0"/>
              <a:t>가 실행됩니다</a:t>
            </a:r>
            <a:r>
              <a:rPr lang="en-US" altLang="ko-KR" sz="1000" dirty="0"/>
              <a:t>.  (</a:t>
            </a:r>
            <a:r>
              <a:rPr lang="ko-KR" altLang="en-US" sz="1000" dirty="0"/>
              <a:t>후술할 초기화 단계에서 자동으로 실행</a:t>
            </a:r>
            <a:r>
              <a:rPr lang="en-US" altLang="ko-KR" sz="1000" dirty="0"/>
              <a:t>. ID601</a:t>
            </a:r>
            <a:r>
              <a:rPr lang="ko-KR" altLang="en-US" sz="1000" dirty="0"/>
              <a:t>의 </a:t>
            </a:r>
            <a:r>
              <a:rPr lang="en-US" altLang="ko-KR" sz="1000" dirty="0"/>
              <a:t>manual </a:t>
            </a:r>
            <a:r>
              <a:rPr lang="ko-KR" altLang="en-US" sz="1000" dirty="0"/>
              <a:t>제어 시 필요함</a:t>
            </a:r>
            <a:r>
              <a:rPr lang="en-US" altLang="ko-KR" sz="1000" dirty="0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BF550EA-2532-4BF1-B098-89DF197919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8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4AD07D2-4EA8-1C8C-F7B7-859BF31BFBD7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45506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0EFC0-3F1F-FD70-9E6B-8E77FA25D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3FF519C-CE93-A9A1-F980-23199154B9C0}"/>
              </a:ext>
            </a:extLst>
          </p:cNvPr>
          <p:cNvSpPr>
            <a:spLocks noGrp="1"/>
          </p:cNvSpPr>
          <p:nvPr/>
        </p:nvSpPr>
        <p:spPr>
          <a:xfrm>
            <a:off x="619125" y="36195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lang="en-US" dirty="0"/>
              <a:t>ID601</a:t>
            </a:r>
            <a:r>
              <a:rPr lang="ko-KR" altLang="en-US" dirty="0"/>
              <a:t> </a:t>
            </a:r>
            <a:r>
              <a:rPr lang="en-US" altLang="ko-KR" dirty="0"/>
              <a:t>initial </a:t>
            </a:r>
            <a:r>
              <a:rPr lang="ko-KR" altLang="en-US" dirty="0"/>
              <a:t>설정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F772CFC-7951-1A92-A233-2321F5431D4F}"/>
              </a:ext>
            </a:extLst>
          </p:cNvPr>
          <p:cNvSpPr>
            <a:spLocks noGrp="1"/>
          </p:cNvSpPr>
          <p:nvPr/>
        </p:nvSpPr>
        <p:spPr>
          <a:xfrm>
            <a:off x="620173" y="2143125"/>
            <a:ext cx="7332155" cy="4124325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125" b="0">
                <a:solidFill>
                  <a:srgbClr val="AAB4BF"/>
                </a:solidFill>
              </a:defRPr>
            </a:defPPr>
            <a:lvl1pPr>
              <a:defRPr sz="1125" b="0">
                <a:solidFill>
                  <a:srgbClr val="AAB4BF"/>
                </a:solidFill>
              </a:defRPr>
            </a:lvl1pPr>
            <a:lvl2pPr>
              <a:defRPr sz="1125" b="0">
                <a:solidFill>
                  <a:srgbClr val="AAB4BF"/>
                </a:solidFill>
              </a:defRPr>
            </a:lvl2pPr>
            <a:lvl3pPr>
              <a:defRPr sz="1125" b="0">
                <a:solidFill>
                  <a:srgbClr val="AAB4BF"/>
                </a:solidFill>
              </a:defRPr>
            </a:lvl3pPr>
            <a:lvl4pPr>
              <a:defRPr sz="1125" b="0">
                <a:solidFill>
                  <a:srgbClr val="AAB4BF"/>
                </a:solidFill>
              </a:defRPr>
            </a:lvl4pPr>
            <a:lvl5pPr>
              <a:defRPr sz="1125" b="0">
                <a:solidFill>
                  <a:srgbClr val="AAB4BF"/>
                </a:solidFill>
              </a:defRPr>
            </a:lvl5pPr>
            <a:lvl6pPr>
              <a:defRPr sz="1125" b="0">
                <a:solidFill>
                  <a:srgbClr val="AAB4BF"/>
                </a:solidFill>
              </a:defRPr>
            </a:lvl6pPr>
            <a:lvl7pPr>
              <a:defRPr sz="1125" b="0">
                <a:solidFill>
                  <a:srgbClr val="AAB4BF"/>
                </a:solidFill>
              </a:defRPr>
            </a:lvl7pPr>
            <a:lvl8pPr>
              <a:defRPr sz="1125" b="0">
                <a:solidFill>
                  <a:srgbClr val="AAB4BF"/>
                </a:solidFill>
              </a:defRPr>
            </a:lvl8pPr>
            <a:lvl9pPr>
              <a:defRPr sz="1125" b="0">
                <a:solidFill>
                  <a:srgbClr val="AAB4BF"/>
                </a:solidFill>
              </a:defRPr>
            </a:lvl9pPr>
          </a:lstStyle>
          <a:p>
            <a:pPr>
              <a:defRPr sz="1125" b="0">
                <a:solidFill>
                  <a:srgbClr val="AAB4BF"/>
                </a:solidFill>
              </a:defRPr>
            </a:pPr>
            <a:r>
              <a:rPr sz="1125" b="0">
                <a:solidFill>
                  <a:srgbClr val="AAB4BF"/>
                </a:solidFill>
              </a:rPr>
              <a:t>Tera Term / COM port / 115200 8N1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96B1BD9-4F0C-5D13-84DF-11343FC72EAB}"/>
              </a:ext>
            </a:extLst>
          </p:cNvPr>
          <p:cNvSpPr>
            <a:spLocks noGrp="1"/>
          </p:cNvSpPr>
          <p:nvPr/>
        </p:nvSpPr>
        <p:spPr>
          <a:xfrm>
            <a:off x="810673" y="2562225"/>
            <a:ext cx="6951155" cy="36290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id601_init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id601_init &lt;mode&gt;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0/omitted=list, 1=</a:t>
            </a:r>
            <a:r>
              <a:rPr lang="en-US" sz="1000" dirty="0" err="1"/>
              <a:t>Testmode</a:t>
            </a:r>
            <a:r>
              <a:rPr lang="en-US" sz="1000" dirty="0"/>
              <a:t> Entry, 2=Dimming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id601_init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[ID601] Set Daisy length: 1.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[ID601] Test mode initialization complete.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Initialization Complete.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id601_init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[ID601] Dimming initialization complete.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Initialization Complete.</a:t>
            </a:r>
            <a:endParaRPr sz="1000" b="0" dirty="0">
              <a:solidFill>
                <a:srgbClr val="73C98C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A7BD620-9E73-4AB8-B46D-F266BA40CA07}"/>
              </a:ext>
            </a:extLst>
          </p:cNvPr>
          <p:cNvSpPr>
            <a:spLocks noGrp="1"/>
          </p:cNvSpPr>
          <p:nvPr/>
        </p:nvSpPr>
        <p:spPr>
          <a:xfrm>
            <a:off x="619125" y="914400"/>
            <a:ext cx="10953750" cy="990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172D48"/>
                </a:solidFill>
              </a:defRPr>
            </a:defPPr>
            <a:lvl1pPr>
              <a:buNone/>
              <a:defRPr sz="1875">
                <a:solidFill>
                  <a:srgbClr val="172D48"/>
                </a:solidFill>
              </a:defRPr>
            </a:lvl1pPr>
            <a:lvl2pPr>
              <a:buNone/>
              <a:defRPr sz="1875">
                <a:solidFill>
                  <a:srgbClr val="172D48"/>
                </a:solidFill>
              </a:defRPr>
            </a:lvl2pPr>
            <a:lvl3pPr>
              <a:buNone/>
              <a:defRPr sz="1875">
                <a:solidFill>
                  <a:srgbClr val="172D48"/>
                </a:solidFill>
              </a:defRPr>
            </a:lvl3pPr>
            <a:lvl4pPr>
              <a:buNone/>
              <a:defRPr sz="1875">
                <a:solidFill>
                  <a:srgbClr val="172D48"/>
                </a:solidFill>
              </a:defRPr>
            </a:lvl4pPr>
            <a:lvl5pPr>
              <a:buNone/>
              <a:defRPr sz="1875">
                <a:solidFill>
                  <a:srgbClr val="172D48"/>
                </a:solidFill>
              </a:defRPr>
            </a:lvl5pPr>
            <a:lvl6pPr>
              <a:buNone/>
              <a:defRPr sz="1875">
                <a:solidFill>
                  <a:srgbClr val="172D48"/>
                </a:solidFill>
              </a:defRPr>
            </a:lvl6pPr>
            <a:lvl7pPr>
              <a:buNone/>
              <a:defRPr sz="1875">
                <a:solidFill>
                  <a:srgbClr val="172D48"/>
                </a:solidFill>
              </a:defRPr>
            </a:lvl7pPr>
            <a:lvl8pPr>
              <a:buNone/>
              <a:defRPr sz="1875">
                <a:solidFill>
                  <a:srgbClr val="172D48"/>
                </a:solidFill>
              </a:defRPr>
            </a:lvl8pPr>
            <a:lvl9pPr>
              <a:buNone/>
              <a:defRPr sz="1875">
                <a:solidFill>
                  <a:srgbClr val="172D48"/>
                </a:solidFill>
              </a:defRPr>
            </a:lvl9pPr>
          </a:lstStyle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</a:t>
            </a:r>
            <a:r>
              <a:rPr lang="ko-KR" altLang="en-US" sz="1000" dirty="0"/>
              <a:t> 제어를 </a:t>
            </a:r>
            <a:r>
              <a:rPr lang="ko-KR" altLang="en-US" sz="1000" dirty="0" err="1"/>
              <a:t>시퀀셜하게</a:t>
            </a:r>
            <a:r>
              <a:rPr lang="ko-KR" altLang="en-US" sz="1000" dirty="0"/>
              <a:t> 묶어놓은 동작을 수행합니다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id601_init: </a:t>
            </a:r>
            <a:r>
              <a:rPr lang="ko-KR" altLang="en-US" sz="1000" dirty="0"/>
              <a:t>도움말 출력</a:t>
            </a:r>
            <a:endParaRPr lang="en-US" altLang="ko-KR" sz="1000" dirty="0"/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id601_init 1: VDD = 3.3V + reset + IDGEN + test mode entry + All </a:t>
            </a:r>
            <a:r>
              <a:rPr lang="ko-KR" altLang="en-US" sz="1000" dirty="0"/>
              <a:t>레지스터 </a:t>
            </a:r>
            <a:r>
              <a:rPr lang="en-US" altLang="ko-KR" sz="1000" dirty="0"/>
              <a:t>Read (</a:t>
            </a:r>
            <a:r>
              <a:rPr lang="ko-KR" altLang="en-US" sz="1000" dirty="0"/>
              <a:t>목적</a:t>
            </a:r>
            <a:r>
              <a:rPr lang="en-US" altLang="ko-KR" sz="1000" dirty="0"/>
              <a:t>: TEST_EN </a:t>
            </a:r>
            <a:r>
              <a:rPr lang="ko-KR" altLang="en-US" sz="1000" dirty="0"/>
              <a:t>조건에서 수행하는 동작을 위함</a:t>
            </a:r>
            <a:r>
              <a:rPr lang="en-US" altLang="ko-KR" sz="1000" dirty="0"/>
              <a:t>. </a:t>
            </a:r>
            <a:r>
              <a:rPr lang="ko-KR" altLang="en-US" sz="1000" dirty="0"/>
              <a:t>테스트모드는 단일 </a:t>
            </a:r>
            <a:r>
              <a:rPr lang="en-US" altLang="ko-KR" sz="1000" dirty="0"/>
              <a:t>IC </a:t>
            </a:r>
            <a:r>
              <a:rPr lang="ko-KR" altLang="en-US" sz="1000" dirty="0"/>
              <a:t>제어만 지원합니다</a:t>
            </a:r>
            <a:r>
              <a:rPr lang="en-US" altLang="ko-KR" sz="1000" dirty="0"/>
              <a:t>.)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id601_init 2: VDD = 3.3V + reset + IDGEN + All </a:t>
            </a:r>
            <a:r>
              <a:rPr lang="ko-KR" altLang="en-US" sz="1000" dirty="0"/>
              <a:t>레지스터 </a:t>
            </a:r>
            <a:r>
              <a:rPr lang="en-US" altLang="ko-KR" sz="1000" dirty="0"/>
              <a:t>Read  (</a:t>
            </a:r>
            <a:r>
              <a:rPr lang="ko-KR" altLang="en-US" sz="1000" dirty="0"/>
              <a:t>목적</a:t>
            </a:r>
            <a:r>
              <a:rPr lang="en-US" altLang="ko-KR" sz="1000" dirty="0"/>
              <a:t>: Normal Operation</a:t>
            </a:r>
            <a:r>
              <a:rPr lang="ko-KR" altLang="en-US" sz="1000" dirty="0"/>
              <a:t>을 위함</a:t>
            </a:r>
            <a:r>
              <a:rPr lang="en-US" altLang="ko-KR" sz="1000" dirty="0"/>
              <a:t>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BAC17BA-BEF7-4900-13BC-0213F7AA5E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9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32406CB-675A-A800-040D-E3546A6E07E7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3281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BACC0-10AF-255B-BE0A-7E63BA10B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0115979-97A6-830A-0EBD-BE4749000E7F}"/>
              </a:ext>
            </a:extLst>
          </p:cNvPr>
          <p:cNvSpPr>
            <a:spLocks noGrp="1"/>
          </p:cNvSpPr>
          <p:nvPr/>
        </p:nvSpPr>
        <p:spPr>
          <a:xfrm>
            <a:off x="619125" y="36195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lang="en-US" dirty="0"/>
              <a:t>ID601</a:t>
            </a:r>
            <a:r>
              <a:rPr lang="ko-KR" altLang="en-US" dirty="0"/>
              <a:t> </a:t>
            </a:r>
            <a:r>
              <a:rPr lang="en-US" altLang="ko-KR" dirty="0"/>
              <a:t>mode </a:t>
            </a:r>
            <a:r>
              <a:rPr lang="ko-KR" altLang="en-US" dirty="0"/>
              <a:t>설정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1EA3343-258E-A19A-F5F1-8051D69B7FE6}"/>
              </a:ext>
            </a:extLst>
          </p:cNvPr>
          <p:cNvSpPr>
            <a:spLocks noGrp="1"/>
          </p:cNvSpPr>
          <p:nvPr/>
        </p:nvSpPr>
        <p:spPr>
          <a:xfrm>
            <a:off x="619125" y="2457450"/>
            <a:ext cx="5476875" cy="3781425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125" b="0">
                <a:solidFill>
                  <a:srgbClr val="AAB4BF"/>
                </a:solidFill>
              </a:defRPr>
            </a:defPPr>
            <a:lvl1pPr>
              <a:defRPr sz="1125" b="0">
                <a:solidFill>
                  <a:srgbClr val="AAB4BF"/>
                </a:solidFill>
              </a:defRPr>
            </a:lvl1pPr>
            <a:lvl2pPr>
              <a:defRPr sz="1125" b="0">
                <a:solidFill>
                  <a:srgbClr val="AAB4BF"/>
                </a:solidFill>
              </a:defRPr>
            </a:lvl2pPr>
            <a:lvl3pPr>
              <a:defRPr sz="1125" b="0">
                <a:solidFill>
                  <a:srgbClr val="AAB4BF"/>
                </a:solidFill>
              </a:defRPr>
            </a:lvl3pPr>
            <a:lvl4pPr>
              <a:defRPr sz="1125" b="0">
                <a:solidFill>
                  <a:srgbClr val="AAB4BF"/>
                </a:solidFill>
              </a:defRPr>
            </a:lvl4pPr>
            <a:lvl5pPr>
              <a:defRPr sz="1125" b="0">
                <a:solidFill>
                  <a:srgbClr val="AAB4BF"/>
                </a:solidFill>
              </a:defRPr>
            </a:lvl5pPr>
            <a:lvl6pPr>
              <a:defRPr sz="1125" b="0">
                <a:solidFill>
                  <a:srgbClr val="AAB4BF"/>
                </a:solidFill>
              </a:defRPr>
            </a:lvl6pPr>
            <a:lvl7pPr>
              <a:defRPr sz="1125" b="0">
                <a:solidFill>
                  <a:srgbClr val="AAB4BF"/>
                </a:solidFill>
              </a:defRPr>
            </a:lvl7pPr>
            <a:lvl8pPr>
              <a:defRPr sz="1125" b="0">
                <a:solidFill>
                  <a:srgbClr val="AAB4BF"/>
                </a:solidFill>
              </a:defRPr>
            </a:lvl8pPr>
            <a:lvl9pPr>
              <a:defRPr sz="1125" b="0">
                <a:solidFill>
                  <a:srgbClr val="AAB4BF"/>
                </a:solidFill>
              </a:defRPr>
            </a:lvl9pPr>
          </a:lstStyle>
          <a:p>
            <a:pPr>
              <a:defRPr sz="1125" b="0">
                <a:solidFill>
                  <a:srgbClr val="AAB4BF"/>
                </a:solidFill>
              </a:defRPr>
            </a:pPr>
            <a:r>
              <a:rPr sz="1125" b="0">
                <a:solidFill>
                  <a:srgbClr val="AAB4BF"/>
                </a:solidFill>
              </a:rPr>
              <a:t>Tera Term / COM port / 115200 8N1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F8EA357-324A-66D8-3667-60BE9DB8AC17}"/>
              </a:ext>
            </a:extLst>
          </p:cNvPr>
          <p:cNvSpPr>
            <a:spLocks noGrp="1"/>
          </p:cNvSpPr>
          <p:nvPr/>
        </p:nvSpPr>
        <p:spPr>
          <a:xfrm>
            <a:off x="809625" y="2876550"/>
            <a:ext cx="6951155" cy="36290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id601_mode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id601_mode &lt;mode&gt;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0/omitted=list, 1=Analog Test, 2=FLL Test, 3=Dimming Type1, 4=Dimming Type2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id601_mode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[ID601] Analog test mode configuration complete.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Set Mode OK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id601_mode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[ID601] FLL test mode configuration complete.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Set Mode OK</a:t>
            </a:r>
            <a:endParaRPr lang="en-US" altLang="ko-KR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altLang="ko-KR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1000" dirty="0"/>
              <a:t>ID601&gt; id601_mode 3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altLang="ko-KR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1000" dirty="0"/>
              <a:t>    [ID601] Dimming Type 1 configuration complete.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altLang="ko-KR" sz="1000" dirty="0"/>
              <a:t>    [CLI] Set Mode OK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sz="1000" b="0" dirty="0">
              <a:solidFill>
                <a:srgbClr val="73C98C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26FE130-2F94-8437-CDDC-1A571D290F16}"/>
              </a:ext>
            </a:extLst>
          </p:cNvPr>
          <p:cNvSpPr>
            <a:spLocks noGrp="1"/>
          </p:cNvSpPr>
          <p:nvPr/>
        </p:nvSpPr>
        <p:spPr>
          <a:xfrm>
            <a:off x="619125" y="914400"/>
            <a:ext cx="10953750" cy="990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172D48"/>
                </a:solidFill>
              </a:defRPr>
            </a:defPPr>
            <a:lvl1pPr>
              <a:buNone/>
              <a:defRPr sz="1875">
                <a:solidFill>
                  <a:srgbClr val="172D48"/>
                </a:solidFill>
              </a:defRPr>
            </a:lvl1pPr>
            <a:lvl2pPr>
              <a:buNone/>
              <a:defRPr sz="1875">
                <a:solidFill>
                  <a:srgbClr val="172D48"/>
                </a:solidFill>
              </a:defRPr>
            </a:lvl2pPr>
            <a:lvl3pPr>
              <a:buNone/>
              <a:defRPr sz="1875">
                <a:solidFill>
                  <a:srgbClr val="172D48"/>
                </a:solidFill>
              </a:defRPr>
            </a:lvl3pPr>
            <a:lvl4pPr>
              <a:buNone/>
              <a:defRPr sz="1875">
                <a:solidFill>
                  <a:srgbClr val="172D48"/>
                </a:solidFill>
              </a:defRPr>
            </a:lvl4pPr>
            <a:lvl5pPr>
              <a:buNone/>
              <a:defRPr sz="1875">
                <a:solidFill>
                  <a:srgbClr val="172D48"/>
                </a:solidFill>
              </a:defRPr>
            </a:lvl5pPr>
            <a:lvl6pPr>
              <a:buNone/>
              <a:defRPr sz="1875">
                <a:solidFill>
                  <a:srgbClr val="172D48"/>
                </a:solidFill>
              </a:defRPr>
            </a:lvl6pPr>
            <a:lvl7pPr>
              <a:buNone/>
              <a:defRPr sz="1875">
                <a:solidFill>
                  <a:srgbClr val="172D48"/>
                </a:solidFill>
              </a:defRPr>
            </a:lvl7pPr>
            <a:lvl8pPr>
              <a:buNone/>
              <a:defRPr sz="1875">
                <a:solidFill>
                  <a:srgbClr val="172D48"/>
                </a:solidFill>
              </a:defRPr>
            </a:lvl8pPr>
            <a:lvl9pPr>
              <a:buNone/>
              <a:defRPr sz="1875">
                <a:solidFill>
                  <a:srgbClr val="172D48"/>
                </a:solidFill>
              </a:defRPr>
            </a:lvl9pPr>
          </a:lstStyle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</a:t>
            </a:r>
            <a:r>
              <a:rPr lang="ko-KR" altLang="en-US" sz="1000" dirty="0"/>
              <a:t> 제어를 </a:t>
            </a:r>
            <a:r>
              <a:rPr lang="ko-KR" altLang="en-US" sz="1000" dirty="0" err="1"/>
              <a:t>시퀀셜하게</a:t>
            </a:r>
            <a:r>
              <a:rPr lang="ko-KR" altLang="en-US" sz="1000" dirty="0"/>
              <a:t> 묶어놓은 동작을 수행합니다</a:t>
            </a:r>
            <a:r>
              <a:rPr lang="en-US" altLang="ko-KR" sz="1000" dirty="0"/>
              <a:t>. (</a:t>
            </a:r>
            <a:r>
              <a:rPr lang="ko-KR" altLang="en-US" sz="1000" dirty="0"/>
              <a:t>우측 이미지 참조</a:t>
            </a:r>
            <a:r>
              <a:rPr lang="en-US" altLang="ko-KR" sz="1000" dirty="0"/>
              <a:t>)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id601_mode: </a:t>
            </a:r>
            <a:r>
              <a:rPr lang="ko-KR" altLang="en-US" sz="1000" dirty="0"/>
              <a:t>도움말 출력</a:t>
            </a:r>
            <a:endParaRPr lang="en-US" altLang="ko-KR" sz="1000" dirty="0"/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id601_mode 1: </a:t>
            </a:r>
            <a:r>
              <a:rPr lang="ko-KR" altLang="en-US" sz="1000" dirty="0"/>
              <a:t>테스트 플랜 기준</a:t>
            </a:r>
            <a:r>
              <a:rPr lang="en-US" altLang="ko-KR" sz="1000" dirty="0"/>
              <a:t>, Analog Test Mode </a:t>
            </a:r>
            <a:r>
              <a:rPr lang="ko-KR" altLang="en-US" sz="1000" dirty="0"/>
              <a:t>설정</a:t>
            </a:r>
            <a:endParaRPr lang="en-US" altLang="ko-KR" sz="1000" dirty="0"/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id601_mode 2: </a:t>
            </a:r>
            <a:r>
              <a:rPr lang="ko-KR" altLang="en-US" sz="1000" dirty="0"/>
              <a:t>테스트 플랜 기준</a:t>
            </a:r>
            <a:r>
              <a:rPr lang="en-US" altLang="ko-KR" sz="1000" dirty="0"/>
              <a:t>, FLL Test Mode </a:t>
            </a:r>
            <a:r>
              <a:rPr lang="ko-KR" altLang="en-US" sz="1000" dirty="0"/>
              <a:t>설정</a:t>
            </a:r>
            <a:endParaRPr lang="en-US" altLang="ko-KR" sz="1000" dirty="0"/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id601_mode 3: Dimming Type-1 (R+G+B) </a:t>
            </a:r>
            <a:r>
              <a:rPr lang="ko-KR" altLang="en-US" sz="1000" dirty="0"/>
              <a:t>제어를 위한 설정</a:t>
            </a:r>
            <a:endParaRPr lang="en-US" altLang="ko-KR" sz="1000" dirty="0"/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id601_mode 4: Dimming Type-2 (R / G+B) </a:t>
            </a:r>
            <a:r>
              <a:rPr lang="ko-KR" altLang="en-US" sz="1000" dirty="0"/>
              <a:t>제어를 위한 설정</a:t>
            </a:r>
            <a:r>
              <a:rPr lang="en-US" altLang="ko-KR" sz="1000" dirty="0"/>
              <a:t>. (</a:t>
            </a:r>
            <a:r>
              <a:rPr lang="ko-KR" altLang="en-US" sz="1000" dirty="0"/>
              <a:t>현재 버전에선 </a:t>
            </a:r>
            <a:r>
              <a:rPr lang="en-US" altLang="ko-KR" sz="1000" dirty="0"/>
              <a:t>Type-2</a:t>
            </a:r>
            <a:r>
              <a:rPr lang="ko-KR" altLang="en-US" sz="1000" dirty="0"/>
              <a:t>를 지원하지 않습니다</a:t>
            </a:r>
            <a:r>
              <a:rPr lang="en-US" altLang="ko-KR" sz="1000" dirty="0"/>
              <a:t>.)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endParaRPr lang="en-US" altLang="ko-KR" sz="100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98E532AA-3760-35B4-84F9-1E528354D3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511" y="180975"/>
            <a:ext cx="2627779" cy="6381750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E6D969B-F668-A48B-46AD-5DC709C443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10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94D2F38-9B40-20FE-4A87-6D9DC2FE91A5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24787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81554-13D8-96D6-857C-78DAD5105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CDA152F-4544-C947-168E-9032145AC54E}"/>
              </a:ext>
            </a:extLst>
          </p:cNvPr>
          <p:cNvSpPr>
            <a:spLocks noGrp="1"/>
          </p:cNvSpPr>
          <p:nvPr/>
        </p:nvSpPr>
        <p:spPr>
          <a:xfrm>
            <a:off x="619125" y="36195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lang="en-US" dirty="0"/>
              <a:t>LD</a:t>
            </a:r>
            <a:r>
              <a:rPr lang="ko-KR" altLang="en-US" dirty="0"/>
              <a:t> 데이터 설정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C1A74B3-A52A-B952-C13A-2EBE67A8ABE9}"/>
              </a:ext>
            </a:extLst>
          </p:cNvPr>
          <p:cNvSpPr>
            <a:spLocks noGrp="1"/>
          </p:cNvSpPr>
          <p:nvPr/>
        </p:nvSpPr>
        <p:spPr>
          <a:xfrm>
            <a:off x="619125" y="2457450"/>
            <a:ext cx="5476875" cy="3781425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125" b="0">
                <a:solidFill>
                  <a:srgbClr val="AAB4BF"/>
                </a:solidFill>
              </a:defRPr>
            </a:defPPr>
            <a:lvl1pPr>
              <a:defRPr sz="1125" b="0">
                <a:solidFill>
                  <a:srgbClr val="AAB4BF"/>
                </a:solidFill>
              </a:defRPr>
            </a:lvl1pPr>
            <a:lvl2pPr>
              <a:defRPr sz="1125" b="0">
                <a:solidFill>
                  <a:srgbClr val="AAB4BF"/>
                </a:solidFill>
              </a:defRPr>
            </a:lvl2pPr>
            <a:lvl3pPr>
              <a:defRPr sz="1125" b="0">
                <a:solidFill>
                  <a:srgbClr val="AAB4BF"/>
                </a:solidFill>
              </a:defRPr>
            </a:lvl3pPr>
            <a:lvl4pPr>
              <a:defRPr sz="1125" b="0">
                <a:solidFill>
                  <a:srgbClr val="AAB4BF"/>
                </a:solidFill>
              </a:defRPr>
            </a:lvl4pPr>
            <a:lvl5pPr>
              <a:defRPr sz="1125" b="0">
                <a:solidFill>
                  <a:srgbClr val="AAB4BF"/>
                </a:solidFill>
              </a:defRPr>
            </a:lvl5pPr>
            <a:lvl6pPr>
              <a:defRPr sz="1125" b="0">
                <a:solidFill>
                  <a:srgbClr val="AAB4BF"/>
                </a:solidFill>
              </a:defRPr>
            </a:lvl6pPr>
            <a:lvl7pPr>
              <a:defRPr sz="1125" b="0">
                <a:solidFill>
                  <a:srgbClr val="AAB4BF"/>
                </a:solidFill>
              </a:defRPr>
            </a:lvl7pPr>
            <a:lvl8pPr>
              <a:defRPr sz="1125" b="0">
                <a:solidFill>
                  <a:srgbClr val="AAB4BF"/>
                </a:solidFill>
              </a:defRPr>
            </a:lvl8pPr>
            <a:lvl9pPr>
              <a:defRPr sz="1125" b="0">
                <a:solidFill>
                  <a:srgbClr val="AAB4BF"/>
                </a:solidFill>
              </a:defRPr>
            </a:lvl9pPr>
          </a:lstStyle>
          <a:p>
            <a:pPr>
              <a:defRPr sz="1125" b="0">
                <a:solidFill>
                  <a:srgbClr val="AAB4BF"/>
                </a:solidFill>
              </a:defRPr>
            </a:pPr>
            <a:r>
              <a:rPr sz="1125" b="0">
                <a:solidFill>
                  <a:srgbClr val="AAB4BF"/>
                </a:solidFill>
              </a:rPr>
              <a:t>Tera Term / COM port / 115200 8N1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4ABE76-F490-A55A-5991-11A59CDE8E55}"/>
              </a:ext>
            </a:extLst>
          </p:cNvPr>
          <p:cNvSpPr>
            <a:spLocks noGrp="1"/>
          </p:cNvSpPr>
          <p:nvPr/>
        </p:nvSpPr>
        <p:spPr>
          <a:xfrm>
            <a:off x="809625" y="2876550"/>
            <a:ext cx="6951155" cy="36290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ld_buff</a:t>
            </a: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</a:t>
            </a:r>
            <a:r>
              <a:rPr lang="en-US" sz="1000" dirty="0" err="1"/>
              <a:t>ld_buff</a:t>
            </a:r>
            <a:r>
              <a:rPr lang="en-US" sz="1000" dirty="0"/>
              <a:t> &lt;</a:t>
            </a:r>
            <a:r>
              <a:rPr lang="en-US" sz="1000" dirty="0" err="1"/>
              <a:t>ic</a:t>
            </a:r>
            <a:r>
              <a:rPr lang="en-US" sz="1000" dirty="0"/>
              <a:t>&gt; &lt;ch&gt; &lt;led&gt; &lt;value&gt;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IC: 1 ~ daisy length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Ch: 1 ~ channel size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Led: 1 ~ led per channel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Value: 0x000-0xFFFF (decimal or 0x hex, depending on </a:t>
            </a:r>
            <a:r>
              <a:rPr lang="en-US" sz="1000" dirty="0" err="1"/>
              <a:t>pwm_res</a:t>
            </a:r>
            <a:r>
              <a:rPr lang="en-US" sz="1000" dirty="0"/>
              <a:t>)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ld_buff</a:t>
            </a:r>
            <a:r>
              <a:rPr lang="en-US" sz="1000" dirty="0"/>
              <a:t> 1 1 1 8000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ld_buff</a:t>
            </a:r>
            <a:r>
              <a:rPr lang="en-US" sz="1000" dirty="0"/>
              <a:t> 1 2 2 16383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ld_buff</a:t>
            </a:r>
            <a:r>
              <a:rPr lang="en-US" sz="1000" dirty="0"/>
              <a:t> 1 3 3 100</a:t>
            </a:r>
            <a:endParaRPr sz="1000" b="0" dirty="0">
              <a:solidFill>
                <a:srgbClr val="73C98C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32CD329-7C44-5560-9826-2B4B52ABA5F9}"/>
              </a:ext>
            </a:extLst>
          </p:cNvPr>
          <p:cNvSpPr>
            <a:spLocks noGrp="1"/>
          </p:cNvSpPr>
          <p:nvPr/>
        </p:nvSpPr>
        <p:spPr>
          <a:xfrm>
            <a:off x="619125" y="914400"/>
            <a:ext cx="10953750" cy="990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172D48"/>
                </a:solidFill>
              </a:defRPr>
            </a:defPPr>
            <a:lvl1pPr>
              <a:buNone/>
              <a:defRPr sz="1875">
                <a:solidFill>
                  <a:srgbClr val="172D48"/>
                </a:solidFill>
              </a:defRPr>
            </a:lvl1pPr>
            <a:lvl2pPr>
              <a:buNone/>
              <a:defRPr sz="1875">
                <a:solidFill>
                  <a:srgbClr val="172D48"/>
                </a:solidFill>
              </a:defRPr>
            </a:lvl2pPr>
            <a:lvl3pPr>
              <a:buNone/>
              <a:defRPr sz="1875">
                <a:solidFill>
                  <a:srgbClr val="172D48"/>
                </a:solidFill>
              </a:defRPr>
            </a:lvl3pPr>
            <a:lvl4pPr>
              <a:buNone/>
              <a:defRPr sz="1875">
                <a:solidFill>
                  <a:srgbClr val="172D48"/>
                </a:solidFill>
              </a:defRPr>
            </a:lvl4pPr>
            <a:lvl5pPr>
              <a:buNone/>
              <a:defRPr sz="1875">
                <a:solidFill>
                  <a:srgbClr val="172D48"/>
                </a:solidFill>
              </a:defRPr>
            </a:lvl5pPr>
            <a:lvl6pPr>
              <a:buNone/>
              <a:defRPr sz="1875">
                <a:solidFill>
                  <a:srgbClr val="172D48"/>
                </a:solidFill>
              </a:defRPr>
            </a:lvl6pPr>
            <a:lvl7pPr>
              <a:buNone/>
              <a:defRPr sz="1875">
                <a:solidFill>
                  <a:srgbClr val="172D48"/>
                </a:solidFill>
              </a:defRPr>
            </a:lvl7pPr>
            <a:lvl8pPr>
              <a:buNone/>
              <a:defRPr sz="1875">
                <a:solidFill>
                  <a:srgbClr val="172D48"/>
                </a:solidFill>
              </a:defRPr>
            </a:lvl8pPr>
            <a:lvl9pPr>
              <a:buNone/>
              <a:defRPr sz="1875">
                <a:solidFill>
                  <a:srgbClr val="172D48"/>
                </a:solidFill>
              </a:defRPr>
            </a:lvl9pPr>
          </a:lstStyle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</a:t>
            </a:r>
            <a:r>
              <a:rPr lang="ko-KR" altLang="en-US" sz="1000" dirty="0"/>
              <a:t>에 입력될 </a:t>
            </a:r>
            <a:r>
              <a:rPr lang="en-US" altLang="ko-KR" sz="1000" dirty="0"/>
              <a:t>LD </a:t>
            </a:r>
            <a:r>
              <a:rPr lang="ko-KR" altLang="en-US" sz="1000" dirty="0"/>
              <a:t>데이터를 구성합니다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&lt; Field </a:t>
            </a:r>
            <a:r>
              <a:rPr lang="ko-KR" altLang="en-US" sz="1000" dirty="0"/>
              <a:t>설명 </a:t>
            </a:r>
            <a:r>
              <a:rPr lang="en-US" altLang="ko-KR" sz="1000" dirty="0"/>
              <a:t>&gt;</a:t>
            </a:r>
            <a:endParaRPr lang="ko-KR" altLang="en-US" sz="1000" dirty="0"/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IC: Target IC</a:t>
            </a:r>
            <a:r>
              <a:rPr lang="ko-KR" altLang="en-US" sz="1000" dirty="0"/>
              <a:t>의 </a:t>
            </a:r>
            <a:r>
              <a:rPr lang="en-US" altLang="ko-KR" sz="1000" dirty="0"/>
              <a:t>daisy </a:t>
            </a:r>
            <a:r>
              <a:rPr lang="ko-KR" altLang="en-US" sz="1000" dirty="0"/>
              <a:t>순서를 의미합니다</a:t>
            </a:r>
            <a:r>
              <a:rPr lang="en-US" altLang="ko-KR" sz="1000" dirty="0"/>
              <a:t>. (1 ~ </a:t>
            </a:r>
            <a:r>
              <a:rPr lang="ko-KR" altLang="en-US" sz="1000" dirty="0"/>
              <a:t>설정한 </a:t>
            </a:r>
            <a:r>
              <a:rPr lang="en-US" altLang="ko-KR" sz="1000" dirty="0"/>
              <a:t>daisy</a:t>
            </a:r>
            <a:r>
              <a:rPr lang="ko-KR" altLang="en-US" sz="1000" dirty="0"/>
              <a:t>까지 가능</a:t>
            </a:r>
            <a:r>
              <a:rPr lang="en-US" altLang="ko-KR" sz="1000" dirty="0"/>
              <a:t>)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CH: Target IC</a:t>
            </a:r>
            <a:r>
              <a:rPr lang="ko-KR" altLang="en-US" sz="1000" dirty="0"/>
              <a:t>의 </a:t>
            </a:r>
            <a:r>
              <a:rPr lang="en-US" altLang="ko-KR" sz="1000" dirty="0"/>
              <a:t>output Channel </a:t>
            </a:r>
            <a:r>
              <a:rPr lang="ko-KR" altLang="en-US" sz="1000" dirty="0"/>
              <a:t>번호를 의미합니다</a:t>
            </a:r>
            <a:r>
              <a:rPr lang="en-US" altLang="ko-KR" sz="1000" dirty="0"/>
              <a:t>. (1~12)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LED:</a:t>
            </a:r>
            <a:r>
              <a:rPr lang="ko-KR" altLang="en-US" sz="1000" dirty="0"/>
              <a:t> 제어할 </a:t>
            </a:r>
            <a:r>
              <a:rPr lang="en-US" altLang="ko-KR" sz="1000" dirty="0"/>
              <a:t>LED</a:t>
            </a:r>
            <a:r>
              <a:rPr lang="ko-KR" altLang="en-US" sz="1000" dirty="0"/>
              <a:t>의 색상을 의미합니다</a:t>
            </a:r>
            <a:r>
              <a:rPr lang="en-US" altLang="ko-KR" sz="1000" dirty="0"/>
              <a:t>. (1:</a:t>
            </a:r>
            <a:r>
              <a:rPr lang="ko-KR" altLang="en-US" sz="1000" dirty="0"/>
              <a:t> </a:t>
            </a:r>
            <a:r>
              <a:rPr lang="en-US" altLang="ko-KR" sz="1000" dirty="0"/>
              <a:t>Red, 2: Green, 3: Blue)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Value: LD</a:t>
            </a:r>
            <a:r>
              <a:rPr lang="ko-KR" altLang="en-US" sz="1000" dirty="0"/>
              <a:t> </a:t>
            </a:r>
            <a:r>
              <a:rPr lang="en-US" altLang="ko-KR" sz="1000" dirty="0"/>
              <a:t>Data</a:t>
            </a:r>
            <a:r>
              <a:rPr lang="ko-KR" altLang="en-US" sz="1000" dirty="0"/>
              <a:t>를 의미합니다</a:t>
            </a:r>
            <a:r>
              <a:rPr lang="en-US" altLang="ko-KR" sz="1000" dirty="0"/>
              <a:t>. (PWM Res</a:t>
            </a:r>
            <a:r>
              <a:rPr lang="ko-KR" altLang="en-US" sz="1000" dirty="0"/>
              <a:t>에 따라 제한됩니다</a:t>
            </a:r>
            <a:r>
              <a:rPr lang="en-US" altLang="ko-KR" sz="1000" dirty="0"/>
              <a:t>)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endParaRPr lang="en-US" altLang="ko-KR" sz="1000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EB9D8C-32AB-E428-7F05-CFFBC847B7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11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23291B4-B662-D166-8AD2-269045B2CB43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77336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C4801-D537-EA45-24F3-0C2EE7518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9D4133-2761-B7F8-32A8-3DD098A1E56F}"/>
              </a:ext>
            </a:extLst>
          </p:cNvPr>
          <p:cNvSpPr>
            <a:spLocks noGrp="1"/>
          </p:cNvSpPr>
          <p:nvPr/>
        </p:nvSpPr>
        <p:spPr>
          <a:xfrm>
            <a:off x="619125" y="36195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lang="en-US" sz="3150" b="1" dirty="0">
                <a:solidFill>
                  <a:srgbClr val="172D48"/>
                </a:solidFill>
              </a:rPr>
              <a:t>PWM RES </a:t>
            </a:r>
            <a:r>
              <a:rPr lang="ko-KR" altLang="en-US" sz="3150" b="1" dirty="0">
                <a:solidFill>
                  <a:srgbClr val="172D48"/>
                </a:solidFill>
              </a:rPr>
              <a:t>설정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B54B988-A26D-5142-73BE-769D40B6D669}"/>
              </a:ext>
            </a:extLst>
          </p:cNvPr>
          <p:cNvSpPr>
            <a:spLocks noGrp="1"/>
          </p:cNvSpPr>
          <p:nvPr/>
        </p:nvSpPr>
        <p:spPr>
          <a:xfrm>
            <a:off x="619125" y="2457450"/>
            <a:ext cx="5476875" cy="3781425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125" b="0">
                <a:solidFill>
                  <a:srgbClr val="AAB4BF"/>
                </a:solidFill>
              </a:defRPr>
            </a:defPPr>
            <a:lvl1pPr>
              <a:defRPr sz="1125" b="0">
                <a:solidFill>
                  <a:srgbClr val="AAB4BF"/>
                </a:solidFill>
              </a:defRPr>
            </a:lvl1pPr>
            <a:lvl2pPr>
              <a:defRPr sz="1125" b="0">
                <a:solidFill>
                  <a:srgbClr val="AAB4BF"/>
                </a:solidFill>
              </a:defRPr>
            </a:lvl2pPr>
            <a:lvl3pPr>
              <a:defRPr sz="1125" b="0">
                <a:solidFill>
                  <a:srgbClr val="AAB4BF"/>
                </a:solidFill>
              </a:defRPr>
            </a:lvl3pPr>
            <a:lvl4pPr>
              <a:defRPr sz="1125" b="0">
                <a:solidFill>
                  <a:srgbClr val="AAB4BF"/>
                </a:solidFill>
              </a:defRPr>
            </a:lvl4pPr>
            <a:lvl5pPr>
              <a:defRPr sz="1125" b="0">
                <a:solidFill>
                  <a:srgbClr val="AAB4BF"/>
                </a:solidFill>
              </a:defRPr>
            </a:lvl5pPr>
            <a:lvl6pPr>
              <a:defRPr sz="1125" b="0">
                <a:solidFill>
                  <a:srgbClr val="AAB4BF"/>
                </a:solidFill>
              </a:defRPr>
            </a:lvl6pPr>
            <a:lvl7pPr>
              <a:defRPr sz="1125" b="0">
                <a:solidFill>
                  <a:srgbClr val="AAB4BF"/>
                </a:solidFill>
              </a:defRPr>
            </a:lvl7pPr>
            <a:lvl8pPr>
              <a:defRPr sz="1125" b="0">
                <a:solidFill>
                  <a:srgbClr val="AAB4BF"/>
                </a:solidFill>
              </a:defRPr>
            </a:lvl8pPr>
            <a:lvl9pPr>
              <a:defRPr sz="1125" b="0">
                <a:solidFill>
                  <a:srgbClr val="AAB4BF"/>
                </a:solidFill>
              </a:defRPr>
            </a:lvl9pPr>
          </a:lstStyle>
          <a:p>
            <a:pPr>
              <a:defRPr sz="1125" b="0">
                <a:solidFill>
                  <a:srgbClr val="AAB4BF"/>
                </a:solidFill>
              </a:defRPr>
            </a:pPr>
            <a:r>
              <a:rPr sz="1125" b="0">
                <a:solidFill>
                  <a:srgbClr val="AAB4BF"/>
                </a:solidFill>
              </a:rPr>
              <a:t>Tera Term / COM port / 115200 8N1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18B49D8-2A01-8261-7C4E-165478AA08FD}"/>
              </a:ext>
            </a:extLst>
          </p:cNvPr>
          <p:cNvSpPr>
            <a:spLocks noGrp="1"/>
          </p:cNvSpPr>
          <p:nvPr/>
        </p:nvSpPr>
        <p:spPr>
          <a:xfrm>
            <a:off x="809625" y="2876550"/>
            <a:ext cx="6951155" cy="36290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ld_config_pwm_res</a:t>
            </a: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</a:t>
            </a:r>
            <a:r>
              <a:rPr lang="en-US" sz="1000" dirty="0" err="1"/>
              <a:t>ld_config_pwm_res</a:t>
            </a:r>
            <a:r>
              <a:rPr lang="en-US" sz="1000" dirty="0"/>
              <a:t> &lt;res&gt;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Configure the PWM resolution for the LD buffer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Possible when ID601 is not initiated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0/omitted=list, 1=12bit, 2=14bit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ld_config_pwm_res</a:t>
            </a:r>
            <a:r>
              <a:rPr lang="en-US" sz="1000" dirty="0"/>
              <a:t>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Set PWM RES to 12bit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ld_config_pwm_res</a:t>
            </a:r>
            <a:r>
              <a:rPr lang="en-US" sz="1000" dirty="0"/>
              <a:t>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Set PWM RES to 14bit</a:t>
            </a:r>
            <a:endParaRPr sz="1000" b="0" dirty="0">
              <a:solidFill>
                <a:srgbClr val="73C98C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35F8B2-067A-BF2F-2D09-45A834986D61}"/>
              </a:ext>
            </a:extLst>
          </p:cNvPr>
          <p:cNvSpPr>
            <a:spLocks noGrp="1"/>
          </p:cNvSpPr>
          <p:nvPr/>
        </p:nvSpPr>
        <p:spPr>
          <a:xfrm>
            <a:off x="619125" y="914400"/>
            <a:ext cx="10953750" cy="990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172D48"/>
                </a:solidFill>
              </a:defRPr>
            </a:defPPr>
            <a:lvl1pPr>
              <a:buNone/>
              <a:defRPr sz="1875">
                <a:solidFill>
                  <a:srgbClr val="172D48"/>
                </a:solidFill>
              </a:defRPr>
            </a:lvl1pPr>
            <a:lvl2pPr>
              <a:buNone/>
              <a:defRPr sz="1875">
                <a:solidFill>
                  <a:srgbClr val="172D48"/>
                </a:solidFill>
              </a:defRPr>
            </a:lvl2pPr>
            <a:lvl3pPr>
              <a:buNone/>
              <a:defRPr sz="1875">
                <a:solidFill>
                  <a:srgbClr val="172D48"/>
                </a:solidFill>
              </a:defRPr>
            </a:lvl3pPr>
            <a:lvl4pPr>
              <a:buNone/>
              <a:defRPr sz="1875">
                <a:solidFill>
                  <a:srgbClr val="172D48"/>
                </a:solidFill>
              </a:defRPr>
            </a:lvl4pPr>
            <a:lvl5pPr>
              <a:buNone/>
              <a:defRPr sz="1875">
                <a:solidFill>
                  <a:srgbClr val="172D48"/>
                </a:solidFill>
              </a:defRPr>
            </a:lvl5pPr>
            <a:lvl6pPr>
              <a:buNone/>
              <a:defRPr sz="1875">
                <a:solidFill>
                  <a:srgbClr val="172D48"/>
                </a:solidFill>
              </a:defRPr>
            </a:lvl6pPr>
            <a:lvl7pPr>
              <a:buNone/>
              <a:defRPr sz="1875">
                <a:solidFill>
                  <a:srgbClr val="172D48"/>
                </a:solidFill>
              </a:defRPr>
            </a:lvl7pPr>
            <a:lvl8pPr>
              <a:buNone/>
              <a:defRPr sz="1875">
                <a:solidFill>
                  <a:srgbClr val="172D48"/>
                </a:solidFill>
              </a:defRPr>
            </a:lvl8pPr>
            <a:lvl9pPr>
              <a:buNone/>
              <a:defRPr sz="1875">
                <a:solidFill>
                  <a:srgbClr val="172D48"/>
                </a:solidFill>
              </a:defRPr>
            </a:lvl9pPr>
          </a:lstStyle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ID601 LD CONTROL </a:t>
            </a:r>
            <a:r>
              <a:rPr lang="ko-KR" altLang="en-US" sz="1000" dirty="0"/>
              <a:t>레지스터 중 </a:t>
            </a:r>
            <a:r>
              <a:rPr lang="en-US" altLang="ko-KR" sz="1000" dirty="0"/>
              <a:t>PWM_RES </a:t>
            </a:r>
            <a:r>
              <a:rPr lang="ko-KR" altLang="en-US" sz="1000" dirty="0"/>
              <a:t>제어를 위한 명령입니다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ko-KR" altLang="en-US" sz="1000" dirty="0"/>
              <a:t>본 명령어는 </a:t>
            </a:r>
            <a:r>
              <a:rPr lang="en-US" altLang="ko-KR" sz="1000" dirty="0"/>
              <a:t>ID601</a:t>
            </a:r>
            <a:r>
              <a:rPr lang="ko-KR" altLang="en-US" sz="1000" dirty="0"/>
              <a:t>의 </a:t>
            </a:r>
            <a:r>
              <a:rPr lang="en-US" altLang="ko-KR" sz="1000" dirty="0"/>
              <a:t>initial</a:t>
            </a:r>
            <a:r>
              <a:rPr lang="ko-KR" altLang="en-US" sz="1000" dirty="0"/>
              <a:t> 이전에 수행되어야 합니다</a:t>
            </a:r>
            <a:r>
              <a:rPr lang="en-US" altLang="ko-KR" sz="1000" dirty="0"/>
              <a:t>. </a:t>
            </a:r>
            <a:r>
              <a:rPr lang="ko-KR" altLang="en-US" sz="1000" dirty="0"/>
              <a:t>이후에 실행될 경우 동작성을 보장하지 않습니다</a:t>
            </a:r>
            <a:r>
              <a:rPr lang="en-US" altLang="ko-KR" sz="1000" dirty="0"/>
              <a:t>. 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PWM RES</a:t>
            </a:r>
            <a:r>
              <a:rPr lang="ko-KR" altLang="en-US" sz="1000" dirty="0"/>
              <a:t>값을 </a:t>
            </a:r>
            <a:r>
              <a:rPr lang="en-US" altLang="ko-KR" sz="1000" dirty="0"/>
              <a:t>MCU</a:t>
            </a:r>
            <a:r>
              <a:rPr lang="ko-KR" altLang="en-US" sz="1000" dirty="0"/>
              <a:t>에 저장합니다</a:t>
            </a:r>
            <a:r>
              <a:rPr lang="en-US" altLang="ko-KR" sz="1000" dirty="0"/>
              <a:t>. </a:t>
            </a:r>
            <a:r>
              <a:rPr lang="ko-KR" altLang="en-US" sz="1000" dirty="0"/>
              <a:t>이 값은 이후 </a:t>
            </a:r>
            <a:r>
              <a:rPr lang="en-US" altLang="ko-KR" sz="1000" dirty="0"/>
              <a:t>“id601_mode 3”</a:t>
            </a:r>
            <a:r>
              <a:rPr lang="ko-KR" altLang="en-US" sz="1000" dirty="0"/>
              <a:t>실행 시 </a:t>
            </a:r>
            <a:r>
              <a:rPr lang="en-US" altLang="ko-KR" sz="1000" dirty="0"/>
              <a:t>LD</a:t>
            </a:r>
            <a:r>
              <a:rPr lang="ko-KR" altLang="en-US" sz="1000" dirty="0"/>
              <a:t> </a:t>
            </a:r>
            <a:r>
              <a:rPr lang="en-US" altLang="ko-KR" sz="1000" dirty="0"/>
              <a:t>Control </a:t>
            </a:r>
            <a:r>
              <a:rPr lang="ko-KR" altLang="en-US" sz="1000" dirty="0"/>
              <a:t>레지스터에 반영됩니다</a:t>
            </a:r>
            <a:r>
              <a:rPr lang="en-US" altLang="ko-KR" sz="1000" dirty="0"/>
              <a:t>. 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ld_config_pwm_res</a:t>
            </a:r>
            <a:r>
              <a:rPr lang="en-US" altLang="ko-KR" sz="1000" dirty="0"/>
              <a:t>: </a:t>
            </a:r>
            <a:r>
              <a:rPr lang="ko-KR" altLang="en-US" sz="1000" dirty="0"/>
              <a:t>도움말 출력</a:t>
            </a:r>
            <a:endParaRPr lang="en-US" altLang="ko-KR" sz="1000" dirty="0"/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ld_config_pwm_res</a:t>
            </a:r>
            <a:r>
              <a:rPr lang="en-US" altLang="ko-KR" sz="1000" dirty="0"/>
              <a:t> 1: 12bit</a:t>
            </a:r>
            <a:r>
              <a:rPr lang="ko-KR" altLang="en-US" sz="1000" dirty="0"/>
              <a:t> </a:t>
            </a:r>
            <a:r>
              <a:rPr lang="en-US" altLang="ko-KR" sz="1000" dirty="0"/>
              <a:t>resolution</a:t>
            </a:r>
            <a:r>
              <a:rPr lang="ko-KR" altLang="en-US" sz="1000" dirty="0"/>
              <a:t> 설정</a:t>
            </a:r>
            <a:endParaRPr lang="en-US" altLang="ko-KR" sz="1000" dirty="0"/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ld_config_pwm_res</a:t>
            </a:r>
            <a:r>
              <a:rPr lang="en-US" altLang="ko-KR" sz="1000" dirty="0"/>
              <a:t> 2: 14bit</a:t>
            </a:r>
            <a:r>
              <a:rPr lang="ko-KR" altLang="en-US" sz="1000" dirty="0"/>
              <a:t> </a:t>
            </a:r>
            <a:r>
              <a:rPr lang="en-US" altLang="ko-KR" sz="1000" dirty="0"/>
              <a:t>resolution</a:t>
            </a:r>
            <a:r>
              <a:rPr lang="ko-KR" altLang="en-US" sz="1000" dirty="0"/>
              <a:t> 설정</a:t>
            </a:r>
            <a:endParaRPr lang="en-US" altLang="ko-KR" sz="1000" dirty="0"/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endParaRPr lang="en-US" altLang="ko-KR" sz="1000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01A69F1-9E6D-6D26-1DE3-EC881F00D4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12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F04389-EE40-FC19-E7EE-83A1876CAE49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59258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4ED23-05B6-31DC-05F5-86C31BFB4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6497924-117B-B89C-D05A-7D10B44995E0}"/>
              </a:ext>
            </a:extLst>
          </p:cNvPr>
          <p:cNvSpPr>
            <a:spLocks noGrp="1"/>
          </p:cNvSpPr>
          <p:nvPr/>
        </p:nvSpPr>
        <p:spPr>
          <a:xfrm>
            <a:off x="619125" y="36195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lang="en-US" sz="3150" b="1" dirty="0" err="1">
                <a:solidFill>
                  <a:srgbClr val="172D48"/>
                </a:solidFill>
              </a:rPr>
              <a:t>Vsync</a:t>
            </a:r>
            <a:r>
              <a:rPr lang="en-US" sz="3150" b="1" dirty="0">
                <a:solidFill>
                  <a:srgbClr val="172D48"/>
                </a:solidFill>
              </a:rPr>
              <a:t> </a:t>
            </a:r>
            <a:r>
              <a:rPr lang="ko-KR" altLang="en-US" sz="3150" b="1" dirty="0">
                <a:solidFill>
                  <a:srgbClr val="172D48"/>
                </a:solidFill>
              </a:rPr>
              <a:t>제어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ED0EF5B-5E72-5C20-088F-3948E8CFE8BF}"/>
              </a:ext>
            </a:extLst>
          </p:cNvPr>
          <p:cNvSpPr>
            <a:spLocks noGrp="1"/>
          </p:cNvSpPr>
          <p:nvPr/>
        </p:nvSpPr>
        <p:spPr>
          <a:xfrm>
            <a:off x="619125" y="2457450"/>
            <a:ext cx="5476875" cy="3781425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125" b="0">
                <a:solidFill>
                  <a:srgbClr val="AAB4BF"/>
                </a:solidFill>
              </a:defRPr>
            </a:defPPr>
            <a:lvl1pPr>
              <a:defRPr sz="1125" b="0">
                <a:solidFill>
                  <a:srgbClr val="AAB4BF"/>
                </a:solidFill>
              </a:defRPr>
            </a:lvl1pPr>
            <a:lvl2pPr>
              <a:defRPr sz="1125" b="0">
                <a:solidFill>
                  <a:srgbClr val="AAB4BF"/>
                </a:solidFill>
              </a:defRPr>
            </a:lvl2pPr>
            <a:lvl3pPr>
              <a:defRPr sz="1125" b="0">
                <a:solidFill>
                  <a:srgbClr val="AAB4BF"/>
                </a:solidFill>
              </a:defRPr>
            </a:lvl3pPr>
            <a:lvl4pPr>
              <a:defRPr sz="1125" b="0">
                <a:solidFill>
                  <a:srgbClr val="AAB4BF"/>
                </a:solidFill>
              </a:defRPr>
            </a:lvl4pPr>
            <a:lvl5pPr>
              <a:defRPr sz="1125" b="0">
                <a:solidFill>
                  <a:srgbClr val="AAB4BF"/>
                </a:solidFill>
              </a:defRPr>
            </a:lvl5pPr>
            <a:lvl6pPr>
              <a:defRPr sz="1125" b="0">
                <a:solidFill>
                  <a:srgbClr val="AAB4BF"/>
                </a:solidFill>
              </a:defRPr>
            </a:lvl6pPr>
            <a:lvl7pPr>
              <a:defRPr sz="1125" b="0">
                <a:solidFill>
                  <a:srgbClr val="AAB4BF"/>
                </a:solidFill>
              </a:defRPr>
            </a:lvl7pPr>
            <a:lvl8pPr>
              <a:defRPr sz="1125" b="0">
                <a:solidFill>
                  <a:srgbClr val="AAB4BF"/>
                </a:solidFill>
              </a:defRPr>
            </a:lvl8pPr>
            <a:lvl9pPr>
              <a:defRPr sz="1125" b="0">
                <a:solidFill>
                  <a:srgbClr val="AAB4BF"/>
                </a:solidFill>
              </a:defRPr>
            </a:lvl9pPr>
          </a:lstStyle>
          <a:p>
            <a:pPr>
              <a:defRPr sz="1125" b="0">
                <a:solidFill>
                  <a:srgbClr val="AAB4BF"/>
                </a:solidFill>
              </a:defRPr>
            </a:pPr>
            <a:r>
              <a:rPr sz="1125" b="0">
                <a:solidFill>
                  <a:srgbClr val="AAB4BF"/>
                </a:solidFill>
              </a:rPr>
              <a:t>Tera Term / COM port / 115200 8N1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3F5AE99-1099-F3FA-F216-E935C2C4FD39}"/>
              </a:ext>
            </a:extLst>
          </p:cNvPr>
          <p:cNvSpPr>
            <a:spLocks noGrp="1"/>
          </p:cNvSpPr>
          <p:nvPr/>
        </p:nvSpPr>
        <p:spPr>
          <a:xfrm>
            <a:off x="809625" y="2876550"/>
            <a:ext cx="6951155" cy="36290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vsync</a:t>
            </a: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</a:t>
            </a:r>
            <a:r>
              <a:rPr lang="en-US" sz="1000" dirty="0" err="1"/>
              <a:t>vsync</a:t>
            </a:r>
            <a:r>
              <a:rPr lang="en-US" sz="1000" dirty="0"/>
              <a:t> &lt;type&gt;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0/omitted=list, 1=stop, 2=start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vsync</a:t>
            </a:r>
            <a:r>
              <a:rPr lang="en-US" sz="1000" dirty="0"/>
              <a:t>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</a:t>
            </a:r>
            <a:r>
              <a:rPr lang="en-US" sz="1000" dirty="0" err="1"/>
              <a:t>Vsync</a:t>
            </a:r>
            <a:r>
              <a:rPr lang="en-US" sz="1000" dirty="0"/>
              <a:t> stopped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vsync</a:t>
            </a:r>
            <a:r>
              <a:rPr lang="en-US" sz="1000" dirty="0"/>
              <a:t>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</a:t>
            </a:r>
            <a:r>
              <a:rPr lang="en-US" sz="1000" dirty="0" err="1"/>
              <a:t>Vsync</a:t>
            </a:r>
            <a:r>
              <a:rPr lang="en-US" sz="1000" dirty="0"/>
              <a:t> started</a:t>
            </a:r>
            <a:endParaRPr sz="1000" b="0" dirty="0">
              <a:solidFill>
                <a:srgbClr val="73C98C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18AD422-7ED3-0DBE-7351-FFF764E490B1}"/>
              </a:ext>
            </a:extLst>
          </p:cNvPr>
          <p:cNvSpPr>
            <a:spLocks noGrp="1"/>
          </p:cNvSpPr>
          <p:nvPr/>
        </p:nvSpPr>
        <p:spPr>
          <a:xfrm>
            <a:off x="619125" y="914400"/>
            <a:ext cx="10953750" cy="990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172D48"/>
                </a:solidFill>
              </a:defRPr>
            </a:defPPr>
            <a:lvl1pPr>
              <a:buNone/>
              <a:defRPr sz="1875">
                <a:solidFill>
                  <a:srgbClr val="172D48"/>
                </a:solidFill>
              </a:defRPr>
            </a:lvl1pPr>
            <a:lvl2pPr>
              <a:buNone/>
              <a:defRPr sz="1875">
                <a:solidFill>
                  <a:srgbClr val="172D48"/>
                </a:solidFill>
              </a:defRPr>
            </a:lvl2pPr>
            <a:lvl3pPr>
              <a:buNone/>
              <a:defRPr sz="1875">
                <a:solidFill>
                  <a:srgbClr val="172D48"/>
                </a:solidFill>
              </a:defRPr>
            </a:lvl3pPr>
            <a:lvl4pPr>
              <a:buNone/>
              <a:defRPr sz="1875">
                <a:solidFill>
                  <a:srgbClr val="172D48"/>
                </a:solidFill>
              </a:defRPr>
            </a:lvl4pPr>
            <a:lvl5pPr>
              <a:buNone/>
              <a:defRPr sz="1875">
                <a:solidFill>
                  <a:srgbClr val="172D48"/>
                </a:solidFill>
              </a:defRPr>
            </a:lvl5pPr>
            <a:lvl6pPr>
              <a:buNone/>
              <a:defRPr sz="1875">
                <a:solidFill>
                  <a:srgbClr val="172D48"/>
                </a:solidFill>
              </a:defRPr>
            </a:lvl6pPr>
            <a:lvl7pPr>
              <a:buNone/>
              <a:defRPr sz="1875">
                <a:solidFill>
                  <a:srgbClr val="172D48"/>
                </a:solidFill>
              </a:defRPr>
            </a:lvl7pPr>
            <a:lvl8pPr>
              <a:buNone/>
              <a:defRPr sz="1875">
                <a:solidFill>
                  <a:srgbClr val="172D48"/>
                </a:solidFill>
              </a:defRPr>
            </a:lvl8pPr>
            <a:lvl9pPr>
              <a:buNone/>
              <a:defRPr sz="1875">
                <a:solidFill>
                  <a:srgbClr val="172D48"/>
                </a:solidFill>
              </a:defRPr>
            </a:lvl9pPr>
          </a:lstStyle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/>
              <a:t>System </a:t>
            </a:r>
            <a:r>
              <a:rPr lang="en-US" altLang="ko-KR" sz="1000" dirty="0" err="1"/>
              <a:t>Vsync</a:t>
            </a:r>
            <a:r>
              <a:rPr lang="en-US" altLang="ko-KR" sz="1000" dirty="0"/>
              <a:t> </a:t>
            </a:r>
            <a:r>
              <a:rPr lang="ko-KR" altLang="en-US" sz="1000" dirty="0"/>
              <a:t>발생 유무를 결정합니다</a:t>
            </a:r>
            <a:r>
              <a:rPr lang="en-US" altLang="ko-KR" sz="1000" dirty="0"/>
              <a:t>. </a:t>
            </a:r>
            <a:r>
              <a:rPr lang="en-US" altLang="ko-KR" sz="1000" dirty="0" err="1"/>
              <a:t>Vsync</a:t>
            </a:r>
            <a:r>
              <a:rPr lang="en-US" altLang="ko-KR" sz="1000" dirty="0"/>
              <a:t> enable </a:t>
            </a:r>
            <a:r>
              <a:rPr lang="ko-KR" altLang="en-US" sz="1000" dirty="0"/>
              <a:t>상태에서는 </a:t>
            </a:r>
            <a:r>
              <a:rPr lang="en-US" altLang="ko-KR" sz="1000" dirty="0" err="1"/>
              <a:t>syncgen</a:t>
            </a:r>
            <a:r>
              <a:rPr lang="en-US" altLang="ko-KR" sz="1000" dirty="0"/>
              <a:t>(off </a:t>
            </a:r>
            <a:r>
              <a:rPr lang="ko-KR" altLang="en-US" sz="1000" dirty="0"/>
              <a:t>불가</a:t>
            </a:r>
            <a:r>
              <a:rPr lang="en-US" altLang="ko-KR" sz="1000" dirty="0"/>
              <a:t>) + fault read(on/off </a:t>
            </a:r>
            <a:r>
              <a:rPr lang="ko-KR" altLang="en-US" sz="1000" dirty="0"/>
              <a:t>가능</a:t>
            </a:r>
            <a:r>
              <a:rPr lang="en-US" altLang="ko-KR" sz="1000" dirty="0"/>
              <a:t>) + LD</a:t>
            </a:r>
            <a:r>
              <a:rPr lang="ko-KR" altLang="en-US" sz="1000" dirty="0"/>
              <a:t> </a:t>
            </a:r>
            <a:r>
              <a:rPr lang="en-US" altLang="ko-KR" sz="1000" dirty="0"/>
              <a:t>transfer(on/off </a:t>
            </a:r>
            <a:r>
              <a:rPr lang="ko-KR" altLang="en-US" sz="1000" dirty="0"/>
              <a:t>가능</a:t>
            </a:r>
            <a:r>
              <a:rPr lang="en-US" altLang="ko-KR" sz="1000" dirty="0"/>
              <a:t>) </a:t>
            </a:r>
            <a:r>
              <a:rPr lang="ko-KR" altLang="en-US" sz="1000" dirty="0"/>
              <a:t>커맨드가 자동으로 실행됩니다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vsync</a:t>
            </a:r>
            <a:r>
              <a:rPr lang="en-US" altLang="ko-KR" sz="1000" dirty="0"/>
              <a:t>: </a:t>
            </a:r>
            <a:r>
              <a:rPr lang="ko-KR" altLang="en-US" sz="1000" dirty="0"/>
              <a:t>도움말 출력</a:t>
            </a:r>
            <a:endParaRPr lang="en-US" altLang="ko-KR" sz="1000" dirty="0"/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vsync</a:t>
            </a:r>
            <a:r>
              <a:rPr lang="en-US" altLang="ko-KR" sz="1000" dirty="0"/>
              <a:t> 1: </a:t>
            </a:r>
            <a:r>
              <a:rPr lang="en-US" altLang="ko-KR" sz="1000" dirty="0" err="1"/>
              <a:t>Vsync</a:t>
            </a:r>
            <a:r>
              <a:rPr lang="en-US" altLang="ko-KR" sz="1000" dirty="0"/>
              <a:t> </a:t>
            </a:r>
            <a:r>
              <a:rPr lang="ko-KR" altLang="en-US" sz="1000" dirty="0"/>
              <a:t>중단</a:t>
            </a:r>
            <a:endParaRPr lang="en-US" altLang="ko-KR" sz="1000" dirty="0"/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vsync</a:t>
            </a:r>
            <a:r>
              <a:rPr lang="en-US" altLang="ko-KR" sz="1000" dirty="0"/>
              <a:t> 2: </a:t>
            </a:r>
            <a:r>
              <a:rPr lang="en-US" altLang="ko-KR" sz="1000" dirty="0" err="1"/>
              <a:t>Vsync</a:t>
            </a:r>
            <a:r>
              <a:rPr lang="en-US" altLang="ko-KR" sz="1000" dirty="0"/>
              <a:t> </a:t>
            </a:r>
            <a:r>
              <a:rPr lang="ko-KR" altLang="en-US" sz="1000" dirty="0"/>
              <a:t>발생 시작</a:t>
            </a:r>
            <a:endParaRPr lang="en-US" altLang="ko-KR" sz="10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4F0906-B32D-E115-2346-4234695D8F22}"/>
              </a:ext>
            </a:extLst>
          </p:cNvPr>
          <p:cNvSpPr>
            <a:spLocks noGrp="1"/>
          </p:cNvSpPr>
          <p:nvPr/>
        </p:nvSpPr>
        <p:spPr>
          <a:xfrm>
            <a:off x="8333327" y="2314575"/>
            <a:ext cx="3238500" cy="3429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>
                <a:solidFill>
                  <a:srgbClr val="526376"/>
                </a:solidFill>
              </a:defRPr>
            </a:defPPr>
            <a:lvl1pPr>
              <a:buNone/>
              <a:defRPr sz="1575">
                <a:solidFill>
                  <a:srgbClr val="526376"/>
                </a:solidFill>
              </a:defRPr>
            </a:lvl1pPr>
            <a:lvl2pPr>
              <a:buNone/>
              <a:defRPr sz="1575">
                <a:solidFill>
                  <a:srgbClr val="526376"/>
                </a:solidFill>
              </a:defRPr>
            </a:lvl2pPr>
            <a:lvl3pPr>
              <a:buNone/>
              <a:defRPr sz="1575">
                <a:solidFill>
                  <a:srgbClr val="526376"/>
                </a:solidFill>
              </a:defRPr>
            </a:lvl3pPr>
            <a:lvl4pPr>
              <a:buNone/>
              <a:defRPr sz="1575">
                <a:solidFill>
                  <a:srgbClr val="526376"/>
                </a:solidFill>
              </a:defRPr>
            </a:lvl4pPr>
            <a:lvl5pPr>
              <a:buNone/>
              <a:defRPr sz="1575">
                <a:solidFill>
                  <a:srgbClr val="526376"/>
                </a:solidFill>
              </a:defRPr>
            </a:lvl5pPr>
            <a:lvl6pPr>
              <a:buNone/>
              <a:defRPr sz="1575">
                <a:solidFill>
                  <a:srgbClr val="526376"/>
                </a:solidFill>
              </a:defRPr>
            </a:lvl6pPr>
            <a:lvl7pPr>
              <a:buNone/>
              <a:defRPr sz="1575">
                <a:solidFill>
                  <a:srgbClr val="526376"/>
                </a:solidFill>
              </a:defRPr>
            </a:lvl7pPr>
            <a:lvl8pPr>
              <a:buNone/>
              <a:defRPr sz="1575">
                <a:solidFill>
                  <a:srgbClr val="526376"/>
                </a:solidFill>
              </a:defRPr>
            </a:lvl8pPr>
            <a:lvl9pPr>
              <a:buNone/>
              <a:defRPr sz="1575">
                <a:solidFill>
                  <a:srgbClr val="526376"/>
                </a:solidFill>
              </a:defRPr>
            </a:lvl9pPr>
          </a:lstStyle>
          <a:p>
            <a:pPr>
              <a:buNone/>
              <a:defRPr sz="1575">
                <a:solidFill>
                  <a:srgbClr val="526376"/>
                </a:solidFill>
              </a:defRPr>
            </a:pPr>
            <a:r>
              <a:rPr lang="ko-KR" altLang="en-US" sz="1575" dirty="0" err="1">
                <a:solidFill>
                  <a:srgbClr val="526376"/>
                </a:solidFill>
              </a:rPr>
              <a:t>테라텀</a:t>
            </a:r>
            <a:r>
              <a:rPr lang="ko-KR" altLang="en-US" sz="1575" dirty="0">
                <a:solidFill>
                  <a:srgbClr val="526376"/>
                </a:solidFill>
              </a:rPr>
              <a:t> 표시 예시</a:t>
            </a:r>
          </a:p>
          <a:p>
            <a:endParaRPr lang="ko-KR" altLang="en-US" sz="1575" dirty="0">
              <a:solidFill>
                <a:srgbClr val="526376"/>
              </a:solidFill>
            </a:endParaRPr>
          </a:p>
          <a:p>
            <a:pPr>
              <a:defRPr sz="1575">
                <a:solidFill>
                  <a:srgbClr val="526376"/>
                </a:solidFill>
              </a:defRPr>
            </a:pPr>
            <a:r>
              <a:rPr lang="en-US" sz="1000" dirty="0">
                <a:solidFill>
                  <a:srgbClr val="526376"/>
                </a:solidFill>
              </a:rPr>
              <a:t>SYNCMODE</a:t>
            </a:r>
            <a:r>
              <a:rPr lang="ko-KR" altLang="en-US" sz="1000" dirty="0">
                <a:solidFill>
                  <a:srgbClr val="526376"/>
                </a:solidFill>
              </a:rPr>
              <a:t>에 관계 없이 </a:t>
            </a:r>
            <a:r>
              <a:rPr lang="en-US" altLang="ko-KR" sz="1000" dirty="0" err="1">
                <a:solidFill>
                  <a:srgbClr val="526376"/>
                </a:solidFill>
              </a:rPr>
              <a:t>Vsync</a:t>
            </a:r>
            <a:r>
              <a:rPr lang="en-US" altLang="ko-KR" sz="1000" dirty="0">
                <a:solidFill>
                  <a:srgbClr val="526376"/>
                </a:solidFill>
              </a:rPr>
              <a:t> </a:t>
            </a:r>
            <a:r>
              <a:rPr lang="ko-KR" altLang="en-US" sz="1000" dirty="0">
                <a:solidFill>
                  <a:srgbClr val="526376"/>
                </a:solidFill>
              </a:rPr>
              <a:t>주기마다 </a:t>
            </a:r>
            <a:r>
              <a:rPr lang="en-US" altLang="ko-KR" sz="1000" dirty="0">
                <a:solidFill>
                  <a:srgbClr val="526376"/>
                </a:solidFill>
              </a:rPr>
              <a:t>SYNCGEN </a:t>
            </a:r>
            <a:r>
              <a:rPr lang="ko-KR" altLang="en-US" sz="1000" dirty="0">
                <a:solidFill>
                  <a:srgbClr val="526376"/>
                </a:solidFill>
              </a:rPr>
              <a:t>커맨드를 실행합니다</a:t>
            </a:r>
            <a:r>
              <a:rPr lang="en-US" altLang="ko-KR" sz="1000" dirty="0">
                <a:solidFill>
                  <a:srgbClr val="526376"/>
                </a:solidFill>
              </a:rPr>
              <a:t>. </a:t>
            </a:r>
            <a:r>
              <a:rPr lang="ko-KR" altLang="en-US" sz="1000" dirty="0">
                <a:solidFill>
                  <a:srgbClr val="526376"/>
                </a:solidFill>
              </a:rPr>
              <a:t> </a:t>
            </a:r>
            <a:endParaRPr lang="en-US" dirty="0">
              <a:solidFill>
                <a:srgbClr val="526376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202CC88-81A9-24A7-FC02-D7995A6D3D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13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02222AC-53FB-4063-1EB1-1CF2C6D720BB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343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CA8A0-8513-C558-A561-52350F87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6ABF2B0-26C6-5CAF-2B25-84550913C0E2}"/>
              </a:ext>
            </a:extLst>
          </p:cNvPr>
          <p:cNvSpPr>
            <a:spLocks noGrp="1"/>
          </p:cNvSpPr>
          <p:nvPr/>
        </p:nvSpPr>
        <p:spPr>
          <a:xfrm>
            <a:off x="619125" y="36195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lang="en-US" sz="3150" b="1" dirty="0" err="1">
                <a:solidFill>
                  <a:srgbClr val="172D48"/>
                </a:solidFill>
              </a:rPr>
              <a:t>fault_read</a:t>
            </a:r>
            <a:r>
              <a:rPr lang="en-US" sz="3150" b="1" dirty="0">
                <a:solidFill>
                  <a:srgbClr val="172D48"/>
                </a:solidFill>
              </a:rPr>
              <a:t>, </a:t>
            </a:r>
            <a:r>
              <a:rPr lang="en-US" sz="3150" b="1" dirty="0" err="1">
                <a:solidFill>
                  <a:srgbClr val="172D48"/>
                </a:solidFill>
              </a:rPr>
              <a:t>ld_transfer</a:t>
            </a:r>
            <a:r>
              <a:rPr lang="en-US" sz="3150" b="1" dirty="0">
                <a:solidFill>
                  <a:srgbClr val="172D48"/>
                </a:solidFill>
              </a:rPr>
              <a:t> on/off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49A10CC-4AC7-0F1A-E8A8-D2A3D2AFB0B2}"/>
              </a:ext>
            </a:extLst>
          </p:cNvPr>
          <p:cNvSpPr>
            <a:spLocks noGrp="1"/>
          </p:cNvSpPr>
          <p:nvPr/>
        </p:nvSpPr>
        <p:spPr>
          <a:xfrm>
            <a:off x="619125" y="2457450"/>
            <a:ext cx="5476875" cy="3781425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125" b="0">
                <a:solidFill>
                  <a:srgbClr val="AAB4BF"/>
                </a:solidFill>
              </a:defRPr>
            </a:defPPr>
            <a:lvl1pPr>
              <a:defRPr sz="1125" b="0">
                <a:solidFill>
                  <a:srgbClr val="AAB4BF"/>
                </a:solidFill>
              </a:defRPr>
            </a:lvl1pPr>
            <a:lvl2pPr>
              <a:defRPr sz="1125" b="0">
                <a:solidFill>
                  <a:srgbClr val="AAB4BF"/>
                </a:solidFill>
              </a:defRPr>
            </a:lvl2pPr>
            <a:lvl3pPr>
              <a:defRPr sz="1125" b="0">
                <a:solidFill>
                  <a:srgbClr val="AAB4BF"/>
                </a:solidFill>
              </a:defRPr>
            </a:lvl3pPr>
            <a:lvl4pPr>
              <a:defRPr sz="1125" b="0">
                <a:solidFill>
                  <a:srgbClr val="AAB4BF"/>
                </a:solidFill>
              </a:defRPr>
            </a:lvl4pPr>
            <a:lvl5pPr>
              <a:defRPr sz="1125" b="0">
                <a:solidFill>
                  <a:srgbClr val="AAB4BF"/>
                </a:solidFill>
              </a:defRPr>
            </a:lvl5pPr>
            <a:lvl6pPr>
              <a:defRPr sz="1125" b="0">
                <a:solidFill>
                  <a:srgbClr val="AAB4BF"/>
                </a:solidFill>
              </a:defRPr>
            </a:lvl6pPr>
            <a:lvl7pPr>
              <a:defRPr sz="1125" b="0">
                <a:solidFill>
                  <a:srgbClr val="AAB4BF"/>
                </a:solidFill>
              </a:defRPr>
            </a:lvl7pPr>
            <a:lvl8pPr>
              <a:defRPr sz="1125" b="0">
                <a:solidFill>
                  <a:srgbClr val="AAB4BF"/>
                </a:solidFill>
              </a:defRPr>
            </a:lvl8pPr>
            <a:lvl9pPr>
              <a:defRPr sz="1125" b="0">
                <a:solidFill>
                  <a:srgbClr val="AAB4BF"/>
                </a:solidFill>
              </a:defRPr>
            </a:lvl9pPr>
          </a:lstStyle>
          <a:p>
            <a:pPr>
              <a:defRPr sz="1125" b="0">
                <a:solidFill>
                  <a:srgbClr val="AAB4BF"/>
                </a:solidFill>
              </a:defRPr>
            </a:pPr>
            <a:r>
              <a:rPr sz="1125" b="0">
                <a:solidFill>
                  <a:srgbClr val="AAB4BF"/>
                </a:solidFill>
              </a:rPr>
              <a:t>Tera Term / COM port / 115200 8N1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6653D86-2C78-F977-A907-78BFDB25BFD3}"/>
              </a:ext>
            </a:extLst>
          </p:cNvPr>
          <p:cNvSpPr>
            <a:spLocks noGrp="1"/>
          </p:cNvSpPr>
          <p:nvPr/>
        </p:nvSpPr>
        <p:spPr>
          <a:xfrm>
            <a:off x="809625" y="2876550"/>
            <a:ext cx="5286375" cy="33623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ld_config_fault_read_enable</a:t>
            </a: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</a:t>
            </a:r>
            <a:r>
              <a:rPr lang="en-US" sz="1000" dirty="0" err="1"/>
              <a:t>ld_config_fault_read_enable</a:t>
            </a:r>
            <a:r>
              <a:rPr lang="en-US" sz="1000" dirty="0"/>
              <a:t> &lt;enable&gt;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Configure the fault read enable for </a:t>
            </a:r>
            <a:r>
              <a:rPr lang="en-US" sz="1000" dirty="0" err="1"/>
              <a:t>vsync</a:t>
            </a:r>
            <a:r>
              <a:rPr lang="en-US" sz="1000" dirty="0"/>
              <a:t> task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0/omitted=list, 1=disable, 2=enable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ld_config_fault_read_enable</a:t>
            </a:r>
            <a:r>
              <a:rPr lang="en-US" sz="1000" dirty="0"/>
              <a:t>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Fault Read Disabled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ld_config_fault_read_enable</a:t>
            </a:r>
            <a:r>
              <a:rPr lang="en-US" sz="1000" dirty="0"/>
              <a:t>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Fault Read Enabled</a:t>
            </a:r>
            <a:endParaRPr sz="1000" b="0" dirty="0">
              <a:solidFill>
                <a:srgbClr val="73C98C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4F54081-88F5-F479-B126-B826373F9F81}"/>
              </a:ext>
            </a:extLst>
          </p:cNvPr>
          <p:cNvSpPr>
            <a:spLocks noGrp="1"/>
          </p:cNvSpPr>
          <p:nvPr/>
        </p:nvSpPr>
        <p:spPr>
          <a:xfrm>
            <a:off x="619125" y="914400"/>
            <a:ext cx="10953750" cy="990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172D48"/>
                </a:solidFill>
              </a:defRPr>
            </a:defPPr>
            <a:lvl1pPr>
              <a:buNone/>
              <a:defRPr sz="1875">
                <a:solidFill>
                  <a:srgbClr val="172D48"/>
                </a:solidFill>
              </a:defRPr>
            </a:lvl1pPr>
            <a:lvl2pPr>
              <a:buNone/>
              <a:defRPr sz="1875">
                <a:solidFill>
                  <a:srgbClr val="172D48"/>
                </a:solidFill>
              </a:defRPr>
            </a:lvl2pPr>
            <a:lvl3pPr>
              <a:buNone/>
              <a:defRPr sz="1875">
                <a:solidFill>
                  <a:srgbClr val="172D48"/>
                </a:solidFill>
              </a:defRPr>
            </a:lvl3pPr>
            <a:lvl4pPr>
              <a:buNone/>
              <a:defRPr sz="1875">
                <a:solidFill>
                  <a:srgbClr val="172D48"/>
                </a:solidFill>
              </a:defRPr>
            </a:lvl4pPr>
            <a:lvl5pPr>
              <a:buNone/>
              <a:defRPr sz="1875">
                <a:solidFill>
                  <a:srgbClr val="172D48"/>
                </a:solidFill>
              </a:defRPr>
            </a:lvl5pPr>
            <a:lvl6pPr>
              <a:buNone/>
              <a:defRPr sz="1875">
                <a:solidFill>
                  <a:srgbClr val="172D48"/>
                </a:solidFill>
              </a:defRPr>
            </a:lvl6pPr>
            <a:lvl7pPr>
              <a:buNone/>
              <a:defRPr sz="1875">
                <a:solidFill>
                  <a:srgbClr val="172D48"/>
                </a:solidFill>
              </a:defRPr>
            </a:lvl7pPr>
            <a:lvl8pPr>
              <a:buNone/>
              <a:defRPr sz="1875">
                <a:solidFill>
                  <a:srgbClr val="172D48"/>
                </a:solidFill>
              </a:defRPr>
            </a:lvl8pPr>
            <a:lvl9pPr>
              <a:buNone/>
              <a:defRPr sz="1875">
                <a:solidFill>
                  <a:srgbClr val="172D48"/>
                </a:solidFill>
              </a:defRPr>
            </a:lvl9pPr>
          </a:lstStyle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Vsync</a:t>
            </a:r>
            <a:r>
              <a:rPr lang="en-US" altLang="ko-KR" sz="1000" dirty="0"/>
              <a:t> </a:t>
            </a:r>
            <a:r>
              <a:rPr lang="ko-KR" altLang="en-US" sz="1000" dirty="0"/>
              <a:t>마다 수행하는 </a:t>
            </a:r>
            <a:r>
              <a:rPr lang="en-US" altLang="ko-KR" sz="1000" dirty="0" err="1"/>
              <a:t>fault_read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ld_transfer</a:t>
            </a:r>
            <a:r>
              <a:rPr lang="en-US" altLang="ko-KR" sz="1000" dirty="0"/>
              <a:t> </a:t>
            </a:r>
            <a:r>
              <a:rPr lang="ko-KR" altLang="en-US" sz="1000" dirty="0"/>
              <a:t>명령어를 </a:t>
            </a:r>
            <a:r>
              <a:rPr lang="en-US" altLang="ko-KR" sz="1000" dirty="0"/>
              <a:t>on/off </a:t>
            </a:r>
            <a:r>
              <a:rPr lang="ko-KR" altLang="en-US" sz="1000" dirty="0"/>
              <a:t>하는 방법입니다</a:t>
            </a:r>
            <a:r>
              <a:rPr lang="en-US" altLang="ko-KR" sz="1000" dirty="0"/>
              <a:t>.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4B50258-F16A-AC86-5657-DA43EAB40A06}"/>
              </a:ext>
            </a:extLst>
          </p:cNvPr>
          <p:cNvSpPr>
            <a:spLocks noGrp="1"/>
          </p:cNvSpPr>
          <p:nvPr/>
        </p:nvSpPr>
        <p:spPr>
          <a:xfrm>
            <a:off x="6362700" y="2457450"/>
            <a:ext cx="5476875" cy="3781425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125" b="0">
                <a:solidFill>
                  <a:srgbClr val="AAB4BF"/>
                </a:solidFill>
              </a:defRPr>
            </a:defPPr>
            <a:lvl1pPr>
              <a:defRPr sz="1125" b="0">
                <a:solidFill>
                  <a:srgbClr val="AAB4BF"/>
                </a:solidFill>
              </a:defRPr>
            </a:lvl1pPr>
            <a:lvl2pPr>
              <a:defRPr sz="1125" b="0">
                <a:solidFill>
                  <a:srgbClr val="AAB4BF"/>
                </a:solidFill>
              </a:defRPr>
            </a:lvl2pPr>
            <a:lvl3pPr>
              <a:defRPr sz="1125" b="0">
                <a:solidFill>
                  <a:srgbClr val="AAB4BF"/>
                </a:solidFill>
              </a:defRPr>
            </a:lvl3pPr>
            <a:lvl4pPr>
              <a:defRPr sz="1125" b="0">
                <a:solidFill>
                  <a:srgbClr val="AAB4BF"/>
                </a:solidFill>
              </a:defRPr>
            </a:lvl4pPr>
            <a:lvl5pPr>
              <a:defRPr sz="1125" b="0">
                <a:solidFill>
                  <a:srgbClr val="AAB4BF"/>
                </a:solidFill>
              </a:defRPr>
            </a:lvl5pPr>
            <a:lvl6pPr>
              <a:defRPr sz="1125" b="0">
                <a:solidFill>
                  <a:srgbClr val="AAB4BF"/>
                </a:solidFill>
              </a:defRPr>
            </a:lvl6pPr>
            <a:lvl7pPr>
              <a:defRPr sz="1125" b="0">
                <a:solidFill>
                  <a:srgbClr val="AAB4BF"/>
                </a:solidFill>
              </a:defRPr>
            </a:lvl7pPr>
            <a:lvl8pPr>
              <a:defRPr sz="1125" b="0">
                <a:solidFill>
                  <a:srgbClr val="AAB4BF"/>
                </a:solidFill>
              </a:defRPr>
            </a:lvl8pPr>
            <a:lvl9pPr>
              <a:defRPr sz="1125" b="0">
                <a:solidFill>
                  <a:srgbClr val="AAB4BF"/>
                </a:solidFill>
              </a:defRPr>
            </a:lvl9pPr>
          </a:lstStyle>
          <a:p>
            <a:pPr>
              <a:defRPr sz="1125" b="0">
                <a:solidFill>
                  <a:srgbClr val="AAB4BF"/>
                </a:solidFill>
              </a:defRPr>
            </a:pPr>
            <a:r>
              <a:rPr sz="1125" b="0">
                <a:solidFill>
                  <a:srgbClr val="AAB4BF"/>
                </a:solidFill>
              </a:rPr>
              <a:t>Tera Term / COM port / 115200 8N1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C7FADC-B891-9E64-BEF0-01910276F0DE}"/>
              </a:ext>
            </a:extLst>
          </p:cNvPr>
          <p:cNvSpPr>
            <a:spLocks noGrp="1"/>
          </p:cNvSpPr>
          <p:nvPr/>
        </p:nvSpPr>
        <p:spPr>
          <a:xfrm>
            <a:off x="6553200" y="2876550"/>
            <a:ext cx="5286375" cy="33623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ld_config_ld_trans_enable</a:t>
            </a: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</a:t>
            </a:r>
            <a:r>
              <a:rPr lang="en-US" sz="1000" dirty="0" err="1"/>
              <a:t>ld_config_ld_trans_enable</a:t>
            </a:r>
            <a:r>
              <a:rPr lang="en-US" sz="1000" dirty="0"/>
              <a:t> &lt;enable&gt;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Configure the LD transfer enable for </a:t>
            </a:r>
            <a:r>
              <a:rPr lang="en-US" sz="1000" dirty="0" err="1"/>
              <a:t>vsync</a:t>
            </a:r>
            <a:r>
              <a:rPr lang="en-US" sz="1000" dirty="0"/>
              <a:t> task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0/omitted=list, 1=disable, 2=enable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ld_config_ld_trans_enable</a:t>
            </a:r>
            <a:r>
              <a:rPr lang="en-US" sz="1000" dirty="0"/>
              <a:t> 1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LD Transfer Disabled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ld_config_ld_trans_enable</a:t>
            </a:r>
            <a:r>
              <a:rPr lang="en-US" sz="1000" dirty="0"/>
              <a:t>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LD Transfer Enabled</a:t>
            </a:r>
            <a:endParaRPr sz="1000" b="0" dirty="0">
              <a:solidFill>
                <a:srgbClr val="73C98C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92CAB8D-C7F1-00CC-A42F-3A89FA351857}"/>
              </a:ext>
            </a:extLst>
          </p:cNvPr>
          <p:cNvSpPr>
            <a:spLocks noGrp="1"/>
          </p:cNvSpPr>
          <p:nvPr/>
        </p:nvSpPr>
        <p:spPr>
          <a:xfrm>
            <a:off x="619125" y="1295400"/>
            <a:ext cx="5476875" cy="99060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/>
          <a:lstStyle>
            <a:defPPr>
              <a:defRPr sz="1875">
                <a:solidFill>
                  <a:srgbClr val="172D48"/>
                </a:solidFill>
              </a:defRPr>
            </a:defPPr>
            <a:lvl1pPr>
              <a:buNone/>
              <a:defRPr sz="1875">
                <a:solidFill>
                  <a:srgbClr val="172D48"/>
                </a:solidFill>
              </a:defRPr>
            </a:lvl1pPr>
            <a:lvl2pPr>
              <a:buNone/>
              <a:defRPr sz="1875">
                <a:solidFill>
                  <a:srgbClr val="172D48"/>
                </a:solidFill>
              </a:defRPr>
            </a:lvl2pPr>
            <a:lvl3pPr>
              <a:buNone/>
              <a:defRPr sz="1875">
                <a:solidFill>
                  <a:srgbClr val="172D48"/>
                </a:solidFill>
              </a:defRPr>
            </a:lvl3pPr>
            <a:lvl4pPr>
              <a:buNone/>
              <a:defRPr sz="1875">
                <a:solidFill>
                  <a:srgbClr val="172D48"/>
                </a:solidFill>
              </a:defRPr>
            </a:lvl4pPr>
            <a:lvl5pPr>
              <a:buNone/>
              <a:defRPr sz="1875">
                <a:solidFill>
                  <a:srgbClr val="172D48"/>
                </a:solidFill>
              </a:defRPr>
            </a:lvl5pPr>
            <a:lvl6pPr>
              <a:buNone/>
              <a:defRPr sz="1875">
                <a:solidFill>
                  <a:srgbClr val="172D48"/>
                </a:solidFill>
              </a:defRPr>
            </a:lvl6pPr>
            <a:lvl7pPr>
              <a:buNone/>
              <a:defRPr sz="1875">
                <a:solidFill>
                  <a:srgbClr val="172D48"/>
                </a:solidFill>
              </a:defRPr>
            </a:lvl7pPr>
            <a:lvl8pPr>
              <a:buNone/>
              <a:defRPr sz="1875">
                <a:solidFill>
                  <a:srgbClr val="172D48"/>
                </a:solidFill>
              </a:defRPr>
            </a:lvl8pPr>
            <a:lvl9pPr>
              <a:buNone/>
              <a:defRPr sz="1875">
                <a:solidFill>
                  <a:srgbClr val="172D48"/>
                </a:solidFill>
              </a:defRPr>
            </a:lvl9pPr>
          </a:lstStyle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ld_config_fault_read_enable</a:t>
            </a:r>
            <a:r>
              <a:rPr lang="en-US" altLang="ko-KR" sz="1000" dirty="0"/>
              <a:t>: </a:t>
            </a:r>
            <a:r>
              <a:rPr lang="ko-KR" altLang="en-US" sz="1000" dirty="0"/>
              <a:t>도움말 출력</a:t>
            </a:r>
            <a:endParaRPr lang="en-US" altLang="ko-KR" sz="1000" dirty="0"/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ld_config_fault_read_enable</a:t>
            </a:r>
            <a:r>
              <a:rPr lang="en-US" altLang="ko-KR" sz="1000" dirty="0"/>
              <a:t> 1: </a:t>
            </a:r>
            <a:r>
              <a:rPr lang="en-US" altLang="ko-KR" sz="1000" dirty="0" err="1"/>
              <a:t>Fault_Read</a:t>
            </a:r>
            <a:r>
              <a:rPr lang="en-US" altLang="ko-KR" sz="1000" dirty="0"/>
              <a:t> Off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ld_config_fault_read_enable</a:t>
            </a:r>
            <a:r>
              <a:rPr lang="en-US" altLang="ko-KR" sz="1000" dirty="0"/>
              <a:t> 2: </a:t>
            </a:r>
            <a:r>
              <a:rPr lang="en-US" altLang="ko-KR" sz="1000" dirty="0" err="1"/>
              <a:t>Fault_Read</a:t>
            </a:r>
            <a:r>
              <a:rPr lang="en-US" altLang="ko-KR" sz="1000" dirty="0"/>
              <a:t> On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AB3FD9A-1949-4156-9EB4-30405CA6D435}"/>
              </a:ext>
            </a:extLst>
          </p:cNvPr>
          <p:cNvSpPr>
            <a:spLocks noGrp="1"/>
          </p:cNvSpPr>
          <p:nvPr/>
        </p:nvSpPr>
        <p:spPr>
          <a:xfrm>
            <a:off x="6362699" y="1295400"/>
            <a:ext cx="5476875" cy="990600"/>
          </a:xfrm>
          <a:prstGeom prst="rect">
            <a:avLst/>
          </a:prstGeom>
          <a:noFill/>
          <a:ln w="0">
            <a:solidFill>
              <a:schemeClr val="accent1"/>
            </a:solidFill>
          </a:ln>
        </p:spPr>
        <p:txBody>
          <a:bodyPr/>
          <a:lstStyle>
            <a:defPPr>
              <a:defRPr sz="1875">
                <a:solidFill>
                  <a:srgbClr val="172D48"/>
                </a:solidFill>
              </a:defRPr>
            </a:defPPr>
            <a:lvl1pPr>
              <a:buNone/>
              <a:defRPr sz="1875">
                <a:solidFill>
                  <a:srgbClr val="172D48"/>
                </a:solidFill>
              </a:defRPr>
            </a:lvl1pPr>
            <a:lvl2pPr>
              <a:buNone/>
              <a:defRPr sz="1875">
                <a:solidFill>
                  <a:srgbClr val="172D48"/>
                </a:solidFill>
              </a:defRPr>
            </a:lvl2pPr>
            <a:lvl3pPr>
              <a:buNone/>
              <a:defRPr sz="1875">
                <a:solidFill>
                  <a:srgbClr val="172D48"/>
                </a:solidFill>
              </a:defRPr>
            </a:lvl3pPr>
            <a:lvl4pPr>
              <a:buNone/>
              <a:defRPr sz="1875">
                <a:solidFill>
                  <a:srgbClr val="172D48"/>
                </a:solidFill>
              </a:defRPr>
            </a:lvl4pPr>
            <a:lvl5pPr>
              <a:buNone/>
              <a:defRPr sz="1875">
                <a:solidFill>
                  <a:srgbClr val="172D48"/>
                </a:solidFill>
              </a:defRPr>
            </a:lvl5pPr>
            <a:lvl6pPr>
              <a:buNone/>
              <a:defRPr sz="1875">
                <a:solidFill>
                  <a:srgbClr val="172D48"/>
                </a:solidFill>
              </a:defRPr>
            </a:lvl6pPr>
            <a:lvl7pPr>
              <a:buNone/>
              <a:defRPr sz="1875">
                <a:solidFill>
                  <a:srgbClr val="172D48"/>
                </a:solidFill>
              </a:defRPr>
            </a:lvl7pPr>
            <a:lvl8pPr>
              <a:buNone/>
              <a:defRPr sz="1875">
                <a:solidFill>
                  <a:srgbClr val="172D48"/>
                </a:solidFill>
              </a:defRPr>
            </a:lvl8pPr>
            <a:lvl9pPr>
              <a:buNone/>
              <a:defRPr sz="1875">
                <a:solidFill>
                  <a:srgbClr val="172D48"/>
                </a:solidFill>
              </a:defRPr>
            </a:lvl9pPr>
          </a:lstStyle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ld_config_ld_trans_enable</a:t>
            </a:r>
            <a:r>
              <a:rPr lang="en-US" altLang="ko-KR" sz="1000" dirty="0"/>
              <a:t>: </a:t>
            </a:r>
            <a:r>
              <a:rPr lang="ko-KR" altLang="en-US" sz="1000" dirty="0"/>
              <a:t>도움말 출력</a:t>
            </a:r>
            <a:endParaRPr lang="en-US" altLang="ko-KR" sz="1000" dirty="0"/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ld_config_ld_trans_enable</a:t>
            </a:r>
            <a:r>
              <a:rPr lang="en-US" altLang="ko-KR" sz="1000" dirty="0"/>
              <a:t> 1: </a:t>
            </a:r>
            <a:r>
              <a:rPr lang="en-US" altLang="ko-KR" sz="1000" dirty="0" err="1"/>
              <a:t>LD_Transfer</a:t>
            </a:r>
            <a:r>
              <a:rPr lang="en-US" altLang="ko-KR" sz="1000" dirty="0"/>
              <a:t> Off</a:t>
            </a:r>
          </a:p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ld_config_ld_trans_enable</a:t>
            </a:r>
            <a:r>
              <a:rPr lang="en-US" altLang="ko-KR" sz="1000" dirty="0"/>
              <a:t> 2: </a:t>
            </a:r>
            <a:r>
              <a:rPr lang="en-US" altLang="ko-KR" sz="1000" dirty="0" err="1"/>
              <a:t>LD_Transfer</a:t>
            </a:r>
            <a:r>
              <a:rPr lang="en-US" altLang="ko-KR" sz="1000" dirty="0"/>
              <a:t> On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0D66308-CB8D-DA73-2A46-0AA3874319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14</a:t>
            </a:fld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52F6112-67E2-8CCE-BC59-6DA41F650408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3818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C09C8-3595-2F6C-4692-16239F3D9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F7B424C-DC50-FCB3-042B-A6311A3479B6}"/>
              </a:ext>
            </a:extLst>
          </p:cNvPr>
          <p:cNvSpPr>
            <a:spLocks noGrp="1"/>
          </p:cNvSpPr>
          <p:nvPr/>
        </p:nvSpPr>
        <p:spPr>
          <a:xfrm>
            <a:off x="619125" y="36195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lang="ko-KR" altLang="en-US" sz="3150" b="1" dirty="0">
                <a:solidFill>
                  <a:srgbClr val="172D48"/>
                </a:solidFill>
              </a:rPr>
              <a:t>통합 </a:t>
            </a:r>
            <a:r>
              <a:rPr lang="en-US" altLang="ko-KR" sz="3150" b="1" dirty="0">
                <a:solidFill>
                  <a:srgbClr val="172D48"/>
                </a:solidFill>
              </a:rPr>
              <a:t>- 1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B88FC-0330-1BEE-FEC5-9A196FBC9DC7}"/>
              </a:ext>
            </a:extLst>
          </p:cNvPr>
          <p:cNvSpPr>
            <a:spLocks noGrp="1"/>
          </p:cNvSpPr>
          <p:nvPr/>
        </p:nvSpPr>
        <p:spPr>
          <a:xfrm>
            <a:off x="714375" y="1314450"/>
            <a:ext cx="5476875" cy="3781425"/>
          </a:xfrm>
          <a:prstGeom prst="rect">
            <a:avLst/>
          </a:prstGeom>
          <a:solidFill>
            <a:srgbClr val="0F141A"/>
          </a:solidFill>
          <a:ln w="0">
            <a:noFill/>
          </a:ln>
        </p:spPr>
        <p:txBody>
          <a:bodyPr/>
          <a:lstStyle>
            <a:defPPr>
              <a:defRPr sz="1125" b="0">
                <a:solidFill>
                  <a:srgbClr val="AAB4BF"/>
                </a:solidFill>
              </a:defRPr>
            </a:defPPr>
            <a:lvl1pPr>
              <a:defRPr sz="1125" b="0">
                <a:solidFill>
                  <a:srgbClr val="AAB4BF"/>
                </a:solidFill>
              </a:defRPr>
            </a:lvl1pPr>
            <a:lvl2pPr>
              <a:defRPr sz="1125" b="0">
                <a:solidFill>
                  <a:srgbClr val="AAB4BF"/>
                </a:solidFill>
              </a:defRPr>
            </a:lvl2pPr>
            <a:lvl3pPr>
              <a:defRPr sz="1125" b="0">
                <a:solidFill>
                  <a:srgbClr val="AAB4BF"/>
                </a:solidFill>
              </a:defRPr>
            </a:lvl3pPr>
            <a:lvl4pPr>
              <a:defRPr sz="1125" b="0">
                <a:solidFill>
                  <a:srgbClr val="AAB4BF"/>
                </a:solidFill>
              </a:defRPr>
            </a:lvl4pPr>
            <a:lvl5pPr>
              <a:defRPr sz="1125" b="0">
                <a:solidFill>
                  <a:srgbClr val="AAB4BF"/>
                </a:solidFill>
              </a:defRPr>
            </a:lvl5pPr>
            <a:lvl6pPr>
              <a:defRPr sz="1125" b="0">
                <a:solidFill>
                  <a:srgbClr val="AAB4BF"/>
                </a:solidFill>
              </a:defRPr>
            </a:lvl6pPr>
            <a:lvl7pPr>
              <a:defRPr sz="1125" b="0">
                <a:solidFill>
                  <a:srgbClr val="AAB4BF"/>
                </a:solidFill>
              </a:defRPr>
            </a:lvl7pPr>
            <a:lvl8pPr>
              <a:defRPr sz="1125" b="0">
                <a:solidFill>
                  <a:srgbClr val="AAB4BF"/>
                </a:solidFill>
              </a:defRPr>
            </a:lvl8pPr>
            <a:lvl9pPr>
              <a:defRPr sz="1125" b="0">
                <a:solidFill>
                  <a:srgbClr val="AAB4BF"/>
                </a:solidFill>
              </a:defRPr>
            </a:lvl9pPr>
          </a:lstStyle>
          <a:p>
            <a:pPr>
              <a:defRPr sz="1125" b="0">
                <a:solidFill>
                  <a:srgbClr val="AAB4BF"/>
                </a:solidFill>
              </a:defRPr>
            </a:pPr>
            <a:r>
              <a:rPr sz="1125" b="0">
                <a:solidFill>
                  <a:srgbClr val="AAB4BF"/>
                </a:solidFill>
              </a:rPr>
              <a:t>Tera Term / COM port / 115200 8N1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C4F423-6365-FE7C-B18B-BA7E4D1DFE56}"/>
              </a:ext>
            </a:extLst>
          </p:cNvPr>
          <p:cNvSpPr>
            <a:spLocks noGrp="1"/>
          </p:cNvSpPr>
          <p:nvPr/>
        </p:nvSpPr>
        <p:spPr>
          <a:xfrm>
            <a:off x="904875" y="1733550"/>
            <a:ext cx="5286375" cy="33623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0">
                <a:solidFill>
                  <a:srgbClr val="73C98C"/>
                </a:solidFill>
              </a:defRPr>
            </a:defPPr>
            <a:lvl1pPr>
              <a:defRPr sz="1425" b="0">
                <a:solidFill>
                  <a:srgbClr val="73C98C"/>
                </a:solidFill>
              </a:defRPr>
            </a:lvl1pPr>
            <a:lvl2pPr>
              <a:defRPr sz="1425" b="0">
                <a:solidFill>
                  <a:srgbClr val="73C98C"/>
                </a:solidFill>
              </a:defRPr>
            </a:lvl2pPr>
            <a:lvl3pPr>
              <a:defRPr sz="1425" b="0">
                <a:solidFill>
                  <a:srgbClr val="73C98C"/>
                </a:solidFill>
              </a:defRPr>
            </a:lvl3pPr>
            <a:lvl4pPr>
              <a:defRPr sz="1425" b="0">
                <a:solidFill>
                  <a:srgbClr val="73C98C"/>
                </a:solidFill>
              </a:defRPr>
            </a:lvl4pPr>
            <a:lvl5pPr>
              <a:defRPr sz="1425" b="0">
                <a:solidFill>
                  <a:srgbClr val="73C98C"/>
                </a:solidFill>
              </a:defRPr>
            </a:lvl5pPr>
            <a:lvl6pPr>
              <a:defRPr sz="1425" b="0">
                <a:solidFill>
                  <a:srgbClr val="73C98C"/>
                </a:solidFill>
              </a:defRPr>
            </a:lvl6pPr>
            <a:lvl7pPr>
              <a:defRPr sz="1425" b="0">
                <a:solidFill>
                  <a:srgbClr val="73C98C"/>
                </a:solidFill>
              </a:defRPr>
            </a:lvl7pPr>
            <a:lvl8pPr>
              <a:defRPr sz="1425" b="0">
                <a:solidFill>
                  <a:srgbClr val="73C98C"/>
                </a:solidFill>
              </a:defRPr>
            </a:lvl8pPr>
            <a:lvl9pPr>
              <a:defRPr sz="1425" b="0">
                <a:solidFill>
                  <a:srgbClr val="73C98C"/>
                </a:solidFill>
              </a:defRPr>
            </a:lvl9pPr>
          </a:lstStyle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id601_init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[ID601] Dimming initialization complete.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Initialization Complete.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id601_mode 3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[ID601] Dimming Type 1 configuration complete.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Set Mode OK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vsync</a:t>
            </a:r>
            <a:r>
              <a:rPr lang="en-US" sz="1000" dirty="0"/>
              <a:t> 2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    [CLI] </a:t>
            </a:r>
            <a:r>
              <a:rPr lang="en-US" sz="1000" dirty="0" err="1"/>
              <a:t>Vsync</a:t>
            </a:r>
            <a:r>
              <a:rPr lang="en-US" sz="1000" dirty="0"/>
              <a:t> started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ld_buff</a:t>
            </a:r>
            <a:r>
              <a:rPr lang="en-US" sz="1000" dirty="0"/>
              <a:t> 1 1 1 8000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ld_buff</a:t>
            </a:r>
            <a:r>
              <a:rPr lang="en-US" sz="1000" dirty="0"/>
              <a:t> 1 6 2 4000</a:t>
            </a:r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endParaRPr lang="en-US" sz="1000" dirty="0"/>
          </a:p>
          <a:p>
            <a:pPr>
              <a:defRPr sz="1425" b="0">
                <a:solidFill>
                  <a:srgbClr val="73C98C"/>
                </a:solidFill>
              </a:defRPr>
            </a:pPr>
            <a:r>
              <a:rPr lang="en-US" sz="1000" dirty="0"/>
              <a:t>ID601&gt; </a:t>
            </a:r>
            <a:r>
              <a:rPr lang="en-US" sz="1000" dirty="0" err="1"/>
              <a:t>ld_buff</a:t>
            </a:r>
            <a:r>
              <a:rPr lang="en-US" sz="1000" dirty="0"/>
              <a:t> 1 12 3 2000</a:t>
            </a:r>
            <a:endParaRPr sz="1000" b="0" dirty="0">
              <a:solidFill>
                <a:srgbClr val="73C98C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4240FA7-5B02-BA58-C6DF-7C1F52F63CDA}"/>
              </a:ext>
            </a:extLst>
          </p:cNvPr>
          <p:cNvSpPr>
            <a:spLocks noGrp="1"/>
          </p:cNvSpPr>
          <p:nvPr/>
        </p:nvSpPr>
        <p:spPr>
          <a:xfrm>
            <a:off x="619125" y="914400"/>
            <a:ext cx="10953750" cy="990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172D48"/>
                </a:solidFill>
              </a:defRPr>
            </a:defPPr>
            <a:lvl1pPr>
              <a:buNone/>
              <a:defRPr sz="1875">
                <a:solidFill>
                  <a:srgbClr val="172D48"/>
                </a:solidFill>
              </a:defRPr>
            </a:lvl1pPr>
            <a:lvl2pPr>
              <a:buNone/>
              <a:defRPr sz="1875">
                <a:solidFill>
                  <a:srgbClr val="172D48"/>
                </a:solidFill>
              </a:defRPr>
            </a:lvl2pPr>
            <a:lvl3pPr>
              <a:buNone/>
              <a:defRPr sz="1875">
                <a:solidFill>
                  <a:srgbClr val="172D48"/>
                </a:solidFill>
              </a:defRPr>
            </a:lvl3pPr>
            <a:lvl4pPr>
              <a:buNone/>
              <a:defRPr sz="1875">
                <a:solidFill>
                  <a:srgbClr val="172D48"/>
                </a:solidFill>
              </a:defRPr>
            </a:lvl4pPr>
            <a:lvl5pPr>
              <a:buNone/>
              <a:defRPr sz="1875">
                <a:solidFill>
                  <a:srgbClr val="172D48"/>
                </a:solidFill>
              </a:defRPr>
            </a:lvl5pPr>
            <a:lvl6pPr>
              <a:buNone/>
              <a:defRPr sz="1875">
                <a:solidFill>
                  <a:srgbClr val="172D48"/>
                </a:solidFill>
              </a:defRPr>
            </a:lvl6pPr>
            <a:lvl7pPr>
              <a:buNone/>
              <a:defRPr sz="1875">
                <a:solidFill>
                  <a:srgbClr val="172D48"/>
                </a:solidFill>
              </a:defRPr>
            </a:lvl7pPr>
            <a:lvl8pPr>
              <a:buNone/>
              <a:defRPr sz="1875">
                <a:solidFill>
                  <a:srgbClr val="172D48"/>
                </a:solidFill>
              </a:defRPr>
            </a:lvl8pPr>
            <a:lvl9pPr>
              <a:buNone/>
              <a:defRPr sz="1875">
                <a:solidFill>
                  <a:srgbClr val="172D48"/>
                </a:solidFill>
              </a:defRPr>
            </a:lvl9pPr>
          </a:lstStyle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ko-KR" altLang="en-US" sz="1000" dirty="0"/>
              <a:t>아래는 </a:t>
            </a:r>
            <a:r>
              <a:rPr lang="en-US" altLang="ko-KR" sz="1000" dirty="0"/>
              <a:t>ID601 </a:t>
            </a:r>
            <a:r>
              <a:rPr lang="ko-KR" altLang="en-US" sz="1000" dirty="0"/>
              <a:t>설정 및 </a:t>
            </a:r>
            <a:r>
              <a:rPr lang="en-US" altLang="ko-KR" sz="1000" dirty="0" err="1"/>
              <a:t>Vsync</a:t>
            </a:r>
            <a:r>
              <a:rPr lang="en-US" altLang="ko-KR" sz="1000" dirty="0"/>
              <a:t> </a:t>
            </a:r>
            <a:r>
              <a:rPr lang="ko-KR" altLang="en-US" sz="1000" dirty="0"/>
              <a:t>발생 시작</a:t>
            </a:r>
            <a:r>
              <a:rPr lang="en-US" altLang="ko-KR" sz="1000" dirty="0"/>
              <a:t>, LD</a:t>
            </a:r>
            <a:r>
              <a:rPr lang="ko-KR" altLang="en-US" sz="1000" dirty="0"/>
              <a:t>값 변경에 대한 예시 및 동작 파형 입니다</a:t>
            </a:r>
            <a:r>
              <a:rPr lang="en-US" altLang="ko-KR" sz="1000" dirty="0"/>
              <a:t>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EB99E8-97F1-7A41-3C16-89ED3B914771}"/>
              </a:ext>
            </a:extLst>
          </p:cNvPr>
          <p:cNvSpPr txBox="1"/>
          <p:nvPr/>
        </p:nvSpPr>
        <p:spPr>
          <a:xfrm>
            <a:off x="4000499" y="2067639"/>
            <a:ext cx="19768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Normal operation</a:t>
            </a:r>
            <a:r>
              <a:rPr lang="ko-KR" altLang="en-US" sz="1000" dirty="0">
                <a:solidFill>
                  <a:srgbClr val="FF0000"/>
                </a:solidFill>
              </a:rPr>
              <a:t>을 위한 </a:t>
            </a:r>
            <a:r>
              <a:rPr lang="en-US" altLang="ko-KR" sz="1000" dirty="0">
                <a:solidFill>
                  <a:srgbClr val="FF0000"/>
                </a:solidFill>
              </a:rPr>
              <a:t>initial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CD809A-4166-F397-9F90-03D79DE7EAAC}"/>
              </a:ext>
            </a:extLst>
          </p:cNvPr>
          <p:cNvSpPr txBox="1"/>
          <p:nvPr/>
        </p:nvSpPr>
        <p:spPr>
          <a:xfrm>
            <a:off x="4000499" y="2800348"/>
            <a:ext cx="17235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type1</a:t>
            </a:r>
            <a:r>
              <a:rPr lang="ko-KR" altLang="en-US" sz="1000" dirty="0">
                <a:solidFill>
                  <a:srgbClr val="FF0000"/>
                </a:solidFill>
              </a:rPr>
              <a:t>을 위한 레지스터 설정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517815-BCFD-FDE0-21A8-09C2ED7E051D}"/>
              </a:ext>
            </a:extLst>
          </p:cNvPr>
          <p:cNvSpPr txBox="1"/>
          <p:nvPr/>
        </p:nvSpPr>
        <p:spPr>
          <a:xfrm>
            <a:off x="4000499" y="3332319"/>
            <a:ext cx="10823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err="1">
                <a:solidFill>
                  <a:srgbClr val="FF0000"/>
                </a:solidFill>
              </a:rPr>
              <a:t>Vsync</a:t>
            </a:r>
            <a:r>
              <a:rPr lang="en-US" altLang="ko-KR" sz="1000" dirty="0">
                <a:solidFill>
                  <a:srgbClr val="FF0000"/>
                </a:solidFill>
              </a:rPr>
              <a:t> </a:t>
            </a:r>
            <a:r>
              <a:rPr lang="ko-KR" altLang="en-US" sz="1000" dirty="0">
                <a:solidFill>
                  <a:srgbClr val="FF0000"/>
                </a:solidFill>
              </a:rPr>
              <a:t>발생 시작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E2D156-4883-3256-E20B-F4329AD6C7A2}"/>
              </a:ext>
            </a:extLst>
          </p:cNvPr>
          <p:cNvSpPr txBox="1"/>
          <p:nvPr/>
        </p:nvSpPr>
        <p:spPr>
          <a:xfrm>
            <a:off x="4000499" y="3825000"/>
            <a:ext cx="20633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</a:t>
            </a:r>
            <a:r>
              <a:rPr lang="ko-KR" altLang="en-US" sz="1000" dirty="0">
                <a:solidFill>
                  <a:srgbClr val="FF0000"/>
                </a:solidFill>
              </a:rPr>
              <a:t>번 </a:t>
            </a:r>
            <a:r>
              <a:rPr lang="en-US" altLang="ko-KR" sz="1000" dirty="0">
                <a:solidFill>
                  <a:srgbClr val="FF0000"/>
                </a:solidFill>
              </a:rPr>
              <a:t>IC</a:t>
            </a:r>
            <a:r>
              <a:rPr lang="ko-KR" altLang="en-US" sz="1000" dirty="0">
                <a:solidFill>
                  <a:srgbClr val="FF0000"/>
                </a:solidFill>
              </a:rPr>
              <a:t>의 </a:t>
            </a:r>
            <a:r>
              <a:rPr lang="en-US" altLang="ko-KR" sz="1000" dirty="0">
                <a:solidFill>
                  <a:srgbClr val="FF0000"/>
                </a:solidFill>
              </a:rPr>
              <a:t>1</a:t>
            </a:r>
            <a:r>
              <a:rPr lang="ko-KR" altLang="en-US" sz="1000" dirty="0">
                <a:solidFill>
                  <a:srgbClr val="FF0000"/>
                </a:solidFill>
              </a:rPr>
              <a:t>번 채널의 </a:t>
            </a:r>
            <a:r>
              <a:rPr lang="en-US" altLang="ko-KR" sz="1000" dirty="0">
                <a:solidFill>
                  <a:srgbClr val="FF0000"/>
                </a:solidFill>
              </a:rPr>
              <a:t>Red LED </a:t>
            </a:r>
            <a:r>
              <a:rPr lang="ko-KR" altLang="en-US" sz="1000" dirty="0">
                <a:solidFill>
                  <a:srgbClr val="FF0000"/>
                </a:solidFill>
              </a:rPr>
              <a:t>제어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DD1FF8-F249-4071-A88D-56BBCD66F06A}"/>
              </a:ext>
            </a:extLst>
          </p:cNvPr>
          <p:cNvSpPr txBox="1"/>
          <p:nvPr/>
        </p:nvSpPr>
        <p:spPr>
          <a:xfrm>
            <a:off x="4000499" y="4287673"/>
            <a:ext cx="21868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</a:t>
            </a:r>
            <a:r>
              <a:rPr lang="ko-KR" altLang="en-US" sz="1000" dirty="0">
                <a:solidFill>
                  <a:srgbClr val="FF0000"/>
                </a:solidFill>
              </a:rPr>
              <a:t>번 </a:t>
            </a:r>
            <a:r>
              <a:rPr lang="en-US" altLang="ko-KR" sz="1000" dirty="0">
                <a:solidFill>
                  <a:srgbClr val="FF0000"/>
                </a:solidFill>
              </a:rPr>
              <a:t>IC</a:t>
            </a:r>
            <a:r>
              <a:rPr lang="ko-KR" altLang="en-US" sz="1000" dirty="0">
                <a:solidFill>
                  <a:srgbClr val="FF0000"/>
                </a:solidFill>
              </a:rPr>
              <a:t>의 </a:t>
            </a:r>
            <a:r>
              <a:rPr lang="en-US" altLang="ko-KR" sz="1000" dirty="0">
                <a:solidFill>
                  <a:srgbClr val="FF0000"/>
                </a:solidFill>
              </a:rPr>
              <a:t>6</a:t>
            </a:r>
            <a:r>
              <a:rPr lang="ko-KR" altLang="en-US" sz="1000" dirty="0">
                <a:solidFill>
                  <a:srgbClr val="FF0000"/>
                </a:solidFill>
              </a:rPr>
              <a:t>번 채널의 </a:t>
            </a:r>
            <a:r>
              <a:rPr lang="en-US" altLang="ko-KR" sz="1000" dirty="0">
                <a:solidFill>
                  <a:srgbClr val="FF0000"/>
                </a:solidFill>
              </a:rPr>
              <a:t>Green LED </a:t>
            </a:r>
            <a:r>
              <a:rPr lang="ko-KR" altLang="en-US" sz="1000" dirty="0">
                <a:solidFill>
                  <a:srgbClr val="FF0000"/>
                </a:solidFill>
              </a:rPr>
              <a:t>제어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B8B3AD-1CF5-A6DF-BB5D-2E7038CDF3AB}"/>
              </a:ext>
            </a:extLst>
          </p:cNvPr>
          <p:cNvSpPr txBox="1"/>
          <p:nvPr/>
        </p:nvSpPr>
        <p:spPr>
          <a:xfrm>
            <a:off x="4000499" y="4737971"/>
            <a:ext cx="21659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</a:rPr>
              <a:t>1</a:t>
            </a:r>
            <a:r>
              <a:rPr lang="ko-KR" altLang="en-US" sz="1000" dirty="0">
                <a:solidFill>
                  <a:srgbClr val="FF0000"/>
                </a:solidFill>
              </a:rPr>
              <a:t>번 </a:t>
            </a:r>
            <a:r>
              <a:rPr lang="en-US" altLang="ko-KR" sz="1000" dirty="0">
                <a:solidFill>
                  <a:srgbClr val="FF0000"/>
                </a:solidFill>
              </a:rPr>
              <a:t>IC</a:t>
            </a:r>
            <a:r>
              <a:rPr lang="ko-KR" altLang="en-US" sz="1000" dirty="0">
                <a:solidFill>
                  <a:srgbClr val="FF0000"/>
                </a:solidFill>
              </a:rPr>
              <a:t>의 </a:t>
            </a:r>
            <a:r>
              <a:rPr lang="en-US" altLang="ko-KR" sz="1000" dirty="0">
                <a:solidFill>
                  <a:srgbClr val="FF0000"/>
                </a:solidFill>
              </a:rPr>
              <a:t>12</a:t>
            </a:r>
            <a:r>
              <a:rPr lang="ko-KR" altLang="en-US" sz="1000" dirty="0">
                <a:solidFill>
                  <a:srgbClr val="FF0000"/>
                </a:solidFill>
              </a:rPr>
              <a:t>번 채널의 </a:t>
            </a:r>
            <a:r>
              <a:rPr lang="en-US" altLang="ko-KR" sz="1000" dirty="0">
                <a:solidFill>
                  <a:srgbClr val="FF0000"/>
                </a:solidFill>
              </a:rPr>
              <a:t>Blue LED </a:t>
            </a:r>
            <a:r>
              <a:rPr lang="ko-KR" altLang="en-US" sz="1000" dirty="0">
                <a:solidFill>
                  <a:srgbClr val="FF0000"/>
                </a:solidFill>
              </a:rPr>
              <a:t>제어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C17B6443-3E4E-B848-7D23-DB352E8AB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2993" y="165973"/>
            <a:ext cx="5529600" cy="324000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6CA45E3-FE58-578D-C843-943390FD2C2E}"/>
              </a:ext>
            </a:extLst>
          </p:cNvPr>
          <p:cNvSpPr txBox="1"/>
          <p:nvPr/>
        </p:nvSpPr>
        <p:spPr>
          <a:xfrm>
            <a:off x="6739898" y="867161"/>
            <a:ext cx="4507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 err="1">
                <a:solidFill>
                  <a:srgbClr val="FFFF00"/>
                </a:solidFill>
              </a:rPr>
              <a:t>Vsync</a:t>
            </a:r>
            <a:endParaRPr lang="ko-KR" altLang="en-US" sz="800" dirty="0">
              <a:solidFill>
                <a:srgbClr val="FFFF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79939B-9A26-9788-E528-1BC0AA01C195}"/>
              </a:ext>
            </a:extLst>
          </p:cNvPr>
          <p:cNvSpPr txBox="1"/>
          <p:nvPr/>
        </p:nvSpPr>
        <p:spPr>
          <a:xfrm>
            <a:off x="6739898" y="1296499"/>
            <a:ext cx="6222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00FCFC"/>
                </a:solidFill>
              </a:rPr>
              <a:t>ID601_O1</a:t>
            </a:r>
            <a:endParaRPr lang="ko-KR" altLang="en-US" sz="800" dirty="0">
              <a:solidFill>
                <a:srgbClr val="00FCFC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A2A935-10CE-3CDC-81FE-7C6BE5B2DE98}"/>
              </a:ext>
            </a:extLst>
          </p:cNvPr>
          <p:cNvSpPr txBox="1"/>
          <p:nvPr/>
        </p:nvSpPr>
        <p:spPr>
          <a:xfrm>
            <a:off x="6739898" y="1834333"/>
            <a:ext cx="6222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FF00FF"/>
                </a:solidFill>
              </a:rPr>
              <a:t>ID601_O6</a:t>
            </a:r>
            <a:endParaRPr lang="ko-KR" altLang="en-US" sz="800" dirty="0">
              <a:solidFill>
                <a:srgbClr val="FF00FF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0558550-5E4F-1261-9AF2-A3156C462A8A}"/>
              </a:ext>
            </a:extLst>
          </p:cNvPr>
          <p:cNvSpPr txBox="1"/>
          <p:nvPr/>
        </p:nvSpPr>
        <p:spPr>
          <a:xfrm>
            <a:off x="6739898" y="2461165"/>
            <a:ext cx="6767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0080FF"/>
                </a:solidFill>
              </a:rPr>
              <a:t>ID601_O12</a:t>
            </a:r>
            <a:endParaRPr lang="ko-KR" altLang="en-US" sz="800" dirty="0">
              <a:solidFill>
                <a:srgbClr val="0080FF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B2520A83-3283-B309-B414-FF3D70F708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2074" y="3497231"/>
            <a:ext cx="5529600" cy="3240000"/>
          </a:xfrm>
          <a:prstGeom prst="rect">
            <a:avLst/>
          </a:prstGeom>
        </p:spPr>
      </p:pic>
      <p:sp>
        <p:nvSpPr>
          <p:cNvPr id="37" name="타원 36">
            <a:extLst>
              <a:ext uri="{FF2B5EF4-FFF2-40B4-BE49-F238E27FC236}">
                <a16:creationId xmlns:a16="http://schemas.microsoft.com/office/drawing/2014/main" id="{E546363A-4BD2-CDA0-815D-FCD00A9E7EC3}"/>
              </a:ext>
            </a:extLst>
          </p:cNvPr>
          <p:cNvSpPr/>
          <p:nvPr/>
        </p:nvSpPr>
        <p:spPr>
          <a:xfrm>
            <a:off x="7638491" y="733425"/>
            <a:ext cx="1080045" cy="206692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화살표: 위로 굽음 39">
            <a:extLst>
              <a:ext uri="{FF2B5EF4-FFF2-40B4-BE49-F238E27FC236}">
                <a16:creationId xmlns:a16="http://schemas.microsoft.com/office/drawing/2014/main" id="{FF11B855-845E-55CE-AFED-C40F9158E6C8}"/>
              </a:ext>
            </a:extLst>
          </p:cNvPr>
          <p:cNvSpPr/>
          <p:nvPr/>
        </p:nvSpPr>
        <p:spPr>
          <a:xfrm flipV="1">
            <a:off x="8745416" y="1454337"/>
            <a:ext cx="389850" cy="2833335"/>
          </a:xfrm>
          <a:prstGeom prst="bent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4DAE207-97C1-4407-287D-A55FAB2268F8}"/>
              </a:ext>
            </a:extLst>
          </p:cNvPr>
          <p:cNvSpPr txBox="1"/>
          <p:nvPr/>
        </p:nvSpPr>
        <p:spPr>
          <a:xfrm>
            <a:off x="8523611" y="1409700"/>
            <a:ext cx="389850" cy="215444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800" dirty="0"/>
              <a:t>확대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494693-E96C-A980-90AD-59C024CA6E38}"/>
              </a:ext>
            </a:extLst>
          </p:cNvPr>
          <p:cNvSpPr txBox="1"/>
          <p:nvPr/>
        </p:nvSpPr>
        <p:spPr>
          <a:xfrm>
            <a:off x="6700947" y="4196546"/>
            <a:ext cx="4507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 err="1">
                <a:solidFill>
                  <a:srgbClr val="FFFF00"/>
                </a:solidFill>
              </a:rPr>
              <a:t>Vsync</a:t>
            </a:r>
            <a:endParaRPr lang="ko-KR" altLang="en-US" sz="800" dirty="0">
              <a:solidFill>
                <a:srgbClr val="FFFF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987074D-495C-1720-0729-E3BB4E0320EA}"/>
              </a:ext>
            </a:extLst>
          </p:cNvPr>
          <p:cNvSpPr txBox="1"/>
          <p:nvPr/>
        </p:nvSpPr>
        <p:spPr>
          <a:xfrm>
            <a:off x="6634272" y="4502059"/>
            <a:ext cx="6222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00FCFC"/>
                </a:solidFill>
              </a:rPr>
              <a:t>ID601_O1</a:t>
            </a:r>
            <a:endParaRPr lang="ko-KR" altLang="en-US" sz="800" dirty="0">
              <a:solidFill>
                <a:srgbClr val="00FCFC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0D08A0-2246-6046-7E3E-0B48BE31B463}"/>
              </a:ext>
            </a:extLst>
          </p:cNvPr>
          <p:cNvSpPr txBox="1"/>
          <p:nvPr/>
        </p:nvSpPr>
        <p:spPr>
          <a:xfrm>
            <a:off x="6634272" y="4906543"/>
            <a:ext cx="6222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FF00FF"/>
                </a:solidFill>
              </a:rPr>
              <a:t>ID601_O6</a:t>
            </a:r>
            <a:endParaRPr lang="ko-KR" altLang="en-US" sz="800" dirty="0">
              <a:solidFill>
                <a:srgbClr val="FF00FF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C5CD293-82CB-F1AB-B936-C72E0B46B63D}"/>
              </a:ext>
            </a:extLst>
          </p:cNvPr>
          <p:cNvSpPr txBox="1"/>
          <p:nvPr/>
        </p:nvSpPr>
        <p:spPr>
          <a:xfrm>
            <a:off x="6634272" y="5533375"/>
            <a:ext cx="6767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>
                <a:solidFill>
                  <a:srgbClr val="0080FF"/>
                </a:solidFill>
              </a:rPr>
              <a:t>ID601_O12</a:t>
            </a:r>
            <a:endParaRPr lang="ko-KR" altLang="en-US" sz="800" dirty="0">
              <a:solidFill>
                <a:srgbClr val="0080FF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53E589-A7BC-A4AD-1181-C668478A09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15</a:t>
            </a:fld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BB36A53-823F-5F89-91ED-80C067C5C73D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2411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489A4-DFE6-1725-7E83-AC21ABD4D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56A7F44E-0FA0-DA4F-A1D3-1B07AB3005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0530275"/>
              </p:ext>
            </p:extLst>
          </p:nvPr>
        </p:nvGraphicFramePr>
        <p:xfrm>
          <a:off x="192088" y="1476375"/>
          <a:ext cx="11807823" cy="2962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5941">
                  <a:extLst>
                    <a:ext uri="{9D8B030D-6E8A-4147-A177-3AD203B41FA5}">
                      <a16:colId xmlns:a16="http://schemas.microsoft.com/office/drawing/2014/main" val="788527689"/>
                    </a:ext>
                  </a:extLst>
                </a:gridCol>
                <a:gridCol w="3935941">
                  <a:extLst>
                    <a:ext uri="{9D8B030D-6E8A-4147-A177-3AD203B41FA5}">
                      <a16:colId xmlns:a16="http://schemas.microsoft.com/office/drawing/2014/main" val="2109523779"/>
                    </a:ext>
                  </a:extLst>
                </a:gridCol>
                <a:gridCol w="3935941">
                  <a:extLst>
                    <a:ext uri="{9D8B030D-6E8A-4147-A177-3AD203B41FA5}">
                      <a16:colId xmlns:a16="http://schemas.microsoft.com/office/drawing/2014/main" val="1557671571"/>
                    </a:ext>
                  </a:extLst>
                </a:gridCol>
              </a:tblGrid>
              <a:tr h="4879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기본 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Fault Read off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LD Transfer Off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182734"/>
                  </a:ext>
                </a:extLst>
              </a:tr>
              <a:tr h="2474344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4719142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DE02E325-EE58-5BBB-00D5-9177F9FC478B}"/>
              </a:ext>
            </a:extLst>
          </p:cNvPr>
          <p:cNvSpPr>
            <a:spLocks noGrp="1"/>
          </p:cNvSpPr>
          <p:nvPr/>
        </p:nvSpPr>
        <p:spPr>
          <a:xfrm>
            <a:off x="619125" y="36195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lang="ko-KR" altLang="en-US" sz="3150" b="1" dirty="0">
                <a:solidFill>
                  <a:srgbClr val="172D48"/>
                </a:solidFill>
              </a:rPr>
              <a:t>통합 </a:t>
            </a:r>
            <a:r>
              <a:rPr lang="en-US" altLang="ko-KR" sz="3150" b="1" dirty="0">
                <a:solidFill>
                  <a:srgbClr val="172D48"/>
                </a:solidFill>
              </a:rPr>
              <a:t>- 2</a:t>
            </a:r>
            <a:endParaRPr sz="3150" b="1" dirty="0">
              <a:solidFill>
                <a:srgbClr val="172D48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B2FC8D5-3A32-3A66-4544-92333BA5F871}"/>
              </a:ext>
            </a:extLst>
          </p:cNvPr>
          <p:cNvSpPr>
            <a:spLocks noGrp="1"/>
          </p:cNvSpPr>
          <p:nvPr/>
        </p:nvSpPr>
        <p:spPr>
          <a:xfrm>
            <a:off x="619125" y="914400"/>
            <a:ext cx="10953750" cy="990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172D48"/>
                </a:solidFill>
              </a:defRPr>
            </a:defPPr>
            <a:lvl1pPr>
              <a:buNone/>
              <a:defRPr sz="1875">
                <a:solidFill>
                  <a:srgbClr val="172D48"/>
                </a:solidFill>
              </a:defRPr>
            </a:lvl1pPr>
            <a:lvl2pPr>
              <a:buNone/>
              <a:defRPr sz="1875">
                <a:solidFill>
                  <a:srgbClr val="172D48"/>
                </a:solidFill>
              </a:defRPr>
            </a:lvl2pPr>
            <a:lvl3pPr>
              <a:buNone/>
              <a:defRPr sz="1875">
                <a:solidFill>
                  <a:srgbClr val="172D48"/>
                </a:solidFill>
              </a:defRPr>
            </a:lvl3pPr>
            <a:lvl4pPr>
              <a:buNone/>
              <a:defRPr sz="1875">
                <a:solidFill>
                  <a:srgbClr val="172D48"/>
                </a:solidFill>
              </a:defRPr>
            </a:lvl4pPr>
            <a:lvl5pPr>
              <a:buNone/>
              <a:defRPr sz="1875">
                <a:solidFill>
                  <a:srgbClr val="172D48"/>
                </a:solidFill>
              </a:defRPr>
            </a:lvl5pPr>
            <a:lvl6pPr>
              <a:buNone/>
              <a:defRPr sz="1875">
                <a:solidFill>
                  <a:srgbClr val="172D48"/>
                </a:solidFill>
              </a:defRPr>
            </a:lvl6pPr>
            <a:lvl7pPr>
              <a:buNone/>
              <a:defRPr sz="1875">
                <a:solidFill>
                  <a:srgbClr val="172D48"/>
                </a:solidFill>
              </a:defRPr>
            </a:lvl7pPr>
            <a:lvl8pPr>
              <a:buNone/>
              <a:defRPr sz="1875">
                <a:solidFill>
                  <a:srgbClr val="172D48"/>
                </a:solidFill>
              </a:defRPr>
            </a:lvl8pPr>
            <a:lvl9pPr>
              <a:buNone/>
              <a:defRPr sz="1875">
                <a:solidFill>
                  <a:srgbClr val="172D48"/>
                </a:solidFill>
              </a:defRPr>
            </a:lvl9pPr>
          </a:lstStyle>
          <a:p>
            <a:pPr>
              <a:lnSpc>
                <a:spcPct val="150000"/>
              </a:lnSpc>
              <a:defRPr sz="1875">
                <a:solidFill>
                  <a:srgbClr val="172D48"/>
                </a:solidFill>
              </a:defRPr>
            </a:pPr>
            <a:r>
              <a:rPr lang="en-US" altLang="ko-KR" sz="1000" dirty="0" err="1"/>
              <a:t>Fault_read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LD_Transfer</a:t>
            </a:r>
            <a:r>
              <a:rPr lang="en-US" altLang="ko-KR" sz="1000" dirty="0"/>
              <a:t> on/off </a:t>
            </a:r>
            <a:r>
              <a:rPr lang="ko-KR" altLang="en-US" sz="1000" dirty="0"/>
              <a:t>상태에 따른 </a:t>
            </a:r>
            <a:r>
              <a:rPr lang="en-US" altLang="ko-KR" sz="1000" dirty="0"/>
              <a:t>DIO </a:t>
            </a:r>
            <a:r>
              <a:rPr lang="ko-KR" altLang="en-US" sz="1000" dirty="0"/>
              <a:t>패드의 상태입니다</a:t>
            </a:r>
            <a:r>
              <a:rPr lang="en-US" altLang="ko-KR" sz="1000" dirty="0"/>
              <a:t>.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373563-14A2-115C-13E3-D253557F21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261" y="2106160"/>
            <a:ext cx="3600000" cy="210937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CD8F614-D07A-BF8C-7F30-604A365F27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1799" y="2106160"/>
            <a:ext cx="3600000" cy="21093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181EA5F-AC99-F024-049C-19F2FA8D745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1337" y="2106160"/>
            <a:ext cx="3600000" cy="2109375"/>
          </a:xfrm>
          <a:prstGeom prst="rect">
            <a:avLst/>
          </a:prstGeom>
        </p:spPr>
      </p:pic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BB1694B-21F1-55F6-F5B6-679DBAF7A0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16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25C3745-8326-F7AD-A0E7-B78855EB3146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51689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B075707-10FE-47EB-B449-886E287B49D3}"/>
              </a:ext>
            </a:extLst>
          </p:cNvPr>
          <p:cNvSpPr>
            <a:spLocks noGrp="1"/>
          </p:cNvSpPr>
          <p:nvPr/>
        </p:nvSpPr>
        <p:spPr>
          <a:xfrm>
            <a:off x="619125" y="457200"/>
            <a:ext cx="109537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sz="3150" b="1">
                <a:solidFill>
                  <a:srgbClr val="172D48"/>
                </a:solidFill>
              </a:rPr>
              <a:t>오류 대응과 작업 종료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DB7CADB-7139-4801-9780-7A6E85C026F4}"/>
              </a:ext>
            </a:extLst>
          </p:cNvPr>
          <p:cNvSpPr>
            <a:spLocks noGrp="1"/>
          </p:cNvSpPr>
          <p:nvPr/>
        </p:nvSpPr>
        <p:spPr>
          <a:xfrm>
            <a:off x="619125" y="1381125"/>
            <a:ext cx="1081087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1565C0"/>
                </a:solidFill>
              </a:defRPr>
            </a:defPPr>
            <a:lvl1pPr>
              <a:buNone/>
              <a:defRPr sz="2175" b="1">
                <a:solidFill>
                  <a:srgbClr val="1565C0"/>
                </a:solidFill>
              </a:defRPr>
            </a:lvl1pPr>
            <a:lvl2pPr>
              <a:buNone/>
              <a:defRPr sz="2175" b="1">
                <a:solidFill>
                  <a:srgbClr val="1565C0"/>
                </a:solidFill>
              </a:defRPr>
            </a:lvl2pPr>
            <a:lvl3pPr>
              <a:buNone/>
              <a:defRPr sz="2175" b="1">
                <a:solidFill>
                  <a:srgbClr val="1565C0"/>
                </a:solidFill>
              </a:defRPr>
            </a:lvl3pPr>
            <a:lvl4pPr>
              <a:buNone/>
              <a:defRPr sz="2175" b="1">
                <a:solidFill>
                  <a:srgbClr val="1565C0"/>
                </a:solidFill>
              </a:defRPr>
            </a:lvl4pPr>
            <a:lvl5pPr>
              <a:buNone/>
              <a:defRPr sz="2175" b="1">
                <a:solidFill>
                  <a:srgbClr val="1565C0"/>
                </a:solidFill>
              </a:defRPr>
            </a:lvl5pPr>
            <a:lvl6pPr>
              <a:buNone/>
              <a:defRPr sz="2175" b="1">
                <a:solidFill>
                  <a:srgbClr val="1565C0"/>
                </a:solidFill>
              </a:defRPr>
            </a:lvl6pPr>
            <a:lvl7pPr>
              <a:buNone/>
              <a:defRPr sz="2175" b="1">
                <a:solidFill>
                  <a:srgbClr val="1565C0"/>
                </a:solidFill>
              </a:defRPr>
            </a:lvl7pPr>
            <a:lvl8pPr>
              <a:buNone/>
              <a:defRPr sz="2175" b="1">
                <a:solidFill>
                  <a:srgbClr val="1565C0"/>
                </a:solidFill>
              </a:defRPr>
            </a:lvl8pPr>
            <a:lvl9pPr>
              <a:buNone/>
              <a:defRPr sz="2175" b="1">
                <a:solidFill>
                  <a:srgbClr val="1565C0"/>
                </a:solidFill>
              </a:defRPr>
            </a:lvl9pPr>
          </a:lstStyle>
          <a:p>
            <a:pPr>
              <a:buNone/>
              <a:defRPr sz="2175" b="1">
                <a:solidFill>
                  <a:srgbClr val="1565C0"/>
                </a:solidFill>
              </a:defRPr>
            </a:pPr>
            <a:r>
              <a:rPr sz="2175" b="1">
                <a:solidFill>
                  <a:srgbClr val="1565C0"/>
                </a:solidFill>
              </a:rPr>
              <a:t>화면 출력 또는 통신이 없을 때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63E1D66-AF56-4C45-A725-54C57563D920}"/>
              </a:ext>
            </a:extLst>
          </p:cNvPr>
          <p:cNvSpPr>
            <a:spLocks noGrp="1"/>
          </p:cNvSpPr>
          <p:nvPr/>
        </p:nvSpPr>
        <p:spPr>
          <a:xfrm>
            <a:off x="619125" y="1866900"/>
            <a:ext cx="10810875" cy="1143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72D48"/>
                </a:solidFill>
              </a:defRPr>
            </a:defPPr>
            <a:lvl1pPr>
              <a:buNone/>
              <a:defRPr sz="1875" b="0">
                <a:solidFill>
                  <a:srgbClr val="172D48"/>
                </a:solidFill>
              </a:defRPr>
            </a:lvl1pPr>
            <a:lvl2pPr>
              <a:buNone/>
              <a:defRPr sz="1875" b="0">
                <a:solidFill>
                  <a:srgbClr val="172D48"/>
                </a:solidFill>
              </a:defRPr>
            </a:lvl2pPr>
            <a:lvl3pPr>
              <a:buNone/>
              <a:defRPr sz="1875" b="0">
                <a:solidFill>
                  <a:srgbClr val="172D48"/>
                </a:solidFill>
              </a:defRPr>
            </a:lvl3pPr>
            <a:lvl4pPr>
              <a:buNone/>
              <a:defRPr sz="1875" b="0">
                <a:solidFill>
                  <a:srgbClr val="172D48"/>
                </a:solidFill>
              </a:defRPr>
            </a:lvl4pPr>
            <a:lvl5pPr>
              <a:buNone/>
              <a:defRPr sz="1875" b="0">
                <a:solidFill>
                  <a:srgbClr val="172D48"/>
                </a:solidFill>
              </a:defRPr>
            </a:lvl5pPr>
            <a:lvl6pPr>
              <a:buNone/>
              <a:defRPr sz="1875" b="0">
                <a:solidFill>
                  <a:srgbClr val="172D48"/>
                </a:solidFill>
              </a:defRPr>
            </a:lvl6pPr>
            <a:lvl7pPr>
              <a:buNone/>
              <a:defRPr sz="1875" b="0">
                <a:solidFill>
                  <a:srgbClr val="172D48"/>
                </a:solidFill>
              </a:defRPr>
            </a:lvl7pPr>
            <a:lvl8pPr>
              <a:buNone/>
              <a:defRPr sz="1875" b="0">
                <a:solidFill>
                  <a:srgbClr val="172D48"/>
                </a:solidFill>
              </a:defRPr>
            </a:lvl8pPr>
            <a:lvl9pPr>
              <a:buNone/>
              <a:defRPr sz="1875" b="0">
                <a:solidFill>
                  <a:srgbClr val="172D48"/>
                </a:solidFill>
              </a:defRPr>
            </a:lvl9pPr>
          </a:lstStyle>
          <a:p>
            <a:pPr>
              <a:buNone/>
              <a:defRPr sz="1875" b="0">
                <a:solidFill>
                  <a:srgbClr val="172D48"/>
                </a:solidFill>
              </a:defRPr>
            </a:pPr>
            <a:r>
              <a:rPr sz="1875" b="0">
                <a:solidFill>
                  <a:srgbClr val="172D48"/>
                </a:solidFill>
              </a:rPr>
              <a:t>COM 포트와 115200 / 8N1 설정, 보드 전원·배선을 확인합니다.</a:t>
            </a:r>
          </a:p>
          <a:p>
            <a:pPr>
              <a:buNone/>
              <a:defRPr sz="1875" b="0">
                <a:solidFill>
                  <a:srgbClr val="172D48"/>
                </a:solidFill>
              </a:defRPr>
            </a:pPr>
            <a:r>
              <a:rPr sz="1875" b="0">
                <a:solidFill>
                  <a:srgbClr val="172D48"/>
                </a:solidFill>
              </a:rPr>
              <a:t>필요 시 보드를 재기동하고 시작 배너의 버전을 확인합니다.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742335F-0049-4FFA-8210-34071BB9D662}"/>
              </a:ext>
            </a:extLst>
          </p:cNvPr>
          <p:cNvSpPr>
            <a:spLocks noGrp="1"/>
          </p:cNvSpPr>
          <p:nvPr/>
        </p:nvSpPr>
        <p:spPr>
          <a:xfrm>
            <a:off x="619125" y="3143250"/>
            <a:ext cx="1081087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1565C0"/>
                </a:solidFill>
              </a:defRPr>
            </a:defPPr>
            <a:lvl1pPr>
              <a:buNone/>
              <a:defRPr sz="2175" b="1">
                <a:solidFill>
                  <a:srgbClr val="1565C0"/>
                </a:solidFill>
              </a:defRPr>
            </a:lvl1pPr>
            <a:lvl2pPr>
              <a:buNone/>
              <a:defRPr sz="2175" b="1">
                <a:solidFill>
                  <a:srgbClr val="1565C0"/>
                </a:solidFill>
              </a:defRPr>
            </a:lvl2pPr>
            <a:lvl3pPr>
              <a:buNone/>
              <a:defRPr sz="2175" b="1">
                <a:solidFill>
                  <a:srgbClr val="1565C0"/>
                </a:solidFill>
              </a:defRPr>
            </a:lvl3pPr>
            <a:lvl4pPr>
              <a:buNone/>
              <a:defRPr sz="2175" b="1">
                <a:solidFill>
                  <a:srgbClr val="1565C0"/>
                </a:solidFill>
              </a:defRPr>
            </a:lvl4pPr>
            <a:lvl5pPr>
              <a:buNone/>
              <a:defRPr sz="2175" b="1">
                <a:solidFill>
                  <a:srgbClr val="1565C0"/>
                </a:solidFill>
              </a:defRPr>
            </a:lvl5pPr>
            <a:lvl6pPr>
              <a:buNone/>
              <a:defRPr sz="2175" b="1">
                <a:solidFill>
                  <a:srgbClr val="1565C0"/>
                </a:solidFill>
              </a:defRPr>
            </a:lvl6pPr>
            <a:lvl7pPr>
              <a:buNone/>
              <a:defRPr sz="2175" b="1">
                <a:solidFill>
                  <a:srgbClr val="1565C0"/>
                </a:solidFill>
              </a:defRPr>
            </a:lvl7pPr>
            <a:lvl8pPr>
              <a:buNone/>
              <a:defRPr sz="2175" b="1">
                <a:solidFill>
                  <a:srgbClr val="1565C0"/>
                </a:solidFill>
              </a:defRPr>
            </a:lvl8pPr>
            <a:lvl9pPr>
              <a:buNone/>
              <a:defRPr sz="2175" b="1">
                <a:solidFill>
                  <a:srgbClr val="1565C0"/>
                </a:solidFill>
              </a:defRPr>
            </a:lvl9pPr>
          </a:lstStyle>
          <a:p>
            <a:pPr>
              <a:buNone/>
              <a:defRPr sz="2175" b="1">
                <a:solidFill>
                  <a:srgbClr val="1565C0"/>
                </a:solidFill>
              </a:defRPr>
            </a:pPr>
            <a:r>
              <a:rPr sz="2175" b="1">
                <a:solidFill>
                  <a:srgbClr val="1565C0"/>
                </a:solidFill>
              </a:rPr>
              <a:t>통신 오류 또는 값이 다를 때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A618B49-D242-4DF3-B594-6070C160B5C7}"/>
              </a:ext>
            </a:extLst>
          </p:cNvPr>
          <p:cNvSpPr>
            <a:spLocks noGrp="1"/>
          </p:cNvSpPr>
          <p:nvPr/>
        </p:nvSpPr>
        <p:spPr>
          <a:xfrm>
            <a:off x="619125" y="3629025"/>
            <a:ext cx="10810875" cy="1143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72D48"/>
                </a:solidFill>
              </a:defRPr>
            </a:defPPr>
            <a:lvl1pPr>
              <a:buNone/>
              <a:defRPr sz="1875" b="0">
                <a:solidFill>
                  <a:srgbClr val="172D48"/>
                </a:solidFill>
              </a:defRPr>
            </a:lvl1pPr>
            <a:lvl2pPr>
              <a:buNone/>
              <a:defRPr sz="1875" b="0">
                <a:solidFill>
                  <a:srgbClr val="172D48"/>
                </a:solidFill>
              </a:defRPr>
            </a:lvl2pPr>
            <a:lvl3pPr>
              <a:buNone/>
              <a:defRPr sz="1875" b="0">
                <a:solidFill>
                  <a:srgbClr val="172D48"/>
                </a:solidFill>
              </a:defRPr>
            </a:lvl3pPr>
            <a:lvl4pPr>
              <a:buNone/>
              <a:defRPr sz="1875" b="0">
                <a:solidFill>
                  <a:srgbClr val="172D48"/>
                </a:solidFill>
              </a:defRPr>
            </a:lvl4pPr>
            <a:lvl5pPr>
              <a:buNone/>
              <a:defRPr sz="1875" b="0">
                <a:solidFill>
                  <a:srgbClr val="172D48"/>
                </a:solidFill>
              </a:defRPr>
            </a:lvl5pPr>
            <a:lvl6pPr>
              <a:buNone/>
              <a:defRPr sz="1875" b="0">
                <a:solidFill>
                  <a:srgbClr val="172D48"/>
                </a:solidFill>
              </a:defRPr>
            </a:lvl6pPr>
            <a:lvl7pPr>
              <a:buNone/>
              <a:defRPr sz="1875" b="0">
                <a:solidFill>
                  <a:srgbClr val="172D48"/>
                </a:solidFill>
              </a:defRPr>
            </a:lvl7pPr>
            <a:lvl8pPr>
              <a:buNone/>
              <a:defRPr sz="1875" b="0">
                <a:solidFill>
                  <a:srgbClr val="172D48"/>
                </a:solidFill>
              </a:defRPr>
            </a:lvl8pPr>
            <a:lvl9pPr>
              <a:buNone/>
              <a:defRPr sz="1875" b="0">
                <a:solidFill>
                  <a:srgbClr val="172D48"/>
                </a:solidFill>
              </a:defRPr>
            </a:lvl9pPr>
          </a:lstStyle>
          <a:p>
            <a:pPr>
              <a:buNone/>
              <a:defRPr sz="1875" b="0">
                <a:solidFill>
                  <a:srgbClr val="172D48"/>
                </a:solidFill>
              </a:defRPr>
            </a:pPr>
            <a:r>
              <a:rPr sz="1875" b="0" dirty="0" err="1">
                <a:solidFill>
                  <a:srgbClr val="172D48"/>
                </a:solidFill>
              </a:rPr>
              <a:t>board_type이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MOBIS인지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확인하고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VCC·시료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접촉·배선을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확인합니다</a:t>
            </a:r>
            <a:r>
              <a:rPr sz="1875" b="0" dirty="0">
                <a:solidFill>
                  <a:srgbClr val="172D48"/>
                </a:solidFill>
              </a:rPr>
              <a:t>.</a:t>
            </a:r>
          </a:p>
          <a:p>
            <a:pPr>
              <a:buNone/>
              <a:defRPr sz="1875" b="0">
                <a:solidFill>
                  <a:srgbClr val="172D48"/>
                </a:solidFill>
              </a:defRPr>
            </a:pPr>
            <a:r>
              <a:rPr lang="ko-KR" altLang="en-US" sz="1875" b="0" dirty="0">
                <a:solidFill>
                  <a:srgbClr val="172D48"/>
                </a:solidFill>
              </a:rPr>
              <a:t>설정한 </a:t>
            </a:r>
            <a:r>
              <a:rPr lang="en-US" altLang="ko-KR" dirty="0"/>
              <a:t>daisy </a:t>
            </a:r>
            <a:r>
              <a:rPr lang="ko-KR" altLang="en-US" dirty="0"/>
              <a:t>명령어를 확인합니다</a:t>
            </a:r>
            <a:r>
              <a:rPr lang="en-US" altLang="ko-KR" dirty="0"/>
              <a:t>. </a:t>
            </a:r>
            <a:endParaRPr sz="1875" b="0" dirty="0">
              <a:solidFill>
                <a:srgbClr val="172D48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416FCFA-C83C-4383-B997-492B187D0240}"/>
              </a:ext>
            </a:extLst>
          </p:cNvPr>
          <p:cNvSpPr>
            <a:spLocks noGrp="1"/>
          </p:cNvSpPr>
          <p:nvPr/>
        </p:nvSpPr>
        <p:spPr>
          <a:xfrm>
            <a:off x="619125" y="5143500"/>
            <a:ext cx="10810875" cy="904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565C0"/>
                </a:solidFill>
              </a:defRPr>
            </a:defPPr>
            <a:lvl1pPr>
              <a:buNone/>
              <a:defRPr sz="1875" b="0">
                <a:solidFill>
                  <a:srgbClr val="1565C0"/>
                </a:solidFill>
              </a:defRPr>
            </a:lvl1pPr>
            <a:lvl2pPr>
              <a:buNone/>
              <a:defRPr sz="1875" b="0">
                <a:solidFill>
                  <a:srgbClr val="1565C0"/>
                </a:solidFill>
              </a:defRPr>
            </a:lvl2pPr>
            <a:lvl3pPr>
              <a:buNone/>
              <a:defRPr sz="1875" b="0">
                <a:solidFill>
                  <a:srgbClr val="1565C0"/>
                </a:solidFill>
              </a:defRPr>
            </a:lvl3pPr>
            <a:lvl4pPr>
              <a:buNone/>
              <a:defRPr sz="1875" b="0">
                <a:solidFill>
                  <a:srgbClr val="1565C0"/>
                </a:solidFill>
              </a:defRPr>
            </a:lvl4pPr>
            <a:lvl5pPr>
              <a:buNone/>
              <a:defRPr sz="1875" b="0">
                <a:solidFill>
                  <a:srgbClr val="1565C0"/>
                </a:solidFill>
              </a:defRPr>
            </a:lvl5pPr>
            <a:lvl6pPr>
              <a:buNone/>
              <a:defRPr sz="1875" b="0">
                <a:solidFill>
                  <a:srgbClr val="1565C0"/>
                </a:solidFill>
              </a:defRPr>
            </a:lvl6pPr>
            <a:lvl7pPr>
              <a:buNone/>
              <a:defRPr sz="1875" b="0">
                <a:solidFill>
                  <a:srgbClr val="1565C0"/>
                </a:solidFill>
              </a:defRPr>
            </a:lvl7pPr>
            <a:lvl8pPr>
              <a:buNone/>
              <a:defRPr sz="1875" b="0">
                <a:solidFill>
                  <a:srgbClr val="1565C0"/>
                </a:solidFill>
              </a:defRPr>
            </a:lvl8pPr>
            <a:lvl9pPr>
              <a:buNone/>
              <a:defRPr sz="1875" b="0">
                <a:solidFill>
                  <a:srgbClr val="1565C0"/>
                </a:solidFill>
              </a:defRPr>
            </a:lvl9pPr>
          </a:lstStyle>
          <a:p>
            <a:pPr>
              <a:buNone/>
              <a:defRPr sz="1875" b="0">
                <a:solidFill>
                  <a:srgbClr val="1565C0"/>
                </a:solidFill>
              </a:defRPr>
            </a:pPr>
            <a:r>
              <a:rPr sz="1875" b="0" dirty="0" err="1">
                <a:solidFill>
                  <a:srgbClr val="1565C0"/>
                </a:solidFill>
              </a:rPr>
              <a:t>문의</a:t>
            </a:r>
            <a:r>
              <a:rPr sz="1875" b="0" dirty="0">
                <a:solidFill>
                  <a:srgbClr val="1565C0"/>
                </a:solidFill>
              </a:rPr>
              <a:t> 시 FW </a:t>
            </a:r>
            <a:r>
              <a:rPr sz="1875" b="0" dirty="0" err="1">
                <a:solidFill>
                  <a:srgbClr val="1565C0"/>
                </a:solidFill>
              </a:rPr>
              <a:t>Version과</a:t>
            </a:r>
            <a:r>
              <a:rPr sz="1875" b="0" dirty="0">
                <a:solidFill>
                  <a:srgbClr val="1565C0"/>
                </a:solidFill>
              </a:rPr>
              <a:t> FW Git Rev, </a:t>
            </a:r>
            <a:r>
              <a:rPr sz="1875" b="0" dirty="0" err="1">
                <a:solidFill>
                  <a:srgbClr val="1565C0"/>
                </a:solidFill>
              </a:rPr>
              <a:t>재현</a:t>
            </a:r>
            <a:r>
              <a:rPr sz="1875" b="0" dirty="0">
                <a:solidFill>
                  <a:srgbClr val="1565C0"/>
                </a:solidFill>
              </a:rPr>
              <a:t> </a:t>
            </a:r>
            <a:r>
              <a:rPr sz="1875" b="0" dirty="0" err="1">
                <a:solidFill>
                  <a:srgbClr val="1565C0"/>
                </a:solidFill>
              </a:rPr>
              <a:t>절차</a:t>
            </a:r>
            <a:r>
              <a:rPr sz="1875" b="0" dirty="0">
                <a:solidFill>
                  <a:srgbClr val="1565C0"/>
                </a:solidFill>
              </a:rPr>
              <a:t>, </a:t>
            </a:r>
            <a:r>
              <a:rPr sz="1875" b="0" dirty="0" err="1">
                <a:solidFill>
                  <a:srgbClr val="1565C0"/>
                </a:solidFill>
              </a:rPr>
              <a:t>전체</a:t>
            </a:r>
            <a:r>
              <a:rPr sz="1875" b="0" dirty="0">
                <a:solidFill>
                  <a:srgbClr val="1565C0"/>
                </a:solidFill>
              </a:rPr>
              <a:t> </a:t>
            </a:r>
            <a:r>
              <a:rPr sz="1875" b="0" dirty="0" err="1">
                <a:solidFill>
                  <a:srgbClr val="1565C0"/>
                </a:solidFill>
              </a:rPr>
              <a:t>로그를</a:t>
            </a:r>
            <a:r>
              <a:rPr sz="1875" b="0" dirty="0">
                <a:solidFill>
                  <a:srgbClr val="1565C0"/>
                </a:solidFill>
              </a:rPr>
              <a:t> </a:t>
            </a:r>
            <a:r>
              <a:rPr sz="1875" b="0" dirty="0" err="1">
                <a:solidFill>
                  <a:srgbClr val="1565C0"/>
                </a:solidFill>
              </a:rPr>
              <a:t>전달합니다</a:t>
            </a:r>
            <a:r>
              <a:rPr sz="1875" b="0" dirty="0">
                <a:solidFill>
                  <a:srgbClr val="1565C0"/>
                </a:solidFill>
              </a:rPr>
              <a:t>.</a:t>
            </a:r>
          </a:p>
        </p:txBody>
      </p:sp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1329074-45BA-7188-A966-B1A8A3E53B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17</a:t>
            </a:fld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BFA363B-35A3-AD60-1509-9B1494582918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0513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AE24C2D4-CFB6-49CE-82FC-9C08648004DA}"/>
              </a:ext>
            </a:extLst>
          </p:cNvPr>
          <p:cNvSpPr>
            <a:spLocks noGrp="1"/>
          </p:cNvSpPr>
          <p:nvPr/>
        </p:nvSpPr>
        <p:spPr>
          <a:xfrm>
            <a:off x="619125" y="457200"/>
            <a:ext cx="109537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150" b="1">
                <a:solidFill>
                  <a:srgbClr val="172D48"/>
                </a:solidFill>
              </a:defRPr>
            </a:defPPr>
            <a:lvl1pPr>
              <a:buNone/>
              <a:defRPr sz="3150" b="1">
                <a:solidFill>
                  <a:srgbClr val="172D48"/>
                </a:solidFill>
              </a:defRPr>
            </a:lvl1pPr>
            <a:lvl2pPr>
              <a:buNone/>
              <a:defRPr sz="3150" b="1">
                <a:solidFill>
                  <a:srgbClr val="172D48"/>
                </a:solidFill>
              </a:defRPr>
            </a:lvl2pPr>
            <a:lvl3pPr>
              <a:buNone/>
              <a:defRPr sz="3150" b="1">
                <a:solidFill>
                  <a:srgbClr val="172D48"/>
                </a:solidFill>
              </a:defRPr>
            </a:lvl3pPr>
            <a:lvl4pPr>
              <a:buNone/>
              <a:defRPr sz="3150" b="1">
                <a:solidFill>
                  <a:srgbClr val="172D48"/>
                </a:solidFill>
              </a:defRPr>
            </a:lvl4pPr>
            <a:lvl5pPr>
              <a:buNone/>
              <a:defRPr sz="3150" b="1">
                <a:solidFill>
                  <a:srgbClr val="172D48"/>
                </a:solidFill>
              </a:defRPr>
            </a:lvl5pPr>
            <a:lvl6pPr>
              <a:buNone/>
              <a:defRPr sz="3150" b="1">
                <a:solidFill>
                  <a:srgbClr val="172D48"/>
                </a:solidFill>
              </a:defRPr>
            </a:lvl6pPr>
            <a:lvl7pPr>
              <a:buNone/>
              <a:defRPr sz="3150" b="1">
                <a:solidFill>
                  <a:srgbClr val="172D48"/>
                </a:solidFill>
              </a:defRPr>
            </a:lvl7pPr>
            <a:lvl8pPr>
              <a:buNone/>
              <a:defRPr sz="3150" b="1">
                <a:solidFill>
                  <a:srgbClr val="172D48"/>
                </a:solidFill>
              </a:defRPr>
            </a:lvl8pPr>
            <a:lvl9pPr>
              <a:buNone/>
              <a:defRPr sz="3150" b="1">
                <a:solidFill>
                  <a:srgbClr val="172D48"/>
                </a:solidFill>
              </a:defRPr>
            </a:lvl9pPr>
          </a:lstStyle>
          <a:p>
            <a:pPr>
              <a:buNone/>
              <a:defRPr sz="3150" b="1">
                <a:solidFill>
                  <a:srgbClr val="172D48"/>
                </a:solidFill>
              </a:defRPr>
            </a:pPr>
            <a:r>
              <a:rPr sz="3150" b="1">
                <a:solidFill>
                  <a:srgbClr val="172D48"/>
                </a:solidFill>
              </a:rPr>
              <a:t>펌웨어 버전과 문의 정보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47ABF4-9976-488B-9553-2ADE55F1400F}"/>
              </a:ext>
            </a:extLst>
          </p:cNvPr>
          <p:cNvSpPr>
            <a:spLocks noGrp="1"/>
          </p:cNvSpPr>
          <p:nvPr/>
        </p:nvSpPr>
        <p:spPr>
          <a:xfrm>
            <a:off x="619125" y="147637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1565C0"/>
                </a:solidFill>
              </a:defRPr>
            </a:defPPr>
            <a:lvl1pPr>
              <a:buNone/>
              <a:defRPr sz="2175" b="1">
                <a:solidFill>
                  <a:srgbClr val="1565C0"/>
                </a:solidFill>
              </a:defRPr>
            </a:lvl1pPr>
            <a:lvl2pPr>
              <a:buNone/>
              <a:defRPr sz="2175" b="1">
                <a:solidFill>
                  <a:srgbClr val="1565C0"/>
                </a:solidFill>
              </a:defRPr>
            </a:lvl2pPr>
            <a:lvl3pPr>
              <a:buNone/>
              <a:defRPr sz="2175" b="1">
                <a:solidFill>
                  <a:srgbClr val="1565C0"/>
                </a:solidFill>
              </a:defRPr>
            </a:lvl3pPr>
            <a:lvl4pPr>
              <a:buNone/>
              <a:defRPr sz="2175" b="1">
                <a:solidFill>
                  <a:srgbClr val="1565C0"/>
                </a:solidFill>
              </a:defRPr>
            </a:lvl4pPr>
            <a:lvl5pPr>
              <a:buNone/>
              <a:defRPr sz="2175" b="1">
                <a:solidFill>
                  <a:srgbClr val="1565C0"/>
                </a:solidFill>
              </a:defRPr>
            </a:lvl5pPr>
            <a:lvl6pPr>
              <a:buNone/>
              <a:defRPr sz="2175" b="1">
                <a:solidFill>
                  <a:srgbClr val="1565C0"/>
                </a:solidFill>
              </a:defRPr>
            </a:lvl6pPr>
            <a:lvl7pPr>
              <a:buNone/>
              <a:defRPr sz="2175" b="1">
                <a:solidFill>
                  <a:srgbClr val="1565C0"/>
                </a:solidFill>
              </a:defRPr>
            </a:lvl7pPr>
            <a:lvl8pPr>
              <a:buNone/>
              <a:defRPr sz="2175" b="1">
                <a:solidFill>
                  <a:srgbClr val="1565C0"/>
                </a:solidFill>
              </a:defRPr>
            </a:lvl8pPr>
            <a:lvl9pPr>
              <a:buNone/>
              <a:defRPr sz="2175" b="1">
                <a:solidFill>
                  <a:srgbClr val="1565C0"/>
                </a:solidFill>
              </a:defRPr>
            </a:lvl9pPr>
          </a:lstStyle>
          <a:p>
            <a:pPr>
              <a:buNone/>
              <a:defRPr sz="2175" b="1">
                <a:solidFill>
                  <a:srgbClr val="1565C0"/>
                </a:solidFill>
              </a:defRPr>
            </a:pPr>
            <a:r>
              <a:rPr sz="2175" b="1">
                <a:solidFill>
                  <a:srgbClr val="1565C0"/>
                </a:solidFill>
              </a:rPr>
              <a:t>시작 배너의 식별 정보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8069EB9-8062-4062-9118-748B2C378DB9}"/>
              </a:ext>
            </a:extLst>
          </p:cNvPr>
          <p:cNvSpPr>
            <a:spLocks noGrp="1"/>
          </p:cNvSpPr>
          <p:nvPr/>
        </p:nvSpPr>
        <p:spPr>
          <a:xfrm>
            <a:off x="619125" y="1933575"/>
            <a:ext cx="10953750" cy="904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72D48"/>
                </a:solidFill>
              </a:defRPr>
            </a:defPPr>
            <a:lvl1pPr>
              <a:buNone/>
              <a:defRPr sz="1875" b="0">
                <a:solidFill>
                  <a:srgbClr val="172D48"/>
                </a:solidFill>
              </a:defRPr>
            </a:lvl1pPr>
            <a:lvl2pPr>
              <a:buNone/>
              <a:defRPr sz="1875" b="0">
                <a:solidFill>
                  <a:srgbClr val="172D48"/>
                </a:solidFill>
              </a:defRPr>
            </a:lvl2pPr>
            <a:lvl3pPr>
              <a:buNone/>
              <a:defRPr sz="1875" b="0">
                <a:solidFill>
                  <a:srgbClr val="172D48"/>
                </a:solidFill>
              </a:defRPr>
            </a:lvl3pPr>
            <a:lvl4pPr>
              <a:buNone/>
              <a:defRPr sz="1875" b="0">
                <a:solidFill>
                  <a:srgbClr val="172D48"/>
                </a:solidFill>
              </a:defRPr>
            </a:lvl4pPr>
            <a:lvl5pPr>
              <a:buNone/>
              <a:defRPr sz="1875" b="0">
                <a:solidFill>
                  <a:srgbClr val="172D48"/>
                </a:solidFill>
              </a:defRPr>
            </a:lvl5pPr>
            <a:lvl6pPr>
              <a:buNone/>
              <a:defRPr sz="1875" b="0">
                <a:solidFill>
                  <a:srgbClr val="172D48"/>
                </a:solidFill>
              </a:defRPr>
            </a:lvl6pPr>
            <a:lvl7pPr>
              <a:buNone/>
              <a:defRPr sz="1875" b="0">
                <a:solidFill>
                  <a:srgbClr val="172D48"/>
                </a:solidFill>
              </a:defRPr>
            </a:lvl7pPr>
            <a:lvl8pPr>
              <a:buNone/>
              <a:defRPr sz="1875" b="0">
                <a:solidFill>
                  <a:srgbClr val="172D48"/>
                </a:solidFill>
              </a:defRPr>
            </a:lvl8pPr>
            <a:lvl9pPr>
              <a:buNone/>
              <a:defRPr sz="1875" b="0">
                <a:solidFill>
                  <a:srgbClr val="172D48"/>
                </a:solidFill>
              </a:defRPr>
            </a:lvl9pPr>
          </a:lstStyle>
          <a:p>
            <a:pPr>
              <a:buNone/>
              <a:defRPr sz="1875" b="0">
                <a:solidFill>
                  <a:srgbClr val="172D48"/>
                </a:solidFill>
              </a:defRPr>
            </a:pPr>
            <a:r>
              <a:rPr sz="1875" b="0" dirty="0">
                <a:solidFill>
                  <a:srgbClr val="172D48"/>
                </a:solidFill>
              </a:rPr>
              <a:t>FW Version: v1.0.</a:t>
            </a:r>
            <a:r>
              <a:rPr lang="en-US" sz="1875" b="0" dirty="0">
                <a:solidFill>
                  <a:srgbClr val="172D48"/>
                </a:solidFill>
              </a:rPr>
              <a:t>3</a:t>
            </a:r>
            <a:r>
              <a:rPr sz="1875" b="0" dirty="0">
                <a:solidFill>
                  <a:srgbClr val="172D48"/>
                </a:solidFill>
              </a:rPr>
              <a:t>     FW Git Rev: &lt;</a:t>
            </a:r>
            <a:r>
              <a:rPr sz="1875" b="0" dirty="0" err="1">
                <a:solidFill>
                  <a:srgbClr val="172D48"/>
                </a:solidFill>
              </a:rPr>
              <a:t>배포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파일의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커밋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해시</a:t>
            </a:r>
            <a:r>
              <a:rPr sz="1875" b="0" dirty="0">
                <a:solidFill>
                  <a:srgbClr val="172D48"/>
                </a:solidFill>
              </a:rPr>
              <a:t>&gt;</a:t>
            </a:r>
          </a:p>
          <a:p>
            <a:pPr>
              <a:buNone/>
              <a:defRPr sz="1875" b="0">
                <a:solidFill>
                  <a:srgbClr val="172D48"/>
                </a:solidFill>
              </a:defRPr>
            </a:pPr>
            <a:r>
              <a:rPr sz="1875" b="0" dirty="0">
                <a:solidFill>
                  <a:srgbClr val="172D48"/>
                </a:solidFill>
              </a:rPr>
              <a:t>Build Date, FW Log Level, Board Type, ID601 </a:t>
            </a:r>
            <a:r>
              <a:rPr sz="1875" b="0" dirty="0" err="1">
                <a:solidFill>
                  <a:srgbClr val="172D48"/>
                </a:solidFill>
              </a:rPr>
              <a:t>Daisy도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함께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기록합니다</a:t>
            </a:r>
            <a:r>
              <a:rPr sz="1875" b="0" dirty="0">
                <a:solidFill>
                  <a:srgbClr val="172D48"/>
                </a:solidFill>
              </a:rPr>
              <a:t>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1144B3B-4135-47A0-87BE-CF4B9EDCCB0F}"/>
              </a:ext>
            </a:extLst>
          </p:cNvPr>
          <p:cNvSpPr>
            <a:spLocks noGrp="1"/>
          </p:cNvSpPr>
          <p:nvPr/>
        </p:nvSpPr>
        <p:spPr>
          <a:xfrm>
            <a:off x="619125" y="28670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1">
                <a:solidFill>
                  <a:srgbClr val="1565C0"/>
                </a:solidFill>
              </a:defRPr>
            </a:defPPr>
            <a:lvl1pPr>
              <a:buNone/>
              <a:defRPr sz="2175" b="1">
                <a:solidFill>
                  <a:srgbClr val="1565C0"/>
                </a:solidFill>
              </a:defRPr>
            </a:lvl1pPr>
            <a:lvl2pPr>
              <a:buNone/>
              <a:defRPr sz="2175" b="1">
                <a:solidFill>
                  <a:srgbClr val="1565C0"/>
                </a:solidFill>
              </a:defRPr>
            </a:lvl2pPr>
            <a:lvl3pPr>
              <a:buNone/>
              <a:defRPr sz="2175" b="1">
                <a:solidFill>
                  <a:srgbClr val="1565C0"/>
                </a:solidFill>
              </a:defRPr>
            </a:lvl3pPr>
            <a:lvl4pPr>
              <a:buNone/>
              <a:defRPr sz="2175" b="1">
                <a:solidFill>
                  <a:srgbClr val="1565C0"/>
                </a:solidFill>
              </a:defRPr>
            </a:lvl4pPr>
            <a:lvl5pPr>
              <a:buNone/>
              <a:defRPr sz="2175" b="1">
                <a:solidFill>
                  <a:srgbClr val="1565C0"/>
                </a:solidFill>
              </a:defRPr>
            </a:lvl5pPr>
            <a:lvl6pPr>
              <a:buNone/>
              <a:defRPr sz="2175" b="1">
                <a:solidFill>
                  <a:srgbClr val="1565C0"/>
                </a:solidFill>
              </a:defRPr>
            </a:lvl6pPr>
            <a:lvl7pPr>
              <a:buNone/>
              <a:defRPr sz="2175" b="1">
                <a:solidFill>
                  <a:srgbClr val="1565C0"/>
                </a:solidFill>
              </a:defRPr>
            </a:lvl7pPr>
            <a:lvl8pPr>
              <a:buNone/>
              <a:defRPr sz="2175" b="1">
                <a:solidFill>
                  <a:srgbClr val="1565C0"/>
                </a:solidFill>
              </a:defRPr>
            </a:lvl8pPr>
            <a:lvl9pPr>
              <a:buNone/>
              <a:defRPr sz="2175" b="1">
                <a:solidFill>
                  <a:srgbClr val="1565C0"/>
                </a:solidFill>
              </a:defRPr>
            </a:lvl9pPr>
          </a:lstStyle>
          <a:p>
            <a:pPr>
              <a:buNone/>
              <a:defRPr sz="2175" b="1">
                <a:solidFill>
                  <a:srgbClr val="1565C0"/>
                </a:solidFill>
              </a:defRPr>
            </a:pPr>
            <a:r>
              <a:rPr sz="2175" b="1" dirty="0" err="1">
                <a:solidFill>
                  <a:srgbClr val="1565C0"/>
                </a:solidFill>
              </a:rPr>
              <a:t>문제</a:t>
            </a:r>
            <a:r>
              <a:rPr sz="2175" b="1" dirty="0">
                <a:solidFill>
                  <a:srgbClr val="1565C0"/>
                </a:solidFill>
              </a:rPr>
              <a:t> </a:t>
            </a:r>
            <a:r>
              <a:rPr sz="2175" b="1" dirty="0" err="1">
                <a:solidFill>
                  <a:srgbClr val="1565C0"/>
                </a:solidFill>
              </a:rPr>
              <a:t>발생</a:t>
            </a:r>
            <a:r>
              <a:rPr sz="2175" b="1" dirty="0">
                <a:solidFill>
                  <a:srgbClr val="1565C0"/>
                </a:solidFill>
              </a:rPr>
              <a:t> 시 </a:t>
            </a:r>
            <a:r>
              <a:rPr sz="2175" b="1" dirty="0" err="1">
                <a:solidFill>
                  <a:srgbClr val="1565C0"/>
                </a:solidFill>
              </a:rPr>
              <a:t>전달할</a:t>
            </a:r>
            <a:r>
              <a:rPr sz="2175" b="1" dirty="0">
                <a:solidFill>
                  <a:srgbClr val="1565C0"/>
                </a:solidFill>
              </a:rPr>
              <a:t> </a:t>
            </a:r>
            <a:r>
              <a:rPr sz="2175" b="1" dirty="0" err="1">
                <a:solidFill>
                  <a:srgbClr val="1565C0"/>
                </a:solidFill>
              </a:rPr>
              <a:t>자료</a:t>
            </a:r>
            <a:endParaRPr sz="2175" b="1" dirty="0">
              <a:solidFill>
                <a:srgbClr val="1565C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24C498B-5EF9-4159-9D61-CD4EE0AD5A8F}"/>
              </a:ext>
            </a:extLst>
          </p:cNvPr>
          <p:cNvSpPr>
            <a:spLocks noGrp="1"/>
          </p:cNvSpPr>
          <p:nvPr/>
        </p:nvSpPr>
        <p:spPr>
          <a:xfrm>
            <a:off x="619125" y="3324225"/>
            <a:ext cx="10953750" cy="904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72D48"/>
                </a:solidFill>
              </a:defRPr>
            </a:defPPr>
            <a:lvl1pPr>
              <a:buNone/>
              <a:defRPr sz="1875" b="0">
                <a:solidFill>
                  <a:srgbClr val="172D48"/>
                </a:solidFill>
              </a:defRPr>
            </a:lvl1pPr>
            <a:lvl2pPr>
              <a:buNone/>
              <a:defRPr sz="1875" b="0">
                <a:solidFill>
                  <a:srgbClr val="172D48"/>
                </a:solidFill>
              </a:defRPr>
            </a:lvl2pPr>
            <a:lvl3pPr>
              <a:buNone/>
              <a:defRPr sz="1875" b="0">
                <a:solidFill>
                  <a:srgbClr val="172D48"/>
                </a:solidFill>
              </a:defRPr>
            </a:lvl3pPr>
            <a:lvl4pPr>
              <a:buNone/>
              <a:defRPr sz="1875" b="0">
                <a:solidFill>
                  <a:srgbClr val="172D48"/>
                </a:solidFill>
              </a:defRPr>
            </a:lvl4pPr>
            <a:lvl5pPr>
              <a:buNone/>
              <a:defRPr sz="1875" b="0">
                <a:solidFill>
                  <a:srgbClr val="172D48"/>
                </a:solidFill>
              </a:defRPr>
            </a:lvl5pPr>
            <a:lvl6pPr>
              <a:buNone/>
              <a:defRPr sz="1875" b="0">
                <a:solidFill>
                  <a:srgbClr val="172D48"/>
                </a:solidFill>
              </a:defRPr>
            </a:lvl6pPr>
            <a:lvl7pPr>
              <a:buNone/>
              <a:defRPr sz="1875" b="0">
                <a:solidFill>
                  <a:srgbClr val="172D48"/>
                </a:solidFill>
              </a:defRPr>
            </a:lvl7pPr>
            <a:lvl8pPr>
              <a:buNone/>
              <a:defRPr sz="1875" b="0">
                <a:solidFill>
                  <a:srgbClr val="172D48"/>
                </a:solidFill>
              </a:defRPr>
            </a:lvl8pPr>
            <a:lvl9pPr>
              <a:buNone/>
              <a:defRPr sz="1875" b="0">
                <a:solidFill>
                  <a:srgbClr val="172D48"/>
                </a:solidFill>
              </a:defRPr>
            </a:lvl9pPr>
          </a:lstStyle>
          <a:p>
            <a:pPr>
              <a:buNone/>
              <a:defRPr sz="1875" b="0">
                <a:solidFill>
                  <a:srgbClr val="172D48"/>
                </a:solidFill>
              </a:defRPr>
            </a:pPr>
            <a:r>
              <a:rPr lang="en-US" sz="1875" b="0" dirty="0">
                <a:solidFill>
                  <a:srgbClr val="172D48"/>
                </a:solidFill>
              </a:rPr>
              <a:t>CLI </a:t>
            </a:r>
            <a:r>
              <a:rPr lang="ko-KR" altLang="en-US" sz="1875" b="0" dirty="0">
                <a:solidFill>
                  <a:srgbClr val="172D48"/>
                </a:solidFill>
              </a:rPr>
              <a:t>초기 </a:t>
            </a:r>
            <a:r>
              <a:rPr sz="1875" b="0" dirty="0" err="1">
                <a:solidFill>
                  <a:srgbClr val="172D48"/>
                </a:solidFill>
              </a:rPr>
              <a:t>배너</a:t>
            </a:r>
            <a:r>
              <a:rPr sz="1875" b="0" dirty="0">
                <a:solidFill>
                  <a:srgbClr val="172D48"/>
                </a:solidFill>
              </a:rPr>
              <a:t>, </a:t>
            </a:r>
            <a:r>
              <a:rPr lang="ko-KR" altLang="en-US" sz="1875" b="0" dirty="0">
                <a:solidFill>
                  <a:srgbClr val="172D48"/>
                </a:solidFill>
              </a:rPr>
              <a:t>명령 전달 순</a:t>
            </a:r>
            <a:r>
              <a:rPr sz="1875" b="0" dirty="0">
                <a:solidFill>
                  <a:srgbClr val="172D48"/>
                </a:solidFill>
              </a:rPr>
              <a:t>서, </a:t>
            </a:r>
            <a:r>
              <a:rPr sz="1875" b="0" dirty="0" err="1">
                <a:solidFill>
                  <a:srgbClr val="172D48"/>
                </a:solidFill>
              </a:rPr>
              <a:t>연결</a:t>
            </a:r>
            <a:r>
              <a:rPr sz="1875" b="0" dirty="0">
                <a:solidFill>
                  <a:srgbClr val="172D48"/>
                </a:solidFill>
              </a:rPr>
              <a:t> IC </a:t>
            </a:r>
            <a:r>
              <a:rPr sz="1875" b="0" dirty="0" err="1">
                <a:solidFill>
                  <a:srgbClr val="172D48"/>
                </a:solidFill>
              </a:rPr>
              <a:t>수와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전원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조건을</a:t>
            </a:r>
            <a:r>
              <a:rPr sz="1875" b="0" dirty="0">
                <a:solidFill>
                  <a:srgbClr val="172D48"/>
                </a:solidFill>
              </a:rPr>
              <a:t> </a:t>
            </a:r>
            <a:r>
              <a:rPr sz="1875" b="0" dirty="0" err="1">
                <a:solidFill>
                  <a:srgbClr val="172D48"/>
                </a:solidFill>
              </a:rPr>
              <a:t>전달합니다</a:t>
            </a:r>
            <a:r>
              <a:rPr sz="1875" b="0" dirty="0">
                <a:solidFill>
                  <a:srgbClr val="172D48"/>
                </a:solidFill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BCC847-C660-1BFF-A5E3-669BF5D00D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FE492CA-CE82-4C27-82BA-4A2642B774BD}" type="slidenum">
              <a:rPr lang="ko-KR" altLang="en-US" smtClean="0"/>
              <a:pPr algn="ctr"/>
              <a:t>18</a:t>
            </a:fld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4E6BB17-775F-0B40-7627-E728B884A3F5}"/>
              </a:ext>
            </a:extLst>
          </p:cNvPr>
          <p:cNvSpPr>
            <a:spLocks noGrp="1"/>
          </p:cNvSpPr>
          <p:nvPr/>
        </p:nvSpPr>
        <p:spPr>
          <a:xfrm>
            <a:off x="180975" y="6405562"/>
            <a:ext cx="2886075" cy="266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26376"/>
                </a:solidFill>
              </a:defRPr>
            </a:defPPr>
            <a:lvl1pPr>
              <a:buNone/>
              <a:defRPr sz="1275" b="0">
                <a:solidFill>
                  <a:srgbClr val="526376"/>
                </a:solidFill>
              </a:defRPr>
            </a:lvl1pPr>
            <a:lvl2pPr>
              <a:buNone/>
              <a:defRPr sz="1275" b="0">
                <a:solidFill>
                  <a:srgbClr val="526376"/>
                </a:solidFill>
              </a:defRPr>
            </a:lvl2pPr>
            <a:lvl3pPr>
              <a:buNone/>
              <a:defRPr sz="1275" b="0">
                <a:solidFill>
                  <a:srgbClr val="526376"/>
                </a:solidFill>
              </a:defRPr>
            </a:lvl3pPr>
            <a:lvl4pPr>
              <a:buNone/>
              <a:defRPr sz="1275" b="0">
                <a:solidFill>
                  <a:srgbClr val="526376"/>
                </a:solidFill>
              </a:defRPr>
            </a:lvl4pPr>
            <a:lvl5pPr>
              <a:buNone/>
              <a:defRPr sz="1275" b="0">
                <a:solidFill>
                  <a:srgbClr val="526376"/>
                </a:solidFill>
              </a:defRPr>
            </a:lvl5pPr>
            <a:lvl6pPr>
              <a:buNone/>
              <a:defRPr sz="1275" b="0">
                <a:solidFill>
                  <a:srgbClr val="526376"/>
                </a:solidFill>
              </a:defRPr>
            </a:lvl6pPr>
            <a:lvl7pPr>
              <a:buNone/>
              <a:defRPr sz="1275" b="0">
                <a:solidFill>
                  <a:srgbClr val="526376"/>
                </a:solidFill>
              </a:defRPr>
            </a:lvl7pPr>
            <a:lvl8pPr>
              <a:buNone/>
              <a:defRPr sz="1275" b="0">
                <a:solidFill>
                  <a:srgbClr val="526376"/>
                </a:solidFill>
              </a:defRPr>
            </a:lvl8pPr>
            <a:lvl9pPr>
              <a:buNone/>
              <a:defRPr sz="1275" b="0">
                <a:solidFill>
                  <a:srgbClr val="526376"/>
                </a:solidFill>
              </a:defRPr>
            </a:lvl9pPr>
          </a:lstStyle>
          <a:p>
            <a:pPr>
              <a:defRPr sz="1275" b="0">
                <a:solidFill>
                  <a:srgbClr val="526376"/>
                </a:solidFill>
              </a:defRPr>
            </a:pPr>
            <a:r>
              <a:rPr sz="1275" b="0" dirty="0">
                <a:solidFill>
                  <a:srgbClr val="526376"/>
                </a:solidFill>
              </a:rPr>
              <a:t>ID601 TEST Board </a:t>
            </a:r>
            <a:r>
              <a:rPr lang="en-US" sz="1275" b="0" dirty="0">
                <a:solidFill>
                  <a:srgbClr val="526376"/>
                </a:solidFill>
              </a:rPr>
              <a:t> / </a:t>
            </a:r>
            <a:r>
              <a:rPr lang="ko-KR" altLang="en-US" dirty="0"/>
              <a:t>보드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사용</a:t>
            </a:r>
            <a:r>
              <a:rPr sz="1275" b="0" dirty="0">
                <a:solidFill>
                  <a:srgbClr val="526376"/>
                </a:solidFill>
              </a:rPr>
              <a:t> </a:t>
            </a:r>
            <a:r>
              <a:rPr sz="1275" b="0" dirty="0" err="1">
                <a:solidFill>
                  <a:srgbClr val="526376"/>
                </a:solidFill>
              </a:rPr>
              <a:t>매뉴얼</a:t>
            </a:r>
            <a:endParaRPr sz="1275" b="0" dirty="0">
              <a:solidFill>
                <a:srgbClr val="52637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535497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2571</Words>
  <Application>Microsoft Office PowerPoint</Application>
  <DocSecurity>0</DocSecurity>
  <PresentationFormat>와이드스크린</PresentationFormat>
  <Paragraphs>393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현대하모니 M</vt:lpstr>
      <vt:lpstr>Aptos</vt:lpstr>
      <vt:lpstr>Arial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이 준영</cp:lastModifiedBy>
  <cp:revision>9</cp:revision>
  <dcterms:created xsi:type="dcterms:W3CDTF">2026-10-22T05:36:06Z</dcterms:created>
  <dcterms:modified xsi:type="dcterms:W3CDTF">2026-10-29T07:33:29Z</dcterms:modified>
</cp:coreProperties>
</file>