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525_869E7EC5.xml" ContentType="application/vnd.ms-powerpoint.comments+xml"/>
  <Override PartName="/ppt/notesSlides/notesSlide14.xml" ContentType="application/vnd.openxmlformats-officedocument.presentationml.notesSlide+xml"/>
  <Override PartName="/ppt/comments/modernComment_584_1EA5D5D5.xml" ContentType="application/vnd.ms-powerpoint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s/modernComment_549_E782FD95.xml" ContentType="application/vnd.ms-powerpoint.comment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omments/modernComment_57C_CD8B407C.xml" ContentType="application/vnd.ms-powerpoint.comments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8"/>
  </p:notesMasterIdLst>
  <p:sldIdLst>
    <p:sldId id="256" r:id="rId5"/>
    <p:sldId id="1417" r:id="rId6"/>
    <p:sldId id="1420" r:id="rId7"/>
    <p:sldId id="1419" r:id="rId8"/>
    <p:sldId id="1414" r:id="rId9"/>
    <p:sldId id="1338" r:id="rId10"/>
    <p:sldId id="1344" r:id="rId11"/>
    <p:sldId id="1339" r:id="rId12"/>
    <p:sldId id="1348" r:id="rId13"/>
    <p:sldId id="1341" r:id="rId14"/>
    <p:sldId id="1315" r:id="rId15"/>
    <p:sldId id="1316" r:id="rId16"/>
    <p:sldId id="1317" r:id="rId17"/>
    <p:sldId id="1412" r:id="rId18"/>
    <p:sldId id="1413" r:id="rId19"/>
    <p:sldId id="1342" r:id="rId20"/>
    <p:sldId id="1320" r:id="rId21"/>
    <p:sldId id="1321" r:id="rId22"/>
    <p:sldId id="1324" r:id="rId23"/>
    <p:sldId id="1325" r:id="rId24"/>
    <p:sldId id="1326" r:id="rId25"/>
    <p:sldId id="1327" r:id="rId26"/>
    <p:sldId id="1353" r:id="rId27"/>
    <p:sldId id="1329" r:id="rId28"/>
    <p:sldId id="1331" r:id="rId29"/>
    <p:sldId id="1333" r:id="rId30"/>
    <p:sldId id="1335" r:id="rId31"/>
    <p:sldId id="1337" r:id="rId32"/>
    <p:sldId id="1356" r:id="rId33"/>
    <p:sldId id="1359" r:id="rId34"/>
    <p:sldId id="1363" r:id="rId35"/>
    <p:sldId id="1378" r:id="rId36"/>
    <p:sldId id="1421" r:id="rId37"/>
    <p:sldId id="1379" r:id="rId38"/>
    <p:sldId id="1422" r:id="rId39"/>
    <p:sldId id="1381" r:id="rId40"/>
    <p:sldId id="1382" r:id="rId41"/>
    <p:sldId id="1384" r:id="rId42"/>
    <p:sldId id="1386" r:id="rId43"/>
    <p:sldId id="1387" r:id="rId44"/>
    <p:sldId id="1389" r:id="rId45"/>
    <p:sldId id="1391" r:id="rId46"/>
    <p:sldId id="1415" r:id="rId47"/>
    <p:sldId id="1393" r:id="rId48"/>
    <p:sldId id="1394" r:id="rId49"/>
    <p:sldId id="1399" r:id="rId50"/>
    <p:sldId id="1416" r:id="rId51"/>
    <p:sldId id="1405" r:id="rId52"/>
    <p:sldId id="1407" r:id="rId53"/>
    <p:sldId id="1409" r:id="rId54"/>
    <p:sldId id="1410" r:id="rId55"/>
    <p:sldId id="1404" r:id="rId56"/>
    <p:sldId id="1411" r:id="rId57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41A"/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A491F-3EE2-42D0-BCE1-DD7F30493F71}" v="65" dt="2026-10-19T07:40:43.929"/>
    <p1510:client id="{DDCF4EDA-82F3-482A-869B-B965139DDE3F}" v="69" dt="2026-10-20T04:33:02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7380" autoAdjust="0"/>
  </p:normalViewPr>
  <p:slideViewPr>
    <p:cSldViewPr snapToGrid="0">
      <p:cViewPr varScale="1">
        <p:scale>
          <a:sx n="103" d="100"/>
          <a:sy n="103" d="100"/>
        </p:scale>
        <p:origin x="1560" y="96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65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20T04:38:02.279" v="3166" actId="20577"/>
      <pc:docMkLst>
        <pc:docMk/>
      </pc:docMkLst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spChg chg="add mod">
          <ac:chgData name="오 해찬" userId="398a30bc-41aa-4aec-9589-2644447f841d" providerId="ADAL" clId="{40A53A70-5976-42A4-AD5E-E44140CA36DF}" dt="2026-09-22T04:58:50.021" v="497" actId="20577"/>
          <ac:spMkLst>
            <pc:docMk/>
            <pc:sldMk cId="3229949583" sldId="1316"/>
            <ac:spMk id="5" creationId="{5CFBC97B-33A5-A3D4-F1F8-7DAE559415F0}"/>
          </ac:spMkLst>
        </pc:spChg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9T07:39:20.492" v="2875"/>
        <pc:sldMkLst>
          <pc:docMk/>
          <pc:sldMk cId="2258534085" sldId="1317"/>
        </pc:sldMkLst>
        <pc:spChg chg="add mod">
          <ac:chgData name="오 해찬" userId="398a30bc-41aa-4aec-9589-2644447f841d" providerId="ADAL" clId="{40A53A70-5976-42A4-AD5E-E44140CA36DF}" dt="2026-09-22T04:59:00.576" v="508" actId="20577"/>
          <ac:spMkLst>
            <pc:docMk/>
            <pc:sldMk cId="2258534085" sldId="1317"/>
            <ac:spMk id="5" creationId="{CD576AC3-4715-40B6-8E35-4A08F42C3A9F}"/>
          </ac:spMkLst>
        </pc:spChg>
        <pc:graphicFrameChg chg="mod modGraphic">
          <ac:chgData name="오 해찬" userId="398a30bc-41aa-4aec-9589-2644447f841d" providerId="ADAL" clId="{40A53A70-5976-42A4-AD5E-E44140CA36DF}" dt="2026-10-19T07:39:20.492" v="2875"/>
          <ac:graphicFrameMkLst>
            <pc:docMk/>
            <pc:sldMk cId="2258534085" sldId="1317"/>
            <ac:graphicFrameMk id="4" creationId="{1055052A-5B1C-EEAD-2F44-D3AF982424C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29:09.678" v="1742" actId="207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8T02:29:09.678" v="1742" actId="207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2:29:09.263" v="1741" actId="207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3:19:08.253" v="3131" actId="20577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10-08T02:35:21.568" v="1747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20T03:19:08.253" v="3131" actId="20577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7:57:29.817" v="2268" actId="113"/>
        <pc:sldMkLst>
          <pc:docMk/>
          <pc:sldMk cId="4269702500" sldId="1325"/>
        </pc:sldMkLst>
        <pc:spChg chg="add mod">
          <ac:chgData name="오 해찬" userId="398a30bc-41aa-4aec-9589-2644447f841d" providerId="ADAL" clId="{40A53A70-5976-42A4-AD5E-E44140CA36DF}" dt="2026-09-22T05:04:13.855" v="594" actId="20577"/>
          <ac:spMkLst>
            <pc:docMk/>
            <pc:sldMk cId="4269702500" sldId="1325"/>
            <ac:spMk id="5" creationId="{978056C8-17C0-BD56-9F47-B1F5753F7DDE}"/>
          </ac:spMkLst>
        </pc:spChg>
        <pc:graphicFrameChg chg="mod modGraphic">
          <ac:chgData name="오 해찬" userId="398a30bc-41aa-4aec-9589-2644447f841d" providerId="ADAL" clId="{40A53A70-5976-42A4-AD5E-E44140CA36DF}" dt="2026-10-15T07:57:29.817" v="2268" actId="113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2:40.391" v="2283" actId="20577"/>
        <pc:sldMkLst>
          <pc:docMk/>
          <pc:sldMk cId="904726841" sldId="1326"/>
        </pc:sldMkLst>
        <pc:spChg chg="add mod">
          <ac:chgData name="오 해찬" userId="398a30bc-41aa-4aec-9589-2644447f841d" providerId="ADAL" clId="{40A53A70-5976-42A4-AD5E-E44140CA36DF}" dt="2026-09-22T05:04:25.598" v="604" actId="20577"/>
          <ac:spMkLst>
            <pc:docMk/>
            <pc:sldMk cId="904726841" sldId="1326"/>
            <ac:spMk id="5" creationId="{776618A1-F020-976F-5651-2DCC04D5FC91}"/>
          </ac:spMkLst>
        </pc:spChg>
        <pc:graphicFrameChg chg="mod modGraphic">
          <ac:chgData name="오 해찬" userId="398a30bc-41aa-4aec-9589-2644447f841d" providerId="ADAL" clId="{40A53A70-5976-42A4-AD5E-E44140CA36DF}" dt="2026-10-15T08:22:40.391" v="2283" actId="2057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27:22.076" v="1921" actId="20577"/>
        <pc:sldMkLst>
          <pc:docMk/>
          <pc:sldMk cId="2897940150" sldId="1327"/>
        </pc:sldMkLst>
        <pc:spChg chg="add mod">
          <ac:chgData name="오 해찬" userId="398a30bc-41aa-4aec-9589-2644447f841d" providerId="ADAL" clId="{40A53A70-5976-42A4-AD5E-E44140CA36DF}" dt="2026-09-22T05:04:40.961" v="612" actId="20577"/>
          <ac:spMkLst>
            <pc:docMk/>
            <pc:sldMk cId="2897940150" sldId="1327"/>
            <ac:spMk id="5" creationId="{9E63878B-36E1-FF87-DFD2-7952FCEE04B0}"/>
          </ac:spMkLst>
        </pc:spChg>
        <pc:graphicFrameChg chg="mod modGraphic">
          <ac:chgData name="오 해찬" userId="398a30bc-41aa-4aec-9589-2644447f841d" providerId="ADAL" clId="{40A53A70-5976-42A4-AD5E-E44140CA36DF}" dt="2026-10-08T05:27:22.076" v="1921" actId="2057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1:08.741" v="1925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10-08T05:30:42.466" v="1922" actId="20577"/>
          <ac:spMkLst>
            <pc:docMk/>
            <pc:sldMk cId="915461811" sldId="1329"/>
            <ac:spMk id="7" creationId="{86555CA2-EC83-772F-88E7-5A641ADAA95B}"/>
          </ac:spMkLst>
        </pc:spChg>
        <pc:graphicFrameChg chg="mod modGraphic">
          <ac:chgData name="오 해찬" userId="398a30bc-41aa-4aec-9589-2644447f841d" providerId="ADAL" clId="{40A53A70-5976-42A4-AD5E-E44140CA36DF}" dt="2026-10-08T05:31:08.741" v="1925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3:21.677" v="1929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10-08T05:33:18.083" v="1926" actId="20577"/>
          <ac:spMkLst>
            <pc:docMk/>
            <pc:sldMk cId="3876744629" sldId="1335"/>
            <ac:spMk id="7" creationId="{01D82621-2B51-59A6-C52D-2909C9C1DEDF}"/>
          </ac:spMkLst>
        </pc:spChg>
        <pc:graphicFrameChg chg="mod modGraphic">
          <ac:chgData name="오 해찬" userId="398a30bc-41aa-4aec-9589-2644447f841d" providerId="ADAL" clId="{40A53A70-5976-42A4-AD5E-E44140CA36DF}" dt="2026-10-08T05:33:21.677" v="1929" actId="20577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0:58.733" v="2277"/>
        <pc:sldMkLst>
          <pc:docMk/>
          <pc:sldMk cId="2440714759" sldId="1337"/>
        </pc:sldMkLst>
        <pc:spChg chg="add mod">
          <ac:chgData name="오 해찬" userId="398a30bc-41aa-4aec-9589-2644447f841d" providerId="ADAL" clId="{40A53A70-5976-42A4-AD5E-E44140CA36DF}" dt="2026-09-22T05:05:01.597" v="626" actId="20577"/>
          <ac:spMkLst>
            <pc:docMk/>
            <pc:sldMk cId="2440714759" sldId="1337"/>
            <ac:spMk id="5" creationId="{5516D403-9078-96BD-4F70-940B109EBB82}"/>
          </ac:spMkLst>
        </pc:spChg>
        <pc:graphicFrameChg chg="mod modGraphic">
          <ac:chgData name="오 해찬" userId="398a30bc-41aa-4aec-9589-2644447f841d" providerId="ADAL" clId="{40A53A70-5976-42A4-AD5E-E44140CA36DF}" dt="2026-10-15T08:00:58.733" v="2277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09:28.248" v="1738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10-08T02:09:19.758" v="1733" actId="20577"/>
          <ac:spMkLst>
            <pc:docMk/>
            <pc:sldMk cId="737418889" sldId="1342"/>
            <ac:spMk id="7" creationId="{40F3B8AF-9415-1E16-C963-9A3CD7965B02}"/>
          </ac:spMkLst>
        </pc:spChg>
        <pc:graphicFrameChg chg="mod modGraphic">
          <ac:chgData name="오 해찬" userId="398a30bc-41aa-4aec-9589-2644447f841d" providerId="ADAL" clId="{40A53A70-5976-42A4-AD5E-E44140CA36DF}" dt="2026-10-08T02:09:28.248" v="1738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23.876" v="1567" actId="20577"/>
        <pc:sldMkLst>
          <pc:docMk/>
          <pc:sldMk cId="3884121493" sldId="1353"/>
        </pc:sldMkLst>
        <pc:spChg chg="add mod">
          <ac:chgData name="오 해찬" userId="398a30bc-41aa-4aec-9589-2644447f841d" providerId="ADAL" clId="{40A53A70-5976-42A4-AD5E-E44140CA36DF}" dt="2026-09-22T05:04:50.510" v="618" actId="20577"/>
          <ac:spMkLst>
            <pc:docMk/>
            <pc:sldMk cId="3884121493" sldId="1353"/>
            <ac:spMk id="5" creationId="{5B72F6B5-69C1-0528-8A10-B88CAE02B1EA}"/>
          </ac:spMkLst>
        </pc:spChg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4:31:46" v="3149" actId="20577"/>
        <pc:sldMkLst>
          <pc:docMk/>
          <pc:sldMk cId="1939284389" sldId="1356"/>
        </pc:sldMkLst>
        <pc:spChg chg="add mod">
          <ac:chgData name="오 해찬" userId="398a30bc-41aa-4aec-9589-2644447f841d" providerId="ADAL" clId="{40A53A70-5976-42A4-AD5E-E44140CA36DF}" dt="2026-09-22T05:05:28.113" v="635" actId="20577"/>
          <ac:spMkLst>
            <pc:docMk/>
            <pc:sldMk cId="1939284389" sldId="1356"/>
            <ac:spMk id="5" creationId="{8A5A63A1-53B4-2A12-A443-DE64511395AB}"/>
          </ac:spMkLst>
        </pc:spChg>
        <pc:graphicFrameChg chg="mod modGraphic">
          <ac:chgData name="오 해찬" userId="398a30bc-41aa-4aec-9589-2644447f841d" providerId="ADAL" clId="{40A53A70-5976-42A4-AD5E-E44140CA36DF}" dt="2026-10-20T04:31:46" v="3149" actId="20577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4:10.606" v="2287"/>
        <pc:sldMkLst>
          <pc:docMk/>
          <pc:sldMk cId="2087048040" sldId="1359"/>
        </pc:sldMkLst>
        <pc:spChg chg="add mod">
          <ac:chgData name="오 해찬" userId="398a30bc-41aa-4aec-9589-2644447f841d" providerId="ADAL" clId="{40A53A70-5976-42A4-AD5E-E44140CA36DF}" dt="2026-09-22T05:05:41.382" v="647" actId="20577"/>
          <ac:spMkLst>
            <pc:docMk/>
            <pc:sldMk cId="2087048040" sldId="1359"/>
            <ac:spMk id="5" creationId="{3F2300C4-6304-B9B0-71B4-79CCAEA18709}"/>
          </ac:spMkLst>
        </pc:spChg>
        <pc:graphicFrameChg chg="mod modGraphic">
          <ac:chgData name="오 해찬" userId="398a30bc-41aa-4aec-9589-2644447f841d" providerId="ADAL" clId="{40A53A70-5976-42A4-AD5E-E44140CA36DF}" dt="2026-10-15T08:24:10.606" v="2287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16.492" v="2015" actId="6549"/>
        <pc:sldMkLst>
          <pc:docMk/>
          <pc:sldMk cId="3073680364" sldId="1363"/>
        </pc:sldMkLst>
        <pc:spChg chg="add mod">
          <ac:chgData name="오 해찬" userId="398a30bc-41aa-4aec-9589-2644447f841d" providerId="ADAL" clId="{40A53A70-5976-42A4-AD5E-E44140CA36DF}" dt="2026-09-22T05:05:58.480" v="655" actId="20577"/>
          <ac:spMkLst>
            <pc:docMk/>
            <pc:sldMk cId="3073680364" sldId="1363"/>
            <ac:spMk id="5" creationId="{2D4082D8-FC5E-9EFC-FC86-BCC758DBC71C}"/>
          </ac:spMkLst>
        </pc:spChg>
        <pc:graphicFrameChg chg="mod modGraphic">
          <ac:chgData name="오 해찬" userId="398a30bc-41aa-4aec-9589-2644447f841d" providerId="ADAL" clId="{40A53A70-5976-42A4-AD5E-E44140CA36DF}" dt="2026-10-08T05:38:16.492" v="2015" actId="6549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41.147" v="2027" actId="20577"/>
        <pc:sldMkLst>
          <pc:docMk/>
          <pc:sldMk cId="640303626" sldId="1378"/>
        </pc:sldMkLst>
        <pc:spChg chg="add mod">
          <ac:chgData name="오 해찬" userId="398a30bc-41aa-4aec-9589-2644447f841d" providerId="ADAL" clId="{40A53A70-5976-42A4-AD5E-E44140CA36DF}" dt="2026-09-22T05:06:06.417" v="663" actId="20577"/>
          <ac:spMkLst>
            <pc:docMk/>
            <pc:sldMk cId="640303626" sldId="1378"/>
            <ac:spMk id="5" creationId="{01A33F15-F026-C8E4-2B4E-72C0D3F55186}"/>
          </ac:spMkLst>
        </pc:spChg>
        <pc:graphicFrameChg chg="mod modGraphic">
          <ac:chgData name="오 해찬" userId="398a30bc-41aa-4aec-9589-2644447f841d" providerId="ADAL" clId="{40A53A70-5976-42A4-AD5E-E44140CA36DF}" dt="2026-10-08T05:38:41.147" v="2027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3:20:19.798" v="1594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07T03:20:14.725" v="1593" actId="205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3:20:19.798" v="1594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0:40.812" v="2057" actId="20577"/>
        <pc:sldMkLst>
          <pc:docMk/>
          <pc:sldMk cId="713989755" sldId="1381"/>
        </pc:sldMkLst>
        <pc:graphicFrameChg chg="mod modGraphic">
          <ac:chgData name="오 해찬" userId="398a30bc-41aa-4aec-9589-2644447f841d" providerId="ADAL" clId="{40A53A70-5976-42A4-AD5E-E44140CA36DF}" dt="2026-10-08T05:40:31.386" v="2055" actId="113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0:40.812" v="2057" actId="20577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42:01.352" v="2061" actId="20577"/>
        <pc:sldMkLst>
          <pc:docMk/>
          <pc:sldMk cId="2387218696" sldId="1382"/>
        </pc:sldMkLst>
        <pc:spChg chg="add mod">
          <ac:chgData name="오 해찬" userId="398a30bc-41aa-4aec-9589-2644447f841d" providerId="ADAL" clId="{40A53A70-5976-42A4-AD5E-E44140CA36DF}" dt="2026-09-22T04:55:43.669" v="484" actId="20577"/>
          <ac:spMkLst>
            <pc:docMk/>
            <pc:sldMk cId="2387218696" sldId="1382"/>
            <ac:spMk id="5" creationId="{C306DF33-78AA-7983-EF96-C3EE60DCD427}"/>
          </ac:spMkLst>
        </pc:spChg>
        <pc:graphicFrameChg chg="mod modGraphic">
          <ac:chgData name="오 해찬" userId="398a30bc-41aa-4aec-9589-2644447f841d" providerId="ADAL" clId="{40A53A70-5976-42A4-AD5E-E44140CA36DF}" dt="2026-10-08T05:42:01.352" v="2061" actId="20577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09.909" v="2065" actId="20577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08T05:42:06.486" v="2063" actId="20577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09.909" v="2065" actId="20577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2:15.228" v="2067" actId="20577"/>
        <pc:sldMkLst>
          <pc:docMk/>
          <pc:sldMk cId="2901489861" sldId="1386"/>
        </pc:sldMkLst>
        <pc:spChg chg="add mod">
          <ac:chgData name="오 해찬" userId="398a30bc-41aa-4aec-9589-2644447f841d" providerId="ADAL" clId="{40A53A70-5976-42A4-AD5E-E44140CA36DF}" dt="2026-09-22T04:55:59.762" v="489" actId="20577"/>
          <ac:spMkLst>
            <pc:docMk/>
            <pc:sldMk cId="2901489861" sldId="1386"/>
            <ac:spMk id="7" creationId="{99278EDC-3D57-2EF3-700D-A5C01F8FCBA4}"/>
          </ac:spMkLst>
        </pc:spChg>
        <pc:graphicFrameChg chg="mod modGraphic">
          <ac:chgData name="오 해찬" userId="398a30bc-41aa-4aec-9589-2644447f841d" providerId="ADAL" clId="{40A53A70-5976-42A4-AD5E-E44140CA36DF}" dt="2026-10-08T05:42:15.228" v="2067" actId="20577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22.555" v="2071" actId="20577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08T05:42:19.183" v="2069" actId="20577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22.555" v="2071" actId="20577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1:07.139" v="2278"/>
        <pc:sldMkLst>
          <pc:docMk/>
          <pc:sldMk cId="2168838001" sldId="1389"/>
        </pc:sldMkLst>
        <pc:spChg chg="add mod">
          <ac:chgData name="오 해찬" userId="398a30bc-41aa-4aec-9589-2644447f841d" providerId="ADAL" clId="{40A53A70-5976-42A4-AD5E-E44140CA36DF}" dt="2026-09-22T04:56:07.577" v="492" actId="20577"/>
          <ac:spMkLst>
            <pc:docMk/>
            <pc:sldMk cId="2168838001" sldId="1389"/>
            <ac:spMk id="5" creationId="{637747CB-2CA4-E12F-3A7D-5AC4BE4958B7}"/>
          </ac:spMkLst>
        </pc:spChg>
        <pc:graphicFrameChg chg="mod modGraphic">
          <ac:chgData name="오 해찬" userId="398a30bc-41aa-4aec-9589-2644447f841d" providerId="ADAL" clId="{40A53A70-5976-42A4-AD5E-E44140CA36DF}" dt="2026-10-15T08:01:07.139" v="2278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08T05:45:28.399" v="2082" actId="20577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10-08T05:45:28.399" v="2082" actId="20577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16T01:52:47.061" v="2485" actId="20577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16T01:52:47.061" v="2485" actId="20577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9:05.635" v="2116" actId="20577"/>
        <pc:sldMkLst>
          <pc:docMk/>
          <pc:sldMk cId="205380977" sldId="1394"/>
        </pc:sldMkLst>
        <pc:graphicFrameChg chg="mod modGraphic">
          <ac:chgData name="오 해찬" userId="398a30bc-41aa-4aec-9589-2644447f841d" providerId="ADAL" clId="{40A53A70-5976-42A4-AD5E-E44140CA36DF}" dt="2026-10-08T05:49:05.635" v="2116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0:03.203" v="2125" actId="20577"/>
        <pc:sldMkLst>
          <pc:docMk/>
          <pc:sldMk cId="3458039711" sldId="1399"/>
        </pc:sldMkLst>
        <pc:graphicFrameChg chg="mod modGraphic">
          <ac:chgData name="오 해찬" userId="398a30bc-41aa-4aec-9589-2644447f841d" providerId="ADAL" clId="{40A53A70-5976-42A4-AD5E-E44140CA36DF}" dt="2026-10-08T05:50:03.203" v="2125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37.252" v="1573" actId="20577"/>
        <pc:sldMkLst>
          <pc:docMk/>
          <pc:sldMk cId="3448455292" sldId="1404"/>
        </pc:sldMkLst>
        <pc:spChg chg="add mod">
          <ac:chgData name="오 해찬" userId="398a30bc-41aa-4aec-9589-2644447f841d" providerId="ADAL" clId="{40A53A70-5976-42A4-AD5E-E44140CA36DF}" dt="2026-09-22T05:06:28.235" v="676" actId="20577"/>
          <ac:spMkLst>
            <pc:docMk/>
            <pc:sldMk cId="3448455292" sldId="1404"/>
            <ac:spMk id="5" creationId="{F12D5BD2-625A-54C4-19ED-D8960C323CF7}"/>
          </ac:spMkLst>
        </pc:spChg>
        <pc:graphicFrameChg chg="mod modGraphic">
          <ac:chgData name="오 해찬" userId="398a30bc-41aa-4aec-9589-2644447f841d" providerId="ADAL" clId="{40A53A70-5976-42A4-AD5E-E44140CA36DF}" dt="2026-10-07T03:08:37.252" v="1573" actId="20577"/>
          <ac:graphicFrameMkLst>
            <pc:docMk/>
            <pc:sldMk cId="3448455292" sldId="1404"/>
            <ac:graphicFrameMk id="4" creationId="{D6CD6B31-4A5E-F18D-B5E6-C5F93788D432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6:02:50.899" v="2208" actId="2057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08T05:53:38.797" v="2149" actId="20577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6:02:50.899" v="2208" actId="20577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54:36.185" v="2175" actId="20577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08T05:54:31.263" v="2166" actId="20577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54:36.185" v="2175" actId="20577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6T01:49:49.547" v="2477" actId="113"/>
        <pc:sldMkLst>
          <pc:docMk/>
          <pc:sldMk cId="814913458" sldId="1409"/>
        </pc:sldMkLst>
        <pc:spChg chg="add mod">
          <ac:chgData name="오 해찬" userId="398a30bc-41aa-4aec-9589-2644447f841d" providerId="ADAL" clId="{40A53A70-5976-42A4-AD5E-E44140CA36DF}" dt="2026-09-22T05:06:19.263" v="668" actId="20577"/>
          <ac:spMkLst>
            <pc:docMk/>
            <pc:sldMk cId="814913458" sldId="1409"/>
            <ac:spMk id="5" creationId="{DCD2BB5B-CBCB-0CC7-03EE-52BD604B8866}"/>
          </ac:spMkLst>
        </pc:spChg>
        <pc:graphicFrameChg chg="mod modGraphic">
          <ac:chgData name="오 해찬" userId="398a30bc-41aa-4aec-9589-2644447f841d" providerId="ADAL" clId="{40A53A70-5976-42A4-AD5E-E44140CA36DF}" dt="2026-10-16T01:49:49.547" v="2477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39:28.966" v="1349" actId="20577"/>
        <pc:sldMkLst>
          <pc:docMk/>
          <pc:sldMk cId="2848487772" sldId="1410"/>
        </pc:sldMkLst>
        <pc:spChg chg="add mod">
          <ac:chgData name="오 해찬" userId="398a30bc-41aa-4aec-9589-2644447f841d" providerId="ADAL" clId="{40A53A70-5976-42A4-AD5E-E44140CA36DF}" dt="2026-09-22T05:06:24.257" v="672" actId="20577"/>
          <ac:spMkLst>
            <pc:docMk/>
            <pc:sldMk cId="2848487772" sldId="1410"/>
            <ac:spMk id="5" creationId="{8CECE986-83A0-4A46-5C0B-6437C992C294}"/>
          </ac:spMkLst>
        </pc:spChg>
        <pc:graphicFrameChg chg="mod modGraphic">
          <ac:chgData name="오 해찬" userId="398a30bc-41aa-4aec-9589-2644447f841d" providerId="ADAL" clId="{40A53A70-5976-42A4-AD5E-E44140CA36DF}" dt="2026-10-07T01:39:28.966" v="1349" actId="20577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09-22T08:17:48.147" v="967"/>
        <pc:sldMkLst>
          <pc:docMk/>
          <pc:sldMk cId="4069879606" sldId="1411"/>
        </pc:sldMkLst>
      </pc:sldChg>
      <pc:sldChg chg="addSp delSp modSp mod">
        <pc:chgData name="오 해찬" userId="398a30bc-41aa-4aec-9589-2644447f841d" providerId="ADAL" clId="{40A53A70-5976-42A4-AD5E-E44140CA36DF}" dt="2026-10-08T03:05:11.145" v="1765" actId="20577"/>
        <pc:sldMkLst>
          <pc:docMk/>
          <pc:sldMk cId="514184661" sldId="1412"/>
        </pc:sldMkLst>
        <pc:spChg chg="add mod">
          <ac:chgData name="오 해찬" userId="398a30bc-41aa-4aec-9589-2644447f841d" providerId="ADAL" clId="{40A53A70-5976-42A4-AD5E-E44140CA36DF}" dt="2026-09-22T04:59:37.964" v="513" actId="20577"/>
          <ac:spMkLst>
            <pc:docMk/>
            <pc:sldMk cId="514184661" sldId="1412"/>
            <ac:spMk id="7" creationId="{8AD367CE-8076-37E0-6429-E68DC4C935C5}"/>
          </ac:spMkLst>
        </pc:spChg>
        <pc:graphicFrameChg chg="mod modGraphic">
          <ac:chgData name="오 해찬" userId="398a30bc-41aa-4aec-9589-2644447f841d" providerId="ADAL" clId="{40A53A70-5976-42A4-AD5E-E44140CA36DF}" dt="2026-10-08T03:05:11.145" v="1765" actId="20577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26:08.162" v="1900" actId="20577"/>
        <pc:sldMkLst>
          <pc:docMk/>
          <pc:sldMk cId="2232721679" sldId="1413"/>
        </pc:sldMkLst>
        <pc:graphicFrameChg chg="mod modGraphic">
          <ac:chgData name="오 해찬" userId="398a30bc-41aa-4aec-9589-2644447f841d" providerId="ADAL" clId="{40A53A70-5976-42A4-AD5E-E44140CA36DF}" dt="2026-10-08T05:24:55.426" v="1884" actId="20577"/>
          <ac:graphicFrameMkLst>
            <pc:docMk/>
            <pc:sldMk cId="2232721679" sldId="1413"/>
            <ac:graphicFrameMk id="5" creationId="{D13EDCFF-0496-E421-4CA3-FA7A1850320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3:15:46.891" v="1853" actId="20577"/>
          <ac:graphicFrameMkLst>
            <pc:docMk/>
            <pc:sldMk cId="2232721679" sldId="1413"/>
            <ac:graphicFrameMk id="7" creationId="{6C8B912A-5027-9E2C-1302-5FBB4321EA72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26:08.162" v="1900" actId="20577"/>
          <ac:graphicFrameMkLst>
            <pc:docMk/>
            <pc:sldMk cId="2232721679" sldId="1413"/>
            <ac:graphicFrameMk id="11" creationId="{60CA5748-3BFE-D732-311D-68E78C6DA013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22T05:10:47.720" v="733" actId="1036"/>
        <pc:sldMkLst>
          <pc:docMk/>
          <pc:sldMk cId="2323862659" sldId="1414"/>
        </pc:sldMkLst>
        <pc:spChg chg="add mod">
          <ac:chgData name="오 해찬" userId="398a30bc-41aa-4aec-9589-2644447f841d" providerId="ADAL" clId="{40A53A70-5976-42A4-AD5E-E44140CA36DF}" dt="2026-09-22T05:10:42.276" v="717" actId="20577"/>
          <ac:spMkLst>
            <pc:docMk/>
            <pc:sldMk cId="2323862659" sldId="1414"/>
            <ac:spMk id="5" creationId="{C41D1F7A-5BF8-01A9-D178-2D026B82CF92}"/>
          </ac:spMkLst>
        </pc:spChg>
        <pc:graphicFrameChg chg="mod">
          <ac:chgData name="오 해찬" userId="398a30bc-41aa-4aec-9589-2644447f841d" providerId="ADAL" clId="{40A53A70-5976-42A4-AD5E-E44140CA36DF}" dt="2026-09-22T05:10:47.720" v="733" actId="1036"/>
          <ac:graphicFrameMkLst>
            <pc:docMk/>
            <pc:sldMk cId="2323862659" sldId="1414"/>
            <ac:graphicFrameMk id="4" creationId="{CF61225B-B4C9-621A-3229-DDA937876F6C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52.526" v="2786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16T01:52:40.213" v="2483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52.526" v="2786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46.320" v="2785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07T01:25:40.812" v="1258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16T01:52:58.828" v="2487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46.320" v="2785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  <pc:sldChg chg="addSp delSp modSp add mod">
        <pc:chgData name="오 해찬" userId="398a30bc-41aa-4aec-9589-2644447f841d" providerId="ADAL" clId="{40A53A70-5976-42A4-AD5E-E44140CA36DF}" dt="2026-10-20T04:38:02.279" v="3166" actId="20577"/>
        <pc:sldMkLst>
          <pc:docMk/>
          <pc:sldMk cId="1676192216" sldId="1417"/>
        </pc:sldMkLst>
        <pc:spChg chg="add del">
          <ac:chgData name="오 해찬" userId="398a30bc-41aa-4aec-9589-2644447f841d" providerId="ADAL" clId="{40A53A70-5976-42A4-AD5E-E44140CA36DF}" dt="2026-10-20T03:07:47.818" v="3023" actId="22"/>
          <ac:spMkLst>
            <pc:docMk/>
            <pc:sldMk cId="1676192216" sldId="1417"/>
            <ac:spMk id="6" creationId="{5BF34282-0FC9-7C0D-C412-4D1F36ABF69F}"/>
          </ac:spMkLst>
        </pc:spChg>
        <pc:spChg chg="mod">
          <ac:chgData name="오 해찬" userId="398a30bc-41aa-4aec-9589-2644447f841d" providerId="ADAL" clId="{40A53A70-5976-42A4-AD5E-E44140CA36DF}" dt="2026-10-19T05:29:26.021" v="2770" actId="1035"/>
          <ac:spMkLst>
            <pc:docMk/>
            <pc:sldMk cId="1676192216" sldId="1417"/>
            <ac:spMk id="7" creationId="{0C950522-043F-3404-32E1-060D2A620CF6}"/>
          </ac:spMkLst>
        </pc:spChg>
        <pc:graphicFrameChg chg="add del mod modGraphic">
          <ac:chgData name="오 해찬" userId="398a30bc-41aa-4aec-9589-2644447f841d" providerId="ADAL" clId="{40A53A70-5976-42A4-AD5E-E44140CA36DF}" dt="2026-10-20T04:38:02.279" v="3166" actId="20577"/>
          <ac:graphicFrameMkLst>
            <pc:docMk/>
            <pc:sldMk cId="1676192216" sldId="1417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10-19T05:29:26.021" v="2770" actId="1035"/>
          <ac:graphicFrameMkLst>
            <pc:docMk/>
            <pc:sldMk cId="1676192216" sldId="1417"/>
            <ac:graphicFrameMk id="9" creationId="{6DC06829-9C83-9A79-215B-98CAB7729CB1}"/>
          </ac:graphicFrameMkLst>
        </pc:graphicFrameChg>
      </pc:sldChg>
      <pc:sldChg chg="add del">
        <pc:chgData name="오 해찬" userId="398a30bc-41aa-4aec-9589-2644447f841d" providerId="ADAL" clId="{40A53A70-5976-42A4-AD5E-E44140CA36DF}" dt="2026-10-19T04:50:44.148" v="2522" actId="47"/>
        <pc:sldMkLst>
          <pc:docMk/>
          <pc:sldMk cId="4264767309" sldId="1418"/>
        </pc:sldMkLst>
      </pc:sldChg>
      <pc:sldChg chg="delSp modSp add mod">
        <pc:chgData name="오 해찬" userId="398a30bc-41aa-4aec-9589-2644447f841d" providerId="ADAL" clId="{40A53A70-5976-42A4-AD5E-E44140CA36DF}" dt="2026-10-19T07:52:19.986" v="3021" actId="20577"/>
        <pc:sldMkLst>
          <pc:docMk/>
          <pc:sldMk cId="3234724223" sldId="1419"/>
        </pc:sldMkLst>
        <pc:graphicFrameChg chg="mod modGraphic">
          <ac:chgData name="오 해찬" userId="398a30bc-41aa-4aec-9589-2644447f841d" providerId="ADAL" clId="{40A53A70-5976-42A4-AD5E-E44140CA36DF}" dt="2026-10-19T07:52:19.986" v="3021" actId="20577"/>
          <ac:graphicFrameMkLst>
            <pc:docMk/>
            <pc:sldMk cId="3234724223" sldId="1419"/>
            <ac:graphicFrameMk id="4" creationId="{DC02E768-6B4B-07F0-DBBD-A756A538B1CA}"/>
          </ac:graphicFrameMkLst>
        </pc:graphicFrameChg>
        <pc:picChg chg="del">
          <ac:chgData name="오 해찬" userId="398a30bc-41aa-4aec-9589-2644447f841d" providerId="ADAL" clId="{40A53A70-5976-42A4-AD5E-E44140CA36DF}" dt="2026-10-19T04:50:46.516" v="2523" actId="478"/>
          <ac:picMkLst>
            <pc:docMk/>
            <pc:sldMk cId="3234724223" sldId="1419"/>
            <ac:picMk id="6" creationId="{4A5B1112-E7F5-409F-B7A7-C648D03FC4A1}"/>
          </ac:picMkLst>
        </pc:picChg>
      </pc:sldChg>
      <pc:sldChg chg="add del">
        <pc:chgData name="오 해찬" userId="398a30bc-41aa-4aec-9589-2644447f841d" providerId="ADAL" clId="{40A53A70-5976-42A4-AD5E-E44140CA36DF}" dt="2026-10-20T04:34:31.858" v="3155" actId="2696"/>
        <pc:sldMkLst>
          <pc:docMk/>
          <pc:sldMk cId="452530168" sldId="1420"/>
        </pc:sldMkLst>
      </pc:sldChg>
      <pc:sldChg chg="add del">
        <pc:chgData name="오 해찬" userId="398a30bc-41aa-4aec-9589-2644447f841d" providerId="ADAL" clId="{40A53A70-5976-42A4-AD5E-E44140CA36DF}" dt="2026-10-20T04:34:43.498" v="3156" actId="2696"/>
        <pc:sldMkLst>
          <pc:docMk/>
          <pc:sldMk cId="3235951553" sldId="1421"/>
        </pc:sldMkLst>
      </pc:sldChg>
    </pc:docChg>
  </pc:docChgLst>
</pc:chgInfo>
</file>

<file path=ppt/comments/modernComment_57C_CD8B40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D39F9D-D019-446C-B348-E87396B9BD33}" authorId="{B606345A-1B02-C35A-D0E5-DF8A67A6C758}" created="2026-10-08T05:59:09.210">
    <pc:sldMkLst xmlns:pc="http://schemas.microsoft.com/office/powerpoint/2013/main/command">
      <pc:docMk/>
      <pc:sldMk cId="3448455292" sldId="1404"/>
    </pc:sldMkLst>
    <p188:txBody>
      <a:bodyPr/>
      <a:lstStyle/>
      <a:p>
        <a:r>
          <a:rPr lang="ko-KR" altLang="en-US"/>
          <a:t>IC603꺼 잘못 가져온 것 같습니다.</a:t>
        </a:r>
      </a:p>
    </p188:txBody>
  </p188:cm>
</p188:cmLst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D6D3-E5C9-5BC3-65CA-3A48F787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C699D1-D0B3-D0AC-74D7-ED33B48A1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2F5FED-E44C-EEB9-B0F7-2898E4989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E9606D-F9BA-9DE4-D444-443E6CC49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143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0424-4876-5FFE-0C75-12F63CC6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B0445-E2C8-AD99-C0A8-C8BF5A54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9439F-0866-B9E1-7574-C40C6AD00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6CC92-2235-9A6C-0FB9-F16C090D6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78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AE647-A109-4BA0-B63E-AE0F7EEF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59D4E5-840F-0EB9-4869-4B4080504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1B9100-C29C-DFFB-10DA-582F8F6C2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726AC4-0FAF-B852-18ED-5CD4E0A1C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6858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CC76-89B6-546D-B1CE-25C9FAE9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145494-488E-A73E-F833-ED416FB29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D7A41E-C2E4-BAF3-3E25-1624D94F2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CFF672-77F8-A8E0-21F5-01EA74442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2238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7C_CD8B407C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7297059"/>
              </p:ext>
            </p:extLst>
          </p:nvPr>
        </p:nvGraphicFramePr>
        <p:xfrm>
          <a:off x="279773" y="1057435"/>
          <a:ext cx="9236383" cy="2182368"/>
        </p:xfrm>
        <a:graphic>
          <a:graphicData uri="http://schemas.openxmlformats.org/drawingml/2006/table">
            <a:tbl>
              <a:tblPr/>
              <a:tblGrid>
                <a:gridCol w="155719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22523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389547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78011">
                  <a:extLst>
                    <a:ext uri="{9D8B030D-6E8A-4147-A177-3AD203B41FA5}">
                      <a16:colId xmlns:a16="http://schemas.microsoft.com/office/drawing/2014/main" val="4213123432"/>
                    </a:ext>
                  </a:extLst>
                </a:gridCol>
                <a:gridCol w="83160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29601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389541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79148">
                  <a:extLst>
                    <a:ext uri="{9D8B030D-6E8A-4147-A177-3AD203B41FA5}">
                      <a16:colId xmlns:a16="http://schemas.microsoft.com/office/drawing/2014/main" val="3235162536"/>
                    </a:ext>
                  </a:extLst>
                </a:gridCol>
                <a:gridCol w="831221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TRL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000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3450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OTP_PROTECT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0x3E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0xA5A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16257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609687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3215981"/>
              </p:ext>
            </p:extLst>
          </p:nvPr>
        </p:nvGraphicFramePr>
        <p:xfrm>
          <a:off x="279772" y="3938110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19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3C602-0A73-351B-48BC-8828C9C1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431D89-6BB4-E342-388E-376B77638E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Lab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Test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Guide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2096E1F-7B20-C65D-54F1-76ECDA3F6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40" y="1677870"/>
            <a:ext cx="8951521" cy="44565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4F2323-D006-C8C1-95A8-2533C769275B}"/>
              </a:ext>
            </a:extLst>
          </p:cNvPr>
          <p:cNvSpPr txBox="1"/>
          <p:nvPr/>
        </p:nvSpPr>
        <p:spPr>
          <a:xfrm>
            <a:off x="279773" y="723602"/>
            <a:ext cx="3328155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1.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 항목 별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HW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셋팅은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QFN3030 Type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기준으로 설명됩니다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endParaRPr lang="ko-KR" altLang="en-US" sz="8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17" name="개체 16">
            <a:extLst>
              <a:ext uri="{FF2B5EF4-FFF2-40B4-BE49-F238E27FC236}">
                <a16:creationId xmlns:a16="http://schemas.microsoft.com/office/drawing/2014/main" id="{400EF56A-F59D-67B0-C86E-E08A38CED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5543796"/>
              </p:ext>
            </p:extLst>
          </p:nvPr>
        </p:nvGraphicFramePr>
        <p:xfrm>
          <a:off x="477240" y="982286"/>
          <a:ext cx="755896" cy="666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4" imgW="914400" imgH="806480" progId="Acrobat.Document.DC">
                  <p:embed/>
                </p:oleObj>
              </mc:Choice>
              <mc:Fallback>
                <p:oleObj name="Acrobat Document" showAsIcon="1" r:id="rId4" imgW="914400" imgH="806480" progId="Acrobat.Document.DC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3D78CC50-34AC-6687-A05C-0DE855BD88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7240" y="982286"/>
                        <a:ext cx="755896" cy="666659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14E4BA4-05F5-9915-4C7A-7672B680D28D}"/>
              </a:ext>
            </a:extLst>
          </p:cNvPr>
          <p:cNvSpPr txBox="1"/>
          <p:nvPr/>
        </p:nvSpPr>
        <p:spPr>
          <a:xfrm>
            <a:off x="523893" y="1250886"/>
            <a:ext cx="642433" cy="253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회로도</a:t>
            </a:r>
          </a:p>
        </p:txBody>
      </p:sp>
    </p:spTree>
    <p:extLst>
      <p:ext uri="{BB962C8B-B14F-4D97-AF65-F5344CB8AC3E}">
        <p14:creationId xmlns:p14="http://schemas.microsoft.com/office/powerpoint/2010/main" val="515419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399E-5FF6-2203-29D0-3E9262E3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FFB06-E63C-6C23-C28C-6217985A83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TM ENTRY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2E768-6B4B-07F0-DBBD-A756A538B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69814"/>
              </p:ext>
            </p:extLst>
          </p:nvPr>
        </p:nvGraphicFramePr>
        <p:xfrm>
          <a:off x="279773" y="962185"/>
          <a:ext cx="9208258" cy="2179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03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26841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949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Set follow register sequence (DIO). (After ID GEN, any state)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tmode_entry1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0xA5A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tmode_entry2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0x5A5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TM_ENTRY : Write tmode_entry1 → tmode_entry2 consecutively.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Enter TM mode.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Enter TM 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CFB770-274A-54C3-390F-569A787E013A}"/>
              </a:ext>
            </a:extLst>
          </p:cNvPr>
          <p:cNvSpPr txBox="1"/>
          <p:nvPr/>
        </p:nvSpPr>
        <p:spPr>
          <a:xfrm>
            <a:off x="279773" y="669797"/>
            <a:ext cx="9827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ENTRY</a:t>
            </a:r>
          </a:p>
        </p:txBody>
      </p:sp>
    </p:spTree>
    <p:extLst>
      <p:ext uri="{BB962C8B-B14F-4D97-AF65-F5344CB8AC3E}">
        <p14:creationId xmlns:p14="http://schemas.microsoft.com/office/powerpoint/2010/main" val="323472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67207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841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328874"/>
              </p:ext>
            </p:extLst>
          </p:nvPr>
        </p:nvGraphicFramePr>
        <p:xfrm>
          <a:off x="406773" y="1147213"/>
          <a:ext cx="2880000" cy="4397235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MAX_CURR_LEVEL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FAULT_CONFIG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479197"/>
              </p:ext>
            </p:extLst>
          </p:nvPr>
        </p:nvGraphicFramePr>
        <p:xfrm>
          <a:off x="3468128" y="1147213"/>
          <a:ext cx="2880001" cy="4250158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SERIAL_CLK_GEN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GATE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OP_MODE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494923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79813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004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9276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8509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668487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2(MEAS) −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32920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RCTL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9457127"/>
              </p:ext>
            </p:extLst>
          </p:nvPr>
        </p:nvGraphicFramePr>
        <p:xfrm>
          <a:off x="279773" y="962185"/>
          <a:ext cx="9208258" cy="3764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940172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7894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96019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1522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8455015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0x090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0xDCD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3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719276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>
                          <a:ea typeface="현대하모니 L" panose="02020603020101020101"/>
                        </a:rPr>
                      </a:br>
                      <a:r>
                        <a:rPr lang="en-US" altLang="ko-KR" sz="80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832059"/>
              </p:ext>
            </p:extLst>
          </p:nvPr>
        </p:nvGraphicFramePr>
        <p:xfrm>
          <a:off x="279773" y="962185"/>
          <a:ext cx="9208258" cy="4465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536882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8C227-ACF7-9360-2727-5B1C8950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6531FC-E7C2-8BDE-49F1-62B738750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61A676-BB94-6311-F40C-AD72EC305C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7037795"/>
              </p:ext>
            </p:extLst>
          </p:nvPr>
        </p:nvGraphicFramePr>
        <p:xfrm>
          <a:off x="279773" y="962185"/>
          <a:ext cx="9208258" cy="32156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 err="1">
                          <a:ea typeface="현대하모니 L" panose="02020603020101020101"/>
                        </a:rPr>
                        <a:t>Test_iout_monitor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명령어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ID601 Analog Test Mode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셋팅 및 테스트 채널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enable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테스트 채널의 점퍼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(J79 ~ J84, J107 ~ J112)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분리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파워 서플라이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전류계를 활용하여 전압에 따른 전류를 측정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1E892B-2245-4621-3383-425DDDBC91B2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D8783B-A6F3-BCA2-5EEF-FF31A2BDBA33}"/>
              </a:ext>
            </a:extLst>
          </p:cNvPr>
          <p:cNvSpPr>
            <a:spLocks noGrp="1"/>
          </p:cNvSpPr>
          <p:nvPr/>
        </p:nvSpPr>
        <p:spPr>
          <a:xfrm>
            <a:off x="2964744" y="1625493"/>
            <a:ext cx="4828317" cy="1350972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test_iout_monitor 2 1 1 4095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drv_id601_set_daisy_length: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id601_init_testmode_entry: ID601 </a:t>
            </a:r>
            <a:r>
              <a:rPr lang="en-US" sz="800" dirty="0" err="1">
                <a:ea typeface="현대하모니 L" panose="02020603020101020101"/>
              </a:rPr>
              <a:t>testmode</a:t>
            </a:r>
            <a:r>
              <a:rPr lang="en-US" sz="800" dirty="0">
                <a:ea typeface="현대하모니 L" panose="02020603020101020101"/>
              </a:rPr>
              <a:t> entry successful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id601_init_analog_test_mode: ID601 Analog Test Mode Initialized.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[TEST]: ID601 </a:t>
            </a:r>
            <a:r>
              <a:rPr lang="en-US" sz="800" dirty="0" err="1">
                <a:ea typeface="현대하모니 L" panose="02020603020101020101"/>
              </a:rPr>
              <a:t>Iout</a:t>
            </a:r>
            <a:r>
              <a:rPr lang="en-US" sz="800" dirty="0">
                <a:ea typeface="현대하모니 L" panose="02020603020101020101"/>
              </a:rPr>
              <a:t> One Channel Started. channel=1, </a:t>
            </a:r>
            <a:r>
              <a:rPr lang="en-US" sz="800" dirty="0" err="1">
                <a:ea typeface="현대하모니 L" panose="02020603020101020101"/>
              </a:rPr>
              <a:t>max_curr_lvl</a:t>
            </a:r>
            <a:r>
              <a:rPr lang="en-US" sz="800" dirty="0">
                <a:ea typeface="현대하모니 L" panose="02020603020101020101"/>
              </a:rPr>
              <a:t>=1, </a:t>
            </a:r>
            <a:r>
              <a:rPr lang="en-US" sz="800" dirty="0" err="1">
                <a:ea typeface="현대하모니 L" panose="02020603020101020101"/>
              </a:rPr>
              <a:t>vref</a:t>
            </a:r>
            <a:r>
              <a:rPr lang="en-US" sz="800" dirty="0">
                <a:ea typeface="현대하모니 L" panose="02020603020101020101"/>
              </a:rPr>
              <a:t>=4095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[IOUT] CH=1, ADC=1969, V=300.446 mV, </a:t>
            </a:r>
            <a:r>
              <a:rPr lang="en-US" sz="800" dirty="0" err="1">
                <a:ea typeface="현대하모니 L" panose="02020603020101020101"/>
              </a:rPr>
              <a:t>Iout</a:t>
            </a:r>
            <a:r>
              <a:rPr lang="en-US" sz="800" dirty="0">
                <a:ea typeface="현대하모니 L" panose="02020603020101020101"/>
              </a:rPr>
              <a:t>=8.011882 mA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[IOUT] CH=1, ADC=1969, V=300.446 mV, </a:t>
            </a:r>
            <a:r>
              <a:rPr lang="en-US" sz="800" dirty="0" err="1">
                <a:ea typeface="현대하모니 L" panose="02020603020101020101"/>
              </a:rPr>
              <a:t>Iout</a:t>
            </a:r>
            <a:r>
              <a:rPr lang="en-US" sz="800" dirty="0">
                <a:ea typeface="현대하모니 L" panose="02020603020101020101"/>
              </a:rPr>
              <a:t>=8.011882 mA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22697016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167639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3731909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8DD5B-EF9B-08BE-A3A3-B12D8E22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F05FA11-2D06-7238-29F6-3C3A3171BD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8323646"/>
              </p:ext>
            </p:extLst>
          </p:nvPr>
        </p:nvGraphicFramePr>
        <p:xfrm>
          <a:off x="279772" y="962185"/>
          <a:ext cx="9208258" cy="34594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J78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J78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후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ID601_VCC_2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노드에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3.3V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를 직접 인가한다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Id601_init, id601_write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명령어</a:t>
                      </a:r>
                      <a:r>
                        <a:rPr lang="en-US" altLang="ko-KR" sz="800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 Analog Test Mode </a:t>
                      </a:r>
                      <a:r>
                        <a:rPr lang="ko-KR" altLang="en-US" sz="800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셋팅 및 </a:t>
                      </a:r>
                      <a:r>
                        <a:rPr lang="en-US" altLang="ko-KR" sz="800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TEST_ANA_EN </a:t>
                      </a:r>
                      <a:r>
                        <a:rPr lang="ko-KR" altLang="en-US" sz="800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설정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VDD = 2.4V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로 변경 후 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0.1V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단위로 증가시키며 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TEST Pin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레벨 전환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(L-&gt;H)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 지점을 확인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A7552C-093E-1AC0-5933-26C019ACDD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F8660-7980-2159-1886-964E59FF269A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8D2E7F-987B-CB13-6D35-4C32A9D97938}"/>
              </a:ext>
            </a:extLst>
          </p:cNvPr>
          <p:cNvSpPr>
            <a:spLocks noGrp="1"/>
          </p:cNvSpPr>
          <p:nvPr/>
        </p:nvSpPr>
        <p:spPr>
          <a:xfrm>
            <a:off x="2946082" y="1541517"/>
            <a:ext cx="4828317" cy="1780182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id601_init 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drv_id601_set_daisy_length: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id601_init_testmode_entry: ID601 </a:t>
            </a:r>
            <a:r>
              <a:rPr lang="en-US" sz="800" dirty="0" err="1">
                <a:ea typeface="현대하모니 L" panose="02020603020101020101"/>
              </a:rPr>
              <a:t>testmode</a:t>
            </a:r>
            <a:r>
              <a:rPr lang="en-US" sz="800" dirty="0">
                <a:ea typeface="현대하모니 L" panose="02020603020101020101"/>
              </a:rPr>
              <a:t> entry successful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Successfully initialized ID601 in mode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id601_init 2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id601_init_analog_test_mode: ID601 Analog Test Mode Initialized.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Successfully initialized ID601 in mode 2.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id601_write 1 1 0x39 0x00a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Addr:57, Data:10(0x00A)</a:t>
            </a:r>
            <a:endParaRPr lang="en-US" altLang="ko-KR" sz="800" dirty="0">
              <a:ea typeface="현대하모니 L" panose="0202060302010102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6F506D-266C-FCB8-BE4A-AAFE9180886C}"/>
              </a:ext>
            </a:extLst>
          </p:cNvPr>
          <p:cNvSpPr txBox="1"/>
          <p:nvPr/>
        </p:nvSpPr>
        <p:spPr>
          <a:xfrm>
            <a:off x="279772" y="4567859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  <p:graphicFrame>
        <p:nvGraphicFramePr>
          <p:cNvPr id="16" name="Content Placeholder 3">
            <a:extLst>
              <a:ext uri="{FF2B5EF4-FFF2-40B4-BE49-F238E27FC236}">
                <a16:creationId xmlns:a16="http://schemas.microsoft.com/office/drawing/2014/main" id="{225AEA8F-47B7-4146-3598-99E1DDF104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6536192"/>
              </p:ext>
            </p:extLst>
          </p:nvPr>
        </p:nvGraphicFramePr>
        <p:xfrm>
          <a:off x="289103" y="4862365"/>
          <a:ext cx="9208258" cy="13868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J78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UV_VDD_R_LV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테스트에 이어서 진행 가능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4879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상동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상동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VDD = 2.8V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로 변경 후 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0.1V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단위로 감소시키며 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TEST Pin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레벨 전환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(L-&gt;H)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 지점을 확인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7076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546788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149155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2851458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449119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8190495"/>
              </p:ext>
            </p:extLst>
          </p:nvPr>
        </p:nvGraphicFramePr>
        <p:xfrm>
          <a:off x="279773" y="3744592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8000077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751917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751873"/>
              </p:ext>
            </p:extLst>
          </p:nvPr>
        </p:nvGraphicFramePr>
        <p:xfrm>
          <a:off x="279773" y="3744592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7064794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98402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687085"/>
              </p:ext>
            </p:extLst>
          </p:nvPr>
        </p:nvGraphicFramePr>
        <p:xfrm>
          <a:off x="279773" y="966186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61950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3218159"/>
              </p:ext>
            </p:extLst>
          </p:nvPr>
        </p:nvGraphicFramePr>
        <p:xfrm>
          <a:off x="279773" y="4062556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61950" algn="l"/>
                        </a:tabLst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OPEN register setting(DIO) 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377016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5912763"/>
              </p:ext>
            </p:extLst>
          </p:nvPr>
        </p:nvGraphicFramePr>
        <p:xfrm>
          <a:off x="279773" y="964703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0511320"/>
              </p:ext>
            </p:extLst>
          </p:nvPr>
        </p:nvGraphicFramePr>
        <p:xfrm>
          <a:off x="279773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ko-KR" sz="800" dirty="0"/>
                        <a:t>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4EA013-C87F-B9FD-9ED7-504875123C70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720496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8727687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5052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398795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3728706"/>
              </p:ext>
            </p:extLst>
          </p:nvPr>
        </p:nvGraphicFramePr>
        <p:xfrm>
          <a:off x="279773" y="4283561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Fault_SHORT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SHORT register setting(DIO)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120491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59725"/>
              </p:ext>
            </p:extLst>
          </p:nvPr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CH_</a:t>
                      </a:r>
                      <a:r>
                        <a:rPr lang="ko-KR" altLang="ko-KR" sz="800" dirty="0"/>
                        <a:t>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690510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372050"/>
              </p:ext>
            </p:extLst>
          </p:nvPr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2426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FAULT_CTRL(</a:t>
                      </a:r>
                      <a:r>
                        <a:rPr lang="ko-KR" altLang="ko-KR" sz="800" b="1" dirty="0"/>
                        <a:t>0x06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BIST(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8507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64103"/>
              </p:ext>
            </p:extLst>
          </p:nvPr>
        </p:nvGraphicFramePr>
        <p:xfrm>
          <a:off x="279773" y="962185"/>
          <a:ext cx="9208258" cy="25450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47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data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2D5BD2-625A-54C4-19ED-D8960C323CF7}"/>
              </a:ext>
            </a:extLst>
          </p:cNvPr>
          <p:cNvSpPr txBox="1"/>
          <p:nvPr/>
        </p:nvSpPr>
        <p:spPr>
          <a:xfrm>
            <a:off x="279773" y="669797"/>
            <a:ext cx="4891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</a:t>
            </a:r>
          </a:p>
        </p:txBody>
      </p:sp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4189</TotalTime>
  <Words>11288</Words>
  <Application>Microsoft Office PowerPoint</Application>
  <PresentationFormat>A4 용지(210x297mm)</PresentationFormat>
  <Paragraphs>1595</Paragraphs>
  <Slides>53</Slides>
  <Notes>53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5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Acrobat Document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이 준영</cp:lastModifiedBy>
  <cp:revision>9</cp:revision>
  <dcterms:created xsi:type="dcterms:W3CDTF">2025-10-17T01:59:33Z</dcterms:created>
  <dcterms:modified xsi:type="dcterms:W3CDTF">2026-10-22T08:42:26Z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