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525_869E7EC5.xml" ContentType="application/vnd.ms-powerpoint.comments+xml"/>
  <Override PartName="/ppt/notesSlides/notesSlide13.xml" ContentType="application/vnd.openxmlformats-officedocument.presentationml.notesSlide+xml"/>
  <Override PartName="/ppt/comments/modernComment_584_1EA5D5D5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549_E782FD95.xml" ContentType="application/vnd.ms-powerpoint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omments/modernComment_57C_CD8B407C.xml" ContentType="application/vnd.ms-powerpoint.comments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5"/>
  </p:notesMasterIdLst>
  <p:sldIdLst>
    <p:sldId id="256" r:id="rId5"/>
    <p:sldId id="1417" r:id="rId6"/>
    <p:sldId id="1419" r:id="rId7"/>
    <p:sldId id="1414" r:id="rId8"/>
    <p:sldId id="1338" r:id="rId9"/>
    <p:sldId id="1344" r:id="rId10"/>
    <p:sldId id="1339" r:id="rId11"/>
    <p:sldId id="1348" r:id="rId12"/>
    <p:sldId id="1341" r:id="rId13"/>
    <p:sldId id="1315" r:id="rId14"/>
    <p:sldId id="1316" r:id="rId15"/>
    <p:sldId id="1317" r:id="rId16"/>
    <p:sldId id="1412" r:id="rId17"/>
    <p:sldId id="1413" r:id="rId18"/>
    <p:sldId id="1342" r:id="rId19"/>
    <p:sldId id="1320" r:id="rId20"/>
    <p:sldId id="1321" r:id="rId21"/>
    <p:sldId id="1324" r:id="rId22"/>
    <p:sldId id="1325" r:id="rId23"/>
    <p:sldId id="1326" r:id="rId24"/>
    <p:sldId id="1327" r:id="rId25"/>
    <p:sldId id="1353" r:id="rId26"/>
    <p:sldId id="1329" r:id="rId27"/>
    <p:sldId id="1331" r:id="rId28"/>
    <p:sldId id="1333" r:id="rId29"/>
    <p:sldId id="1335" r:id="rId30"/>
    <p:sldId id="1337" r:id="rId31"/>
    <p:sldId id="1356" r:id="rId32"/>
    <p:sldId id="1359" r:id="rId33"/>
    <p:sldId id="1363" r:id="rId34"/>
    <p:sldId id="1378" r:id="rId35"/>
    <p:sldId id="1379" r:id="rId36"/>
    <p:sldId id="1381" r:id="rId37"/>
    <p:sldId id="1382" r:id="rId38"/>
    <p:sldId id="1384" r:id="rId39"/>
    <p:sldId id="1386" r:id="rId40"/>
    <p:sldId id="1387" r:id="rId41"/>
    <p:sldId id="1389" r:id="rId42"/>
    <p:sldId id="1391" r:id="rId43"/>
    <p:sldId id="1415" r:id="rId44"/>
    <p:sldId id="1393" r:id="rId45"/>
    <p:sldId id="1394" r:id="rId46"/>
    <p:sldId id="1399" r:id="rId47"/>
    <p:sldId id="1416" r:id="rId48"/>
    <p:sldId id="1405" r:id="rId49"/>
    <p:sldId id="1407" r:id="rId50"/>
    <p:sldId id="1409" r:id="rId51"/>
    <p:sldId id="1410" r:id="rId52"/>
    <p:sldId id="1404" r:id="rId53"/>
    <p:sldId id="1411" r:id="rId5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631D0-FACC-48E0-8FC3-F83BD683A128}" v="41" dt="2026-10-23T07:39:41.656"/>
    <p1510:client id="{C495494D-A0A2-4014-B73A-F7046159C1F5}" v="1" dt="2026-10-23T00:40:30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0" autoAdjust="0"/>
  </p:normalViewPr>
  <p:slideViewPr>
    <p:cSldViewPr snapToGrid="0">
      <p:cViewPr>
        <p:scale>
          <a:sx n="100" d="100"/>
          <a:sy n="100" d="100"/>
        </p:scale>
        <p:origin x="-66" y="1164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3T07:39:45.534" v="3314" actId="113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2T08:26:40.673" v="3181" actId="20577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22T08:26:34.216" v="3177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2T08:26:40.673" v="3181" actId="20577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4:58:31.535" v="3258" actId="113"/>
        <pc:sldMkLst>
          <pc:docMk/>
          <pc:sldMk cId="713989755" sldId="1381"/>
        </pc:sldMkLst>
        <pc:spChg chg="add del mod">
          <ac:chgData name="오 해찬" userId="398a30bc-41aa-4aec-9589-2644447f841d" providerId="ADAL" clId="{40A53A70-5976-42A4-AD5E-E44140CA36DF}" dt="2026-10-23T00:40:31.013" v="3184"/>
          <ac:spMkLst>
            <pc:docMk/>
            <pc:sldMk cId="713989755" sldId="1381"/>
            <ac:spMk id="2" creationId="{136930AE-F9CE-6D50-7D87-0D9C75A3C39A}"/>
          </ac:spMkLst>
        </pc:spChg>
        <pc:graphicFrameChg chg="mod modGraphic">
          <ac:chgData name="오 해찬" userId="398a30bc-41aa-4aec-9589-2644447f841d" providerId="ADAL" clId="{40A53A70-5976-42A4-AD5E-E44140CA36DF}" dt="2026-10-23T01:23:50.649" v="3189" actId="11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4:58:31.535" v="3258" actId="113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4:59:56.219" v="3262" actId="20577"/>
        <pc:sldMkLst>
          <pc:docMk/>
          <pc:sldMk cId="2387218696" sldId="1382"/>
        </pc:sldMkLst>
        <pc:graphicFrameChg chg="mod modGraphic">
          <ac:chgData name="오 해찬" userId="398a30bc-41aa-4aec-9589-2644447f841d" providerId="ADAL" clId="{40A53A70-5976-42A4-AD5E-E44140CA36DF}" dt="2026-10-23T04:59:56.219" v="3262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5:00:22.923" v="3265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23T01:29:34.736" v="3210" actId="11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5:00:22.923" v="3265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5:00:42.008" v="3271"/>
        <pc:sldMkLst>
          <pc:docMk/>
          <pc:sldMk cId="2901489861" sldId="1386"/>
        </pc:sldMkLst>
        <pc:graphicFrameChg chg="mod modGraphic">
          <ac:chgData name="오 해찬" userId="398a30bc-41aa-4aec-9589-2644447f841d" providerId="ADAL" clId="{40A53A70-5976-42A4-AD5E-E44140CA36DF}" dt="2026-10-23T05:00:42.008" v="3271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7:37:53.665" v="3300" actId="113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23T01:31:47.702" v="3237" actId="11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7:37:53.665" v="3300" actId="113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7:39:45.534" v="3314" actId="113"/>
        <pc:sldMkLst>
          <pc:docMk/>
          <pc:sldMk cId="2168838001" sldId="1389"/>
        </pc:sldMkLst>
        <pc:graphicFrameChg chg="mod modGraphic">
          <ac:chgData name="오 해찬" userId="398a30bc-41aa-4aec-9589-2644447f841d" providerId="ADAL" clId="{40A53A70-5976-42A4-AD5E-E44140CA36DF}" dt="2026-10-23T07:39:45.534" v="3314" actId="113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23T05:04:09.047" v="3282" actId="113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23T05:04:09.047" v="3282" actId="113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0T04:38:02.279" v="3166" actId="20577"/>
        <pc:sldMkLst>
          <pc:docMk/>
          <pc:sldMk cId="1676192216" sldId="1417"/>
        </pc:sldMkLst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0T04:38:02.279" v="3166" actId="20577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7297059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668487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72518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’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448253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10628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1469381"/>
              </p:ext>
            </p:extLst>
          </p:nvPr>
        </p:nvGraphicFramePr>
        <p:xfrm>
          <a:off x="279773" y="3744593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2602396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56369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7160338"/>
              </p:ext>
            </p:extLst>
          </p:nvPr>
        </p:nvGraphicFramePr>
        <p:xfrm>
          <a:off x="279773" y="3744592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380484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46414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6051339"/>
              </p:ext>
            </p:extLst>
          </p:nvPr>
        </p:nvGraphicFramePr>
        <p:xfrm>
          <a:off x="279773" y="3744592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4142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794791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4356</TotalTime>
  <Words>10973</Words>
  <Application>Microsoft Office PowerPoint</Application>
  <PresentationFormat>A4 용지(210x297mm)</PresentationFormat>
  <Paragraphs>1532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2026-10-23T07:39:46Z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