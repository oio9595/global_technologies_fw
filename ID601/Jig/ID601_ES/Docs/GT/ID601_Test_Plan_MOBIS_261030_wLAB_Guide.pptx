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525_869E7EC5.xml" ContentType="application/vnd.ms-powerpoint.comments+xml"/>
  <Override PartName="/ppt/notesSlides/notesSlide18.xml" ContentType="application/vnd.openxmlformats-officedocument.presentationml.notesSlide+xml"/>
  <Override PartName="/ppt/comments/modernComment_584_1EA5D5D5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omments/modernComment_549_E782FD95.xml" ContentType="application/vnd.ms-powerpoint.comment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79"/>
  </p:notesMasterIdLst>
  <p:sldIdLst>
    <p:sldId id="256" r:id="rId5"/>
    <p:sldId id="1417" r:id="rId6"/>
    <p:sldId id="1420" r:id="rId7"/>
    <p:sldId id="1428" r:id="rId8"/>
    <p:sldId id="1430" r:id="rId9"/>
    <p:sldId id="1429" r:id="rId10"/>
    <p:sldId id="1424" r:id="rId11"/>
    <p:sldId id="1419" r:id="rId12"/>
    <p:sldId id="1414" r:id="rId13"/>
    <p:sldId id="1338" r:id="rId14"/>
    <p:sldId id="1344" r:id="rId15"/>
    <p:sldId id="1339" r:id="rId16"/>
    <p:sldId id="1348" r:id="rId17"/>
    <p:sldId id="1341" r:id="rId18"/>
    <p:sldId id="1315" r:id="rId19"/>
    <p:sldId id="1316" r:id="rId20"/>
    <p:sldId id="1317" r:id="rId21"/>
    <p:sldId id="1412" r:id="rId22"/>
    <p:sldId id="1413" r:id="rId23"/>
    <p:sldId id="1342" r:id="rId24"/>
    <p:sldId id="1320" r:id="rId25"/>
    <p:sldId id="1321" r:id="rId26"/>
    <p:sldId id="1324" r:id="rId27"/>
    <p:sldId id="1325" r:id="rId28"/>
    <p:sldId id="1326" r:id="rId29"/>
    <p:sldId id="1327" r:id="rId30"/>
    <p:sldId id="1353" r:id="rId31"/>
    <p:sldId id="1329" r:id="rId32"/>
    <p:sldId id="1331" r:id="rId33"/>
    <p:sldId id="1333" r:id="rId34"/>
    <p:sldId id="1335" r:id="rId35"/>
    <p:sldId id="1337" r:id="rId36"/>
    <p:sldId id="1356" r:id="rId37"/>
    <p:sldId id="1359" r:id="rId38"/>
    <p:sldId id="1363" r:id="rId39"/>
    <p:sldId id="1378" r:id="rId40"/>
    <p:sldId id="1421" r:id="rId41"/>
    <p:sldId id="1379" r:id="rId42"/>
    <p:sldId id="1422" r:id="rId43"/>
    <p:sldId id="1381" r:id="rId44"/>
    <p:sldId id="1382" r:id="rId45"/>
    <p:sldId id="1425" r:id="rId46"/>
    <p:sldId id="1426" r:id="rId47"/>
    <p:sldId id="1427" r:id="rId48"/>
    <p:sldId id="1384" r:id="rId49"/>
    <p:sldId id="1386" r:id="rId50"/>
    <p:sldId id="1431" r:id="rId51"/>
    <p:sldId id="1432" r:id="rId52"/>
    <p:sldId id="1433" r:id="rId53"/>
    <p:sldId id="1387" r:id="rId54"/>
    <p:sldId id="1389" r:id="rId55"/>
    <p:sldId id="1434" r:id="rId56"/>
    <p:sldId id="1435" r:id="rId57"/>
    <p:sldId id="1436" r:id="rId58"/>
    <p:sldId id="1391" r:id="rId59"/>
    <p:sldId id="1442" r:id="rId60"/>
    <p:sldId id="1443" r:id="rId61"/>
    <p:sldId id="1415" r:id="rId62"/>
    <p:sldId id="1444" r:id="rId63"/>
    <p:sldId id="1445" r:id="rId64"/>
    <p:sldId id="1393" r:id="rId65"/>
    <p:sldId id="1446" r:id="rId66"/>
    <p:sldId id="1440" r:id="rId67"/>
    <p:sldId id="1447" r:id="rId68"/>
    <p:sldId id="1399" r:id="rId69"/>
    <p:sldId id="1441" r:id="rId70"/>
    <p:sldId id="1416" r:id="rId71"/>
    <p:sldId id="1405" r:id="rId72"/>
    <p:sldId id="1407" r:id="rId73"/>
    <p:sldId id="1409" r:id="rId74"/>
    <p:sldId id="1438" r:id="rId75"/>
    <p:sldId id="1410" r:id="rId76"/>
    <p:sldId id="1439" r:id="rId77"/>
    <p:sldId id="1411" r:id="rId78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41A"/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A491F-3EE2-42D0-BCE1-DD7F30493F71}" v="65" dt="2026-10-19T07:40:43.929"/>
    <p1510:client id="{DDCF4EDA-82F3-482A-869B-B965139DDE3F}" v="69" dt="2026-10-20T04:33:0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51" autoAdjust="0"/>
    <p:restoredTop sz="97380" autoAdjust="0"/>
  </p:normalViewPr>
  <p:slideViewPr>
    <p:cSldViewPr snapToGrid="0">
      <p:cViewPr varScale="1">
        <p:scale>
          <a:sx n="103" d="100"/>
          <a:sy n="103" d="100"/>
        </p:scale>
        <p:origin x="1650" y="96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microsoft.com/office/2016/11/relationships/changesInfo" Target="changesInfos/changesInfo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viewProps" Target="viewProps.xml"/><Relationship Id="rId86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20T04:38:02.279" v="3166" actId="20577"/>
      <pc:docMkLst>
        <pc:docMk/>
      </pc:docMkLst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9T07:39:20.492" v="2875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19T07:39:20.492" v="2875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3:19:08.253" v="3131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20T03:19:08.253" v="3131" actId="20577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2:40.391" v="2283" actId="20577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15T08:22:40.391" v="2283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20T04:31:46" v="3149" actId="20577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20T04:31:46" v="3149" actId="20577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24:10.606" v="2287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15T08:24:10.606" v="228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0:40.812" v="2057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8T05:40:31.386" v="2055" actId="113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0:40.812" v="2057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01.352" v="2061" actId="2057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8T05:42:01.352" v="2061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09.909" v="2065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8T05:42:06.486" v="2063" actId="20577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09.909" v="2065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2:15.228" v="2067" actId="20577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8T05:42:15.228" v="2067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22.555" v="2071" actId="20577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8T05:42:19.183" v="2069" actId="20577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22.555" v="2071" actId="20577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1:07.139" v="2278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15T08:01:07.139" v="2278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6T01:52:47.061" v="2485" actId="20577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6T01:52:47.061" v="2485" actId="20577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6T01:49:49.547" v="2477" actId="113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16T01:49:49.547" v="2477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52.526" v="2786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16T01:52:40.213" v="2483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52.526" v="2786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19T05:29:46.320" v="2785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16T01:52:58.828" v="2487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19T05:29:46.320" v="2785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  <pc:sldChg chg="addSp delSp modSp add mod">
        <pc:chgData name="오 해찬" userId="398a30bc-41aa-4aec-9589-2644447f841d" providerId="ADAL" clId="{40A53A70-5976-42A4-AD5E-E44140CA36DF}" dt="2026-10-20T04:38:02.279" v="3166" actId="20577"/>
        <pc:sldMkLst>
          <pc:docMk/>
          <pc:sldMk cId="1676192216" sldId="1417"/>
        </pc:sldMkLst>
        <pc:spChg chg="add del">
          <ac:chgData name="오 해찬" userId="398a30bc-41aa-4aec-9589-2644447f841d" providerId="ADAL" clId="{40A53A70-5976-42A4-AD5E-E44140CA36DF}" dt="2026-10-20T03:07:47.818" v="3023" actId="22"/>
          <ac:spMkLst>
            <pc:docMk/>
            <pc:sldMk cId="1676192216" sldId="1417"/>
            <ac:spMk id="6" creationId="{5BF34282-0FC9-7C0D-C412-4D1F36ABF69F}"/>
          </ac:spMkLst>
        </pc:spChg>
        <pc:spChg chg="mod">
          <ac:chgData name="오 해찬" userId="398a30bc-41aa-4aec-9589-2644447f841d" providerId="ADAL" clId="{40A53A70-5976-42A4-AD5E-E44140CA36DF}" dt="2026-10-19T05:29:26.021" v="2770" actId="1035"/>
          <ac:spMkLst>
            <pc:docMk/>
            <pc:sldMk cId="1676192216" sldId="1417"/>
            <ac:spMk id="7" creationId="{0C950522-043F-3404-32E1-060D2A620CF6}"/>
          </ac:spMkLst>
        </pc:spChg>
        <pc:graphicFrameChg chg="add del mod modGraphic">
          <ac:chgData name="오 해찬" userId="398a30bc-41aa-4aec-9589-2644447f841d" providerId="ADAL" clId="{40A53A70-5976-42A4-AD5E-E44140CA36DF}" dt="2026-10-20T04:38:02.279" v="3166" actId="20577"/>
          <ac:graphicFrameMkLst>
            <pc:docMk/>
            <pc:sldMk cId="1676192216" sldId="1417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10-19T05:29:26.021" v="2770" actId="1035"/>
          <ac:graphicFrameMkLst>
            <pc:docMk/>
            <pc:sldMk cId="1676192216" sldId="1417"/>
            <ac:graphicFrameMk id="9" creationId="{6DC06829-9C83-9A79-215B-98CAB7729CB1}"/>
          </ac:graphicFrameMkLst>
        </pc:graphicFrameChg>
      </pc:sldChg>
      <pc:sldChg chg="add del">
        <pc:chgData name="오 해찬" userId="398a30bc-41aa-4aec-9589-2644447f841d" providerId="ADAL" clId="{40A53A70-5976-42A4-AD5E-E44140CA36DF}" dt="2026-10-19T04:50:44.148" v="2522" actId="47"/>
        <pc:sldMkLst>
          <pc:docMk/>
          <pc:sldMk cId="4264767309" sldId="1418"/>
        </pc:sldMkLst>
      </pc:sldChg>
      <pc:sldChg chg="delSp modSp add mod">
        <pc:chgData name="오 해찬" userId="398a30bc-41aa-4aec-9589-2644447f841d" providerId="ADAL" clId="{40A53A70-5976-42A4-AD5E-E44140CA36DF}" dt="2026-10-19T07:52:19.986" v="3021" actId="20577"/>
        <pc:sldMkLst>
          <pc:docMk/>
          <pc:sldMk cId="3234724223" sldId="1419"/>
        </pc:sldMkLst>
        <pc:graphicFrameChg chg="mod modGraphic">
          <ac:chgData name="오 해찬" userId="398a30bc-41aa-4aec-9589-2644447f841d" providerId="ADAL" clId="{40A53A70-5976-42A4-AD5E-E44140CA36DF}" dt="2026-10-19T07:52:19.986" v="3021" actId="20577"/>
          <ac:graphicFrameMkLst>
            <pc:docMk/>
            <pc:sldMk cId="3234724223" sldId="1419"/>
            <ac:graphicFrameMk id="4" creationId="{DC02E768-6B4B-07F0-DBBD-A756A538B1CA}"/>
          </ac:graphicFrameMkLst>
        </pc:graphicFrameChg>
        <pc:picChg chg="del">
          <ac:chgData name="오 해찬" userId="398a30bc-41aa-4aec-9589-2644447f841d" providerId="ADAL" clId="{40A53A70-5976-42A4-AD5E-E44140CA36DF}" dt="2026-10-19T04:50:46.516" v="2523" actId="478"/>
          <ac:picMkLst>
            <pc:docMk/>
            <pc:sldMk cId="3234724223" sldId="1419"/>
            <ac:picMk id="6" creationId="{4A5B1112-E7F5-409F-B7A7-C648D03FC4A1}"/>
          </ac:picMkLst>
        </pc:picChg>
      </pc:sldChg>
      <pc:sldChg chg="add del">
        <pc:chgData name="오 해찬" userId="398a30bc-41aa-4aec-9589-2644447f841d" providerId="ADAL" clId="{40A53A70-5976-42A4-AD5E-E44140CA36DF}" dt="2026-10-20T04:34:31.858" v="3155" actId="2696"/>
        <pc:sldMkLst>
          <pc:docMk/>
          <pc:sldMk cId="452530168" sldId="1420"/>
        </pc:sldMkLst>
      </pc:sldChg>
      <pc:sldChg chg="add del">
        <pc:chgData name="오 해찬" userId="398a30bc-41aa-4aec-9589-2644447f841d" providerId="ADAL" clId="{40A53A70-5976-42A4-AD5E-E44140CA36DF}" dt="2026-10-20T04:34:43.498" v="3156" actId="2696"/>
        <pc:sldMkLst>
          <pc:docMk/>
          <pc:sldMk cId="3235951553" sldId="1421"/>
        </pc:sldMkLst>
      </pc:sldChg>
    </pc:docChg>
  </pc:docChgLst>
</pc:chgInfo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D6D3-E5C9-5BC3-65CA-3A48F787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C699D1-D0B3-D0AC-74D7-ED33B48A1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2F5FED-E44C-EEB9-B0F7-2898E4989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9606D-F9BA-9DE4-D444-443E6CC49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143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ADE2-104B-3D7D-65E9-B3BFD6D5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DAEAE5-3206-3575-9004-CC300C20C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F543AF-014A-AFDD-CC20-E32440F1B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37006-A07B-85BC-5D79-2D318A5E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424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C8B1F-F612-1B1C-629D-A01F9123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69A189-4B8D-1883-EDF8-D95BD927E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FEC6BF-85C8-1985-C6ED-F9900929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29ED8D-F413-632B-93D8-7E02B135C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698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9212-2AF5-9F0D-CBD2-A597A43AA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8FF177-D159-5E0F-692C-110DFEFC7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7CB918-59B4-1C18-94A2-D2913DC36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BFEA6-E349-95F6-A22A-963089481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082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03E-B6BF-DB52-B330-B9306207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FA82E3-A7EF-7435-1FEA-DCC944E32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FEB07-FF0E-FE29-647B-2882D4263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CAB07E-8AB7-C3DD-5440-EAEFB27FB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02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A0424-4876-5FFE-0C75-12F63CC6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0B0445-E2C8-AD99-C0A8-C8BF5A54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09439F-0866-B9E1-7574-C40C6AD0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6CC92-2235-9A6C-0FB9-F16C090D6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078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E647-A109-4BA0-B63E-AE0F7EEFA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59D4E5-840F-0EB9-4869-4B4080504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B9100-C29C-DFFB-10DA-582F8F6C2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726AC4-0FAF-B852-18ED-5CD4E0A1C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858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CC76-89B6-546D-B1CE-25C9FAE9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145494-488E-A73E-F833-ED416FB29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D7A41E-C2E4-BAF3-3E25-1624D94F2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CFF672-77F8-A8E0-21F5-01EA74442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2238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96AD-9BD7-EB69-B794-C0412876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03082B-F23A-00EC-37C3-D26144564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5B0532-3C3E-D5E8-7E6F-4965EFDA7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E61718-EFF7-C697-0600-2968010B8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4913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196B-E1F5-C71B-5C29-0BAFB085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FF5491-1E8C-A32B-AC70-B0A45926B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FF9C1E-8F87-8EC5-4ACD-20818BC06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36060-FE36-5EEF-6E1C-AF847CD71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7252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9CA7-5FAA-30EF-BD60-A7B25149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1E1AA3-095C-AAC5-9326-8FC0DDA83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5E236B-1589-4324-27B9-4188B13F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E6DC7E-3624-3AA9-E659-A832B773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9761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E765-9401-6CAC-2870-F3338892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66B784-2CEF-6EC8-4EE3-F7862A91A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C2CD5C-E09C-5E8E-4E04-F16F12E2D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1AC29-210D-78C7-5141-7D6E4C256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126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93418-60AD-6AA9-3851-7132C380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680736-75EA-16F4-0C35-77ECB485C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EC67FE-5B28-14A4-0EBC-2A398457B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9ACC60-1AF3-9327-F247-FC92AAF54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4969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68E31-F03D-BD11-90F1-EBE464DA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9E37E-30BD-73AA-E432-A5FD4B407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2B3F9C-4D61-A8E2-3161-1532732D4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4A8BCB-4D98-F72B-C4A1-BF0C826AA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484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8116-E5EB-7C82-8CB7-77DF51F6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6BCF69-DEA0-D1DB-454A-370628A53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CAADD-8AD6-8995-3745-1AB954796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987338-3CB0-3774-B643-234210BE5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00693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8B7D9-82DD-ECAE-FD5C-C4472385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B0C90-D6BF-22F8-350A-95463CF0D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5B3CA-0953-41EA-7A61-C51E2F6A4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3000F-1602-16D7-72D8-73736208A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68049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C2BDC-B50B-D78D-E257-AFD6C7D5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431A3C-F160-1995-1113-570447B5E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F0BB5-ABE4-AA22-E6A3-042201BD1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571122-C607-682A-0611-F2084D358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5844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7AB6F-0BB8-95B2-E1FB-36F18184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29BB25-4958-7ED8-8043-7488D3829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DF88A9-7BF5-FF7D-C586-501BE094B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0E25E5-7519-723F-C6BB-BD23780E4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5593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34DD4-32E3-3187-FC2E-2EEAF07C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847B36-30F7-6A8C-438F-86514FDC8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771507-25B7-47A3-D245-7F0A02582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D3097-2EE5-F48F-2B06-B18668659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8454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C691F-7C47-4411-8069-B1AF3D89A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F4E036-D6F3-8388-CCB7-CE8D5D104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A4445B-E493-F910-9F99-2E50F5653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92271E-21BF-B83A-6E41-FCC02C165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2301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C6D3-53B8-76A0-1B81-63F4CEE2C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583606-A4E1-58D9-383B-2D8B85DEC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8A018D-E9E2-D167-18BB-409B5F0EB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C5888-290A-191B-66BC-45BC848CA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37879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C14F-EBFE-8B89-917F-EA06C5A6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07878E-C403-D17F-D6B5-EE646AEE2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624837-B1EB-02B6-B347-35D069891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E0DFE-6EB2-5C46-9CF9-A706A2263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2688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D4D4E-42D0-A48B-E706-C00E1931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4FBE16-A120-9B57-7132-13F97124F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05639F-DC98-83C2-8A2B-2377A7B15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C4352A-E12C-B649-46BB-21C0FC309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242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B0B7-AE51-E2B3-EF03-9E8CDA1D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185CD6-37BB-8C45-0651-3CB7F8715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6414B-BF35-106C-6794-D6CC76A07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C6E37D-C033-650C-748A-C6B45B548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17774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5A63-3C46-0C16-7545-BEA5815E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981C1-3E37-0B5C-AD67-D945BC676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759909-54E5-C0CB-4D9B-EE820245C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5B4795-92B4-8E69-575A-551287607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3859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0F30-C48D-11EA-670B-E465BADB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DC27E3-FFB2-3C5E-DE8A-A5316482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99C6A8-8CFE-9E3F-8A26-84A883142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C2D904-6B38-95CE-4A7D-8261C5EBD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6196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ADCE-1222-C35A-5D09-6E561132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E110F8-C6C7-12E2-2B17-05194B24C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F10FEC-6F52-03E3-7124-36387E044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3A615-97A7-2397-65D7-24D07F33C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2562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631947"/>
              </p:ext>
            </p:extLst>
          </p:nvPr>
        </p:nvGraphicFramePr>
        <p:xfrm>
          <a:off x="279773" y="1057435"/>
          <a:ext cx="9236383" cy="2182368"/>
        </p:xfrm>
        <a:graphic>
          <a:graphicData uri="http://schemas.openxmlformats.org/drawingml/2006/table">
            <a:tbl>
              <a:tblPr/>
              <a:tblGrid>
                <a:gridCol w="155719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22523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389547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78011">
                  <a:extLst>
                    <a:ext uri="{9D8B030D-6E8A-4147-A177-3AD203B41FA5}">
                      <a16:colId xmlns:a16="http://schemas.microsoft.com/office/drawing/2014/main" val="4213123432"/>
                    </a:ext>
                  </a:extLst>
                </a:gridCol>
                <a:gridCol w="83160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29601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389541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79148">
                  <a:extLst>
                    <a:ext uri="{9D8B030D-6E8A-4147-A177-3AD203B41FA5}">
                      <a16:colId xmlns:a16="http://schemas.microsoft.com/office/drawing/2014/main" val="3235162536"/>
                    </a:ext>
                  </a:extLst>
                </a:gridCol>
                <a:gridCol w="831221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Seq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000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13450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OTP_PROTECT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0x3E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0xA5A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4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TM ENTRY</a:t>
                      </a:r>
                      <a:endParaRPr lang="ko-KR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162571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</a:t>
                      </a:r>
                      <a:endParaRPr lang="ko-KR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OP_MODE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609687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215981"/>
              </p:ext>
            </p:extLst>
          </p:nvPr>
        </p:nvGraphicFramePr>
        <p:xfrm>
          <a:off x="279772" y="3938110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19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C602-0A73-351B-48BC-8828C9C1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31D89-6BB4-E342-388E-376B77638E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2096E1F-7B20-C65D-54F1-76ECDA3F6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40" y="1668539"/>
            <a:ext cx="8951521" cy="44565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4F2323-D006-C8C1-95A8-2533C769275B}"/>
              </a:ext>
            </a:extLst>
          </p:cNvPr>
          <p:cNvSpPr txBox="1"/>
          <p:nvPr/>
        </p:nvSpPr>
        <p:spPr>
          <a:xfrm>
            <a:off x="279773" y="648955"/>
            <a:ext cx="3328155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테스트 항목 별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HW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셋팅은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QFN3030 Type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기준으로 설명됩니다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400EF56A-F59D-67B0-C86E-E08A38CED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477889"/>
              </p:ext>
            </p:extLst>
          </p:nvPr>
        </p:nvGraphicFramePr>
        <p:xfrm>
          <a:off x="477240" y="898307"/>
          <a:ext cx="755896" cy="666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4" imgW="914400" imgH="806480" progId="Acrobat.Document.DC">
                  <p:embed/>
                </p:oleObj>
              </mc:Choice>
              <mc:Fallback>
                <p:oleObj name="Acrobat Document" showAsIcon="1" r:id="rId4" imgW="914400" imgH="806480" progId="Acrobat.Document.DC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3D78CC50-34AC-6687-A05C-0DE855BD8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7240" y="898307"/>
                        <a:ext cx="755896" cy="666659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14E4BA4-05F5-9915-4C7A-7672B680D28D}"/>
              </a:ext>
            </a:extLst>
          </p:cNvPr>
          <p:cNvSpPr txBox="1"/>
          <p:nvPr/>
        </p:nvSpPr>
        <p:spPr>
          <a:xfrm>
            <a:off x="523893" y="1166907"/>
            <a:ext cx="642433" cy="253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회로도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9F3F2F-65E5-3F9C-060E-3D5934432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141" y="649942"/>
            <a:ext cx="1293619" cy="770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C191C4-F3A7-D16E-74A5-4CC685ACC382}"/>
              </a:ext>
            </a:extLst>
          </p:cNvPr>
          <p:cNvSpPr txBox="1"/>
          <p:nvPr/>
        </p:nvSpPr>
        <p:spPr>
          <a:xfrm>
            <a:off x="7730219" y="1420118"/>
            <a:ext cx="21034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암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-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 점퍼케이블을 사용하면 편리합니다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541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2267-EA8F-1420-435B-7F647676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268FCF-4394-8AEE-4A93-FD6869C37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9912B1-2694-B2B2-0880-0B687775F5AF}"/>
              </a:ext>
            </a:extLst>
          </p:cNvPr>
          <p:cNvSpPr txBox="1"/>
          <p:nvPr/>
        </p:nvSpPr>
        <p:spPr>
          <a:xfrm>
            <a:off x="279773" y="648955"/>
            <a:ext cx="1223412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Teraterm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셋팅 가이드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FADE60-404B-8EBA-43B3-BC122B3CD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35" y="1324808"/>
            <a:ext cx="2571882" cy="29020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8EDAE1-5681-6055-DE55-3BE3D6D3375D}"/>
              </a:ext>
            </a:extLst>
          </p:cNvPr>
          <p:cNvSpPr txBox="1"/>
          <p:nvPr/>
        </p:nvSpPr>
        <p:spPr>
          <a:xfrm>
            <a:off x="339805" y="938159"/>
            <a:ext cx="2803943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Jig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 연결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보드와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USB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연결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전원 공급 후 설정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-&gt;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시리얼포트 순서로 클릭한다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120C8-AE70-48A5-2FE9-50C2F3CBC877}"/>
              </a:ext>
            </a:extLst>
          </p:cNvPr>
          <p:cNvSpPr txBox="1"/>
          <p:nvPr/>
        </p:nvSpPr>
        <p:spPr>
          <a:xfrm>
            <a:off x="5360282" y="938159"/>
            <a:ext cx="2803943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Jig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 연결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아래 이미지를 참고하여 </a:t>
            </a:r>
            <a:r>
              <a:rPr lang="ko-KR" altLang="en-US" sz="700" dirty="0" err="1">
                <a:latin typeface="+mn-ea"/>
                <a:ea typeface="+mn-ea"/>
                <a:cs typeface="Arial" panose="020B0604020202020204" pitchFamily="34" charset="0"/>
              </a:rPr>
              <a:t>셋팅한다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cs typeface="Arial" panose="020B0604020202020204" pitchFamily="34" charset="0"/>
              </a:rPr>
              <a:t> - 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포트</a:t>
            </a:r>
            <a:r>
              <a:rPr lang="en-US" altLang="ko-KR" sz="700" dirty="0">
                <a:latin typeface="+mn-ea"/>
                <a:cs typeface="Arial" panose="020B0604020202020204" pitchFamily="34" charset="0"/>
              </a:rPr>
              <a:t>: PC, USB </a:t>
            </a:r>
            <a:r>
              <a:rPr lang="ko-KR" altLang="en-US" sz="700" dirty="0">
                <a:latin typeface="+mn-ea"/>
                <a:cs typeface="Arial" panose="020B0604020202020204" pitchFamily="34" charset="0"/>
              </a:rPr>
              <a:t>포트 순서 등 환경에 따라 다를 수 있음</a:t>
            </a:r>
            <a:r>
              <a:rPr lang="en-US" altLang="ko-KR" sz="700" dirty="0">
                <a:latin typeface="+mn-ea"/>
                <a:cs typeface="Arial" panose="020B0604020202020204" pitchFamily="34" charset="0"/>
              </a:rPr>
              <a:t>..</a:t>
            </a: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230027B-CA43-2B61-E4C3-DF2FDDE69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086" y="1469588"/>
            <a:ext cx="2616334" cy="274969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7CC475-48FD-547E-ECC9-393DDA987D5A}"/>
              </a:ext>
            </a:extLst>
          </p:cNvPr>
          <p:cNvSpPr/>
          <p:nvPr/>
        </p:nvSpPr>
        <p:spPr bwMode="auto">
          <a:xfrm>
            <a:off x="6262687" y="1716405"/>
            <a:ext cx="576262" cy="1905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4909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408D4-8A03-9D7E-5F40-55BE60A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F73C2E-8B3A-6E9D-2A63-F6473A2FB0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9F2B62-73F8-C539-FE83-20FDCB0A7DED}"/>
              </a:ext>
            </a:extLst>
          </p:cNvPr>
          <p:cNvSpPr txBox="1"/>
          <p:nvPr/>
        </p:nvSpPr>
        <p:spPr>
          <a:xfrm>
            <a:off x="279773" y="648955"/>
            <a:ext cx="81144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CLI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배너 설명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46DDE2-82C5-4F9F-0C44-4F827318B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111" y="936562"/>
            <a:ext cx="5454928" cy="234327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557C3524-3235-2E5D-48BD-35F5FE5047F6}"/>
              </a:ext>
            </a:extLst>
          </p:cNvPr>
          <p:cNvGrpSpPr/>
          <p:nvPr/>
        </p:nvGrpSpPr>
        <p:grpSpPr>
          <a:xfrm>
            <a:off x="2906096" y="1831198"/>
            <a:ext cx="2602052" cy="276999"/>
            <a:chOff x="5896946" y="2515325"/>
            <a:chExt cx="2602052" cy="276999"/>
          </a:xfrm>
        </p:grpSpPr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F9972E62-4C26-84D1-6789-6AAEDFCFE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6946" y="2691924"/>
              <a:ext cx="46653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6ED829-E7A4-B1B5-0A27-04CB52FEFBDE}"/>
                </a:ext>
              </a:extLst>
            </p:cNvPr>
            <p:cNvSpPr txBox="1"/>
            <p:nvPr/>
          </p:nvSpPr>
          <p:spPr>
            <a:xfrm>
              <a:off x="6363477" y="2515325"/>
              <a:ext cx="213552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tabLst>
                  <a:tab pos="358775" algn="l"/>
                </a:tabLst>
                <a:defRPr/>
              </a:pP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Version</a:t>
              </a: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 </a:t>
              </a: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code (</a:t>
              </a: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버전코드와 함께 오류 접수</a:t>
              </a: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)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F233226-2C2B-FDAB-ED89-D507C98D6545}"/>
              </a:ext>
            </a:extLst>
          </p:cNvPr>
          <p:cNvGrpSpPr/>
          <p:nvPr/>
        </p:nvGrpSpPr>
        <p:grpSpPr>
          <a:xfrm>
            <a:off x="1940919" y="2228316"/>
            <a:ext cx="1720400" cy="276999"/>
            <a:chOff x="5896946" y="2515325"/>
            <a:chExt cx="1720400" cy="276999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F0D9C54C-C3C0-D0D5-84B9-61F49C1D3E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6946" y="2691924"/>
              <a:ext cx="46653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4D7EA1-145D-B42F-25A2-E5C367A15F7A}"/>
                </a:ext>
              </a:extLst>
            </p:cNvPr>
            <p:cNvSpPr txBox="1"/>
            <p:nvPr/>
          </p:nvSpPr>
          <p:spPr>
            <a:xfrm>
              <a:off x="6363477" y="2515325"/>
              <a:ext cx="1253869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tabLst>
                  <a:tab pos="358775" algn="l"/>
                </a:tabLst>
                <a:defRPr/>
              </a:pP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“GT” </a:t>
              </a: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아닐 시 오류 접수</a:t>
              </a:r>
              <a:endPara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+mn-lt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0DAA973-EDDF-F96E-96F5-26A3306AE5BE}"/>
              </a:ext>
            </a:extLst>
          </p:cNvPr>
          <p:cNvGrpSpPr/>
          <p:nvPr/>
        </p:nvGrpSpPr>
        <p:grpSpPr>
          <a:xfrm>
            <a:off x="1947723" y="2367877"/>
            <a:ext cx="1770093" cy="276999"/>
            <a:chOff x="5896946" y="2515325"/>
            <a:chExt cx="1770093" cy="276999"/>
          </a:xfrm>
        </p:grpSpPr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08F28978-D65C-8C7C-D7C6-0CB39DDEE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6946" y="2691924"/>
              <a:ext cx="46653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6A187D-7B09-C252-B964-B2A49465A9A3}"/>
                </a:ext>
              </a:extLst>
            </p:cNvPr>
            <p:cNvSpPr txBox="1"/>
            <p:nvPr/>
          </p:nvSpPr>
          <p:spPr>
            <a:xfrm>
              <a:off x="6363477" y="2515325"/>
              <a:ext cx="1303562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tabLst>
                  <a:tab pos="358775" algn="l"/>
                </a:tabLst>
                <a:defRPr/>
              </a:pPr>
              <a:r>
                <a:rPr lang="ko-KR" altLang="en-US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초기 </a:t>
              </a:r>
              <a:r>
                <a:rPr lang="en-US" altLang="ko-KR" sz="8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FF0000"/>
                  </a:solidFill>
                  <a:latin typeface="+mn-lt"/>
                  <a:ea typeface="현대하모니 M" panose="02020603020101020101" pitchFamily="18" charset="-127"/>
                </a:rPr>
                <a:t>ID601 daisy length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41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8419-9F36-7053-52BB-BC62EB3F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7C3F87-2D7F-8EA1-4CB1-51E2E186E5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DE88D2-EDCA-1EE3-D7E1-2E9DC363A6C3}"/>
              </a:ext>
            </a:extLst>
          </p:cNvPr>
          <p:cNvSpPr txBox="1"/>
          <p:nvPr/>
        </p:nvSpPr>
        <p:spPr>
          <a:xfrm>
            <a:off x="279773" y="648955"/>
            <a:ext cx="976549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펌웨어 업데이트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58568-4C8B-25E9-EAEC-5EC90CECF11F}"/>
              </a:ext>
            </a:extLst>
          </p:cNvPr>
          <p:cNvSpPr txBox="1"/>
          <p:nvPr/>
        </p:nvSpPr>
        <p:spPr>
          <a:xfrm>
            <a:off x="339805" y="938159"/>
            <a:ext cx="2803943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Jig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 연결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보드와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USB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연결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전원 공급 후 다음의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Info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메시지를 확인한다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700" dirty="0" err="1">
                <a:latin typeface="+mn-ea"/>
                <a:ea typeface="+mn-ea"/>
                <a:cs typeface="Arial" panose="020B0604020202020204" pitchFamily="34" charset="0"/>
              </a:rPr>
              <a:t>부트로더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진입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 “reset”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+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700" dirty="0" err="1">
                <a:latin typeface="+mn-ea"/>
                <a:ea typeface="+mn-ea"/>
                <a:cs typeface="Arial" panose="020B0604020202020204" pitchFamily="34" charset="0"/>
              </a:rPr>
              <a:t>엔터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 명령어 입력 후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3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초 이내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“</a:t>
            </a:r>
            <a:r>
              <a:rPr lang="en-US" altLang="ko-KR" sz="700" dirty="0" err="1">
                <a:latin typeface="+mn-ea"/>
                <a:ea typeface="+mn-ea"/>
                <a:cs typeface="Arial" panose="020B0604020202020204" pitchFamily="34" charset="0"/>
              </a:rPr>
              <a:t>gt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” + “1”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를 입력한다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98554-A119-F025-A7C1-2E6AD6E822D3}"/>
              </a:ext>
            </a:extLst>
          </p:cNvPr>
          <p:cNvSpPr txBox="1"/>
          <p:nvPr/>
        </p:nvSpPr>
        <p:spPr>
          <a:xfrm>
            <a:off x="3313672" y="938159"/>
            <a:ext cx="2668605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펌웨어 다운로드 모드 진입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메뉴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-&gt;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전송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-&gt; YMODEM -&gt;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보내기 순서로 클릭한다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F8D2E6-8216-7576-EDF5-0D6F56B8F7DB}"/>
              </a:ext>
            </a:extLst>
          </p:cNvPr>
          <p:cNvSpPr/>
          <p:nvPr/>
        </p:nvSpPr>
        <p:spPr>
          <a:xfrm>
            <a:off x="4653490" y="1325770"/>
            <a:ext cx="298541" cy="154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E35497-42D8-8CA5-9083-17DCA88D6CEB}"/>
              </a:ext>
            </a:extLst>
          </p:cNvPr>
          <p:cNvSpPr txBox="1"/>
          <p:nvPr/>
        </p:nvSpPr>
        <p:spPr>
          <a:xfrm>
            <a:off x="6499843" y="938159"/>
            <a:ext cx="3278639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펌웨어 다운로드</a:t>
            </a:r>
            <a:endParaRPr lang="en-US" altLang="ko-KR" sz="700" dirty="0">
              <a:latin typeface="+mn-ea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 -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전달받은 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ID601_vx.x.x.xxxxxxxxx.bin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파일을 선택한다</a:t>
            </a:r>
            <a:r>
              <a:rPr lang="en-US" altLang="ko-KR" sz="700" dirty="0">
                <a:latin typeface="+mn-ea"/>
                <a:ea typeface="+mn-ea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8AC2339D-F20F-9559-4556-58CCFAF9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21" y="1320223"/>
            <a:ext cx="2521080" cy="186699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22FDCF5-11C5-6E8F-F2A9-A20C2EA79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21" y="3867102"/>
            <a:ext cx="2521080" cy="186699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3839C31-B20C-2E3F-7E01-64323D33C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457" y="1320223"/>
            <a:ext cx="3543482" cy="343552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C8F524B-E167-E9C0-C109-872E8729FE20}"/>
              </a:ext>
            </a:extLst>
          </p:cNvPr>
          <p:cNvSpPr/>
          <p:nvPr/>
        </p:nvSpPr>
        <p:spPr>
          <a:xfrm>
            <a:off x="3428884" y="3120767"/>
            <a:ext cx="131445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8106A2-7264-21D5-A787-2E06C55648E9}"/>
              </a:ext>
            </a:extLst>
          </p:cNvPr>
          <p:cNvSpPr/>
          <p:nvPr/>
        </p:nvSpPr>
        <p:spPr>
          <a:xfrm>
            <a:off x="5037411" y="3405056"/>
            <a:ext cx="777893" cy="168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057B24-2041-22EB-5B43-5F47613353FD}"/>
              </a:ext>
            </a:extLst>
          </p:cNvPr>
          <p:cNvSpPr/>
          <p:nvPr/>
        </p:nvSpPr>
        <p:spPr>
          <a:xfrm>
            <a:off x="5941137" y="3544733"/>
            <a:ext cx="843969" cy="149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CAF4AECB-7CCA-4FA9-0A6E-B749AD819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809" y="1346174"/>
            <a:ext cx="3077590" cy="204088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8B32CA-A3A7-604D-7243-CEDA8FE98B48}"/>
              </a:ext>
            </a:extLst>
          </p:cNvPr>
          <p:cNvSpPr/>
          <p:nvPr/>
        </p:nvSpPr>
        <p:spPr>
          <a:xfrm>
            <a:off x="7342629" y="1883303"/>
            <a:ext cx="939418" cy="197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0767C5-D89F-A160-B3FD-FC1F31E68B86}"/>
              </a:ext>
            </a:extLst>
          </p:cNvPr>
          <p:cNvSpPr/>
          <p:nvPr/>
        </p:nvSpPr>
        <p:spPr>
          <a:xfrm>
            <a:off x="8713693" y="3121922"/>
            <a:ext cx="494330" cy="197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9955AD-64BB-3FB1-831D-04F816612292}"/>
              </a:ext>
            </a:extLst>
          </p:cNvPr>
          <p:cNvSpPr txBox="1"/>
          <p:nvPr/>
        </p:nvSpPr>
        <p:spPr>
          <a:xfrm>
            <a:off x="7045925" y="2196276"/>
            <a:ext cx="2372765" cy="2330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※ </a:t>
            </a:r>
            <a:r>
              <a:rPr lang="ko-KR" altLang="en-US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파일명이 위 양식과 다르다면</a:t>
            </a:r>
            <a:r>
              <a:rPr lang="en-US" altLang="ko-KR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, </a:t>
            </a:r>
            <a:r>
              <a:rPr lang="ko-KR" altLang="en-US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오류를 </a:t>
            </a:r>
            <a:r>
              <a:rPr lang="ko-KR" altLang="en-US" sz="700" dirty="0">
                <a:latin typeface="+mn-ea"/>
                <a:ea typeface="+mn-ea"/>
                <a:cs typeface="Arial" panose="020B0604020202020204" pitchFamily="34" charset="0"/>
              </a:rPr>
              <a:t>접수해주세요</a:t>
            </a:r>
            <a:r>
              <a:rPr lang="en-US" altLang="ko-KR" sz="7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+mn-ea"/>
                <a:ea typeface="+mn-ea"/>
              </a:rPr>
              <a:t>.</a:t>
            </a:r>
            <a:endParaRPr lang="ko-KR" altLang="en-US" sz="700" dirty="0" err="1">
              <a:ln>
                <a:solidFill>
                  <a:srgbClr val="000000">
                    <a:alpha val="0"/>
                  </a:srgbClr>
                </a:solidFill>
              </a:ln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613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C435-04D2-111E-9DC5-A48CE687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92FAE9-7315-06D1-7CE2-C18988C8D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Lab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Test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Guide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BD03C-37B7-B73C-010B-5A2AEDEACD63}"/>
              </a:ext>
            </a:extLst>
          </p:cNvPr>
          <p:cNvSpPr txBox="1"/>
          <p:nvPr/>
        </p:nvSpPr>
        <p:spPr>
          <a:xfrm>
            <a:off x="279773" y="648955"/>
            <a:ext cx="4153701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“jig”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커맨드로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ID601 QFN3030 Type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기준의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IC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주변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Jumper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정보를 볼 수 있습니다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36385A-6D74-765C-E85D-6D35593C6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944" y="923125"/>
            <a:ext cx="4010662" cy="23071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4C697E-1CC0-08AA-3660-7F9D8A344FC4}"/>
              </a:ext>
            </a:extLst>
          </p:cNvPr>
          <p:cNvSpPr txBox="1"/>
          <p:nvPr/>
        </p:nvSpPr>
        <p:spPr>
          <a:xfrm>
            <a:off x="279773" y="3538846"/>
            <a:ext cx="6131807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Jig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보드의 기능을 활용하여 자동으로 계측이 불가능한 항목은 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“</a:t>
            </a:r>
            <a:r>
              <a:rPr lang="en-US" altLang="ko-KR" sz="8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test_manual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커맨드로 테스트를 통해 시험을 시작할 수 있습니다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“</a:t>
            </a:r>
            <a:r>
              <a:rPr lang="en-US" altLang="ko-KR" sz="8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test_manual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 </a:t>
            </a:r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지원하는 테스트 명령어를 볼 수 있습니다</a:t>
            </a:r>
            <a:r>
              <a:rPr lang="en-US" altLang="ko-KR" sz="8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endParaRPr lang="ko-KR" altLang="en-US" sz="8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3FE6DB-1F85-4122-AC76-1BBD5F604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43" y="3976723"/>
            <a:ext cx="3179781" cy="203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0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399E-5FF6-2203-29D0-3E9262E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FFB06-E63C-6C23-C28C-6217985A83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TM ENTRY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02E768-6B4B-07F0-DBBD-A756A538B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69814"/>
              </p:ext>
            </p:extLst>
          </p:nvPr>
        </p:nvGraphicFramePr>
        <p:xfrm>
          <a:off x="279773" y="962185"/>
          <a:ext cx="9208258" cy="2179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03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6841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9492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Set follow register sequence (DIO). (After ID GEN, any state)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tmode_entry1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0xA5A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tmode_entry2 : WR_PROTECT(</a:t>
                      </a:r>
                      <a:r>
                        <a:rPr lang="en-US" altLang="ko-KR" sz="800" b="1" dirty="0"/>
                        <a:t>0x24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0x5A5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TM_ENTRY : Write tmode_entry1 → tmode_entry2 consecutively.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/>
                        <a:t>Enter TM mode.</a:t>
                      </a: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26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Enter TM 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CFB770-274A-54C3-390F-569A787E013A}"/>
              </a:ext>
            </a:extLst>
          </p:cNvPr>
          <p:cNvSpPr txBox="1"/>
          <p:nvPr/>
        </p:nvSpPr>
        <p:spPr>
          <a:xfrm>
            <a:off x="279773" y="669797"/>
            <a:ext cx="9827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ENTRY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3A5D9-1FA7-02CB-E98D-F72627B77F9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234724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901370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TEST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TEST IN/OUT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013FB-67B6-F943-999C-8D79DDE3EB6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AA220-1A62-6640-1C1E-6B97BBD10396}"/>
              </a:ext>
            </a:extLst>
          </p:cNvPr>
          <p:cNvSpPr txBox="1"/>
          <p:nvPr/>
        </p:nvSpPr>
        <p:spPr>
          <a:xfrm>
            <a:off x="8873413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C6109-EC9D-55BB-2AF2-66FDB66164AD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709E4-98EB-660F-624D-18F966F4DF72}"/>
              </a:ext>
            </a:extLst>
          </p:cNvPr>
          <p:cNvSpPr txBox="1"/>
          <p:nvPr/>
        </p:nvSpPr>
        <p:spPr>
          <a:xfrm>
            <a:off x="8862881" y="4649735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51B90-DAAE-50C6-A747-403881880C57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B56E99-5B80-BFA3-EB20-1C382F951A0A}"/>
              </a:ext>
            </a:extLst>
          </p:cNvPr>
          <p:cNvSpPr txBox="1"/>
          <p:nvPr/>
        </p:nvSpPr>
        <p:spPr>
          <a:xfrm>
            <a:off x="8900203" y="4565778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41964-7615-CB51-9D00-57F9155326A4}"/>
              </a:ext>
            </a:extLst>
          </p:cNvPr>
          <p:cNvSpPr txBox="1"/>
          <p:nvPr/>
        </p:nvSpPr>
        <p:spPr>
          <a:xfrm>
            <a:off x="8873413" y="1754154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7D324A-F3C1-EE13-F0B5-3359A8EC37DB}"/>
              </a:ext>
            </a:extLst>
          </p:cNvPr>
          <p:cNvSpPr txBox="1"/>
          <p:nvPr/>
        </p:nvSpPr>
        <p:spPr>
          <a:xfrm>
            <a:off x="8900203" y="4565778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A4030-1B5B-F57A-B6F9-4393C3E742AB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3AD356-F219-3F87-0653-8948AE198BF1}"/>
              </a:ext>
            </a:extLst>
          </p:cNvPr>
          <p:cNvSpPr txBox="1"/>
          <p:nvPr/>
        </p:nvSpPr>
        <p:spPr>
          <a:xfrm>
            <a:off x="8873413" y="4537786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B79BE-8D96-9E42-5899-D48DB0233564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4617B-2949-CEA2-717F-D601B92E01C8}"/>
              </a:ext>
            </a:extLst>
          </p:cNvPr>
          <p:cNvSpPr txBox="1"/>
          <p:nvPr/>
        </p:nvSpPr>
        <p:spPr>
          <a:xfrm>
            <a:off x="8862881" y="4649735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6B266-5CD2-6A93-3881-4DA026E6EF9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Skip</a:t>
            </a:r>
            <a:endParaRPr lang="ko-KR" alt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C2156-9486-CAD9-33AB-702D94E26325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70009-F6BF-8A08-282E-9CF9F8E01633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D9981-5BD7-CBA9-9842-C6DD0B83343C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FE2AE0-262B-ED40-C5CB-015CCAF63593}"/>
              </a:ext>
            </a:extLst>
          </p:cNvPr>
          <p:cNvSpPr txBox="1"/>
          <p:nvPr/>
        </p:nvSpPr>
        <p:spPr>
          <a:xfrm>
            <a:off x="8873413" y="4588765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867738-3ECF-5876-FFB5-4B3BE018B60A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78210-6A98-7FC7-4DB3-08951CD35DA1}"/>
              </a:ext>
            </a:extLst>
          </p:cNvPr>
          <p:cNvSpPr txBox="1"/>
          <p:nvPr/>
        </p:nvSpPr>
        <p:spPr>
          <a:xfrm>
            <a:off x="8881542" y="4547118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282C3-918C-E442-FD2D-A39493473FA0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77CBFD-FF1C-C711-471D-96B4DEF9F4DC}"/>
              </a:ext>
            </a:extLst>
          </p:cNvPr>
          <p:cNvSpPr txBox="1"/>
          <p:nvPr/>
        </p:nvSpPr>
        <p:spPr>
          <a:xfrm>
            <a:off x="8881542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6727881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V1, V2 &lt;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0.75 V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2(MEAS) −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EC37E-95F4-37B8-964B-1728F2685219}"/>
              </a:ext>
            </a:extLst>
          </p:cNvPr>
          <p:cNvSpPr txBox="1"/>
          <p:nvPr/>
        </p:nvSpPr>
        <p:spPr>
          <a:xfrm>
            <a:off x="8873413" y="1884783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75D79-2DB3-2C1B-C88C-BACC5DA7EA0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0893382"/>
              </p:ext>
            </p:extLst>
          </p:nvPr>
        </p:nvGraphicFramePr>
        <p:xfrm>
          <a:off x="279773" y="962185"/>
          <a:ext cx="9208258" cy="3855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 P1, P2 &lt; </a:t>
                      </a:r>
                      <a:r>
                        <a:rPr lang="ko-KR" altLang="ko-KR" sz="800" b="1" dirty="0"/>
                        <a:t>3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D2DD9-E70C-02B7-3F6E-9A051D01CFB6}"/>
              </a:ext>
            </a:extLst>
          </p:cNvPr>
          <p:cNvSpPr txBox="1"/>
          <p:nvPr/>
        </p:nvSpPr>
        <p:spPr>
          <a:xfrm>
            <a:off x="8873413" y="18754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9945004"/>
              </p:ext>
            </p:extLst>
          </p:nvPr>
        </p:nvGraphicFramePr>
        <p:xfrm>
          <a:off x="279773" y="962185"/>
          <a:ext cx="9208258" cy="37338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</a:t>
                      </a:r>
                      <a:r>
                        <a:rPr lang="en-US" altLang="ko-KR" sz="800" b="1" dirty="0"/>
                        <a:t>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 P3, P4 &lt; </a:t>
                      </a:r>
                      <a:r>
                        <a:rPr lang="ko-KR" altLang="ko-KR" sz="800" b="1" dirty="0"/>
                        <a:t>1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2CCFC1-2CF1-2BCE-EDA9-CA1E87961ED9}"/>
              </a:ext>
            </a:extLst>
          </p:cNvPr>
          <p:cNvSpPr txBox="1"/>
          <p:nvPr/>
        </p:nvSpPr>
        <p:spPr>
          <a:xfrm>
            <a:off x="8873413" y="1912776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9EE67-47F9-076A-E3AC-D696FE8942B2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D34D32-0300-0915-6106-AD0C4D65F0EC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A4C3D3-F394-7613-C658-A127678CDE2E}"/>
              </a:ext>
            </a:extLst>
          </p:cNvPr>
          <p:cNvSpPr txBox="1"/>
          <p:nvPr/>
        </p:nvSpPr>
        <p:spPr>
          <a:xfrm>
            <a:off x="8873413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7DA0F-2C0C-7342-E98E-598E43B211B2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A1E1B-E61A-4E49-6D83-9D1D70EF7737}"/>
              </a:ext>
            </a:extLst>
          </p:cNvPr>
          <p:cNvSpPr txBox="1"/>
          <p:nvPr/>
        </p:nvSpPr>
        <p:spPr>
          <a:xfrm>
            <a:off x="8890873" y="4547117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E5680-B940-B31C-12BC-30E44D470AAA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81020-D84E-6D2E-3ADD-E921FC9B2C27}"/>
              </a:ext>
            </a:extLst>
          </p:cNvPr>
          <p:cNvSpPr txBox="1"/>
          <p:nvPr/>
        </p:nvSpPr>
        <p:spPr>
          <a:xfrm>
            <a:off x="8890873" y="4547117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A30F1-74FE-4A6D-912A-E58A99A2EFC1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4BFE9-8B49-ACC4-4EC5-199640335399}"/>
              </a:ext>
            </a:extLst>
          </p:cNvPr>
          <p:cNvSpPr txBox="1"/>
          <p:nvPr/>
        </p:nvSpPr>
        <p:spPr>
          <a:xfrm>
            <a:off x="8890873" y="4547117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9A059-85BD-DE4B-F422-1D0EA1CB66A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8455015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0x090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0xDCD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</a:t>
                      </a:r>
                      <a:r>
                        <a:rPr lang="en-US" altLang="ko-KR" sz="800" dirty="0"/>
                        <a:t>3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5904D-24B8-9AE7-1F0A-D647BB61A35F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1047787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(&lt; 30V optional)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>
                          <a:ea typeface="현대하모니 L" panose="02020603020101020101"/>
                        </a:rPr>
                      </a:br>
                      <a:r>
                        <a:rPr lang="en-US" altLang="ko-KR" sz="80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>
                          <a:ea typeface="현대하모니 L" panose="02020603020101020101"/>
                        </a:rPr>
                        <a:t>0x864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9A43E-4D3A-6704-3B04-0A44928C9221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415416"/>
              </p:ext>
            </p:extLst>
          </p:nvPr>
        </p:nvGraphicFramePr>
        <p:xfrm>
          <a:off x="279773" y="962185"/>
          <a:ext cx="9208258" cy="43434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ko-KR" altLang="ko-KR" sz="800" dirty="0"/>
                        <a:t>(P1~P5 : ±1.5%)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1.723 / 1.758 / 1.793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2.01 / 2.051 / 2.092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2.297 / 2.344 / 2.391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2.584 / 2.637 / 2.69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2.871 / 2.93 / 2.989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(P6~P10 : ±2%)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3.142 / 3.223 / 3.304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3.428 / 3.516 / 3.604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3.715 / 3.81 / 3.905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 / 4.103 / 4.206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4.286 / 4.396 / 4.506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4.572 / 4.689 / 4.806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(P11~P16 : ±2.5%)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09A94-0B84-F440-C9AD-944483896887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2242406"/>
              </p:ext>
            </p:extLst>
          </p:nvPr>
        </p:nvGraphicFramePr>
        <p:xfrm>
          <a:off x="279773" y="962185"/>
          <a:ext cx="9208258" cy="3124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2, 3) : P1, P2 &lt; </a:t>
                      </a:r>
                      <a:r>
                        <a:rPr lang="ko-KR" altLang="ko-KR" sz="800" b="1" dirty="0"/>
                        <a:t>9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49A71-1EDB-4163-2874-C5300D196D6C}"/>
              </a:ext>
            </a:extLst>
          </p:cNvPr>
          <p:cNvSpPr txBox="1"/>
          <p:nvPr/>
        </p:nvSpPr>
        <p:spPr>
          <a:xfrm>
            <a:off x="8873413" y="1866121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C227-ACF7-9360-2727-5B1C8950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531FC-E7C2-8BDE-49F1-62B738750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61A676-BB94-6311-F40C-AD72EC305C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8577162"/>
              </p:ext>
            </p:extLst>
          </p:nvPr>
        </p:nvGraphicFramePr>
        <p:xfrm>
          <a:off x="279773" y="962185"/>
          <a:ext cx="9208258" cy="3093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1 ch(1-12)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테스트 채널의 점퍼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(J79 ~ J84, J107 ~ J112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중 하나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분리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(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점퍼 분리 전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CLI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로그를 보고 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ID601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 유무를 검토하세요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.)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파워 서플라이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전류계를 활용하여 전압에 따른 전류를 측정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1E892B-2245-4621-3383-425DDDBC91B2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D8783B-A6F3-BCA2-5EEF-FF31A2BDBA33}"/>
              </a:ext>
            </a:extLst>
          </p:cNvPr>
          <p:cNvSpPr>
            <a:spLocks noGrp="1"/>
          </p:cNvSpPr>
          <p:nvPr/>
        </p:nvSpPr>
        <p:spPr>
          <a:xfrm>
            <a:off x="2964744" y="1625493"/>
            <a:ext cx="6309885" cy="135097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134332620.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[TEST]: ID601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Iout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One Channel Started. channel=1,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max_curr_lvl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=1,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vref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=4095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[IOUT] CH=1, ADC=1969, V=300.446 mV,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Iout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=8.011882 mA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[IOUT] CH=1, ADC=1969, V=300.446 mV,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Iout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=8.011882 mA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E3DD6E-FE3B-73C1-410B-1D975C0F9F0B}"/>
              </a:ext>
            </a:extLst>
          </p:cNvPr>
          <p:cNvSpPr txBox="1"/>
          <p:nvPr/>
        </p:nvSpPr>
        <p:spPr>
          <a:xfrm>
            <a:off x="8884779" y="1618129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22697016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2859414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’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600063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A604F-3095-2225-9871-D1DD04740901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372F3-530B-5BB6-AEC6-10F877BD62C4}"/>
              </a:ext>
            </a:extLst>
          </p:cNvPr>
          <p:cNvSpPr txBox="1"/>
          <p:nvPr/>
        </p:nvSpPr>
        <p:spPr>
          <a:xfrm>
            <a:off x="8862881" y="4649736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DD5B-EF9B-08BE-A3A3-B12D8E22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F05FA11-2D06-7238-29F6-3C3A3171BD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791271"/>
              </p:ext>
            </p:extLst>
          </p:nvPr>
        </p:nvGraphicFramePr>
        <p:xfrm>
          <a:off x="279772" y="962185"/>
          <a:ext cx="9208258" cy="2362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후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ID601_VCC_2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노드에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3.3V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를 직접 인가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2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VDD = 2.4V, +0.01V, Check TEST Transition.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A7552C-093E-1AC0-5933-26C019ACDD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F8660-7980-2159-1886-964E59FF269A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8D2E7F-987B-CB13-6D35-4C32A9D97938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809797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Data:10(0x00A)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82427-E999-EE19-0E42-443B20F19085}"/>
              </a:ext>
            </a:extLst>
          </p:cNvPr>
          <p:cNvSpPr txBox="1"/>
          <p:nvPr/>
        </p:nvSpPr>
        <p:spPr>
          <a:xfrm>
            <a:off x="279773" y="3559634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11C5A5AD-7236-921A-FD62-2C6EAC6A1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1266057"/>
              </p:ext>
            </p:extLst>
          </p:nvPr>
        </p:nvGraphicFramePr>
        <p:xfrm>
          <a:off x="279772" y="3895108"/>
          <a:ext cx="9208258" cy="2362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J78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후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ID601_VCC_2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노드에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3.3V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를 직접 인가한다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2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VDD = 3.0V, -0.01V, Check TEST Transition.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48D178-5528-8B62-5B53-518B268FF820}"/>
              </a:ext>
            </a:extLst>
          </p:cNvPr>
          <p:cNvSpPr>
            <a:spLocks noGrp="1"/>
          </p:cNvSpPr>
          <p:nvPr/>
        </p:nvSpPr>
        <p:spPr>
          <a:xfrm>
            <a:off x="2946082" y="4465110"/>
            <a:ext cx="4828317" cy="851374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altLang="ko-KR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altLang="ko-KR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altLang="ko-KR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Data:10(0x00A)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38A4E-AEB7-171A-AFEE-7FB1F754B01D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3E86D-3A76-2CDA-24BE-020B1DB9C310}"/>
              </a:ext>
            </a:extLst>
          </p:cNvPr>
          <p:cNvSpPr txBox="1"/>
          <p:nvPr/>
        </p:nvSpPr>
        <p:spPr>
          <a:xfrm>
            <a:off x="7384549" y="4465110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737707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49094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4155139"/>
              </p:ext>
            </p:extLst>
          </p:nvPr>
        </p:nvGraphicFramePr>
        <p:xfrm>
          <a:off x="279773" y="3744593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4F504-C446-E97E-4AD0-B4255FA16CDE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52DEA9-D73D-508C-CDAA-0B25B3946B93}"/>
              </a:ext>
            </a:extLst>
          </p:cNvPr>
          <p:cNvSpPr txBox="1"/>
          <p:nvPr/>
        </p:nvSpPr>
        <p:spPr>
          <a:xfrm>
            <a:off x="8890873" y="457510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2406079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6EC85-D87C-DDE5-440C-C8C36C617558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BFB3-30AF-C014-41CA-7E3AF7A5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0FAF8D-A218-2C62-3602-34B2C87D12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A600E-06FB-B4F0-AC28-6F7CD5D6C45C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48AD751-8B6F-5394-2711-2B4B911B80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4350791"/>
              </p:ext>
            </p:extLst>
          </p:nvPr>
        </p:nvGraphicFramePr>
        <p:xfrm>
          <a:off x="279772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3 1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7670832-0712-771E-294A-AF6AD155A645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79884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3 1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Addr:10, Data:2(0x002)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Addr:10, Data:0(0x000)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4A491-971A-C78C-839B-F4FB42CC1882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96858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4400-6A7C-6A0E-E2F0-BFD2D59F8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CC9F02-B10C-2072-243E-0F83056EE6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AB53A-1E74-B63D-EAD0-4029EF3B26FF}"/>
              </a:ext>
            </a:extLst>
          </p:cNvPr>
          <p:cNvSpPr txBox="1"/>
          <p:nvPr/>
        </p:nvSpPr>
        <p:spPr>
          <a:xfrm>
            <a:off x="279773" y="669797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6D11DC6-7B36-031D-E320-7873CDF168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6910049"/>
              </p:ext>
            </p:extLst>
          </p:nvPr>
        </p:nvGraphicFramePr>
        <p:xfrm>
          <a:off x="279772" y="962185"/>
          <a:ext cx="9208258" cy="3855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3 2</a:t>
                      </a: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-0.01V, Check SVO Transition.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8A216E-2A81-F01B-47A1-8410A26857AD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6943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3 2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Addr:0x1A, Data:10(0x00A)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Data:2(0x002)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FF561-E413-CE33-D101-BE0AD424F986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546043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EC9B0-4BEB-728F-34FF-4AFF1156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DF202B-1ABF-C95C-97CD-F908605BF5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E6A97-AD91-B3D9-4D85-1E436BEA02EF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88326E9-93BB-DA0B-5139-4C5B236E9F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8002114"/>
              </p:ext>
            </p:extLst>
          </p:nvPr>
        </p:nvGraphicFramePr>
        <p:xfrm>
          <a:off x="279772" y="962185"/>
          <a:ext cx="9208258" cy="38557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3 2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+0.01V, Check SVO Transition.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C8834AA8-0480-E465-51FE-4D02F5EE02F3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41439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3 3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Addr:0x1A, Data:9(0x009)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Data:4(0x004)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C41DA-B784-3A64-E321-8C25ACAA45A5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4333754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65949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5194112"/>
              </p:ext>
            </p:extLst>
          </p:nvPr>
        </p:nvGraphicFramePr>
        <p:xfrm>
          <a:off x="279773" y="3744592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BAF58-2882-F8FD-7752-009389C26E74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EFF4C-73B3-92A5-DDDE-7C125F2EB193}"/>
              </a:ext>
            </a:extLst>
          </p:cNvPr>
          <p:cNvSpPr txBox="1"/>
          <p:nvPr/>
        </p:nvSpPr>
        <p:spPr>
          <a:xfrm>
            <a:off x="8873413" y="4640423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3420099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3F818E-95E7-F1D0-D57E-F0DD501572A0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6FC88-35F4-D6B3-0907-28A09760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D6D96D-6163-48BA-CCFE-C11E177FC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AFE43-8D3E-3BB8-5D27-485DA95A96E8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E1D9DC7-55E1-031E-6CA5-27E8081E5B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820378"/>
              </p:ext>
            </p:extLst>
          </p:nvPr>
        </p:nvGraphicFramePr>
        <p:xfrm>
          <a:off x="279772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4 1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474F89-D267-026F-FE71-660E11BC1AC7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79884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4 1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32(0x020)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 0(0x000)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281893-6818-A131-2C97-2B046B81606F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2741681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86ED-6D4D-D57C-6A15-765785528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40AC42-E5D2-E382-D430-2E03AAD8BE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C9E5D-4280-1834-1DA0-6F9746280657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9E3FB24-A0C0-4CEB-14F5-239164F052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208944"/>
              </p:ext>
            </p:extLst>
          </p:nvPr>
        </p:nvGraphicFramePr>
        <p:xfrm>
          <a:off x="279772" y="962185"/>
          <a:ext cx="9208258" cy="3916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4 2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-0.1V, Check SVO Transition.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9D3D5A-95A3-42E5-4843-871F2F2AA670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4 2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Addr:0x1A,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32(0x020)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32(0x020)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DB74F-249E-AF41-2A73-9A0FDD944A20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5657536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44EDC-14A5-478B-27ED-0D77D79C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4071A6-F7F9-BA5E-5130-1CAA7C6162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8CEFF-B015-9890-163F-5349F5F6FC1F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A387E5F-CBD8-0BE4-5A39-2BEEFAC8E0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868978"/>
              </p:ext>
            </p:extLst>
          </p:nvPr>
        </p:nvGraphicFramePr>
        <p:xfrm>
          <a:off x="279772" y="962185"/>
          <a:ext cx="9208258" cy="3916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4 3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+0.1V, Check SVO Transition.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146AAD-11C3-8F48-9C60-55D88A47C49F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4 3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  14(0x00E)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Addr:0x1A, Data:  13(0x00D)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32(0x020)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64(0x040)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FB793D-5966-8923-92E4-3290BEBF9713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483095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62785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9123349"/>
              </p:ext>
            </p:extLst>
          </p:nvPr>
        </p:nvGraphicFramePr>
        <p:xfrm>
          <a:off x="279773" y="3744592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44FDA-A11B-F8A5-7D0B-C76D922C1938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97C74-2355-1C88-2B15-D947596C6241}"/>
              </a:ext>
            </a:extLst>
          </p:cNvPr>
          <p:cNvSpPr txBox="1"/>
          <p:nvPr/>
        </p:nvSpPr>
        <p:spPr>
          <a:xfrm>
            <a:off x="8881542" y="4565779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6766519"/>
              </p:ext>
            </p:extLst>
          </p:nvPr>
        </p:nvGraphicFramePr>
        <p:xfrm>
          <a:off x="279773" y="962185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0x86C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lvl="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Clear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FAULT_STATUS1(</a:t>
                      </a:r>
                      <a:r>
                        <a:rPr lang="ko-KR" altLang="ko-KR" sz="800" b="1" dirty="0"/>
                        <a:t>0x0A</a:t>
                      </a:r>
                      <a:r>
                        <a:rPr lang="ko-KR" altLang="ko-KR" sz="800" dirty="0"/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‘H’.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DCCC1-6DFE-48B2-B343-92385E234B0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D886-0BAE-A71D-BF94-9085ACC7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00576D-7982-071E-1C40-47D3A82B4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6C2ED-C87C-1F59-D8DC-1C14523DA691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534FFC8-9317-07F8-BB0C-717325021F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9964756"/>
              </p:ext>
            </p:extLst>
          </p:nvPr>
        </p:nvGraphicFramePr>
        <p:xfrm>
          <a:off x="279772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5 1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2AA323F-5333-92C1-7CBD-D2E36A801C22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798842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5 1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  15(0x00F)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16(0x010)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 0(0x000)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7E5BA-B677-CF74-5F8C-1B83CFD19945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0690798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27921-277D-B2C5-A7C5-415241C6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0ACCE-C0D6-88F2-5085-714B47A838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664EF-E87D-AE1B-6D0A-06062B190122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2A5D05E-6D81-A6C4-2ADF-B9AD37336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634598"/>
              </p:ext>
            </p:extLst>
          </p:nvPr>
        </p:nvGraphicFramePr>
        <p:xfrm>
          <a:off x="279772" y="962185"/>
          <a:ext cx="9208258" cy="4038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5 2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-0.01V, Check SVO Transition.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6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9B9EF6-A724-5BE8-DF8A-4702D3140911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5 2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  15(0x00F)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Addr:0x1A, Data:  11(0x00B)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16(0x010)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16(0x010)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8B7C5-E45B-9715-BB96-3F7984CD2C81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9360288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B0B9-6BCF-7AFB-C2B4-5B84D5E1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0791C8-6DFB-FB01-950B-06A831E8F4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3A4F39-50EF-E10D-38F6-5724F525215F}"/>
              </a:ext>
            </a:extLst>
          </p:cNvPr>
          <p:cNvSpPr txBox="1"/>
          <p:nvPr/>
        </p:nvSpPr>
        <p:spPr>
          <a:xfrm>
            <a:off x="279773" y="669797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377A2B5-F249-EC35-2294-505CB0BE11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2185072"/>
              </p:ext>
            </p:extLst>
          </p:nvPr>
        </p:nvGraphicFramePr>
        <p:xfrm>
          <a:off x="279772" y="962185"/>
          <a:ext cx="9208258" cy="4038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분리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나머지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J94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점퍼 분리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5 3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1.5V, +0.01V, Check SVO Transition.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Clear &amp; Read flag (Status): id601_read 1 1 0x0a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ko-KR" altLang="ko-KR" sz="800" b="1" dirty="0"/>
                        <a:t>※ OSC LDO UV/OV </a:t>
                      </a:r>
                      <a:r>
                        <a:rPr lang="ko-KR" altLang="ko-KR" sz="800" b="1" dirty="0" err="1"/>
                        <a:t>signals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cross-connected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in</a:t>
                      </a:r>
                      <a:r>
                        <a:rPr lang="ko-KR" altLang="ko-KR" sz="800" b="1" dirty="0"/>
                        <a:t> ID601. DMUX_SEL and FLAG </a:t>
                      </a:r>
                      <a:r>
                        <a:rPr lang="ko-KR" altLang="ko-KR" sz="800" b="1" dirty="0" err="1"/>
                        <a:t>bit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are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reversed</a:t>
                      </a:r>
                      <a:r>
                        <a:rPr lang="ko-KR" altLang="ko-KR" sz="800" b="1" dirty="0"/>
                        <a:t>.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A953E80-4C97-15BB-9BFF-AB7FD58D7ADD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20880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5 3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entered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Addr:0x39, Data:  15(0x00F)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Addr:0x3F, Data:2156(0x86C)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Addr:0x1A, Data:  12(0x00C)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 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id601_read 1 1 0x0a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[Read] [General]: IC:1, Addr:0x0A, Data:   8(0x008)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A39A3-255B-5376-21DD-514DBD32327F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6661419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/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44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TEST_ANA_EN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(VREF2_OPEN)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30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103586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VREF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4187CF66-9837-FB64-9F53-4C799C60D4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9007202"/>
              </p:ext>
            </p:extLst>
          </p:nvPr>
        </p:nvGraphicFramePr>
        <p:xfrm>
          <a:off x="279773" y="3656663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O# : 0.5V,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해당 출력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LED =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OPEN.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</a:t>
                      </a:r>
                      <a:r>
                        <a:rPr lang="en-US" altLang="ko-KR" sz="800" b="1" dirty="0"/>
                        <a:t>044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Target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EN = H ex) Ch1 :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0x002, … 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Ch11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0x400,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Measured CH Output pin Voltage Sweep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latin typeface="Arial" panose="020B0604020202020204" pitchFamily="34" charset="0"/>
                          <a:ea typeface="현대하모니 L" panose="02020603020101020101"/>
                          <a:cs typeface="Arial" panose="020B0604020202020204" pitchFamily="34" charset="0"/>
                        </a:rPr>
                        <a:t>→ </a:t>
                      </a:r>
                      <a:r>
                        <a:rPr lang="en-US" altLang="ko-KR" sz="800" b="1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0V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Repeat to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The Output pin Voltage measure when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value is changed</a:t>
                      </a:r>
                      <a:b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the Voltage : OPEN SET LEVEL.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SET LEVEL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754314-1E84-95C3-48D5-EA5F813A928C}"/>
              </a:ext>
            </a:extLst>
          </p:cNvPr>
          <p:cNvSpPr txBox="1"/>
          <p:nvPr/>
        </p:nvSpPr>
        <p:spPr>
          <a:xfrm>
            <a:off x="279773" y="3357248"/>
            <a:ext cx="10518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EB726-6941-B66E-3270-4A50F53BFB99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6C6D74-613C-6E4B-2426-1D91EF180604}"/>
              </a:ext>
            </a:extLst>
          </p:cNvPr>
          <p:cNvSpPr txBox="1"/>
          <p:nvPr/>
        </p:nvSpPr>
        <p:spPr>
          <a:xfrm>
            <a:off x="8873413" y="4473166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48577-5657-CF0C-876D-B641188A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3411D3-FAAD-4ED1-3EC5-5A098A5F7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83179-9F8E-3CF6-C192-1DB3ECE22CD9}"/>
              </a:ext>
            </a:extLst>
          </p:cNvPr>
          <p:cNvSpPr txBox="1"/>
          <p:nvPr/>
        </p:nvSpPr>
        <p:spPr>
          <a:xfrm>
            <a:off x="279773" y="669797"/>
            <a:ext cx="103425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VREF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D91BE47-4C63-5917-778E-B6031A12D0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6885429"/>
              </p:ext>
            </p:extLst>
          </p:nvPr>
        </p:nvGraphicFramePr>
        <p:xfrm>
          <a:off x="279772" y="962185"/>
          <a:ext cx="9208258" cy="2362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58775" algn="l"/>
                        </a:tabLst>
                        <a:defRPr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6 1</a:t>
                      </a:r>
                    </a:p>
                    <a:p>
                      <a:pPr marL="228600" indent="-228600" algn="l" fontAlgn="ctr">
                        <a:lnSpc>
                          <a:spcPct val="150000"/>
                        </a:lnSpc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30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D5C040-237F-711B-0C6E-9F552B3B28F5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080386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6 1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Set Daisy length: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Test mode initialization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configuration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Addr:0x3F, Data:2116(0x844)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Addr:0x39, Data:  25(0x019)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Addr:0x06, Data:  60(0x03C)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C25E4-3D61-3C27-1E51-A29906B343D2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0938337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8CADE-797D-D317-7D02-B762F063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02692B-A7D0-5638-8108-5AAE33F18B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D2241-BD79-F974-52DD-0E115A26EC1F}"/>
              </a:ext>
            </a:extLst>
          </p:cNvPr>
          <p:cNvSpPr txBox="1"/>
          <p:nvPr/>
        </p:nvSpPr>
        <p:spPr>
          <a:xfrm>
            <a:off x="279773" y="669797"/>
            <a:ext cx="103425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Level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D3F7345-FC12-F56C-631E-982C4F90C1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7250334"/>
              </p:ext>
            </p:extLst>
          </p:nvPr>
        </p:nvGraphicFramePr>
        <p:xfrm>
          <a:off x="279772" y="962185"/>
          <a:ext cx="9208258" cy="29718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6 2 ch(1-12)</a:t>
                      </a: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입력한 채널에 맞게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점퍼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(J79 ~ J84, J107 ~ J112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중 하나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분리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OPEN_SET_LEVEL: </a:t>
                      </a:r>
                      <a:r>
                        <a:rPr lang="en-US" altLang="ko-KR" sz="800" dirty="0" err="1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Chx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 0.5V, -0.01V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Read flag (Status): id601_read 1 1 0x0b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SET LEVEL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B6A2F6-386F-8479-AF2C-3DEA989EFE5C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130432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6 2 1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Set Daisy length: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Test mode initialization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Dimming Type 1 configuration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Addr:0x3F, Data:  68(0x044)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Addr:0x06, Data:  60(0x03C)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Addr:0x05, Data:   1(0x001)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LD Buffer: All Channels Set To Max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Vsync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started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08F6A-E1AC-37CD-0E94-3AF8949BC722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9658460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/>
        </p:nvGraphicFramePr>
        <p:xfrm>
          <a:off x="279773" y="966186"/>
          <a:ext cx="9208258" cy="31242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O# : 0V,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해당 출력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LED =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OPEN.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3) : OPEN SET, RESET LEVEL &lt; </a:t>
                      </a:r>
                      <a:r>
                        <a:rPr lang="ko-KR" altLang="ko-KR" sz="800" b="1" dirty="0"/>
                        <a:t>0.5 </a:t>
                      </a:r>
                      <a:r>
                        <a:rPr lang="ko-KR" altLang="ko-KR" sz="800" b="1" dirty="0" err="1"/>
                        <a:t>V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</a:t>
                      </a:r>
                      <a:r>
                        <a:rPr lang="en-US" altLang="ko-KR" sz="800" b="1" dirty="0"/>
                        <a:t>044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Target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EN = H ex) Ch1 :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0x002, … 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Ch11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0x400,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Ch12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Measured CH Output pin Voltage Sweep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latin typeface="Arial" panose="020B0604020202020204" pitchFamily="34" charset="0"/>
                          <a:ea typeface="현대하모니 L" panose="02020603020101020101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</a:t>
                      </a:r>
                      <a: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0.5V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Repeat to read 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The Output pin Voltage measure when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FAULT_STATUS2(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  <a:sym typeface="Wingdings" panose="05000000000000000000" pitchFamily="2" charset="2"/>
                        </a:rPr>
                        <a:t>0x000</a:t>
                      </a:r>
                      <a:br>
                        <a:rPr lang="en-US" altLang="ko-KR" sz="800" b="0" dirty="0">
                          <a:ea typeface="현대하모니 L" panose="02020603020101020101"/>
                          <a:sym typeface="Wingdings" panose="05000000000000000000" pitchFamily="2" charset="2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the Voltage : OPEN RESET LEVEL.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Calculate HYS : OPEN RESET LEVEL – OPEN SET LEVEL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100059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/>
        </p:nvGraphicFramePr>
        <p:xfrm>
          <a:off x="279773" y="4386406"/>
          <a:ext cx="9208258" cy="3002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3~5.5V,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Open Level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item from 1 to 3.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Cut(Switch OFF) LED Load instead of sweeping Voltage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FAULT_STATUS2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OPEN HYS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FAULT_STATUS2(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0x0B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(Register Read Clear)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Apply SVI, DIO pattern for LED dimming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Check the LED that wanted dimming pattern.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Target CH OPEN = H @ FAULT_STATUS2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0x0B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5.    FAULT_STATUS2(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0x0B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6.    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409401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62750-F449-40FD-673B-0DA3245A57CD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16671-6E99-B3D9-5AA1-2D6594EFFF04}"/>
              </a:ext>
            </a:extLst>
          </p:cNvPr>
          <p:cNvSpPr txBox="1"/>
          <p:nvPr/>
        </p:nvSpPr>
        <p:spPr>
          <a:xfrm>
            <a:off x="8873413" y="4612432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01352-7738-154E-5A6D-A421FFD6F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95C401-BB68-79C2-A2A1-52A84C2B0E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E665E-82F3-3903-E546-7B66986F2CB4}"/>
              </a:ext>
            </a:extLst>
          </p:cNvPr>
          <p:cNvSpPr txBox="1"/>
          <p:nvPr/>
        </p:nvSpPr>
        <p:spPr>
          <a:xfrm>
            <a:off x="279773" y="669797"/>
            <a:ext cx="98379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OPEN 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BA4B118-9295-EBE6-A56B-BAD7F46F27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0824479"/>
              </p:ext>
            </p:extLst>
          </p:nvPr>
        </p:nvGraphicFramePr>
        <p:xfrm>
          <a:off x="279772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6 3 ch(1-12)</a:t>
                      </a: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입력한 채널에 맞게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점퍼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(J79 ~ J84, J107 ~ J112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중 하나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분리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OPEN_RESET_LEVEL: </a:t>
                      </a:r>
                      <a:r>
                        <a:rPr lang="en-US" altLang="ko-KR" sz="800" dirty="0" err="1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Chx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 0.0V, +0.01V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Read flag (Status): id601_read 1 1 0x0b</a:t>
                      </a: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OPEN_HYS: OPEN_SET_LEVEL – OPEN_RESET_LEVEL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133352-826C-DA9B-8827-F2DCFFCE4521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130432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6 3 1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Set Daisy length: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Test mode initialization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Dimming Type 1 configuration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Addr:0x3F, Data:  68(0x044)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Addr:0x06, Data:  60(0x03C)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Addr:0x05, Data:   1(0x001)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LD Buffer: All Channels Set To Max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Vsync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started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BE79E-E4F1-06A0-C54D-904AE90A4F6A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639105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8FB9-5F9E-FD15-CA92-9363F503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92E320-8F8C-F8E6-96D9-A8179F7253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0A434-5093-2A4A-0CD2-131A70CFD0F2}"/>
              </a:ext>
            </a:extLst>
          </p:cNvPr>
          <p:cNvSpPr txBox="1"/>
          <p:nvPr/>
        </p:nvSpPr>
        <p:spPr>
          <a:xfrm>
            <a:off x="279773" y="669797"/>
            <a:ext cx="8338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901F400-BDAA-414E-F0F9-02EA12907A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273204"/>
              </p:ext>
            </p:extLst>
          </p:nvPr>
        </p:nvGraphicFramePr>
        <p:xfrm>
          <a:off x="279772" y="962185"/>
          <a:ext cx="9208258" cy="29718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6 4 ch(1-12)</a:t>
                      </a: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입력한 채널에 맞게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ID601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점퍼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(J79 ~ J84, J107 ~ J112 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중 하나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r>
                        <a:rPr lang="ko-KR" altLang="en-US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분리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 err="1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Chx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 0V, +0.01V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M" panose="02020603020101020101" pitchFamily="18" charset="-127"/>
                        </a:rPr>
                        <a:t>Read flag (Status): id601_read 1 1 0x0b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640CBF-ABCD-518E-0FFB-9CB8B3BFE181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130432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????????????????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AA09E-A2BC-5CE6-6BA8-705875EADE4A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3746635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/>
        </p:nvGraphicFramePr>
        <p:xfrm>
          <a:off x="279773" y="964703"/>
          <a:ext cx="9208258" cy="34899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44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E75727-67AF-083A-A9DA-E592D93D297A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8875-3CC6-D5E7-6D11-08D9E27F6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54FA9F-75A2-B811-606E-BE3EA5B5B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Autofit/>
          </a:bodyPr>
          <a:lstStyle/>
          <a:p>
            <a:r>
              <a:rPr lang="en-US" altLang="ko-KR" dirty="0"/>
              <a:t>FB Detection Level Test (1)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A04E9-305E-E960-B219-FABB170AFC0D}"/>
              </a:ext>
            </a:extLst>
          </p:cNvPr>
          <p:cNvSpPr txBox="1"/>
          <p:nvPr/>
        </p:nvSpPr>
        <p:spPr>
          <a:xfrm>
            <a:off x="279773" y="669797"/>
            <a:ext cx="5666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EC8AB862-6386-2597-3C97-F975ADEF0C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8664392"/>
              </p:ext>
            </p:extLst>
          </p:nvPr>
        </p:nvGraphicFramePr>
        <p:xfrm>
          <a:off x="279772" y="962185"/>
          <a:ext cx="9208258" cy="3550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FB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7 1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fbx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(1-3) ch(1-12)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fb_level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(0-7)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en-US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2BEB9A-0FCF-58C6-C37D-7DAD006AD155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130432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7 1 1 1 0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Set Daisy length: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Test mode initialization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configuration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Addr:0x3F, Data:2116(0x844)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Addr:0x05, Data:   1(0x001)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Addr:0x06, Data:  60(0x03C)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Addr:0x07, Data:   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Addr:0x39, Data:  22(0x016)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B1EB0-3C50-CDD6-40E8-6D8A6111E79D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9440430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4D743-7DF4-F55F-A2FD-DCD9AEFF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23597E-C090-875F-23ED-7FD90B312D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81D6AE-9EAF-CE01-2245-A4FAA3F774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539947"/>
              </p:ext>
            </p:extLst>
          </p:nvPr>
        </p:nvGraphicFramePr>
        <p:xfrm>
          <a:off x="279773" y="962185"/>
          <a:ext cx="9208258" cy="36118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br>
                        <a:rPr lang="en-US" altLang="ko-KR" sz="800" b="1" dirty="0"/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en-US" altLang="ko-KR" sz="800" dirty="0"/>
                        <a:t> (Step </a:t>
                      </a:r>
                      <a:r>
                        <a:rPr lang="ko-KR" altLang="ko-KR" sz="800" dirty="0"/>
                        <a:t>2,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/>
                        <a:t>3</a:t>
                      </a:r>
                      <a:r>
                        <a:rPr lang="en-US" altLang="ko-KR" sz="800" dirty="0"/>
                        <a:t>)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ko-KR" sz="800" dirty="0"/>
                        <a:t>FB#_FALL, FB#_RISE &lt; </a:t>
                      </a:r>
                      <a:r>
                        <a:rPr lang="ko-KR" altLang="ko-KR" sz="800" b="1" dirty="0"/>
                        <a:t>1.5 </a:t>
                      </a:r>
                      <a:r>
                        <a:rPr lang="ko-KR" altLang="ko-KR" sz="800" b="1" dirty="0" err="1"/>
                        <a:t>V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n-US" altLang="ko-KR" sz="8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4</a:t>
                      </a:r>
                      <a:r>
                        <a:rPr lang="ko-KR" altLang="ko-KR" sz="800" b="1" dirty="0"/>
                        <a:t>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8</a:t>
                      </a:r>
                      <a:r>
                        <a:rPr lang="ko-KR" altLang="ko-KR" sz="800" b="1" dirty="0"/>
                        <a:t>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C</a:t>
                      </a:r>
                      <a:r>
                        <a:rPr lang="ko-KR" altLang="ko-KR" sz="800" b="1" dirty="0"/>
                        <a:t>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O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</a:t>
                      </a:r>
                      <a:r>
                        <a:rPr lang="en-US" altLang="ko-KR" sz="800" dirty="0"/>
                        <a:t>AULT_STATUS0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( </a:t>
                      </a:r>
                      <a:r>
                        <a:rPr lang="ko-KR" altLang="ko-KR" sz="800" dirty="0" err="1"/>
                        <a:t>F</a:t>
                      </a:r>
                      <a:r>
                        <a:rPr lang="en-US" altLang="ko-KR" sz="800" dirty="0"/>
                        <a:t>AULT_STATUS0(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O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</a:t>
                      </a:r>
                      <a:r>
                        <a:rPr lang="en-US" altLang="ko-KR" sz="800" dirty="0"/>
                        <a:t>AULT_STATUS0</a:t>
                      </a:r>
                      <a:r>
                        <a:rPr lang="ko-KR" altLang="ko-KR" sz="800" dirty="0"/>
                        <a:t>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</a:t>
                      </a:r>
                      <a:r>
                        <a:rPr lang="en-US" altLang="ko-KR" sz="800" b="1" dirty="0"/>
                        <a:t>5</a:t>
                      </a:r>
                      <a:r>
                        <a:rPr lang="ko-KR" altLang="ko-KR" sz="800" b="1" dirty="0"/>
                        <a:t>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96DA50-61A8-BBED-3068-794BC08A738A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77ED9-0200-6A86-901E-AE5CA1D046F7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5557964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BF78B-5CCF-AB45-7F65-3DE3549B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13A509-6224-52CC-8359-819BF9BA3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Autofit/>
          </a:bodyPr>
          <a:lstStyle/>
          <a:p>
            <a:r>
              <a:rPr lang="en-US" altLang="ko-KR" dirty="0"/>
              <a:t>FB Detection Level Test (2)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01792-7744-1655-8FCB-F322CD52A9B4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CAD801F-BF07-AA41-997C-A0AEEEE763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535979"/>
              </p:ext>
            </p:extLst>
          </p:nvPr>
        </p:nvGraphicFramePr>
        <p:xfrm>
          <a:off x="279772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58775" algn="l"/>
                        </a:tabLst>
                        <a:defRPr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FB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7 1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fbx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(1-3) ch(1-12)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fb_level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(0-7)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</a:t>
                      </a:r>
                      <a:r>
                        <a:rPr lang="en-US" altLang="ko-KR" sz="800" dirty="0"/>
                        <a:t>: </a:t>
                      </a:r>
                      <a:r>
                        <a:rPr lang="en-US" altLang="ko-KR" sz="800" dirty="0" err="1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Chx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 1.5V, -0.01V, flag: id601_read 1 1 0x09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</a:t>
                      </a:r>
                      <a:r>
                        <a:rPr lang="en-US" altLang="ko-KR" sz="800" dirty="0"/>
                        <a:t>RISE: </a:t>
                      </a:r>
                      <a:r>
                        <a:rPr lang="en-US" altLang="ko-KR" sz="800" dirty="0" err="1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Chx</a:t>
                      </a:r>
                      <a:r>
                        <a:rPr lang="en-US" altLang="ko-KR" sz="800" dirty="0">
                          <a:ln>
                            <a:solidFill>
                              <a:srgbClr val="000000">
                                <a:alpha val="0"/>
                              </a:srgbClr>
                            </a:solidFill>
                          </a:ln>
                          <a:ea typeface="현대하모니 L" panose="02020603020101020101"/>
                        </a:rPr>
                        <a:t> 0.0V, +0.01V, flag: id601_read 1 1 0x09</a:t>
                      </a:r>
                      <a:endParaRPr lang="en-US" altLang="ko-KR" sz="800" dirty="0">
                        <a:ln>
                          <a:solidFill>
                            <a:srgbClr val="000000">
                              <a:alpha val="0"/>
                            </a:srgbClr>
                          </a:solidFill>
                        </a:ln>
                        <a:latin typeface="현대하모니 M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lvl="0" indent="-228600"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</a:t>
                      </a:r>
                      <a:r>
                        <a:rPr lang="en-US" altLang="ko-KR" sz="800" dirty="0"/>
                        <a:t>HYS: </a:t>
                      </a: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</a:t>
                      </a:r>
                      <a:r>
                        <a:rPr lang="en-US" altLang="ko-KR" sz="800" dirty="0"/>
                        <a:t>RISE - </a:t>
                      </a: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</a:t>
                      </a:r>
                      <a:r>
                        <a:rPr lang="en-US" altLang="ko-KR" sz="800" dirty="0"/>
                        <a:t>FALL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</a:t>
                      </a:r>
                      <a:r>
                        <a:rPr lang="en-US" altLang="ko-KR" sz="800" b="1" dirty="0"/>
                        <a:t>5</a:t>
                      </a:r>
                      <a:r>
                        <a:rPr lang="ko-KR" altLang="ko-KR" sz="800" b="1" dirty="0"/>
                        <a:t>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2F9A9F-B098-5921-499E-6F8022F0B2AD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1546917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7 2 1 1 0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Set Daisy length: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Test mode initialization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configuration complete.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Addr:0x3F, Data:2148(0x864)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Addr:0x05, Data:   1(0x001)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Addr:0x06, Data:  60(0x03C)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Addr:0x07, Data:   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Addr:0x39, Data:  22(0x016)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LD Buffer: All Channels Set To Max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Vsync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started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D36B2-3C3F-B35E-840B-33CAF0ABF7C1}"/>
              </a:ext>
            </a:extLst>
          </p:cNvPr>
          <p:cNvSpPr txBox="1"/>
          <p:nvPr/>
        </p:nvSpPr>
        <p:spPr>
          <a:xfrm>
            <a:off x="7384549" y="154151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33712340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/>
        </p:nvGraphicFramePr>
        <p:xfrm>
          <a:off x="279773" y="962185"/>
          <a:ext cx="9208258" cy="33399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0x844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(VREF2_SHORT1)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SHORT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Measure TEST pin voltage.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0.20 / 0.25 / 0.30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0.40 / 0.50 / 0.60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0.60 / 0.75 / 0.90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0.80 / 1.00 / 1.20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 VREF = </a:t>
                      </a:r>
                      <a:r>
                        <a:rPr lang="ko-KR" altLang="ko-KR" sz="800" b="1" dirty="0"/>
                        <a:t>1.04 / 1.30 / 1.56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108074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Short_VREF</a:t>
            </a:r>
            <a:endParaRPr lang="en-US" sz="1300" dirty="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76F46-CC1D-A855-5E1C-1EDDBFCE050B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F35C78-9D29-BF2B-4669-95C9AFA2CBFF}"/>
              </a:ext>
            </a:extLst>
          </p:cNvPr>
          <p:cNvSpPr txBox="1"/>
          <p:nvPr/>
        </p:nvSpPr>
        <p:spPr>
          <a:xfrm>
            <a:off x="8873413" y="4612432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2E2EB-50D1-9972-81B1-8D456C3DF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6EDF04-8C89-8906-55B1-C602852BD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258986E0-EABC-992B-68C0-9D252294E373}"/>
              </a:ext>
            </a:extLst>
          </p:cNvPr>
          <p:cNvGraphicFramePr>
            <a:graphicFrameLocks/>
          </p:cNvGraphicFramePr>
          <p:nvPr/>
        </p:nvGraphicFramePr>
        <p:xfrm>
          <a:off x="279773" y="906947"/>
          <a:ext cx="9208258" cy="39776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 O# : 3V,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/>
                          <a:ea typeface="현대하모니 L" panose="02020603020101020101"/>
                        </a:rPr>
                        <a:t>Target CH OPEN,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0x044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Target CH EN = H (ex) CH1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CH2 :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0x002, …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CH11: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0x400,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CH12 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   -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Measured CH Output pin Voltage Sweep : </a:t>
                      </a:r>
                      <a:r>
                        <a:rPr lang="en-US" altLang="ko-KR" sz="800" b="1" dirty="0"/>
                        <a:t>3V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</a:t>
                      </a:r>
                      <a:r>
                        <a:rPr lang="en-US" altLang="ko-KR" sz="8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>
                          <a:sym typeface="Wingdings" panose="05000000000000000000" pitchFamily="2" charset="2"/>
                        </a:rPr>
                        <a:t>Target Level * 1.2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Repeat to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The Output pin Voltage measure when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value is changed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the Voltage : SHORT SET LEVEL.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Repeat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: O1~O12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 SET LEVEL</a:t>
                      </a:r>
                      <a:r>
                        <a:rPr lang="ko-KR" altLang="ko-KR" sz="800" dirty="0"/>
                        <a:t>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10</a:t>
                      </a:r>
                      <a:r>
                        <a:rPr lang="en-US" altLang="ko-KR" sz="800" b="1" dirty="0"/>
                        <a:t>.0</a:t>
                      </a:r>
                      <a:r>
                        <a:rPr lang="ko-KR" altLang="ko-KR" sz="800" b="1" dirty="0"/>
                        <a:t> / 12.5 / 15</a:t>
                      </a:r>
                      <a:r>
                        <a:rPr lang="en-US" altLang="ko-KR" sz="800" b="1" dirty="0"/>
                        <a:t>.0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</a:t>
                      </a:r>
                      <a:r>
                        <a:rPr lang="en-US" altLang="ko-KR" sz="800" dirty="0"/>
                        <a:t> SET LEVEL </a:t>
                      </a:r>
                      <a:r>
                        <a:rPr lang="ko-KR" altLang="ko-KR" sz="800" dirty="0"/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1C44B67-79AB-8A8C-3587-B880C78C2F27}"/>
              </a:ext>
            </a:extLst>
          </p:cNvPr>
          <p:cNvSpPr txBox="1"/>
          <p:nvPr/>
        </p:nvSpPr>
        <p:spPr>
          <a:xfrm>
            <a:off x="279773" y="614559"/>
            <a:ext cx="10647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Short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E6BEB-963C-8EE1-004F-917038AA540B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DC6192-9222-D817-B340-84D7FE11FE51}"/>
              </a:ext>
            </a:extLst>
          </p:cNvPr>
          <p:cNvSpPr txBox="1"/>
          <p:nvPr/>
        </p:nvSpPr>
        <p:spPr>
          <a:xfrm>
            <a:off x="8873413" y="4612432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0840718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(3)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/>
        </p:nvGraphicFramePr>
        <p:xfrm>
          <a:off x="279773" y="962185"/>
          <a:ext cx="9208258" cy="32461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~5.5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Measured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 Output pin O# : Target Level * 1.2 V,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/>
                          <a:ea typeface="현대하모니 L" panose="02020603020101020101"/>
                        </a:rPr>
                        <a:t>Target CH OPEN,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-40 / 27 / 125℃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 err="1"/>
                        <a:t>Measurement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range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Step</a:t>
                      </a:r>
                      <a:r>
                        <a:rPr lang="ko-KR" altLang="ko-KR" sz="800" dirty="0"/>
                        <a:t> 3) : SHORT SET, RESET LEVEL &lt; </a:t>
                      </a:r>
                      <a:r>
                        <a:rPr lang="ko-KR" altLang="ko-KR" sz="800" b="1" dirty="0"/>
                        <a:t>20 </a:t>
                      </a:r>
                      <a:r>
                        <a:rPr lang="ko-KR" altLang="ko-KR" sz="800" b="1" dirty="0" err="1"/>
                        <a:t>V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Ref</a:t>
                      </a:r>
                      <a:r>
                        <a:rPr lang="ko-KR" altLang="ko-KR" sz="800" dirty="0"/>
                        <a:t>.)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0x044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Target CH EN = H (ex) CH1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CH2 :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0x002, … ,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CH11: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0x400,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CH12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0x800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Apply SVI, DIO Pattern for LED dimming.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 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 (Target CH SHORT flag = H)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Measured CH Output pin Voltage Sweep : </a:t>
                      </a:r>
                      <a:r>
                        <a:rPr lang="en-US" altLang="ko-KR" sz="800" b="1" dirty="0">
                          <a:sym typeface="Wingdings" panose="05000000000000000000" pitchFamily="2" charset="2"/>
                        </a:rPr>
                        <a:t>Target Level * 1.2 </a:t>
                      </a:r>
                      <a:r>
                        <a:rPr lang="en-US" altLang="ko-KR" sz="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Wingdings" panose="05000000000000000000" pitchFamily="2" charset="2"/>
                        </a:rPr>
                        <a:t>→</a:t>
                      </a:r>
                      <a:r>
                        <a:rPr lang="en-US" altLang="ko-KR" sz="8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800" b="1" dirty="0"/>
                        <a:t>3V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(step size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50 mV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dirty="0">
                          <a:sym typeface="Wingdings" panose="05000000000000000000" pitchFamily="2" charset="2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Repeat to read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).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dirty="0">
                          <a:ea typeface="현대하모니 L" panose="02020603020101020101"/>
                        </a:rPr>
                        <a:t>The Output pin Voltage measure when FAULT_STATUS3(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0x0C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- the Voltage : SHORT RESET LEVEL. 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-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HYS : SHORT SET LEVEL – SHORT </a:t>
                      </a:r>
                      <a:r>
                        <a:rPr lang="en-US" altLang="ko-KR" sz="800" dirty="0"/>
                        <a:t>RE</a:t>
                      </a:r>
                      <a:r>
                        <a:rPr lang="ko-KR" altLang="ko-KR" sz="800" dirty="0"/>
                        <a:t>SET LEVEL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/>
                        <a:t>Repeat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 HYS MIN / TYP / MAX = </a:t>
                      </a:r>
                      <a:r>
                        <a:rPr lang="ko-KR" altLang="ko-KR" sz="800" b="1" dirty="0"/>
                        <a:t>- / 0.</a:t>
                      </a:r>
                      <a:r>
                        <a:rPr lang="en-US" altLang="ko-KR" sz="800" b="1" dirty="0"/>
                        <a:t>75</a:t>
                      </a:r>
                      <a:r>
                        <a:rPr lang="ko-KR" altLang="ko-KR" sz="800" b="1" dirty="0"/>
                        <a:t>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10919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SHORT 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4207033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/>
        </p:nvGraphicFramePr>
        <p:xfrm>
          <a:off x="279773" y="4502636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3~5.5V,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SHORT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SHORT HYS item from 1 to 3.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(Register Read Clear)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Apply SVI, DIO pattern for LED dimming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- Check the LED that wanted dimming pattern.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value is changed.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5.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FAULT_STATUS3(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0x0C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6.    O# current is set-up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22781F7-1131-42F8-53D5-40D04BBDB59B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6E0AE-8CA6-2457-5822-058E3133EDCC}"/>
              </a:ext>
            </a:extLst>
          </p:cNvPr>
          <p:cNvSpPr txBox="1"/>
          <p:nvPr/>
        </p:nvSpPr>
        <p:spPr>
          <a:xfrm>
            <a:off x="8873413" y="4612432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/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/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452F6-A6E2-7380-470F-3644F12C5096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532D8-F24A-C938-A1DC-A9B1D463AF91}"/>
              </a:ext>
            </a:extLst>
          </p:cNvPr>
          <p:cNvSpPr txBox="1"/>
          <p:nvPr/>
        </p:nvSpPr>
        <p:spPr>
          <a:xfrm>
            <a:off x="8873413" y="4612432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/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/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0FE11-7B0A-CDA4-6508-8F2B13D86F23}"/>
              </a:ext>
            </a:extLst>
          </p:cNvPr>
          <p:cNvSpPr txBox="1"/>
          <p:nvPr/>
        </p:nvSpPr>
        <p:spPr>
          <a:xfrm>
            <a:off x="8873413" y="1856791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029D8-3490-1799-5F8E-8430E4F2A389}"/>
              </a:ext>
            </a:extLst>
          </p:cNvPr>
          <p:cNvSpPr txBox="1"/>
          <p:nvPr/>
        </p:nvSpPr>
        <p:spPr>
          <a:xfrm>
            <a:off x="8873413" y="4612432"/>
            <a:ext cx="549304" cy="492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진행 대기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2426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FAULT_CTRL(</a:t>
                      </a:r>
                      <a:r>
                        <a:rPr lang="ko-KR" altLang="ko-KR" sz="800" b="1" dirty="0"/>
                        <a:t>0x06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9F164-82D7-2303-DA01-1EA6BB54A2F9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18455-06F0-F067-BD2F-58E2A3B6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4CACC-067A-2E67-66D1-786C70C34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 (Lab</a:t>
            </a:r>
            <a:r>
              <a:rPr lang="ko-KR" altLang="en-US" dirty="0"/>
              <a:t> </a:t>
            </a:r>
            <a:r>
              <a:rPr lang="en-US" altLang="ko-KR" dirty="0"/>
              <a:t>Guide)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F94BF-FA92-E655-B38A-6FD994E41887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55C6800-4A83-7F96-3D26-5900322AE8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6200838"/>
              </p:ext>
            </p:extLst>
          </p:nvPr>
        </p:nvGraphicFramePr>
        <p:xfrm>
          <a:off x="279772" y="962185"/>
          <a:ext cx="9208258" cy="2240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Analog Test Mode, BIST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 Read flag: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10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EB7BC622-1FB0-DCE5-E2B9-F9783EE41735}"/>
              </a:ext>
            </a:extLst>
          </p:cNvPr>
          <p:cNvSpPr>
            <a:spLocks noGrp="1"/>
          </p:cNvSpPr>
          <p:nvPr/>
        </p:nvSpPr>
        <p:spPr>
          <a:xfrm>
            <a:off x="2946082" y="1541517"/>
            <a:ext cx="4828317" cy="1144534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10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Daisy length set to 1.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TM Entry Init OK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Analog Test Mode OK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Addr:0x06, Data:   0(0x000)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[Write] [General]: IC:1, Addr:0x19, Data:2048(0x800)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[CLI] [BIST] Addr:0x19, Data:   2(0x002) (O)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0945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6606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/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/>
                        <a:t>Power restart : VDD </a:t>
                      </a:r>
                      <a:r>
                        <a:rPr lang="en-US" altLang="ko-KR" sz="800" b="1" dirty="0"/>
                        <a:t>OFF</a:t>
                      </a:r>
                      <a:r>
                        <a:rPr lang="en-US" altLang="ko-KR" sz="800" dirty="0"/>
                        <a:t> → </a:t>
                      </a:r>
                      <a:r>
                        <a:rPr lang="en-US" altLang="ko-KR" sz="800" b="1" dirty="0"/>
                        <a:t>ON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5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EA945-9301-A83D-1B4A-361B12F5D23A}"/>
              </a:ext>
            </a:extLst>
          </p:cNvPr>
          <p:cNvSpPr txBox="1"/>
          <p:nvPr/>
        </p:nvSpPr>
        <p:spPr>
          <a:xfrm>
            <a:off x="8873413" y="1754154"/>
            <a:ext cx="549304" cy="292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658B-AB0C-6E36-22DB-590607F0A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F419C9-339E-F350-A5F8-0A36FC2052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7CB91-8AA4-5A51-5D41-D8F79E7C7B78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DFCABBB-59C9-D278-CD0B-24B6FA2578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8108968"/>
              </p:ext>
            </p:extLst>
          </p:nvPr>
        </p:nvGraphicFramePr>
        <p:xfrm>
          <a:off x="279772" y="962185"/>
          <a:ext cx="9208258" cy="22402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Preconditions(Jumper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dirty="0">
                          <a:ea typeface="현대하모니 L" panose="02020603020101020101"/>
                        </a:rPr>
                        <a:t>모든 점퍼 연결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+ J225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연결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 R156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확인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CLI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제어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 Analog Test Mode, </a:t>
                      </a:r>
                      <a:r>
                        <a:rPr lang="ko-KR" altLang="en-US" sz="800" dirty="0">
                          <a:ea typeface="현대하모니 L" panose="02020603020101020101"/>
                        </a:rPr>
                        <a:t>테스트 실행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: </a:t>
                      </a:r>
                      <a:r>
                        <a:rPr lang="en-US" altLang="ko-KR" sz="800" dirty="0" err="1">
                          <a:ea typeface="현대하모니 L" panose="02020603020101020101"/>
                        </a:rPr>
                        <a:t>test_manual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11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5CBC7285-3944-7735-BE37-33BFB9D39942}"/>
              </a:ext>
            </a:extLst>
          </p:cNvPr>
          <p:cNvSpPr>
            <a:spLocks noGrp="1"/>
          </p:cNvSpPr>
          <p:nvPr/>
        </p:nvSpPr>
        <p:spPr>
          <a:xfrm>
            <a:off x="2946082" y="1541516"/>
            <a:ext cx="4828317" cy="1173691"/>
          </a:xfrm>
          <a:prstGeom prst="rect">
            <a:avLst/>
          </a:prstGeom>
          <a:solidFill>
            <a:srgbClr val="0F141A"/>
          </a:solidFill>
          <a:ln w="0">
            <a:noFill/>
          </a:ln>
        </p:spPr>
        <p:txBody>
          <a:bodyPr/>
          <a:lstStyle>
            <a:defPPr>
              <a:defRPr sz="1425" b="0">
                <a:solidFill>
                  <a:srgbClr val="73C98C"/>
                </a:solidFill>
              </a:defRPr>
            </a:defPPr>
            <a:lvl1pPr>
              <a:defRPr sz="1425" b="0">
                <a:solidFill>
                  <a:srgbClr val="73C98C"/>
                </a:solidFill>
              </a:defRPr>
            </a:lvl1pPr>
            <a:lvl2pPr>
              <a:defRPr sz="1425" b="0">
                <a:solidFill>
                  <a:srgbClr val="73C98C"/>
                </a:solidFill>
              </a:defRPr>
            </a:lvl2pPr>
            <a:lvl3pPr>
              <a:defRPr sz="1425" b="0">
                <a:solidFill>
                  <a:srgbClr val="73C98C"/>
                </a:solidFill>
              </a:defRPr>
            </a:lvl3pPr>
            <a:lvl4pPr>
              <a:defRPr sz="1425" b="0">
                <a:solidFill>
                  <a:srgbClr val="73C98C"/>
                </a:solidFill>
              </a:defRPr>
            </a:lvl4pPr>
            <a:lvl5pPr>
              <a:defRPr sz="1425" b="0">
                <a:solidFill>
                  <a:srgbClr val="73C98C"/>
                </a:solidFill>
              </a:defRPr>
            </a:lvl5pPr>
            <a:lvl6pPr>
              <a:defRPr sz="1425" b="0">
                <a:solidFill>
                  <a:srgbClr val="73C98C"/>
                </a:solidFill>
              </a:defRPr>
            </a:lvl6pPr>
            <a:lvl7pPr>
              <a:defRPr sz="1425" b="0">
                <a:solidFill>
                  <a:srgbClr val="73C98C"/>
                </a:solidFill>
              </a:defRPr>
            </a:lvl7pPr>
            <a:lvl8pPr>
              <a:defRPr sz="1425" b="0">
                <a:solidFill>
                  <a:srgbClr val="73C98C"/>
                </a:solidFill>
              </a:defRPr>
            </a:lvl8pPr>
            <a:lvl9pPr>
              <a:defRPr sz="1425" b="0">
                <a:solidFill>
                  <a:srgbClr val="73C98C"/>
                </a:solidFill>
              </a:defRPr>
            </a:lvl9pPr>
          </a:lstStyle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 </a:t>
            </a:r>
            <a:r>
              <a:rPr lang="en-US" sz="8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test_manual</a:t>
            </a: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11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[ID601] Set HVS flag: true.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[RTOS] Test Task Started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endParaRPr lang="en-US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ID601&gt;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[GPIO] Check    R156,   J225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[GPIO] HVS   :   12k, CLOSED</a:t>
            </a:r>
          </a:p>
          <a:p>
            <a:pPr>
              <a:defRPr sz="1425" b="0">
                <a:solidFill>
                  <a:srgbClr val="73C98C"/>
                </a:solidFill>
              </a:defRPr>
            </a:pPr>
            <a:r>
              <a:rPr lang="en-US" sz="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[GPIO] Normal: 4.99k,   OPEN</a:t>
            </a:r>
            <a:endParaRPr lang="en-US" altLang="ko-KR" sz="8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2742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5722</TotalTime>
  <Words>16330</Words>
  <Application>Microsoft Office PowerPoint</Application>
  <PresentationFormat>A4 용지(210x297mm)</PresentationFormat>
  <Paragraphs>2451</Paragraphs>
  <Slides>74</Slides>
  <Notes>74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6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Acrobat Document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이 준영</cp:lastModifiedBy>
  <cp:revision>29</cp:revision>
  <dcterms:created xsi:type="dcterms:W3CDTF">2025-10-17T01:59:33Z</dcterms:created>
  <dcterms:modified xsi:type="dcterms:W3CDTF">2026-10-30T08:45:52Z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