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525_869E7EC5.xml" ContentType="application/vnd.ms-powerpoint.comments+xml"/>
  <Override PartName="/ppt/notesSlides/notesSlide13.xml" ContentType="application/vnd.openxmlformats-officedocument.presentationml.notesSlide+xml"/>
  <Override PartName="/ppt/comments/modernComment_584_1EA5D5D5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modernComment_549_E782FD95.xml" ContentType="application/vnd.ms-powerpoint.comment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omments/modernComment_57C_CD8B407C.xml" ContentType="application/vnd.ms-powerpoint.comments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5"/>
  </p:notesMasterIdLst>
  <p:sldIdLst>
    <p:sldId id="256" r:id="rId5"/>
    <p:sldId id="1417" r:id="rId6"/>
    <p:sldId id="1419" r:id="rId7"/>
    <p:sldId id="1414" r:id="rId8"/>
    <p:sldId id="1338" r:id="rId9"/>
    <p:sldId id="1344" r:id="rId10"/>
    <p:sldId id="1339" r:id="rId11"/>
    <p:sldId id="1348" r:id="rId12"/>
    <p:sldId id="1341" r:id="rId13"/>
    <p:sldId id="1315" r:id="rId14"/>
    <p:sldId id="1316" r:id="rId15"/>
    <p:sldId id="1317" r:id="rId16"/>
    <p:sldId id="1412" r:id="rId17"/>
    <p:sldId id="1413" r:id="rId18"/>
    <p:sldId id="1342" r:id="rId19"/>
    <p:sldId id="1320" r:id="rId20"/>
    <p:sldId id="1321" r:id="rId21"/>
    <p:sldId id="1324" r:id="rId22"/>
    <p:sldId id="1325" r:id="rId23"/>
    <p:sldId id="1326" r:id="rId24"/>
    <p:sldId id="1327" r:id="rId25"/>
    <p:sldId id="1353" r:id="rId26"/>
    <p:sldId id="1329" r:id="rId27"/>
    <p:sldId id="1331" r:id="rId28"/>
    <p:sldId id="1333" r:id="rId29"/>
    <p:sldId id="1335" r:id="rId30"/>
    <p:sldId id="1337" r:id="rId31"/>
    <p:sldId id="1356" r:id="rId32"/>
    <p:sldId id="1359" r:id="rId33"/>
    <p:sldId id="1363" r:id="rId34"/>
    <p:sldId id="1378" r:id="rId35"/>
    <p:sldId id="1379" r:id="rId36"/>
    <p:sldId id="1381" r:id="rId37"/>
    <p:sldId id="1382" r:id="rId38"/>
    <p:sldId id="1384" r:id="rId39"/>
    <p:sldId id="1386" r:id="rId40"/>
    <p:sldId id="1387" r:id="rId41"/>
    <p:sldId id="1389" r:id="rId42"/>
    <p:sldId id="1391" r:id="rId43"/>
    <p:sldId id="1415" r:id="rId44"/>
    <p:sldId id="1393" r:id="rId45"/>
    <p:sldId id="1394" r:id="rId46"/>
    <p:sldId id="1399" r:id="rId47"/>
    <p:sldId id="1416" r:id="rId48"/>
    <p:sldId id="1405" r:id="rId49"/>
    <p:sldId id="1407" r:id="rId50"/>
    <p:sldId id="1409" r:id="rId51"/>
    <p:sldId id="1410" r:id="rId52"/>
    <p:sldId id="1404" r:id="rId53"/>
    <p:sldId id="1411" r:id="rId54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A491F-3EE2-42D0-BCE1-DD7F30493F71}" v="65" dt="2026-10-19T07:40:43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7380" autoAdjust="0"/>
  </p:normalViewPr>
  <p:slideViewPr>
    <p:cSldViewPr snapToGrid="0">
      <p:cViewPr>
        <p:scale>
          <a:sx n="109" d="100"/>
          <a:sy n="109" d="100"/>
        </p:scale>
        <p:origin x="-210" y="98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19T07:52:19.986" v="3021" actId="20577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spChg chg="add mod">
          <ac:chgData name="오 해찬" userId="398a30bc-41aa-4aec-9589-2644447f841d" providerId="ADAL" clId="{40A53A70-5976-42A4-AD5E-E44140CA36DF}" dt="2026-09-22T04:58:50.021" v="497" actId="20577"/>
          <ac:spMkLst>
            <pc:docMk/>
            <pc:sldMk cId="3229949583" sldId="1316"/>
            <ac:spMk id="5" creationId="{5CFBC97B-33A5-A3D4-F1F8-7DAE559415F0}"/>
          </ac:spMkLst>
        </pc:spChg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9T07:39:20.492" v="2875"/>
        <pc:sldMkLst>
          <pc:docMk/>
          <pc:sldMk cId="2258534085" sldId="1317"/>
        </pc:sldMkLst>
        <pc:spChg chg="add mod">
          <ac:chgData name="오 해찬" userId="398a30bc-41aa-4aec-9589-2644447f841d" providerId="ADAL" clId="{40A53A70-5976-42A4-AD5E-E44140CA36DF}" dt="2026-09-22T04:59:00.576" v="508" actId="20577"/>
          <ac:spMkLst>
            <pc:docMk/>
            <pc:sldMk cId="2258534085" sldId="1317"/>
            <ac:spMk id="5" creationId="{CD576AC3-4715-40B6-8E35-4A08F42C3A9F}"/>
          </ac:spMkLst>
        </pc:spChg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2:35:21.568" v="1747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07T00:58:49.360" v="1081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spChg chg="add mod">
          <ac:chgData name="오 해찬" userId="398a30bc-41aa-4aec-9589-2644447f841d" providerId="ADAL" clId="{40A53A70-5976-42A4-AD5E-E44140CA36DF}" dt="2026-09-22T05:04:13.855" v="594" actId="20577"/>
          <ac:spMkLst>
            <pc:docMk/>
            <pc:sldMk cId="4269702500" sldId="1325"/>
            <ac:spMk id="5" creationId="{978056C8-17C0-BD56-9F47-B1F5753F7DDE}"/>
          </ac:spMkLst>
        </pc:spChg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2:40.391" v="2283" actId="20577"/>
        <pc:sldMkLst>
          <pc:docMk/>
          <pc:sldMk cId="904726841" sldId="1326"/>
        </pc:sldMkLst>
        <pc:spChg chg="add mod">
          <ac:chgData name="오 해찬" userId="398a30bc-41aa-4aec-9589-2644447f841d" providerId="ADAL" clId="{40A53A70-5976-42A4-AD5E-E44140CA36DF}" dt="2026-09-22T05:04:25.598" v="604" actId="20577"/>
          <ac:spMkLst>
            <pc:docMk/>
            <pc:sldMk cId="904726841" sldId="1326"/>
            <ac:spMk id="5" creationId="{776618A1-F020-976F-5651-2DCC04D5FC91}"/>
          </ac:spMkLst>
        </pc:spChg>
        <pc:graphicFrameChg chg="mod modGraphic">
          <ac:chgData name="오 해찬" userId="398a30bc-41aa-4aec-9589-2644447f841d" providerId="ADAL" clId="{40A53A70-5976-42A4-AD5E-E44140CA36DF}" dt="2026-10-15T08:22:40.391" v="2283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spChg chg="add mod">
          <ac:chgData name="오 해찬" userId="398a30bc-41aa-4aec-9589-2644447f841d" providerId="ADAL" clId="{40A53A70-5976-42A4-AD5E-E44140CA36DF}" dt="2026-09-22T05:04:40.961" v="612" actId="20577"/>
          <ac:spMkLst>
            <pc:docMk/>
            <pc:sldMk cId="2897940150" sldId="1327"/>
            <ac:spMk id="5" creationId="{9E63878B-36E1-FF87-DFD2-7952FCEE04B0}"/>
          </ac:spMkLst>
        </pc:spChg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spChg chg="add mod">
          <ac:chgData name="오 해찬" userId="398a30bc-41aa-4aec-9589-2644447f841d" providerId="ADAL" clId="{40A53A70-5976-42A4-AD5E-E44140CA36DF}" dt="2026-09-22T05:05:01.597" v="626" actId="20577"/>
          <ac:spMkLst>
            <pc:docMk/>
            <pc:sldMk cId="2440714759" sldId="1337"/>
            <ac:spMk id="5" creationId="{5516D403-9078-96BD-4F70-940B109EBB82}"/>
          </ac:spMkLst>
        </pc:spChg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spChg chg="add mod">
          <ac:chgData name="오 해찬" userId="398a30bc-41aa-4aec-9589-2644447f841d" providerId="ADAL" clId="{40A53A70-5976-42A4-AD5E-E44140CA36DF}" dt="2026-09-22T05:04:50.510" v="618" actId="20577"/>
          <ac:spMkLst>
            <pc:docMk/>
            <pc:sldMk cId="3884121493" sldId="1353"/>
            <ac:spMk id="5" creationId="{5B72F6B5-69C1-0528-8A10-B88CAE02B1EA}"/>
          </ac:spMkLst>
        </pc:spChg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11:37.117" v="1118"/>
        <pc:sldMkLst>
          <pc:docMk/>
          <pc:sldMk cId="1939284389" sldId="1356"/>
        </pc:sldMkLst>
        <pc:spChg chg="add mod">
          <ac:chgData name="오 해찬" userId="398a30bc-41aa-4aec-9589-2644447f841d" providerId="ADAL" clId="{40A53A70-5976-42A4-AD5E-E44140CA36DF}" dt="2026-09-22T05:05:28.113" v="635" actId="20577"/>
          <ac:spMkLst>
            <pc:docMk/>
            <pc:sldMk cId="1939284389" sldId="1356"/>
            <ac:spMk id="5" creationId="{8A5A63A1-53B4-2A12-A443-DE64511395AB}"/>
          </ac:spMkLst>
        </pc:spChg>
        <pc:graphicFrameChg chg="mod modGraphic">
          <ac:chgData name="오 해찬" userId="398a30bc-41aa-4aec-9589-2644447f841d" providerId="ADAL" clId="{40A53A70-5976-42A4-AD5E-E44140CA36DF}" dt="2026-10-07T01:11:37.117" v="1118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4:10.606" v="2287"/>
        <pc:sldMkLst>
          <pc:docMk/>
          <pc:sldMk cId="2087048040" sldId="1359"/>
        </pc:sldMkLst>
        <pc:spChg chg="add mod">
          <ac:chgData name="오 해찬" userId="398a30bc-41aa-4aec-9589-2644447f841d" providerId="ADAL" clId="{40A53A70-5976-42A4-AD5E-E44140CA36DF}" dt="2026-09-22T05:05:41.382" v="647" actId="20577"/>
          <ac:spMkLst>
            <pc:docMk/>
            <pc:sldMk cId="2087048040" sldId="1359"/>
            <ac:spMk id="5" creationId="{3F2300C4-6304-B9B0-71B4-79CCAEA18709}"/>
          </ac:spMkLst>
        </pc:spChg>
        <pc:graphicFrameChg chg="mod modGraphic">
          <ac:chgData name="오 해찬" userId="398a30bc-41aa-4aec-9589-2644447f841d" providerId="ADAL" clId="{40A53A70-5976-42A4-AD5E-E44140CA36DF}" dt="2026-10-15T08:24:10.606" v="228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spChg chg="add mod">
          <ac:chgData name="오 해찬" userId="398a30bc-41aa-4aec-9589-2644447f841d" providerId="ADAL" clId="{40A53A70-5976-42A4-AD5E-E44140CA36DF}" dt="2026-09-22T05:05:58.480" v="655" actId="20577"/>
          <ac:spMkLst>
            <pc:docMk/>
            <pc:sldMk cId="3073680364" sldId="1363"/>
            <ac:spMk id="5" creationId="{2D4082D8-FC5E-9EFC-FC86-BCC758DBC71C}"/>
          </ac:spMkLst>
        </pc:spChg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spChg chg="add mod">
          <ac:chgData name="오 해찬" userId="398a30bc-41aa-4aec-9589-2644447f841d" providerId="ADAL" clId="{40A53A70-5976-42A4-AD5E-E44140CA36DF}" dt="2026-09-22T05:06:06.417" v="663" actId="20577"/>
          <ac:spMkLst>
            <pc:docMk/>
            <pc:sldMk cId="640303626" sldId="1378"/>
            <ac:spMk id="5" creationId="{01A33F15-F026-C8E4-2B4E-72C0D3F55186}"/>
          </ac:spMkLst>
        </pc:spChg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19.798" v="1594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07T03:20:14.725" v="1593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19.798" v="1594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0:40.812" v="2057" actId="20577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08T05:40:31.386" v="2055" actId="113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0:40.812" v="2057" actId="20577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42:01.352" v="2061" actId="20577"/>
        <pc:sldMkLst>
          <pc:docMk/>
          <pc:sldMk cId="2387218696" sldId="1382"/>
        </pc:sldMkLst>
        <pc:spChg chg="add mod">
          <ac:chgData name="오 해찬" userId="398a30bc-41aa-4aec-9589-2644447f841d" providerId="ADAL" clId="{40A53A70-5976-42A4-AD5E-E44140CA36DF}" dt="2026-09-22T04:55:43.669" v="484" actId="20577"/>
          <ac:spMkLst>
            <pc:docMk/>
            <pc:sldMk cId="2387218696" sldId="1382"/>
            <ac:spMk id="5" creationId="{C306DF33-78AA-7983-EF96-C3EE60DCD427}"/>
          </ac:spMkLst>
        </pc:spChg>
        <pc:graphicFrameChg chg="mod modGraphic">
          <ac:chgData name="오 해찬" userId="398a30bc-41aa-4aec-9589-2644447f841d" providerId="ADAL" clId="{40A53A70-5976-42A4-AD5E-E44140CA36DF}" dt="2026-10-08T05:42:01.352" v="2061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09.909" v="2065" actId="20577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08T05:42:06.486" v="2063" actId="20577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09.909" v="2065" actId="20577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2:15.228" v="2067" actId="20577"/>
        <pc:sldMkLst>
          <pc:docMk/>
          <pc:sldMk cId="2901489861" sldId="1386"/>
        </pc:sldMkLst>
        <pc:spChg chg="add mod">
          <ac:chgData name="오 해찬" userId="398a30bc-41aa-4aec-9589-2644447f841d" providerId="ADAL" clId="{40A53A70-5976-42A4-AD5E-E44140CA36DF}" dt="2026-09-22T04:55:59.762" v="489" actId="20577"/>
          <ac:spMkLst>
            <pc:docMk/>
            <pc:sldMk cId="2901489861" sldId="1386"/>
            <ac:spMk id="7" creationId="{99278EDC-3D57-2EF3-700D-A5C01F8FCBA4}"/>
          </ac:spMkLst>
        </pc:spChg>
        <pc:graphicFrameChg chg="mod modGraphic">
          <ac:chgData name="오 해찬" userId="398a30bc-41aa-4aec-9589-2644447f841d" providerId="ADAL" clId="{40A53A70-5976-42A4-AD5E-E44140CA36DF}" dt="2026-10-08T05:42:15.228" v="2067" actId="20577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22.555" v="2071" actId="20577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08T05:42:19.183" v="2069" actId="20577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22.555" v="2071" actId="20577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1:07.139" v="2278"/>
        <pc:sldMkLst>
          <pc:docMk/>
          <pc:sldMk cId="2168838001" sldId="1389"/>
        </pc:sldMkLst>
        <pc:spChg chg="add mod">
          <ac:chgData name="오 해찬" userId="398a30bc-41aa-4aec-9589-2644447f841d" providerId="ADAL" clId="{40A53A70-5976-42A4-AD5E-E44140CA36DF}" dt="2026-09-22T04:56:07.577" v="492" actId="20577"/>
          <ac:spMkLst>
            <pc:docMk/>
            <pc:sldMk cId="2168838001" sldId="1389"/>
            <ac:spMk id="5" creationId="{637747CB-2CA4-E12F-3A7D-5AC4BE4958B7}"/>
          </ac:spMkLst>
        </pc:spChg>
        <pc:graphicFrameChg chg="mod modGraphic">
          <ac:chgData name="오 해찬" userId="398a30bc-41aa-4aec-9589-2644447f841d" providerId="ADAL" clId="{40A53A70-5976-42A4-AD5E-E44140CA36DF}" dt="2026-10-15T08:01:07.139" v="2278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08T05:45:28.399" v="2082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08T05:45:28.399" v="2082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6T01:52:47.061" v="2485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6T01:52:47.061" v="2485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spChg chg="add mod">
          <ac:chgData name="오 해찬" userId="398a30bc-41aa-4aec-9589-2644447f841d" providerId="ADAL" clId="{40A53A70-5976-42A4-AD5E-E44140CA36DF}" dt="2026-09-22T05:06:28.235" v="676" actId="20577"/>
          <ac:spMkLst>
            <pc:docMk/>
            <pc:sldMk cId="3448455292" sldId="1404"/>
            <ac:spMk id="5" creationId="{F12D5BD2-625A-54C4-19ED-D8960C323CF7}"/>
          </ac:spMkLst>
        </pc:spChg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spChg chg="add mod">
          <ac:chgData name="오 해찬" userId="398a30bc-41aa-4aec-9589-2644447f841d" providerId="ADAL" clId="{40A53A70-5976-42A4-AD5E-E44140CA36DF}" dt="2026-09-22T05:06:19.263" v="668" actId="20577"/>
          <ac:spMkLst>
            <pc:docMk/>
            <pc:sldMk cId="814913458" sldId="1409"/>
            <ac:spMk id="5" creationId="{DCD2BB5B-CBCB-0CC7-03EE-52BD604B8866}"/>
          </ac:spMkLst>
        </pc:spChg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spChg chg="add mod">
          <ac:chgData name="오 해찬" userId="398a30bc-41aa-4aec-9589-2644447f841d" providerId="ADAL" clId="{40A53A70-5976-42A4-AD5E-E44140CA36DF}" dt="2026-09-22T05:06:24.257" v="672" actId="20577"/>
          <ac:spMkLst>
            <pc:docMk/>
            <pc:sldMk cId="2848487772" sldId="1410"/>
            <ac:spMk id="5" creationId="{8CECE986-83A0-4A46-5C0B-6437C992C294}"/>
          </ac:spMkLst>
        </pc:spChg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22T08:17:48.147" v="967"/>
        <pc:sldMkLst>
          <pc:docMk/>
          <pc:sldMk cId="4069879606" sldId="1411"/>
        </pc:sldMkLst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spChg chg="add mod">
          <ac:chgData name="오 해찬" userId="398a30bc-41aa-4aec-9589-2644447f841d" providerId="ADAL" clId="{40A53A70-5976-42A4-AD5E-E44140CA36DF}" dt="2026-09-22T04:59:37.964" v="513" actId="20577"/>
          <ac:spMkLst>
            <pc:docMk/>
            <pc:sldMk cId="514184661" sldId="1412"/>
            <ac:spMk id="7" creationId="{8AD367CE-8076-37E0-6429-E68DC4C935C5}"/>
          </ac:spMkLst>
        </pc:spChg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22T05:10:47.720" v="733" actId="1036"/>
        <pc:sldMkLst>
          <pc:docMk/>
          <pc:sldMk cId="2323862659" sldId="1414"/>
        </pc:sldMkLst>
        <pc:spChg chg="add mod">
          <ac:chgData name="오 해찬" userId="398a30bc-41aa-4aec-9589-2644447f841d" providerId="ADAL" clId="{40A53A70-5976-42A4-AD5E-E44140CA36DF}" dt="2026-09-22T05:10:42.276" v="717" actId="20577"/>
          <ac:spMkLst>
            <pc:docMk/>
            <pc:sldMk cId="2323862659" sldId="1414"/>
            <ac:spMk id="5" creationId="{C41D1F7A-5BF8-01A9-D178-2D026B82CF92}"/>
          </ac:spMkLst>
        </pc:spChg>
        <pc:graphicFrameChg chg="mod">
          <ac:chgData name="오 해찬" userId="398a30bc-41aa-4aec-9589-2644447f841d" providerId="ADAL" clId="{40A53A70-5976-42A4-AD5E-E44140CA36DF}" dt="2026-09-22T05:10:47.720" v="733" actId="1036"/>
          <ac:graphicFrameMkLst>
            <pc:docMk/>
            <pc:sldMk cId="2323862659" sldId="1414"/>
            <ac:graphicFrameMk id="4" creationId="{CF61225B-B4C9-621A-3229-DDA937876F6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52.526" v="2786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16T01:52:40.213" v="248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52.526" v="278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46.320" v="2785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16T01:52:58.828" v="2487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46.320" v="2785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10-19T05:29:26.021" v="2770" actId="1035"/>
        <pc:sldMkLst>
          <pc:docMk/>
          <pc:sldMk cId="1676192216" sldId="1417"/>
        </pc:sldMkLst>
        <pc:spChg chg="mod">
          <ac:chgData name="오 해찬" userId="398a30bc-41aa-4aec-9589-2644447f841d" providerId="ADAL" clId="{40A53A70-5976-42A4-AD5E-E44140CA36DF}" dt="2026-10-19T05:29:26.021" v="2770" actId="1035"/>
          <ac:spMkLst>
            <pc:docMk/>
            <pc:sldMk cId="1676192216" sldId="1417"/>
            <ac:spMk id="7" creationId="{0C950522-043F-3404-32E1-060D2A620CF6}"/>
          </ac:spMkLst>
        </pc:spChg>
        <pc:graphicFrameChg chg="add del mod modGraphic">
          <ac:chgData name="오 해찬" userId="398a30bc-41aa-4aec-9589-2644447f841d" providerId="ADAL" clId="{40A53A70-5976-42A4-AD5E-E44140CA36DF}" dt="2026-10-19T05:29:20.348" v="2749" actId="2165"/>
          <ac:graphicFrameMkLst>
            <pc:docMk/>
            <pc:sldMk cId="1676192216" sldId="1417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10-19T05:29:26.021" v="2770" actId="1035"/>
          <ac:graphicFrameMkLst>
            <pc:docMk/>
            <pc:sldMk cId="1676192216" sldId="1417"/>
            <ac:graphicFrameMk id="9" creationId="{6DC06829-9C83-9A79-215B-98CAB7729CB1}"/>
          </ac:graphicFrameMkLst>
        </pc:graphicFrameChg>
      </pc:sldChg>
      <pc:sldChg chg="add del">
        <pc:chgData name="오 해찬" userId="398a30bc-41aa-4aec-9589-2644447f841d" providerId="ADAL" clId="{40A53A70-5976-42A4-AD5E-E44140CA36DF}" dt="2026-10-19T04:50:44.148" v="2522" actId="47"/>
        <pc:sldMkLst>
          <pc:docMk/>
          <pc:sldMk cId="4264767309" sldId="1418"/>
        </pc:sldMkLst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  <pc:picChg chg="del">
          <ac:chgData name="오 해찬" userId="398a30bc-41aa-4aec-9589-2644447f841d" providerId="ADAL" clId="{40A53A70-5976-42A4-AD5E-E44140CA36DF}" dt="2026-10-19T04:50:46.516" v="2523" actId="478"/>
          <ac:picMkLst>
            <pc:docMk/>
            <pc:sldMk cId="3234724223" sldId="1419"/>
            <ac:picMk id="6" creationId="{4A5B1112-E7F5-409F-B7A7-C648D03FC4A1}"/>
          </ac:picMkLst>
        </pc:picChg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1860218"/>
              </p:ext>
            </p:extLst>
          </p:nvPr>
        </p:nvGraphicFramePr>
        <p:xfrm>
          <a:off x="279773" y="1057435"/>
          <a:ext cx="9237607" cy="2182368"/>
        </p:xfrm>
        <a:graphic>
          <a:graphicData uri="http://schemas.openxmlformats.org/drawingml/2006/table">
            <a:tbl>
              <a:tblPr/>
              <a:tblGrid>
                <a:gridCol w="156862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35900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1276862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278414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215981"/>
              </p:ext>
            </p:extLst>
          </p:nvPr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19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569536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O2(MEAS) − 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457127"/>
              </p:ext>
            </p:extLst>
          </p:nvPr>
        </p:nvGraphicFramePr>
        <p:xfrm>
          <a:off x="279773" y="962185"/>
          <a:ext cx="9208258" cy="3764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347750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0xDCD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0x090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0xC32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FLL_P2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FLL_P3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(60M)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719276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>
                          <a:ea typeface="현대하모니 L" panose="02020603020101020101"/>
                        </a:rPr>
                      </a:br>
                      <a:r>
                        <a:rPr lang="en-US" altLang="ko-KR" sz="80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54359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2409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46788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149155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2851458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449119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8190495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000077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751917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751873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064794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8402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687085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218159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912763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727687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728706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Props1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4020</TotalTime>
  <Words>10717</Words>
  <Application>Microsoft Office PowerPoint</Application>
  <PresentationFormat>A4 용지(210x297mm)</PresentationFormat>
  <Paragraphs>1486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1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2026-10-19T07:52:28Z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