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546_333F00EB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525_869E7EC5.xml" ContentType="application/vnd.ms-powerpoint.comments+xml"/>
  <Override PartName="/ppt/notesSlides/notesSlide12.xml" ContentType="application/vnd.openxmlformats-officedocument.presentationml.notesSlide+xml"/>
  <Override PartName="/ppt/comments/modernComment_584_1EA5D5D5.xml" ContentType="application/vnd.ms-powerpoint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omments/modernComment_549_E782FD95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comments/modernComment_57C_CD8B407C.xml" ContentType="application/vnd.ms-powerpoint.comments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54"/>
  </p:notesMasterIdLst>
  <p:sldIdLst>
    <p:sldId id="256" r:id="rId5"/>
    <p:sldId id="1350" r:id="rId6"/>
    <p:sldId id="1414" r:id="rId7"/>
    <p:sldId id="1338" r:id="rId8"/>
    <p:sldId id="1344" r:id="rId9"/>
    <p:sldId id="1339" r:id="rId10"/>
    <p:sldId id="1348" r:id="rId11"/>
    <p:sldId id="1341" r:id="rId12"/>
    <p:sldId id="1315" r:id="rId13"/>
    <p:sldId id="1316" r:id="rId14"/>
    <p:sldId id="1317" r:id="rId15"/>
    <p:sldId id="1412" r:id="rId16"/>
    <p:sldId id="1413" r:id="rId17"/>
    <p:sldId id="1342" r:id="rId18"/>
    <p:sldId id="1320" r:id="rId19"/>
    <p:sldId id="1321" r:id="rId20"/>
    <p:sldId id="1324" r:id="rId21"/>
    <p:sldId id="1325" r:id="rId22"/>
    <p:sldId id="1326" r:id="rId23"/>
    <p:sldId id="1327" r:id="rId24"/>
    <p:sldId id="1353" r:id="rId25"/>
    <p:sldId id="1329" r:id="rId26"/>
    <p:sldId id="1331" r:id="rId27"/>
    <p:sldId id="1333" r:id="rId28"/>
    <p:sldId id="1335" r:id="rId29"/>
    <p:sldId id="1337" r:id="rId30"/>
    <p:sldId id="1356" r:id="rId31"/>
    <p:sldId id="1359" r:id="rId32"/>
    <p:sldId id="1363" r:id="rId33"/>
    <p:sldId id="1378" r:id="rId34"/>
    <p:sldId id="1379" r:id="rId35"/>
    <p:sldId id="1381" r:id="rId36"/>
    <p:sldId id="1382" r:id="rId37"/>
    <p:sldId id="1384" r:id="rId38"/>
    <p:sldId id="1386" r:id="rId39"/>
    <p:sldId id="1387" r:id="rId40"/>
    <p:sldId id="1389" r:id="rId41"/>
    <p:sldId id="1391" r:id="rId42"/>
    <p:sldId id="1415" r:id="rId43"/>
    <p:sldId id="1393" r:id="rId44"/>
    <p:sldId id="1394" r:id="rId45"/>
    <p:sldId id="1399" r:id="rId46"/>
    <p:sldId id="1416" r:id="rId47"/>
    <p:sldId id="1405" r:id="rId48"/>
    <p:sldId id="1407" r:id="rId49"/>
    <p:sldId id="1409" r:id="rId50"/>
    <p:sldId id="1410" r:id="rId51"/>
    <p:sldId id="1404" r:id="rId52"/>
    <p:sldId id="1411" r:id="rId53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482">
          <p15:clr>
            <a:srgbClr val="A4A3A4"/>
          </p15:clr>
        </p15:guide>
        <p15:guide id="5" orient="horz" pos="1253">
          <p15:clr>
            <a:srgbClr val="A4A3A4"/>
          </p15:clr>
        </p15:guide>
        <p15:guide id="6" orient="horz" pos="2160">
          <p15:clr>
            <a:srgbClr val="A4A3A4"/>
          </p15:clr>
        </p15:guide>
        <p15:guide id="8" orient="horz" pos="39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>
          <p15:clr>
            <a:srgbClr val="A4A3A4"/>
          </p15:clr>
        </p15:guide>
        <p15:guide id="13" pos="3029">
          <p15:clr>
            <a:srgbClr val="A4A3A4"/>
          </p15:clr>
        </p15:guide>
        <p15:guide id="14" orient="horz" pos="5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06345A-1B02-C35A-D0E5-DF8A67A6C758}" name="오 해찬" initials="해오" userId="S::ohhaech@solutionkorea.onmicrosoft.com::398a30bc-41aa-4aec-9589-2644447f84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6803"/>
    <a:srgbClr val="00ECE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8A491F-3EE2-42D0-BCE1-DD7F30493F71}" v="5" dt="2026-10-15T08:01:07.1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6619" autoAdjust="0"/>
  </p:normalViewPr>
  <p:slideViewPr>
    <p:cSldViewPr snapToGrid="0">
      <p:cViewPr>
        <p:scale>
          <a:sx n="100" d="100"/>
          <a:sy n="100" d="100"/>
        </p:scale>
        <p:origin x="-12" y="1140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오 해찬" userId="398a30bc-41aa-4aec-9589-2644447f841d" providerId="ADAL" clId="{40A53A70-5976-42A4-AD5E-E44140CA36DF}"/>
    <pc:docChg chg="undo custSel addSld delSld modSld">
      <pc:chgData name="오 해찬" userId="398a30bc-41aa-4aec-9589-2644447f841d" providerId="ADAL" clId="{40A53A70-5976-42A4-AD5E-E44140CA36DF}" dt="2026-10-15T08:01:07.139" v="2278"/>
      <pc:docMkLst>
        <pc:docMk/>
      </pc:docMkLst>
      <pc:sldChg chg="modSp mod">
        <pc:chgData name="오 해찬" userId="398a30bc-41aa-4aec-9589-2644447f841d" providerId="ADAL" clId="{40A53A70-5976-42A4-AD5E-E44140CA36DF}" dt="2026-09-18T02:28:30.125" v="208" actId="20577"/>
        <pc:sldMkLst>
          <pc:docMk/>
          <pc:sldMk cId="1517339489" sldId="256"/>
        </pc:sldMkLst>
        <pc:spChg chg="mod">
          <ac:chgData name="오 해찬" userId="398a30bc-41aa-4aec-9589-2644447f841d" providerId="ADAL" clId="{40A53A70-5976-42A4-AD5E-E44140CA36DF}" dt="2026-09-18T02:28:30.125" v="208" actId="20577"/>
          <ac:spMkLst>
            <pc:docMk/>
            <pc:sldMk cId="1517339489" sldId="256"/>
            <ac:spMk id="2" creationId="{C49B1A18-A0D9-99B5-517D-0BA6F1AA1D0B}"/>
          </ac:spMkLst>
        </pc:spChg>
        <pc:spChg chg="mod">
          <ac:chgData name="오 해찬" userId="398a30bc-41aa-4aec-9589-2644447f841d" providerId="ADAL" clId="{40A53A70-5976-42A4-AD5E-E44140CA36DF}" dt="2026-09-18T02:28:18.697" v="200"/>
          <ac:spMkLst>
            <pc:docMk/>
            <pc:sldMk cId="1517339489" sldId="256"/>
            <ac:spMk id="5" creationId="{47E616F8-59ED-9132-4BC9-A8E4745C6897}"/>
          </ac:spMkLst>
        </pc:spChg>
      </pc:sldChg>
      <pc:sldChg chg="modSp mod">
        <pc:chgData name="오 해찬" userId="398a30bc-41aa-4aec-9589-2644447f841d" providerId="ADAL" clId="{40A53A70-5976-42A4-AD5E-E44140CA36DF}" dt="2026-10-07T04:32:52.987" v="1605" actId="20577"/>
        <pc:sldMkLst>
          <pc:docMk/>
          <pc:sldMk cId="2024141461" sldId="1315"/>
        </pc:sldMkLst>
        <pc:graphicFrameChg chg="mod modGraphic">
          <ac:chgData name="오 해찬" userId="398a30bc-41aa-4aec-9589-2644447f841d" providerId="ADAL" clId="{40A53A70-5976-42A4-AD5E-E44140CA36DF}" dt="2026-10-07T04:32:51.688" v="1604" actId="20577"/>
          <ac:graphicFrameMkLst>
            <pc:docMk/>
            <pc:sldMk cId="2024141461" sldId="1315"/>
            <ac:graphicFrameMk id="4" creationId="{385FEED6-CD48-9C34-DE42-0E180FA340CE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4:32:52.987" v="1605" actId="20577"/>
          <ac:graphicFrameMkLst>
            <pc:docMk/>
            <pc:sldMk cId="2024141461" sldId="1315"/>
            <ac:graphicFrameMk id="5" creationId="{7CEC1532-8FC2-F51F-0BAE-44734240999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19:20.244" v="1584" actId="20577"/>
        <pc:sldMkLst>
          <pc:docMk/>
          <pc:sldMk cId="3229949583" sldId="1316"/>
        </pc:sldMkLst>
        <pc:spChg chg="add mod">
          <ac:chgData name="오 해찬" userId="398a30bc-41aa-4aec-9589-2644447f841d" providerId="ADAL" clId="{40A53A70-5976-42A4-AD5E-E44140CA36DF}" dt="2026-09-22T04:58:50.021" v="497" actId="20577"/>
          <ac:spMkLst>
            <pc:docMk/>
            <pc:sldMk cId="3229949583" sldId="1316"/>
            <ac:spMk id="5" creationId="{5CFBC97B-33A5-A3D4-F1F8-7DAE559415F0}"/>
          </ac:spMkLst>
        </pc:spChg>
        <pc:graphicFrameChg chg="mod modGraphic">
          <ac:chgData name="오 해찬" userId="398a30bc-41aa-4aec-9589-2644447f841d" providerId="ADAL" clId="{40A53A70-5976-42A4-AD5E-E44140CA36DF}" dt="2026-10-07T03:19:20.244" v="1584" actId="20577"/>
          <ac:graphicFrameMkLst>
            <pc:docMk/>
            <pc:sldMk cId="3229949583" sldId="1316"/>
            <ac:graphicFrameMk id="4" creationId="{01B907C5-CD44-64FA-7CC9-0799B4DE6014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0:15:06.395" v="1046"/>
        <pc:sldMkLst>
          <pc:docMk/>
          <pc:sldMk cId="2258534085" sldId="1317"/>
        </pc:sldMkLst>
        <pc:spChg chg="add mod">
          <ac:chgData name="오 해찬" userId="398a30bc-41aa-4aec-9589-2644447f841d" providerId="ADAL" clId="{40A53A70-5976-42A4-AD5E-E44140CA36DF}" dt="2026-09-22T04:59:00.576" v="508" actId="20577"/>
          <ac:spMkLst>
            <pc:docMk/>
            <pc:sldMk cId="2258534085" sldId="1317"/>
            <ac:spMk id="5" creationId="{CD576AC3-4715-40B6-8E35-4A08F42C3A9F}"/>
          </ac:spMkLst>
        </pc:spChg>
        <pc:graphicFrameChg chg="mod modGraphic">
          <ac:chgData name="오 해찬" userId="398a30bc-41aa-4aec-9589-2644447f841d" providerId="ADAL" clId="{40A53A70-5976-42A4-AD5E-E44140CA36DF}" dt="2026-10-07T00:15:06.395" v="1046"/>
          <ac:graphicFrameMkLst>
            <pc:docMk/>
            <pc:sldMk cId="2258534085" sldId="1317"/>
            <ac:graphicFrameMk id="4" creationId="{1055052A-5B1C-EEAD-2F44-D3AF982424C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29:09.678" v="1742" actId="207"/>
        <pc:sldMkLst>
          <pc:docMk/>
          <pc:sldMk cId="2716223352" sldId="1320"/>
        </pc:sldMkLst>
        <pc:graphicFrameChg chg="mod modGraphic">
          <ac:chgData name="오 해찬" userId="398a30bc-41aa-4aec-9589-2644447f841d" providerId="ADAL" clId="{40A53A70-5976-42A4-AD5E-E44140CA36DF}" dt="2026-10-08T02:29:09.678" v="1742" actId="207"/>
          <ac:graphicFrameMkLst>
            <pc:docMk/>
            <pc:sldMk cId="2716223352" sldId="1320"/>
            <ac:graphicFrameMk id="4" creationId="{02D44DCC-60F5-3EEF-4FE0-016148B6FC5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2:29:09.263" v="1741" actId="207"/>
          <ac:graphicFrameMkLst>
            <pc:docMk/>
            <pc:sldMk cId="2716223352" sldId="1320"/>
            <ac:graphicFrameMk id="5" creationId="{728CAECF-77DE-01FE-7B63-D0D125AA16BB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28:18.702" v="1079"/>
        <pc:sldMkLst>
          <pc:docMk/>
          <pc:sldMk cId="2258506942" sldId="1321"/>
        </pc:sldMkLst>
        <pc:graphicFrameChg chg="mod modGraphic">
          <ac:chgData name="오 해찬" userId="398a30bc-41aa-4aec-9589-2644447f841d" providerId="ADAL" clId="{40A53A70-5976-42A4-AD5E-E44140CA36DF}" dt="2026-10-07T00:28:14.921" v="1077"/>
          <ac:graphicFrameMkLst>
            <pc:docMk/>
            <pc:sldMk cId="2258506942" sldId="1321"/>
            <ac:graphicFrameMk id="4" creationId="{AC6BD533-7DF3-113C-57A3-0D023D5DEBC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8:18.702" v="1079"/>
          <ac:graphicFrameMkLst>
            <pc:docMk/>
            <pc:sldMk cId="2258506942" sldId="1321"/>
            <ac:graphicFrameMk id="5" creationId="{7F3B0734-FE27-718C-D9E2-881FADCA53E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2:35:21.568" v="1747" actId="20577"/>
        <pc:sldMkLst>
          <pc:docMk/>
          <pc:sldMk cId="2679175736" sldId="1324"/>
        </pc:sldMkLst>
        <pc:spChg chg="add mod">
          <ac:chgData name="오 해찬" userId="398a30bc-41aa-4aec-9589-2644447f841d" providerId="ADAL" clId="{40A53A70-5976-42A4-AD5E-E44140CA36DF}" dt="2026-10-08T02:35:21.568" v="1747" actId="20577"/>
          <ac:spMkLst>
            <pc:docMk/>
            <pc:sldMk cId="2679175736" sldId="1324"/>
            <ac:spMk id="5" creationId="{BED5844B-3C75-22DB-A178-58BB5F4502B1}"/>
          </ac:spMkLst>
        </pc:spChg>
        <pc:graphicFrameChg chg="mod modGraphic">
          <ac:chgData name="오 해찬" userId="398a30bc-41aa-4aec-9589-2644447f841d" providerId="ADAL" clId="{40A53A70-5976-42A4-AD5E-E44140CA36DF}" dt="2026-10-07T00:58:49.360" v="1081"/>
          <ac:graphicFrameMkLst>
            <pc:docMk/>
            <pc:sldMk cId="2679175736" sldId="1324"/>
            <ac:graphicFrameMk id="4" creationId="{97359EC2-2940-69D6-A4EE-BE7BF159C43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7:57:29.817" v="2268" actId="113"/>
        <pc:sldMkLst>
          <pc:docMk/>
          <pc:sldMk cId="4269702500" sldId="1325"/>
        </pc:sldMkLst>
        <pc:spChg chg="add mod">
          <ac:chgData name="오 해찬" userId="398a30bc-41aa-4aec-9589-2644447f841d" providerId="ADAL" clId="{40A53A70-5976-42A4-AD5E-E44140CA36DF}" dt="2026-09-22T05:04:13.855" v="594" actId="20577"/>
          <ac:spMkLst>
            <pc:docMk/>
            <pc:sldMk cId="4269702500" sldId="1325"/>
            <ac:spMk id="5" creationId="{978056C8-17C0-BD56-9F47-B1F5753F7DDE}"/>
          </ac:spMkLst>
        </pc:spChg>
        <pc:graphicFrameChg chg="mod modGraphic">
          <ac:chgData name="오 해찬" userId="398a30bc-41aa-4aec-9589-2644447f841d" providerId="ADAL" clId="{40A53A70-5976-42A4-AD5E-E44140CA36DF}" dt="2026-10-15T07:57:29.817" v="2268" actId="113"/>
          <ac:graphicFrameMkLst>
            <pc:docMk/>
            <pc:sldMk cId="4269702500" sldId="1325"/>
            <ac:graphicFrameMk id="4" creationId="{12CB3E9F-2903-BB77-8AC2-491145C4B01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27:15.308" v="1914" actId="20577"/>
        <pc:sldMkLst>
          <pc:docMk/>
          <pc:sldMk cId="904726841" sldId="1326"/>
        </pc:sldMkLst>
        <pc:spChg chg="add mod">
          <ac:chgData name="오 해찬" userId="398a30bc-41aa-4aec-9589-2644447f841d" providerId="ADAL" clId="{40A53A70-5976-42A4-AD5E-E44140CA36DF}" dt="2026-09-22T05:04:25.598" v="604" actId="20577"/>
          <ac:spMkLst>
            <pc:docMk/>
            <pc:sldMk cId="904726841" sldId="1326"/>
            <ac:spMk id="5" creationId="{776618A1-F020-976F-5651-2DCC04D5FC91}"/>
          </ac:spMkLst>
        </pc:spChg>
        <pc:graphicFrameChg chg="mod modGraphic">
          <ac:chgData name="오 해찬" userId="398a30bc-41aa-4aec-9589-2644447f841d" providerId="ADAL" clId="{40A53A70-5976-42A4-AD5E-E44140CA36DF}" dt="2026-10-08T05:27:15.308" v="1914" actId="20577"/>
          <ac:graphicFrameMkLst>
            <pc:docMk/>
            <pc:sldMk cId="904726841" sldId="1326"/>
            <ac:graphicFrameMk id="4" creationId="{62591328-371E-EE5F-22EA-445F5C7E975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27:22.076" v="1921" actId="20577"/>
        <pc:sldMkLst>
          <pc:docMk/>
          <pc:sldMk cId="2897940150" sldId="1327"/>
        </pc:sldMkLst>
        <pc:spChg chg="add mod">
          <ac:chgData name="오 해찬" userId="398a30bc-41aa-4aec-9589-2644447f841d" providerId="ADAL" clId="{40A53A70-5976-42A4-AD5E-E44140CA36DF}" dt="2026-09-22T05:04:40.961" v="612" actId="20577"/>
          <ac:spMkLst>
            <pc:docMk/>
            <pc:sldMk cId="2897940150" sldId="1327"/>
            <ac:spMk id="5" creationId="{9E63878B-36E1-FF87-DFD2-7952FCEE04B0}"/>
          </ac:spMkLst>
        </pc:spChg>
        <pc:graphicFrameChg chg="mod modGraphic">
          <ac:chgData name="오 해찬" userId="398a30bc-41aa-4aec-9589-2644447f841d" providerId="ADAL" clId="{40A53A70-5976-42A4-AD5E-E44140CA36DF}" dt="2026-10-08T05:27:22.076" v="1921" actId="20577"/>
          <ac:graphicFrameMkLst>
            <pc:docMk/>
            <pc:sldMk cId="2897940150" sldId="1327"/>
            <ac:graphicFrameMk id="4" creationId="{B8A0B277-C08F-6CFA-1AFF-2D85BC7F7D7E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1:08.741" v="1925" actId="20577"/>
        <pc:sldMkLst>
          <pc:docMk/>
          <pc:sldMk cId="915461811" sldId="1329"/>
        </pc:sldMkLst>
        <pc:spChg chg="mod">
          <ac:chgData name="오 해찬" userId="398a30bc-41aa-4aec-9589-2644447f841d" providerId="ADAL" clId="{40A53A70-5976-42A4-AD5E-E44140CA36DF}" dt="2026-10-08T05:30:42.466" v="1922" actId="20577"/>
          <ac:spMkLst>
            <pc:docMk/>
            <pc:sldMk cId="915461811" sldId="1329"/>
            <ac:spMk id="7" creationId="{86555CA2-EC83-772F-88E7-5A641ADAA95B}"/>
          </ac:spMkLst>
        </pc:spChg>
        <pc:graphicFrameChg chg="mod modGraphic">
          <ac:chgData name="오 해찬" userId="398a30bc-41aa-4aec-9589-2644447f841d" providerId="ADAL" clId="{40A53A70-5976-42A4-AD5E-E44140CA36DF}" dt="2026-10-08T05:31:08.741" v="1925" actId="20577"/>
          <ac:graphicFrameMkLst>
            <pc:docMk/>
            <pc:sldMk cId="915461811" sldId="1329"/>
            <ac:graphicFrameMk id="4" creationId="{F170CDBE-9EB2-D151-1E21-E832EC80D535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7.636" v="1456" actId="20577"/>
          <ac:graphicFrameMkLst>
            <pc:docMk/>
            <pc:sldMk cId="915461811" sldId="1329"/>
            <ac:graphicFrameMk id="5" creationId="{089DBB95-CCD7-722E-DE2D-51C80D3B12F3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7.327" v="1455" actId="20577"/>
        <pc:sldMkLst>
          <pc:docMk/>
          <pc:sldMk cId="3547278883" sldId="1331"/>
        </pc:sldMkLst>
        <pc:graphicFrameChg chg="mod modGraphic">
          <ac:chgData name="오 해찬" userId="398a30bc-41aa-4aec-9589-2644447f841d" providerId="ADAL" clId="{40A53A70-5976-42A4-AD5E-E44140CA36DF}" dt="2026-10-07T02:54:57.327" v="1455" actId="20577"/>
          <ac:graphicFrameMkLst>
            <pc:docMk/>
            <pc:sldMk cId="3547278883" sldId="1331"/>
            <ac:graphicFrameMk id="4" creationId="{9359240E-1C34-E7BB-DAA3-312FDBB80A6F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4:56.793" v="1453" actId="20577"/>
          <ac:graphicFrameMkLst>
            <pc:docMk/>
            <pc:sldMk cId="3547278883" sldId="1331"/>
            <ac:graphicFrameMk id="5" creationId="{882D094F-3437-E9C5-6ED9-189ECF2B550D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2:54:56.554" v="1452" actId="20577"/>
        <pc:sldMkLst>
          <pc:docMk/>
          <pc:sldMk cId="2111281019" sldId="1333"/>
        </pc:sldMkLst>
        <pc:graphicFrameChg chg="mod modGraphic">
          <ac:chgData name="오 해찬" userId="398a30bc-41aa-4aec-9589-2644447f841d" providerId="ADAL" clId="{40A53A70-5976-42A4-AD5E-E44140CA36DF}" dt="2026-10-07T02:54:56.554" v="1452" actId="20577"/>
          <ac:graphicFrameMkLst>
            <pc:docMk/>
            <pc:sldMk cId="2111281019" sldId="1333"/>
            <ac:graphicFrameMk id="4" creationId="{A4E0D302-434E-5AA1-D8EA-6E8C3C6F387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09.034" v="1110"/>
          <ac:graphicFrameMkLst>
            <pc:docMk/>
            <pc:sldMk cId="2111281019" sldId="1333"/>
            <ac:graphicFrameMk id="9" creationId="{4D1FB2B1-20E8-98A9-36DE-6231684A2E4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33:21.677" v="1929" actId="20577"/>
        <pc:sldMkLst>
          <pc:docMk/>
          <pc:sldMk cId="3876744629" sldId="1335"/>
        </pc:sldMkLst>
        <pc:spChg chg="mod">
          <ac:chgData name="오 해찬" userId="398a30bc-41aa-4aec-9589-2644447f841d" providerId="ADAL" clId="{40A53A70-5976-42A4-AD5E-E44140CA36DF}" dt="2026-10-08T05:33:18.083" v="1926" actId="20577"/>
          <ac:spMkLst>
            <pc:docMk/>
            <pc:sldMk cId="3876744629" sldId="1335"/>
            <ac:spMk id="7" creationId="{01D82621-2B51-59A6-C52D-2909C9C1DEDF}"/>
          </ac:spMkLst>
        </pc:spChg>
        <pc:graphicFrameChg chg="mod modGraphic">
          <ac:chgData name="오 해찬" userId="398a30bc-41aa-4aec-9589-2644447f841d" providerId="ADAL" clId="{40A53A70-5976-42A4-AD5E-E44140CA36DF}" dt="2026-10-08T05:33:21.677" v="1929" actId="20577"/>
          <ac:graphicFrameMkLst>
            <pc:docMk/>
            <pc:sldMk cId="3876744629" sldId="1335"/>
            <ac:graphicFrameMk id="4" creationId="{9E6343A7-BA10-A6BD-9427-E1664F2F9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1:11:21.230" v="1114"/>
          <ac:graphicFrameMkLst>
            <pc:docMk/>
            <pc:sldMk cId="3876744629" sldId="1335"/>
            <ac:graphicFrameMk id="5" creationId="{A8E71BBE-274F-1C88-6074-0E9BE69FF772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0:58.733" v="2277"/>
        <pc:sldMkLst>
          <pc:docMk/>
          <pc:sldMk cId="2440714759" sldId="1337"/>
        </pc:sldMkLst>
        <pc:spChg chg="add mod">
          <ac:chgData name="오 해찬" userId="398a30bc-41aa-4aec-9589-2644447f841d" providerId="ADAL" clId="{40A53A70-5976-42A4-AD5E-E44140CA36DF}" dt="2026-09-22T05:05:01.597" v="626" actId="20577"/>
          <ac:spMkLst>
            <pc:docMk/>
            <pc:sldMk cId="2440714759" sldId="1337"/>
            <ac:spMk id="5" creationId="{5516D403-9078-96BD-4F70-940B109EBB82}"/>
          </ac:spMkLst>
        </pc:spChg>
        <pc:graphicFrameChg chg="mod modGraphic">
          <ac:chgData name="오 해찬" userId="398a30bc-41aa-4aec-9589-2644447f841d" providerId="ADAL" clId="{40A53A70-5976-42A4-AD5E-E44140CA36DF}" dt="2026-10-15T08:00:58.733" v="2277"/>
          <ac:graphicFrameMkLst>
            <pc:docMk/>
            <pc:sldMk cId="2440714759" sldId="1337"/>
            <ac:graphicFrameMk id="4" creationId="{1CC8748A-46CB-74F5-C591-D69B69D7BC87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6T23:57:25.716" v="1004"/>
        <pc:sldMkLst>
          <pc:docMk/>
          <pc:sldMk cId="1759828093" sldId="1338"/>
        </pc:sldMkLst>
        <pc:graphicFrameChg chg="mod modGraphic">
          <ac:chgData name="오 해찬" userId="398a30bc-41aa-4aec-9589-2644447f841d" providerId="ADAL" clId="{40A53A70-5976-42A4-AD5E-E44140CA36DF}" dt="2026-10-06T23:57:17.559" v="1002" actId="113"/>
          <ac:graphicFrameMkLst>
            <pc:docMk/>
            <pc:sldMk cId="1759828093" sldId="1338"/>
            <ac:graphicFrameMk id="4" creationId="{AFA4F3D7-EF1E-0C27-7D56-6B99AE424FF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25.716" v="1004"/>
          <ac:graphicFrameMkLst>
            <pc:docMk/>
            <pc:sldMk cId="1759828093" sldId="1338"/>
            <ac:graphicFrameMk id="5" creationId="{F12BF119-F3F3-23BC-AC03-8DD830E99C6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5:19.148" v="1029"/>
        <pc:sldMkLst>
          <pc:docMk/>
          <pc:sldMk cId="4227139856" sldId="1339"/>
        </pc:sldMkLst>
        <pc:graphicFrameChg chg="mod modGraphic">
          <ac:chgData name="오 해찬" userId="398a30bc-41aa-4aec-9589-2644447f841d" providerId="ADAL" clId="{40A53A70-5976-42A4-AD5E-E44140CA36DF}" dt="2026-10-07T00:05:12.659" v="1027" actId="20577"/>
          <ac:graphicFrameMkLst>
            <pc:docMk/>
            <pc:sldMk cId="4227139856" sldId="1339"/>
            <ac:graphicFrameMk id="4" creationId="{57749A1E-7E24-871B-4A99-F9F32BEEAC2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5:19.148" v="1029"/>
          <ac:graphicFrameMkLst>
            <pc:docMk/>
            <pc:sldMk cId="4227139856" sldId="1339"/>
            <ac:graphicFrameMk id="5" creationId="{3E212786-6F23-2693-8ED2-E8AEF095F907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10:41.749" v="1037"/>
        <pc:sldMkLst>
          <pc:docMk/>
          <pc:sldMk cId="628503944" sldId="1341"/>
        </pc:sldMkLst>
        <pc:graphicFrameChg chg="mod modGraphic">
          <ac:chgData name="오 해찬" userId="398a30bc-41aa-4aec-9589-2644447f841d" providerId="ADAL" clId="{40A53A70-5976-42A4-AD5E-E44140CA36DF}" dt="2026-10-07T00:10:36.108" v="1035"/>
          <ac:graphicFrameMkLst>
            <pc:docMk/>
            <pc:sldMk cId="628503944" sldId="1341"/>
            <ac:graphicFrameMk id="4" creationId="{41CE0365-6CF9-C9A4-A35C-10E458B9748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10:41.749" v="1037"/>
          <ac:graphicFrameMkLst>
            <pc:docMk/>
            <pc:sldMk cId="628503944" sldId="1341"/>
            <ac:graphicFrameMk id="5" creationId="{41439184-58BB-8AA9-8C68-7731A61B7A4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2:09:28.248" v="1738" actId="20577"/>
        <pc:sldMkLst>
          <pc:docMk/>
          <pc:sldMk cId="737418889" sldId="1342"/>
        </pc:sldMkLst>
        <pc:spChg chg="mod">
          <ac:chgData name="오 해찬" userId="398a30bc-41aa-4aec-9589-2644447f841d" providerId="ADAL" clId="{40A53A70-5976-42A4-AD5E-E44140CA36DF}" dt="2026-10-08T02:09:19.758" v="1733" actId="20577"/>
          <ac:spMkLst>
            <pc:docMk/>
            <pc:sldMk cId="737418889" sldId="1342"/>
            <ac:spMk id="7" creationId="{40F3B8AF-9415-1E16-C963-9A3CD7965B02}"/>
          </ac:spMkLst>
        </pc:spChg>
        <pc:graphicFrameChg chg="mod modGraphic">
          <ac:chgData name="오 해찬" userId="398a30bc-41aa-4aec-9589-2644447f841d" providerId="ADAL" clId="{40A53A70-5976-42A4-AD5E-E44140CA36DF}" dt="2026-10-08T02:09:28.248" v="1738" actId="20577"/>
          <ac:graphicFrameMkLst>
            <pc:docMk/>
            <pc:sldMk cId="737418889" sldId="1342"/>
            <ac:graphicFrameMk id="4" creationId="{B2E64A0B-4AC8-B622-369D-A1EC01C691F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20:09.164" v="1059"/>
          <ac:graphicFrameMkLst>
            <pc:docMk/>
            <pc:sldMk cId="737418889" sldId="1342"/>
            <ac:graphicFrameMk id="5" creationId="{9225F1CC-1BFF-947C-0ACB-A26DBC00CB7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6T23:57:56.860" v="1008"/>
        <pc:sldMkLst>
          <pc:docMk/>
          <pc:sldMk cId="1194762766" sldId="1344"/>
        </pc:sldMkLst>
        <pc:graphicFrameChg chg="mod modGraphic">
          <ac:chgData name="오 해찬" userId="398a30bc-41aa-4aec-9589-2644447f841d" providerId="ADAL" clId="{40A53A70-5976-42A4-AD5E-E44140CA36DF}" dt="2026-10-06T23:57:56.032" v="1007"/>
          <ac:graphicFrameMkLst>
            <pc:docMk/>
            <pc:sldMk cId="1194762766" sldId="1344"/>
            <ac:graphicFrameMk id="4" creationId="{DFB30D23-B4F2-1F0E-8431-60CEB7CF5DD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6T23:57:56.860" v="1008"/>
          <ac:graphicFrameMkLst>
            <pc:docMk/>
            <pc:sldMk cId="1194762766" sldId="1344"/>
            <ac:graphicFrameMk id="5" creationId="{7D9AA625-0B10-6364-4A22-354C2B6E390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0:08:16.322" v="1033"/>
        <pc:sldMkLst>
          <pc:docMk/>
          <pc:sldMk cId="3585320585" sldId="1348"/>
        </pc:sldMkLst>
        <pc:graphicFrameChg chg="mod modGraphic">
          <ac:chgData name="오 해찬" userId="398a30bc-41aa-4aec-9589-2644447f841d" providerId="ADAL" clId="{40A53A70-5976-42A4-AD5E-E44140CA36DF}" dt="2026-10-07T00:08:15.488" v="1032"/>
          <ac:graphicFrameMkLst>
            <pc:docMk/>
            <pc:sldMk cId="3585320585" sldId="1348"/>
            <ac:graphicFrameMk id="4" creationId="{5E2B4DAF-2CF0-0687-8B3D-137801D6DE4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0:08:16.322" v="1033"/>
          <ac:graphicFrameMkLst>
            <pc:docMk/>
            <pc:sldMk cId="3585320585" sldId="1348"/>
            <ac:graphicFrameMk id="5" creationId="{21085CC3-9CED-F27C-414A-1AA9CF579940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6:02:25.492" v="2207" actId="20577"/>
        <pc:sldMkLst>
          <pc:docMk/>
          <pc:sldMk cId="859767019" sldId="1350"/>
        </pc:sldMkLst>
        <pc:graphicFrameChg chg="mod modGraphic">
          <ac:chgData name="오 해찬" userId="398a30bc-41aa-4aec-9589-2644447f841d" providerId="ADAL" clId="{40A53A70-5976-42A4-AD5E-E44140CA36DF}" dt="2026-10-08T06:02:25.492" v="2207" actId="20577"/>
          <ac:graphicFrameMkLst>
            <pc:docMk/>
            <pc:sldMk cId="859767019" sldId="1350"/>
            <ac:graphicFrameMk id="5" creationId="{A77BC027-3C5D-214B-F98B-1068DA717920}"/>
          </ac:graphicFrameMkLst>
        </pc:graphicFrameChg>
        <pc:graphicFrameChg chg="mod">
          <ac:chgData name="오 해찬" userId="398a30bc-41aa-4aec-9589-2644447f841d" providerId="ADAL" clId="{40A53A70-5976-42A4-AD5E-E44140CA36DF}" dt="2026-09-17T04:43:34.095" v="17"/>
          <ac:graphicFrameMkLst>
            <pc:docMk/>
            <pc:sldMk cId="859767019" sldId="1350"/>
            <ac:graphicFrameMk id="9" creationId="{6DC06829-9C83-9A79-215B-98CAB7729CB1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23.876" v="1567" actId="20577"/>
        <pc:sldMkLst>
          <pc:docMk/>
          <pc:sldMk cId="3884121493" sldId="1353"/>
        </pc:sldMkLst>
        <pc:spChg chg="add mod">
          <ac:chgData name="오 해찬" userId="398a30bc-41aa-4aec-9589-2644447f841d" providerId="ADAL" clId="{40A53A70-5976-42A4-AD5E-E44140CA36DF}" dt="2026-09-22T05:04:50.510" v="618" actId="20577"/>
          <ac:spMkLst>
            <pc:docMk/>
            <pc:sldMk cId="3884121493" sldId="1353"/>
            <ac:spMk id="5" creationId="{5B72F6B5-69C1-0528-8A10-B88CAE02B1EA}"/>
          </ac:spMkLst>
        </pc:spChg>
        <pc:graphicFrameChg chg="mod modGraphic">
          <ac:chgData name="오 해찬" userId="398a30bc-41aa-4aec-9589-2644447f841d" providerId="ADAL" clId="{40A53A70-5976-42A4-AD5E-E44140CA36DF}" dt="2026-10-07T03:08:23.876" v="1567" actId="20577"/>
          <ac:graphicFrameMkLst>
            <pc:docMk/>
            <pc:sldMk cId="3884121493" sldId="1353"/>
            <ac:graphicFrameMk id="4" creationId="{C7CAEB83-3506-A0B6-90D1-B0DBE41BC900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11:37.117" v="1118"/>
        <pc:sldMkLst>
          <pc:docMk/>
          <pc:sldMk cId="1939284389" sldId="1356"/>
        </pc:sldMkLst>
        <pc:spChg chg="add mod">
          <ac:chgData name="오 해찬" userId="398a30bc-41aa-4aec-9589-2644447f841d" providerId="ADAL" clId="{40A53A70-5976-42A4-AD5E-E44140CA36DF}" dt="2026-09-22T05:05:28.113" v="635" actId="20577"/>
          <ac:spMkLst>
            <pc:docMk/>
            <pc:sldMk cId="1939284389" sldId="1356"/>
            <ac:spMk id="5" creationId="{8A5A63A1-53B4-2A12-A443-DE64511395AB}"/>
          </ac:spMkLst>
        </pc:spChg>
        <pc:graphicFrameChg chg="mod modGraphic">
          <ac:chgData name="오 해찬" userId="398a30bc-41aa-4aec-9589-2644447f841d" providerId="ADAL" clId="{40A53A70-5976-42A4-AD5E-E44140CA36DF}" dt="2026-10-07T01:11:37.117" v="1118"/>
          <ac:graphicFrameMkLst>
            <pc:docMk/>
            <pc:sldMk cId="1939284389" sldId="1356"/>
            <ac:graphicFrameMk id="4" creationId="{35033F99-8D44-216D-C9DC-2A507253ECD5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6:59.543" v="1951" actId="20577"/>
        <pc:sldMkLst>
          <pc:docMk/>
          <pc:sldMk cId="2087048040" sldId="1359"/>
        </pc:sldMkLst>
        <pc:spChg chg="add mod">
          <ac:chgData name="오 해찬" userId="398a30bc-41aa-4aec-9589-2644447f841d" providerId="ADAL" clId="{40A53A70-5976-42A4-AD5E-E44140CA36DF}" dt="2026-09-22T05:05:41.382" v="647" actId="20577"/>
          <ac:spMkLst>
            <pc:docMk/>
            <pc:sldMk cId="2087048040" sldId="1359"/>
            <ac:spMk id="5" creationId="{3F2300C4-6304-B9B0-71B4-79CCAEA18709}"/>
          </ac:spMkLst>
        </pc:spChg>
        <pc:graphicFrameChg chg="mod modGraphic">
          <ac:chgData name="오 해찬" userId="398a30bc-41aa-4aec-9589-2644447f841d" providerId="ADAL" clId="{40A53A70-5976-42A4-AD5E-E44140CA36DF}" dt="2026-10-08T05:36:59.543" v="1951" actId="20577"/>
          <ac:graphicFrameMkLst>
            <pc:docMk/>
            <pc:sldMk cId="2087048040" sldId="1359"/>
            <ac:graphicFrameMk id="4" creationId="{6FECA82A-BD23-9912-A2C5-4AAA1E30E3C6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16.492" v="2015" actId="6549"/>
        <pc:sldMkLst>
          <pc:docMk/>
          <pc:sldMk cId="3073680364" sldId="1363"/>
        </pc:sldMkLst>
        <pc:spChg chg="add mod">
          <ac:chgData name="오 해찬" userId="398a30bc-41aa-4aec-9589-2644447f841d" providerId="ADAL" clId="{40A53A70-5976-42A4-AD5E-E44140CA36DF}" dt="2026-09-22T05:05:58.480" v="655" actId="20577"/>
          <ac:spMkLst>
            <pc:docMk/>
            <pc:sldMk cId="3073680364" sldId="1363"/>
            <ac:spMk id="5" creationId="{2D4082D8-FC5E-9EFC-FC86-BCC758DBC71C}"/>
          </ac:spMkLst>
        </pc:spChg>
        <pc:graphicFrameChg chg="mod modGraphic">
          <ac:chgData name="오 해찬" userId="398a30bc-41aa-4aec-9589-2644447f841d" providerId="ADAL" clId="{40A53A70-5976-42A4-AD5E-E44140CA36DF}" dt="2026-10-08T05:38:16.492" v="2015" actId="6549"/>
          <ac:graphicFrameMkLst>
            <pc:docMk/>
            <pc:sldMk cId="3073680364" sldId="1363"/>
            <ac:graphicFrameMk id="4" creationId="{E12D7CE7-626F-E5DB-080E-FF0078F8750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38:41.147" v="2027" actId="20577"/>
        <pc:sldMkLst>
          <pc:docMk/>
          <pc:sldMk cId="640303626" sldId="1378"/>
        </pc:sldMkLst>
        <pc:spChg chg="add mod">
          <ac:chgData name="오 해찬" userId="398a30bc-41aa-4aec-9589-2644447f841d" providerId="ADAL" clId="{40A53A70-5976-42A4-AD5E-E44140CA36DF}" dt="2026-09-22T05:06:06.417" v="663" actId="20577"/>
          <ac:spMkLst>
            <pc:docMk/>
            <pc:sldMk cId="640303626" sldId="1378"/>
            <ac:spMk id="5" creationId="{01A33F15-F026-C8E4-2B4E-72C0D3F55186}"/>
          </ac:spMkLst>
        </pc:spChg>
        <pc:graphicFrameChg chg="mod modGraphic">
          <ac:chgData name="오 해찬" userId="398a30bc-41aa-4aec-9589-2644447f841d" providerId="ADAL" clId="{40A53A70-5976-42A4-AD5E-E44140CA36DF}" dt="2026-10-08T05:38:41.147" v="2027" actId="20577"/>
          <ac:graphicFrameMkLst>
            <pc:docMk/>
            <pc:sldMk cId="640303626" sldId="1378"/>
            <ac:graphicFrameMk id="4" creationId="{F58ED754-948A-D655-28C9-FB105065BE8F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7T03:20:19.798" v="1594"/>
        <pc:sldMkLst>
          <pc:docMk/>
          <pc:sldMk cId="4269445969" sldId="1379"/>
        </pc:sldMkLst>
        <pc:graphicFrameChg chg="mod modGraphic">
          <ac:chgData name="오 해찬" userId="398a30bc-41aa-4aec-9589-2644447f841d" providerId="ADAL" clId="{40A53A70-5976-42A4-AD5E-E44140CA36DF}" dt="2026-10-07T03:20:14.725" v="1593" actId="20577"/>
          <ac:graphicFrameMkLst>
            <pc:docMk/>
            <pc:sldMk cId="4269445969" sldId="1379"/>
            <ac:graphicFrameMk id="4" creationId="{8E966E62-F6D0-FDE6-ECFE-0E99CA4CD643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3:20:19.798" v="1594"/>
          <ac:graphicFrameMkLst>
            <pc:docMk/>
            <pc:sldMk cId="4269445969" sldId="1379"/>
            <ac:graphicFrameMk id="5" creationId="{2945E0C8-1565-6D04-7CFD-FF694FC2A934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0:40.812" v="2057" actId="20577"/>
        <pc:sldMkLst>
          <pc:docMk/>
          <pc:sldMk cId="713989755" sldId="1381"/>
        </pc:sldMkLst>
        <pc:graphicFrameChg chg="mod modGraphic">
          <ac:chgData name="오 해찬" userId="398a30bc-41aa-4aec-9589-2644447f841d" providerId="ADAL" clId="{40A53A70-5976-42A4-AD5E-E44140CA36DF}" dt="2026-10-08T05:40:31.386" v="2055" actId="113"/>
          <ac:graphicFrameMkLst>
            <pc:docMk/>
            <pc:sldMk cId="713989755" sldId="1381"/>
            <ac:graphicFrameMk id="4" creationId="{65A978CD-65AA-6B08-FB86-4023AD574F69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0:40.812" v="2057" actId="20577"/>
          <ac:graphicFrameMkLst>
            <pc:docMk/>
            <pc:sldMk cId="713989755" sldId="1381"/>
            <ac:graphicFrameMk id="5" creationId="{24FDB107-DB0D-E120-181B-EF7B7CE62EC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42:01.352" v="2061" actId="20577"/>
        <pc:sldMkLst>
          <pc:docMk/>
          <pc:sldMk cId="2387218696" sldId="1382"/>
        </pc:sldMkLst>
        <pc:spChg chg="add mod">
          <ac:chgData name="오 해찬" userId="398a30bc-41aa-4aec-9589-2644447f841d" providerId="ADAL" clId="{40A53A70-5976-42A4-AD5E-E44140CA36DF}" dt="2026-09-22T04:55:43.669" v="484" actId="20577"/>
          <ac:spMkLst>
            <pc:docMk/>
            <pc:sldMk cId="2387218696" sldId="1382"/>
            <ac:spMk id="5" creationId="{C306DF33-78AA-7983-EF96-C3EE60DCD427}"/>
          </ac:spMkLst>
        </pc:spChg>
        <pc:graphicFrameChg chg="mod modGraphic">
          <ac:chgData name="오 해찬" userId="398a30bc-41aa-4aec-9589-2644447f841d" providerId="ADAL" clId="{40A53A70-5976-42A4-AD5E-E44140CA36DF}" dt="2026-10-08T05:42:01.352" v="2061" actId="20577"/>
          <ac:graphicFrameMkLst>
            <pc:docMk/>
            <pc:sldMk cId="2387218696" sldId="1382"/>
            <ac:graphicFrameMk id="4" creationId="{63881715-8F2C-662E-86D8-1F17FBB92B1A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09.909" v="2065" actId="20577"/>
        <pc:sldMkLst>
          <pc:docMk/>
          <pc:sldMk cId="2032762268" sldId="1384"/>
        </pc:sldMkLst>
        <pc:graphicFrameChg chg="mod modGraphic">
          <ac:chgData name="오 해찬" userId="398a30bc-41aa-4aec-9589-2644447f841d" providerId="ADAL" clId="{40A53A70-5976-42A4-AD5E-E44140CA36DF}" dt="2026-10-08T05:42:06.486" v="2063" actId="20577"/>
          <ac:graphicFrameMkLst>
            <pc:docMk/>
            <pc:sldMk cId="2032762268" sldId="1384"/>
            <ac:graphicFrameMk id="4" creationId="{AB4D3CDF-6250-FADE-0F68-A60D872DB08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09.909" v="2065" actId="20577"/>
          <ac:graphicFrameMkLst>
            <pc:docMk/>
            <pc:sldMk cId="2032762268" sldId="1384"/>
            <ac:graphicFrameMk id="5" creationId="{4A482392-1B60-883A-DB4C-58DC32AB304C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2:15.228" v="2067" actId="20577"/>
        <pc:sldMkLst>
          <pc:docMk/>
          <pc:sldMk cId="2901489861" sldId="1386"/>
        </pc:sldMkLst>
        <pc:spChg chg="add mod">
          <ac:chgData name="오 해찬" userId="398a30bc-41aa-4aec-9589-2644447f841d" providerId="ADAL" clId="{40A53A70-5976-42A4-AD5E-E44140CA36DF}" dt="2026-09-22T04:55:59.762" v="489" actId="20577"/>
          <ac:spMkLst>
            <pc:docMk/>
            <pc:sldMk cId="2901489861" sldId="1386"/>
            <ac:spMk id="7" creationId="{99278EDC-3D57-2EF3-700D-A5C01F8FCBA4}"/>
          </ac:spMkLst>
        </pc:spChg>
        <pc:graphicFrameChg chg="mod modGraphic">
          <ac:chgData name="오 해찬" userId="398a30bc-41aa-4aec-9589-2644447f841d" providerId="ADAL" clId="{40A53A70-5976-42A4-AD5E-E44140CA36DF}" dt="2026-10-08T05:42:15.228" v="2067" actId="20577"/>
          <ac:graphicFrameMkLst>
            <pc:docMk/>
            <pc:sldMk cId="2901489861" sldId="1386"/>
            <ac:graphicFrameMk id="4" creationId="{8F9309B2-C62B-E4C3-F335-6CFC05B1BCE6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42:22.555" v="2071" actId="20577"/>
        <pc:sldMkLst>
          <pc:docMk/>
          <pc:sldMk cId="1083106423" sldId="1387"/>
        </pc:sldMkLst>
        <pc:graphicFrameChg chg="mod modGraphic">
          <ac:chgData name="오 해찬" userId="398a30bc-41aa-4aec-9589-2644447f841d" providerId="ADAL" clId="{40A53A70-5976-42A4-AD5E-E44140CA36DF}" dt="2026-10-08T05:42:19.183" v="2069" actId="20577"/>
          <ac:graphicFrameMkLst>
            <pc:docMk/>
            <pc:sldMk cId="1083106423" sldId="1387"/>
            <ac:graphicFrameMk id="4" creationId="{729A356E-B92B-22AE-BF0E-61D25ACBB20A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42:22.555" v="2071" actId="20577"/>
          <ac:graphicFrameMkLst>
            <pc:docMk/>
            <pc:sldMk cId="1083106423" sldId="1387"/>
            <ac:graphicFrameMk id="5" creationId="{7EA45D0D-B6C0-7047-5024-DECC0FFED61A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15T08:01:07.139" v="2278"/>
        <pc:sldMkLst>
          <pc:docMk/>
          <pc:sldMk cId="2168838001" sldId="1389"/>
        </pc:sldMkLst>
        <pc:spChg chg="add mod">
          <ac:chgData name="오 해찬" userId="398a30bc-41aa-4aec-9589-2644447f841d" providerId="ADAL" clId="{40A53A70-5976-42A4-AD5E-E44140CA36DF}" dt="2026-09-22T04:56:07.577" v="492" actId="20577"/>
          <ac:spMkLst>
            <pc:docMk/>
            <pc:sldMk cId="2168838001" sldId="1389"/>
            <ac:spMk id="5" creationId="{637747CB-2CA4-E12F-3A7D-5AC4BE4958B7}"/>
          </ac:spMkLst>
        </pc:spChg>
        <pc:graphicFrameChg chg="mod modGraphic">
          <ac:chgData name="오 해찬" userId="398a30bc-41aa-4aec-9589-2644447f841d" providerId="ADAL" clId="{40A53A70-5976-42A4-AD5E-E44140CA36DF}" dt="2026-10-15T08:01:07.139" v="2278"/>
          <ac:graphicFrameMkLst>
            <pc:docMk/>
            <pc:sldMk cId="2168838001" sldId="1389"/>
            <ac:graphicFrameMk id="4" creationId="{D276F990-D123-B548-0DE3-C05D14AA9D9E}"/>
          </ac:graphicFrameMkLst>
        </pc:graphicFrameChg>
      </pc:sldChg>
      <pc:sldChg chg="delSp modSp mod">
        <pc:chgData name="오 해찬" userId="398a30bc-41aa-4aec-9589-2644447f841d" providerId="ADAL" clId="{40A53A70-5976-42A4-AD5E-E44140CA36DF}" dt="2026-10-08T05:45:28.399" v="2082" actId="20577"/>
        <pc:sldMkLst>
          <pc:docMk/>
          <pc:sldMk cId="1030320423" sldId="1391"/>
        </pc:sldMkLst>
        <pc:graphicFrameChg chg="mod modGraphic">
          <ac:chgData name="오 해찬" userId="398a30bc-41aa-4aec-9589-2644447f841d" providerId="ADAL" clId="{40A53A70-5976-42A4-AD5E-E44140CA36DF}" dt="2026-10-08T05:45:28.399" v="2082" actId="20577"/>
          <ac:graphicFrameMkLst>
            <pc:docMk/>
            <pc:sldMk cId="1030320423" sldId="1391"/>
            <ac:graphicFrameMk id="4" creationId="{37F11247-266B-B8F7-3D75-B1055C2C2BF8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15T07:55:08.343" v="2234"/>
        <pc:sldMkLst>
          <pc:docMk/>
          <pc:sldMk cId="4194706103" sldId="1393"/>
        </pc:sldMkLst>
        <pc:graphicFrameChg chg="mod modGraphic">
          <ac:chgData name="오 해찬" userId="398a30bc-41aa-4aec-9589-2644447f841d" providerId="ADAL" clId="{40A53A70-5976-42A4-AD5E-E44140CA36DF}" dt="2026-10-15T07:55:08.343" v="2234"/>
          <ac:graphicFrameMkLst>
            <pc:docMk/>
            <pc:sldMk cId="4194706103" sldId="1393"/>
            <ac:graphicFrameMk id="4" creationId="{CEEA160E-1FFB-083E-25A0-8A395872A511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10-08T05:49:05.635" v="2116" actId="20577"/>
        <pc:sldMkLst>
          <pc:docMk/>
          <pc:sldMk cId="205380977" sldId="1394"/>
        </pc:sldMkLst>
        <pc:spChg chg="add mod">
          <ac:chgData name="오 해찬" userId="398a30bc-41aa-4aec-9589-2644447f841d" providerId="ADAL" clId="{40A53A70-5976-42A4-AD5E-E44140CA36DF}" dt="2026-09-18T03:15:44.321" v="410" actId="20577"/>
          <ac:spMkLst>
            <pc:docMk/>
            <pc:sldMk cId="205380977" sldId="1394"/>
            <ac:spMk id="7" creationId="{BF4EA013-C87F-B9FD-9ED7-504875123C70}"/>
          </ac:spMkLst>
        </pc:spChg>
        <pc:graphicFrameChg chg="mod modGraphic">
          <ac:chgData name="오 해찬" userId="398a30bc-41aa-4aec-9589-2644447f841d" providerId="ADAL" clId="{40A53A70-5976-42A4-AD5E-E44140CA36DF}" dt="2026-10-08T05:49:05.635" v="2116" actId="20577"/>
          <ac:graphicFrameMkLst>
            <pc:docMk/>
            <pc:sldMk cId="205380977" sldId="1394"/>
            <ac:graphicFrameMk id="4" creationId="{56615EBE-E88B-4411-73D2-56911446E7AF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0:03.203" v="2125" actId="20577"/>
        <pc:sldMkLst>
          <pc:docMk/>
          <pc:sldMk cId="3458039711" sldId="1399"/>
        </pc:sldMkLst>
        <pc:spChg chg="add">
          <ac:chgData name="오 해찬" userId="398a30bc-41aa-4aec-9589-2644447f841d" providerId="ADAL" clId="{40A53A70-5976-42A4-AD5E-E44140CA36DF}" dt="2026-09-18T03:13:47.799" v="385" actId="22"/>
          <ac:spMkLst>
            <pc:docMk/>
            <pc:sldMk cId="3458039711" sldId="1399"/>
            <ac:spMk id="5" creationId="{8BCBD4D9-5A61-F93E-A788-9DE50AF9FB3E}"/>
          </ac:spMkLst>
        </pc:spChg>
        <pc:graphicFrameChg chg="mod modGraphic">
          <ac:chgData name="오 해찬" userId="398a30bc-41aa-4aec-9589-2644447f841d" providerId="ADAL" clId="{40A53A70-5976-42A4-AD5E-E44140CA36DF}" dt="2026-10-08T05:50:03.203" v="2125" actId="20577"/>
          <ac:graphicFrameMkLst>
            <pc:docMk/>
            <pc:sldMk cId="3458039711" sldId="1399"/>
            <ac:graphicFrameMk id="4" creationId="{25E6F8C4-B91E-779F-1391-11389C86E78E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3:08:37.252" v="1573" actId="20577"/>
        <pc:sldMkLst>
          <pc:docMk/>
          <pc:sldMk cId="3448455292" sldId="1404"/>
        </pc:sldMkLst>
        <pc:spChg chg="add mod">
          <ac:chgData name="오 해찬" userId="398a30bc-41aa-4aec-9589-2644447f841d" providerId="ADAL" clId="{40A53A70-5976-42A4-AD5E-E44140CA36DF}" dt="2026-09-22T05:06:28.235" v="676" actId="20577"/>
          <ac:spMkLst>
            <pc:docMk/>
            <pc:sldMk cId="3448455292" sldId="1404"/>
            <ac:spMk id="5" creationId="{F12D5BD2-625A-54C4-19ED-D8960C323CF7}"/>
          </ac:spMkLst>
        </pc:spChg>
        <pc:graphicFrameChg chg="mod modGraphic">
          <ac:chgData name="오 해찬" userId="398a30bc-41aa-4aec-9589-2644447f841d" providerId="ADAL" clId="{40A53A70-5976-42A4-AD5E-E44140CA36DF}" dt="2026-10-07T03:08:37.252" v="1573" actId="20577"/>
          <ac:graphicFrameMkLst>
            <pc:docMk/>
            <pc:sldMk cId="3448455292" sldId="1404"/>
            <ac:graphicFrameMk id="4" creationId="{D6CD6B31-4A5E-F18D-B5E6-C5F93788D432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6:02:50.899" v="2208" actId="20577"/>
        <pc:sldMkLst>
          <pc:docMk/>
          <pc:sldMk cId="409195238" sldId="1405"/>
        </pc:sldMkLst>
        <pc:spChg chg="mod">
          <ac:chgData name="오 해찬" userId="398a30bc-41aa-4aec-9589-2644447f841d" providerId="ADAL" clId="{40A53A70-5976-42A4-AD5E-E44140CA36DF}" dt="2026-10-07T01:26:21.599" v="1290" actId="1035"/>
          <ac:spMkLst>
            <pc:docMk/>
            <pc:sldMk cId="409195238" sldId="1405"/>
            <ac:spMk id="9" creationId="{523007B0-19C3-778F-6FC2-917BDE1053FE}"/>
          </ac:spMkLst>
        </pc:spChg>
        <pc:graphicFrameChg chg="mod modGraphic">
          <ac:chgData name="오 해찬" userId="398a30bc-41aa-4aec-9589-2644447f841d" providerId="ADAL" clId="{40A53A70-5976-42A4-AD5E-E44140CA36DF}" dt="2026-10-08T05:53:38.797" v="2149" actId="20577"/>
          <ac:graphicFrameMkLst>
            <pc:docMk/>
            <pc:sldMk cId="409195238" sldId="1405"/>
            <ac:graphicFrameMk id="4" creationId="{B26CAFA6-6074-DA84-3B6C-F6457E5673B0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6:02:50.899" v="2208" actId="20577"/>
          <ac:graphicFrameMkLst>
            <pc:docMk/>
            <pc:sldMk cId="409195238" sldId="1405"/>
            <ac:graphicFrameMk id="5" creationId="{DF5858F5-FF67-0558-07D9-C85885D1D511}"/>
          </ac:graphicFrameMkLst>
        </pc:graphicFrameChg>
      </pc:sldChg>
      <pc:sldChg chg="modSp mod">
        <pc:chgData name="오 해찬" userId="398a30bc-41aa-4aec-9589-2644447f841d" providerId="ADAL" clId="{40A53A70-5976-42A4-AD5E-E44140CA36DF}" dt="2026-10-08T05:54:36.185" v="2175" actId="20577"/>
        <pc:sldMkLst>
          <pc:docMk/>
          <pc:sldMk cId="2871414807" sldId="1407"/>
        </pc:sldMkLst>
        <pc:spChg chg="mod">
          <ac:chgData name="오 해찬" userId="398a30bc-41aa-4aec-9589-2644447f841d" providerId="ADAL" clId="{40A53A70-5976-42A4-AD5E-E44140CA36DF}" dt="2026-10-07T01:27:11.306" v="1302" actId="1036"/>
          <ac:spMkLst>
            <pc:docMk/>
            <pc:sldMk cId="2871414807" sldId="1407"/>
            <ac:spMk id="9" creationId="{FB4F77A9-39FD-39FA-1CE3-84B967E94D3A}"/>
          </ac:spMkLst>
        </pc:spChg>
        <pc:graphicFrameChg chg="mod modGraphic">
          <ac:chgData name="오 해찬" userId="398a30bc-41aa-4aec-9589-2644447f841d" providerId="ADAL" clId="{40A53A70-5976-42A4-AD5E-E44140CA36DF}" dt="2026-10-08T05:54:31.263" v="2166" actId="20577"/>
          <ac:graphicFrameMkLst>
            <pc:docMk/>
            <pc:sldMk cId="2871414807" sldId="1407"/>
            <ac:graphicFrameMk id="4" creationId="{D69A09CE-12DE-C558-200F-99D142B5C33C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54:36.185" v="2175" actId="20577"/>
          <ac:graphicFrameMkLst>
            <pc:docMk/>
            <pc:sldMk cId="2871414807" sldId="1407"/>
            <ac:graphicFrameMk id="5" creationId="{F24D75FA-B0FC-4EB5-A3AE-4DA60D1A465B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8T05:55:13.209" v="2184" actId="113"/>
        <pc:sldMkLst>
          <pc:docMk/>
          <pc:sldMk cId="814913458" sldId="1409"/>
        </pc:sldMkLst>
        <pc:spChg chg="add mod">
          <ac:chgData name="오 해찬" userId="398a30bc-41aa-4aec-9589-2644447f841d" providerId="ADAL" clId="{40A53A70-5976-42A4-AD5E-E44140CA36DF}" dt="2026-09-22T05:06:19.263" v="668" actId="20577"/>
          <ac:spMkLst>
            <pc:docMk/>
            <pc:sldMk cId="814913458" sldId="1409"/>
            <ac:spMk id="5" creationId="{DCD2BB5B-CBCB-0CC7-03EE-52BD604B8866}"/>
          </ac:spMkLst>
        </pc:spChg>
        <pc:graphicFrameChg chg="mod modGraphic">
          <ac:chgData name="오 해찬" userId="398a30bc-41aa-4aec-9589-2644447f841d" providerId="ADAL" clId="{40A53A70-5976-42A4-AD5E-E44140CA36DF}" dt="2026-10-08T05:55:13.209" v="2184" actId="113"/>
          <ac:graphicFrameMkLst>
            <pc:docMk/>
            <pc:sldMk cId="814913458" sldId="1409"/>
            <ac:graphicFrameMk id="4" creationId="{031D894E-AE2F-3E9E-D9DE-6229C336AE5C}"/>
          </ac:graphicFrameMkLst>
        </pc:graphicFrameChg>
      </pc:sldChg>
      <pc:sldChg chg="addSp modSp mod">
        <pc:chgData name="오 해찬" userId="398a30bc-41aa-4aec-9589-2644447f841d" providerId="ADAL" clId="{40A53A70-5976-42A4-AD5E-E44140CA36DF}" dt="2026-10-07T01:39:28.966" v="1349" actId="20577"/>
        <pc:sldMkLst>
          <pc:docMk/>
          <pc:sldMk cId="2848487772" sldId="1410"/>
        </pc:sldMkLst>
        <pc:spChg chg="add mod">
          <ac:chgData name="오 해찬" userId="398a30bc-41aa-4aec-9589-2644447f841d" providerId="ADAL" clId="{40A53A70-5976-42A4-AD5E-E44140CA36DF}" dt="2026-09-22T05:06:24.257" v="672" actId="20577"/>
          <ac:spMkLst>
            <pc:docMk/>
            <pc:sldMk cId="2848487772" sldId="1410"/>
            <ac:spMk id="5" creationId="{8CECE986-83A0-4A46-5C0B-6437C992C294}"/>
          </ac:spMkLst>
        </pc:spChg>
        <pc:graphicFrameChg chg="mod modGraphic">
          <ac:chgData name="오 해찬" userId="398a30bc-41aa-4aec-9589-2644447f841d" providerId="ADAL" clId="{40A53A70-5976-42A4-AD5E-E44140CA36DF}" dt="2026-10-07T01:39:28.966" v="1349" actId="20577"/>
          <ac:graphicFrameMkLst>
            <pc:docMk/>
            <pc:sldMk cId="2848487772" sldId="1410"/>
            <ac:graphicFrameMk id="4" creationId="{FC0BEBAF-AB6E-C43D-C139-00B7B903E9DF}"/>
          </ac:graphicFrameMkLst>
        </pc:graphicFrameChg>
      </pc:sldChg>
      <pc:sldChg chg="addSp delSp modSp mod">
        <pc:chgData name="오 해찬" userId="398a30bc-41aa-4aec-9589-2644447f841d" providerId="ADAL" clId="{40A53A70-5976-42A4-AD5E-E44140CA36DF}" dt="2026-09-22T08:17:48.147" v="967"/>
        <pc:sldMkLst>
          <pc:docMk/>
          <pc:sldMk cId="4069879606" sldId="1411"/>
        </pc:sldMkLst>
      </pc:sldChg>
      <pc:sldChg chg="addSp delSp modSp mod">
        <pc:chgData name="오 해찬" userId="398a30bc-41aa-4aec-9589-2644447f841d" providerId="ADAL" clId="{40A53A70-5976-42A4-AD5E-E44140CA36DF}" dt="2026-10-08T03:05:11.145" v="1765" actId="20577"/>
        <pc:sldMkLst>
          <pc:docMk/>
          <pc:sldMk cId="514184661" sldId="1412"/>
        </pc:sldMkLst>
        <pc:spChg chg="add mod">
          <ac:chgData name="오 해찬" userId="398a30bc-41aa-4aec-9589-2644447f841d" providerId="ADAL" clId="{40A53A70-5976-42A4-AD5E-E44140CA36DF}" dt="2026-09-22T04:59:37.964" v="513" actId="20577"/>
          <ac:spMkLst>
            <pc:docMk/>
            <pc:sldMk cId="514184661" sldId="1412"/>
            <ac:spMk id="7" creationId="{8AD367CE-8076-37E0-6429-E68DC4C935C5}"/>
          </ac:spMkLst>
        </pc:spChg>
        <pc:graphicFrameChg chg="mod modGraphic">
          <ac:chgData name="오 해찬" userId="398a30bc-41aa-4aec-9589-2644447f841d" providerId="ADAL" clId="{40A53A70-5976-42A4-AD5E-E44140CA36DF}" dt="2026-10-08T03:05:11.145" v="1765" actId="20577"/>
          <ac:graphicFrameMkLst>
            <pc:docMk/>
            <pc:sldMk cId="514184661" sldId="1412"/>
            <ac:graphicFrameMk id="4" creationId="{7E35E5BC-BADA-AEFE-0165-3052C6A05456}"/>
          </ac:graphicFrameMkLst>
        </pc:graphicFrameChg>
      </pc:sldChg>
      <pc:sldChg chg="modSp add del mod">
        <pc:chgData name="오 해찬" userId="398a30bc-41aa-4aec-9589-2644447f841d" providerId="ADAL" clId="{40A53A70-5976-42A4-AD5E-E44140CA36DF}" dt="2026-10-08T05:26:08.162" v="1900" actId="20577"/>
        <pc:sldMkLst>
          <pc:docMk/>
          <pc:sldMk cId="2232721679" sldId="1413"/>
        </pc:sldMkLst>
        <pc:graphicFrameChg chg="mod modGraphic">
          <ac:chgData name="오 해찬" userId="398a30bc-41aa-4aec-9589-2644447f841d" providerId="ADAL" clId="{40A53A70-5976-42A4-AD5E-E44140CA36DF}" dt="2026-10-08T05:24:55.426" v="1884" actId="20577"/>
          <ac:graphicFrameMkLst>
            <pc:docMk/>
            <pc:sldMk cId="2232721679" sldId="1413"/>
            <ac:graphicFrameMk id="5" creationId="{D13EDCFF-0496-E421-4CA3-FA7A18503207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3:15:46.891" v="1853" actId="20577"/>
          <ac:graphicFrameMkLst>
            <pc:docMk/>
            <pc:sldMk cId="2232721679" sldId="1413"/>
            <ac:graphicFrameMk id="7" creationId="{6C8B912A-5027-9E2C-1302-5FBB4321EA72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8T05:26:08.162" v="1900" actId="20577"/>
          <ac:graphicFrameMkLst>
            <pc:docMk/>
            <pc:sldMk cId="2232721679" sldId="1413"/>
            <ac:graphicFrameMk id="11" creationId="{60CA5748-3BFE-D732-311D-68E78C6DA013}"/>
          </ac:graphicFrameMkLst>
        </pc:graphicFrameChg>
      </pc:sldChg>
      <pc:sldChg chg="addSp modSp add mod">
        <pc:chgData name="오 해찬" userId="398a30bc-41aa-4aec-9589-2644447f841d" providerId="ADAL" clId="{40A53A70-5976-42A4-AD5E-E44140CA36DF}" dt="2026-09-22T05:10:47.720" v="733" actId="1036"/>
        <pc:sldMkLst>
          <pc:docMk/>
          <pc:sldMk cId="2323862659" sldId="1414"/>
        </pc:sldMkLst>
        <pc:spChg chg="add mod">
          <ac:chgData name="오 해찬" userId="398a30bc-41aa-4aec-9589-2644447f841d" providerId="ADAL" clId="{40A53A70-5976-42A4-AD5E-E44140CA36DF}" dt="2026-09-22T05:10:42.276" v="717" actId="20577"/>
          <ac:spMkLst>
            <pc:docMk/>
            <pc:sldMk cId="2323862659" sldId="1414"/>
            <ac:spMk id="5" creationId="{C41D1F7A-5BF8-01A9-D178-2D026B82CF92}"/>
          </ac:spMkLst>
        </pc:spChg>
        <pc:graphicFrameChg chg="mod">
          <ac:chgData name="오 해찬" userId="398a30bc-41aa-4aec-9589-2644447f841d" providerId="ADAL" clId="{40A53A70-5976-42A4-AD5E-E44140CA36DF}" dt="2026-09-22T05:10:47.720" v="733" actId="1036"/>
          <ac:graphicFrameMkLst>
            <pc:docMk/>
            <pc:sldMk cId="2323862659" sldId="1414"/>
            <ac:graphicFrameMk id="4" creationId="{CF61225B-B4C9-621A-3229-DDA937876F6C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08T05:45:36.343" v="2091" actId="20577"/>
        <pc:sldMkLst>
          <pc:docMk/>
          <pc:sldMk cId="260682823" sldId="1415"/>
        </pc:sldMkLst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9" creationId="{41017F0D-F734-B3A6-0565-95F9877BEB7F}"/>
          </ac:spMkLst>
        </pc:spChg>
        <pc:spChg chg="mod">
          <ac:chgData name="오 해찬" userId="398a30bc-41aa-4aec-9589-2644447f841d" providerId="ADAL" clId="{40A53A70-5976-42A4-AD5E-E44140CA36DF}" dt="2026-10-07T01:43:46.558" v="1380" actId="1035"/>
          <ac:spMkLst>
            <pc:docMk/>
            <pc:sldMk cId="260682823" sldId="1415"/>
            <ac:spMk id="10" creationId="{98664071-B60E-3709-FF15-DECC520CC44B}"/>
          </ac:spMkLst>
        </pc:spChg>
        <pc:graphicFrameChg chg="mod modGraphic">
          <ac:chgData name="오 해찬" userId="398a30bc-41aa-4aec-9589-2644447f841d" providerId="ADAL" clId="{40A53A70-5976-42A4-AD5E-E44140CA36DF}" dt="2026-10-08T05:45:36.343" v="2091" actId="20577"/>
          <ac:graphicFrameMkLst>
            <pc:docMk/>
            <pc:sldMk cId="260682823" sldId="1415"/>
            <ac:graphicFrameMk id="5" creationId="{865ECA8F-C1EE-6BD3-CD46-E3E5A88814D8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9:22.917" v="1516" actId="20577"/>
          <ac:graphicFrameMkLst>
            <pc:docMk/>
            <pc:sldMk cId="260682823" sldId="1415"/>
            <ac:graphicFrameMk id="6" creationId="{7FCC8DAF-4D5F-9646-739E-D5135CF586E8}"/>
          </ac:graphicFrameMkLst>
        </pc:graphicFrameChg>
      </pc:sldChg>
      <pc:sldChg chg="modSp add mod">
        <pc:chgData name="오 해찬" userId="398a30bc-41aa-4aec-9589-2644447f841d" providerId="ADAL" clId="{40A53A70-5976-42A4-AD5E-E44140CA36DF}" dt="2026-10-08T05:50:18.332" v="2134" actId="20577"/>
        <pc:sldMkLst>
          <pc:docMk/>
          <pc:sldMk cId="3963796570" sldId="1416"/>
        </pc:sldMkLst>
        <pc:spChg chg="mod">
          <ac:chgData name="오 해찬" userId="398a30bc-41aa-4aec-9589-2644447f841d" providerId="ADAL" clId="{40A53A70-5976-42A4-AD5E-E44140CA36DF}" dt="2026-10-07T01:25:40.812" v="1258" actId="1036"/>
          <ac:spMkLst>
            <pc:docMk/>
            <pc:sldMk cId="3963796570" sldId="1416"/>
            <ac:spMk id="7" creationId="{E17DA092-E4D3-0A0C-7975-B9F1B56F0665}"/>
          </ac:spMkLst>
        </pc:spChg>
        <pc:graphicFrameChg chg="mod modGraphic">
          <ac:chgData name="오 해찬" userId="398a30bc-41aa-4aec-9589-2644447f841d" providerId="ADAL" clId="{40A53A70-5976-42A4-AD5E-E44140CA36DF}" dt="2026-10-08T05:50:18.332" v="2134" actId="20577"/>
          <ac:graphicFrameMkLst>
            <pc:docMk/>
            <pc:sldMk cId="3963796570" sldId="1416"/>
            <ac:graphicFrameMk id="4" creationId="{49605702-62FA-6987-B1A1-F114C1B9CE86}"/>
          </ac:graphicFrameMkLst>
        </pc:graphicFrameChg>
        <pc:graphicFrameChg chg="mod modGraphic">
          <ac:chgData name="오 해찬" userId="398a30bc-41aa-4aec-9589-2644447f841d" providerId="ADAL" clId="{40A53A70-5976-42A4-AD5E-E44140CA36DF}" dt="2026-10-07T02:59:51.840" v="1541" actId="20577"/>
          <ac:graphicFrameMkLst>
            <pc:docMk/>
            <pc:sldMk cId="3963796570" sldId="1416"/>
            <ac:graphicFrameMk id="9" creationId="{71A4C9D2-D4C1-1BF2-9430-9BEBBCB9A79D}"/>
          </ac:graphicFrameMkLst>
        </pc:graphicFrameChg>
      </pc:sldChg>
    </pc:docChg>
  </pc:docChgLst>
</pc:chgInfo>
</file>

<file path=ppt/comments/modernComment_57C_CD8B40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D39F9D-D019-446C-B348-E87396B9BD33}" authorId="{B606345A-1B02-C35A-D0E5-DF8A67A6C758}" created="2026-10-08T05:59:09.210">
    <pc:sldMkLst xmlns:pc="http://schemas.microsoft.com/office/powerpoint/2013/main/command">
      <pc:docMk/>
      <pc:sldMk cId="3448455292" sldId="1404"/>
    </pc:sldMkLst>
    <p188:txBody>
      <a:bodyPr/>
      <a:lstStyle/>
      <a:p>
        <a:r>
          <a:rPr lang="ko-KR" altLang="en-US"/>
          <a:t>IC603꺼 잘못 가져온 것 같습니다.</a:t>
        </a:r>
      </a:p>
    </p188:txBody>
  </p188:cm>
</p188:cmLst>
</file>

<file path=ppt/comments/modernComment_525_869E7E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4AA6A5-2817-458A-ADDD-CDB6EE649763}" authorId="{B606345A-1B02-C35A-D0E5-DF8A67A6C758}" created="2026-09-15T08:53:06.68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258534085" sldId="1317"/>
      <ac:spMk id="3" creationId="{52A64E01-B253-F31F-FD34-C7D07C13ED29}"/>
      <ac:txMk cp="0" len="18">
        <ac:context len="19" hash="1091612370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comments/modernComment_546_333F00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B7F73E-972C-423C-9DEF-14FE5E630E81}" authorId="{B606345A-1B02-C35A-D0E5-DF8A67A6C758}" created="2026-09-17T07:19:28.68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859767019" sldId="1350"/>
      <ac:graphicFrameMk id="5" creationId="{A77BC027-3C5D-214B-F98B-1068DA717920}"/>
    </ac:deMkLst>
    <p188:txBody>
      <a:bodyPr/>
      <a:lstStyle/>
      <a:p>
        <a:r>
          <a:rPr lang="ko-KR" altLang="en-US"/>
          <a:t>Fault Configuration을 set에서 제거했지만 제가 생각했을 때 이미 필요한 항목들이 default로 1이여서 아날로그 test 본문에서는 추가하지 못했습니다. </a:t>
        </a:r>
      </a:p>
    </p188:txBody>
  </p188:cm>
</p188:cmLst>
</file>

<file path=ppt/comments/modernComment_549_E782F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6C4030-04BC-42D8-BA26-7E9D5A492C50}" authorId="{B606345A-1B02-C35A-D0E5-DF8A67A6C758}" created="2026-09-07T01:41:15.77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884121493" sldId="1353"/>
      <ac:spMk id="3" creationId="{A27065EE-2EBE-7033-680B-50BF10966EF1}"/>
      <ac:txMk cp="0" len="5">
        <ac:context len="6" hash="2786503909"/>
      </ac:txMk>
    </ac:txMkLst>
    <p188:pos x="908947" y="203438"/>
    <p188:txBody>
      <a:bodyPr/>
      <a:lstStyle/>
      <a:p>
        <a:r>
          <a:rPr lang="ko-KR" altLang="en-US"/>
          <a:t>DGTL팀에게 문의</a:t>
        </a:r>
      </a:p>
    </p188:txBody>
  </p188:cm>
</p188:cmLst>
</file>

<file path=ppt/comments/modernComment_584_1EA5D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778825-4F45-4AFD-BB6E-99E93CA3042E}" authorId="{B606345A-1B02-C35A-D0E5-DF8A67A6C758}" created="2026-09-15T08:53:17.99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14184661" sldId="1412"/>
      <ac:spMk id="3" creationId="{C1CA067D-52A3-6CBF-FD0E-BFB70B45E41C}"/>
      <ac:txMk cp="0" len="18">
        <ac:context len="19" hash="1091613459"/>
      </ac:txMk>
    </ac:txMkLst>
    <p188:pos x="2533277" y="199084"/>
    <p188:txBody>
      <a:bodyPr/>
      <a:lstStyle/>
      <a:p>
        <a:r>
          <a:rPr lang="ko-KR" altLang="en-US"/>
          <a:t>확인 필요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F0EB2-252D-42CC-AD4A-287C8E9DFF3B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06945-9310-4159-BB5D-98671A4EF3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9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911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E5AE-A079-256F-F1CA-E8B9D489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0C9E47-D514-FA6D-886F-279F1C835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9463DA-A19B-ECEF-1587-BF9C1230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730E9D-DD8F-FC56-CBC2-F1EBED879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708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FF3C8-5E23-D0D5-30D1-585BFFE6A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3834B2-80C6-1E1F-24F0-7505EBFD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DC4E4F-82B2-3517-FA55-AA11854EC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6757D-0F70-D0EF-587D-7C6E5D994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448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3E53-D3EB-4C87-FCCA-DE66F17A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DB657E-3205-DC5B-27CC-EF25AB90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8F2926-3E61-A2C1-6D38-2A868872E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1C19F1-AA48-B2B9-70C6-49911A812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560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030EB-386C-6A50-0F7F-FB9AD368E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3FD881-9390-011B-8FBB-92439E0C0B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1CDBFE-336E-3E96-DFED-77594417B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B86E3-CA8B-D8BD-0D96-44B956292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719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8B57D-069C-8DDD-CC30-9ED0574DB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9E6681-0FFD-2F04-9F3E-4DB96FC7D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7FA397-70EA-D5D1-241D-8C20D4342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F5841-A9A6-B97E-B2C2-29F31FED1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217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5649-4CAD-F980-BD02-8DC4DFB5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1286F-D740-9832-0251-2A647326B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37E2C8-623E-2142-C0D0-146E86BC4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6ABAC-324D-126D-769C-37EF4E4BE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62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30328-3F01-3C6D-81D9-8CB33B699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2BA1B-76A9-A4B2-1FF4-B46C8D63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899701-8536-4A9D-8F12-9B1558D89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4A6D0B-364B-5C60-8474-2C07BF39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9768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25C05-EBDF-F716-C1DB-555E1CA67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55D4-F055-2FCD-944A-F9D9BAFF2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79C98C-BC4C-DC5B-44A5-41C17F037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858675-EF77-5C12-B3B6-FA62A0E7B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2587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CE7C-1227-03AA-490F-11AF0E3F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E7CBB4-5B46-5B1A-EA52-B93DA6E4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DBE9EA-0864-8F62-D4F0-D14BA223E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9E025-D4C0-859C-99E9-A6167AE24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872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032DB-56AC-C1D9-EB5E-06BA6679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21CFE7-1085-80EE-3BE2-835C0938A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C1C6B5-00F7-8E8A-1E06-7218A3E1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98D87-A19E-360E-41AB-EAD5A6C0AA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46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84075-E770-F60F-849F-2B9802B44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B090B0-7F5B-D085-68AB-C5384ADB9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C7DA8B-DECA-1313-3E8F-5E55A98BE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CE9179-F966-54A1-A077-8DB0BD54A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28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F910-C5FB-B626-A33B-FCDB06679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4D4662-765A-ACBB-6F43-C18E2D02D6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DA4F54-7D6A-E7AD-B96D-EE9CBE2B3F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D4BB9D-6896-AAA6-A7E7-F6169E2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43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8669A-B2A4-3585-D329-5609B819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70427B-766C-018D-5669-2E42ADCBF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05AEAD-93BC-AA41-079F-2A45CD02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FC87CE-F2C8-7366-D39D-D7EDD352E8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450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716-78DB-3473-7745-96274BC1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28B964-027C-3DDC-276F-AB6ACE633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687FD3-65CF-10F4-FDEE-2136E352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0E0701-073B-8780-555C-DF25D82D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862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EFF9-8C30-13C6-B086-F7B8D8BB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C05201-E304-0C3E-D080-16E785D8A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7F33D0-8795-49F6-04AF-B6409717F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1D418C-17C1-3C1C-7716-002C2CD37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379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2D793-7A1C-EC4D-6D72-8F8A59740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71D17D-A2D3-5D39-6596-BE639FD5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C91F1A-DADC-A815-75E1-AFAEB5A7B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9B1E2-EAAF-4DD3-9F36-47E183831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657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2E30-DF41-6753-1988-7E191810F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9EAFF-C696-A535-87EF-EF63B0BF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60457-4994-F6E2-65FE-9EC97341E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4C52-6786-3CA0-02D9-CC8D4DB55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1781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2085-7BDF-57C0-C8D9-7206037F9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E7DAB9-4684-8571-2A03-561438B4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72739-8196-BF3E-06BA-E88170EA3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EA9CC6-3A50-976D-44B8-150EFC815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07104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56F7-205F-30BB-6BB2-CDE46068C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7D670B-BE3E-36AD-7E4D-8F757F78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DEC74A-E697-1B92-D035-D5FA420B7E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DC8581-8DB8-3399-B3A5-0E30F7B5E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346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FEF4-6976-9424-E0FB-969735240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C1C1FA-351A-DCD7-248A-B504C6D32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1FFBA-0A7F-B1B1-0583-F69B148E4A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5E206D-01B9-1FD8-864E-7315BA18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282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EFF75-8F3C-CAAD-8AF6-7BE91CDB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BCFE0-E2E0-9F57-E1CF-7F00AE063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0E869A-4C4B-A7FB-B194-5012C0394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4F76E2-2AC4-1E59-10AD-F00487555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697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51C64-093C-6D94-9E77-A8C5333E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8FA857-BD21-5293-67F9-68F45506A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EAAEE1-A7CC-0B88-8B15-3B63DD558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D4E806-B114-EB53-D641-717F52A4B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914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5BE5-CAFE-7D0A-4392-08223CDA9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76FB5C-B208-FA58-60B2-7003F82AA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2D969A-EB2F-3846-EEF4-0AEA8FB3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B324E-6189-F283-773D-1351744D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2248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0700-6875-0AEA-55DD-886FE505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E3DAFE-6493-AC27-D6EF-6E04FE01C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318FC8-ADEF-EF6C-AF8C-2850BE40E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25CF8-E0E1-2C25-4EAD-2B36653B6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479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722A-07E8-6E83-DB35-488C94E98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B068C6-29DE-CB7E-7F75-2374015C8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62F680-50CD-A1A3-429F-FCE9CB339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7C005-D051-F0A3-928F-18FE7D43C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0272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F8E-8743-8933-6B6B-862FC9BA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FC2FF-357A-0EC8-C0DB-9208701F6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12253E-185E-28F9-BD87-BA1F6A23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DF8E1C-FEDB-69C9-E51E-61596B8A8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00710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FE89-0937-9E81-8A77-DA8D062F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57DEB7-C1E2-5489-2543-D56D28F91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CD7942-9E50-C915-9B69-5F039F1E9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14DD39-E9A5-2BED-1B49-FA5B96E6A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5041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86FF8-0498-6932-7C1C-3FE82B17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3501CC-86ED-1F29-91F0-C79677CC5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B62308-E9EB-6000-B0CB-DF4536FFD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6B1E5-143A-877B-20BD-1D7EC411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832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26D40-DBD0-17C1-9BF8-ECC153E7F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E1736E-C571-9107-8B27-C6115638D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C9E8D7-2FFA-304D-E42B-4F5041D06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0DE3F4-AFD4-274D-F92D-297F0525BD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061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7A0F-06EC-2E00-8579-F2A8773DD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4CBF49-119C-ACEA-C975-0540A38D16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A94BF0-A282-EBDE-CFA5-B7DB99C82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595905-C846-B73D-4C4C-DD28258E6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4763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58B2-5C87-AD16-DA1C-0ED21488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717B1E-8613-1887-FFA9-8E44A4D7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C7A6CF-B74A-3D36-27F6-6ABADB12F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3E1A1C-0851-3AAB-847F-78C6D51AC4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517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E9FF7-A2D5-B1FD-26B3-44511BEE2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EEBFCF-DBED-D656-442F-8846241300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B88D63-277B-198D-B6A1-EAC47E1CB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29B77-960E-F679-8985-7DBBB0E81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9859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276F1-0A1F-2FC1-C7E7-6C7329EE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ADCA54-5D1C-4FCA-1C59-82B6FFABB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235F2C-FAD7-84B2-FA28-193FB0B742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FE9B6-9A53-D847-B08D-B5B7BA866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4434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052D-2A57-9327-81DB-1A7E7E7B0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D1F765-5E89-0541-CBD7-49B8632FA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85463D-7F8F-897A-32D3-CE125539F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829D2-3244-18D5-82E6-5F639835C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587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B4EB-9B3E-0B16-9770-91601809C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828476-05FC-8AA8-F3B2-B020C8F87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3F1351-7DB1-DC9E-A7AE-6C82B0BA5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54AD-7AA5-F53F-E67B-F9029130D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25568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FE4B-AD6E-5F37-7492-BB6A801B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8A8A7A-A9AB-B97D-B7AC-534833FB0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2B4885-834E-9152-8259-13A088BB6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02381-81FA-083D-D24D-D906BAF06E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833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407A-2E86-AAD3-9DE9-B575E68F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3B2F1-96E2-D8AE-D99C-0F915A737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D38967-2D5D-57DF-48C5-491725227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A77E0-1B2B-67E5-5ECC-95DD420A8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7861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2244F-D86D-2F76-A3BC-64E392D4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81E64F-7DD5-0E40-F39E-FA83FABCE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B2A02C-EFEC-BC49-DA94-DEAAECF11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7AC21B-7FC0-D82C-899B-D2214F77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713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9784-1E55-29D5-2342-CA744EF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637659-1DDA-CF42-424C-86BEE51770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320C00-9B7F-A5D7-B94F-1550272FA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7317D2-F494-0F15-8EBE-730E92CBF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746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5637-3B69-AB7B-7967-4168D047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944EC-25D2-11C6-4942-974A900C5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7B162B-2D06-9711-4CE4-D29834D7D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9E2AB8-9972-4874-E162-B96C82303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475206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18A-227C-C81D-36C6-A5A64BA44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480B77-E473-65F7-7AF6-AB17A0E8B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12DD7F-57AA-BC79-5866-171FBE89A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777F-90EE-6056-48E4-574B02F1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395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9EE0F-A5F8-042E-D22A-88AB77F29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B2D0E0-5F43-E9E7-D9AA-8FD3B17BE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E517-DB14-6DE6-A5AC-1A54A8D55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0F81E-1F14-566D-F2F7-1CF52CD6A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5116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E1D06-F8C5-7764-0ED7-9003A8B2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0315A-8119-95C5-1C07-76B2F547C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D27227-6FAA-0208-7EEA-9E29247FD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BECB32-EC3B-BFF1-A9B6-34FFAD79A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42155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222A-8BFE-A3A4-E2FC-315C428B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61544C-6802-058F-C26E-B57A9BD1B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3BDD6F-BD5B-9AEA-104A-66E15015B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70B03-81B8-DE0F-EA5C-AE4693E81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1818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56A-CB79-C674-8D9A-82E8F124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9E3AD9-B99F-7499-7705-76C21D715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BC8CDD-FE85-AE3E-3338-C4A167347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EFE63-9CB0-69C5-E00B-44D60D7D9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2862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66B4-694E-462F-20F8-2B43878EA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42CED-2A00-4730-351C-5FC140A9F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04A63E-072B-8740-6B9A-9B7EA8F20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2AB958-AD03-476F-930F-1B2417023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28259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7DF0E-B599-BE6C-5143-052229E46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2D81A3-CC14-4F28-770A-B8FEDACD1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27FC1-4057-E8DF-1B0B-F98B8AE3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2CBE77-9802-ABD2-0301-F2AA4B29BD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0742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67DEF-1303-C655-74FE-8ECC1509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2DCD3-DE36-2D55-8FA9-A0413F433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ED0D44-B54C-7E2C-8869-623761538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D10FBF-D70E-6D22-EC9E-17DD386C1D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06945-9310-4159-BB5D-98671A4EF36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07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텍스트 개체 틀 56"/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Title / </a:t>
            </a:r>
            <a:r>
              <a:rPr lang="ko-KR" altLang="en-US" dirty="0" err="1"/>
              <a:t>현대하모니</a:t>
            </a:r>
            <a:r>
              <a:rPr lang="en-US" altLang="ko-KR" dirty="0"/>
              <a:t>M 14</a:t>
            </a:r>
            <a:endParaRPr lang="ko-KR" altLang="en-US" dirty="0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  <p:sp>
        <p:nvSpPr>
          <p:cNvPr id="6" name="텍스트 개체 틀 56">
            <a:extLst>
              <a:ext uri="{FF2B5EF4-FFF2-40B4-BE49-F238E27FC236}">
                <a16:creationId xmlns:a16="http://schemas.microsoft.com/office/drawing/2014/main" id="{3123BCAE-D098-0D97-AE23-CFEE9C2E17D8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7" name="텍스트 개체 틀 56">
            <a:extLst>
              <a:ext uri="{FF2B5EF4-FFF2-40B4-BE49-F238E27FC236}">
                <a16:creationId xmlns:a16="http://schemas.microsoft.com/office/drawing/2014/main" id="{C0EAF458-9E58-17E6-AEE3-C7A5441C6830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텍스트 개체 틀 56">
            <a:extLst>
              <a:ext uri="{FF2B5EF4-FFF2-40B4-BE49-F238E27FC236}">
                <a16:creationId xmlns:a16="http://schemas.microsoft.com/office/drawing/2014/main" id="{81E37C97-0809-26AD-925F-6D8F56DB49E9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1" name="텍스트 개체 틀 56">
            <a:extLst>
              <a:ext uri="{FF2B5EF4-FFF2-40B4-BE49-F238E27FC236}">
                <a16:creationId xmlns:a16="http://schemas.microsoft.com/office/drawing/2014/main" id="{672E67BD-EDCF-E8F2-5E4C-D969BAC7E7CE}"/>
              </a:ext>
            </a:extLst>
          </p:cNvPr>
          <p:cNvSpPr txBox="1">
            <a:spLocks/>
          </p:cNvSpPr>
          <p:nvPr/>
        </p:nvSpPr>
        <p:spPr>
          <a:xfrm>
            <a:off x="8625408" y="179015"/>
            <a:ext cx="864000" cy="287338"/>
          </a:xfrm>
          <a:prstGeom prst="rect">
            <a:avLst/>
          </a:prstGeom>
          <a:solidFill>
            <a:srgbClr val="FFFFFF">
              <a:alpha val="50196"/>
            </a:srgb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83969" tIns="41985" rIns="83969" bIns="41985" anchor="ctr"/>
          <a:lstStyle>
            <a:lvl1pPr marL="0" indent="0" algn="ctr" rtl="0" eaLnBrk="0" fontAlgn="base" latinLnBrk="1" hangingPunct="0">
              <a:spcBef>
                <a:spcPct val="20000"/>
              </a:spcBef>
              <a:spcAft>
                <a:spcPct val="0"/>
              </a:spcAft>
              <a:buNone/>
              <a:defRPr kumimoji="1" lang="ko-KR" altLang="en-US" sz="1100" kern="1200" dirty="0" smtClean="0">
                <a:solidFill>
                  <a:srgbClr val="FF0000"/>
                </a:solidFill>
                <a:latin typeface="현대하모니 M" pitchFamily="18" charset="-127"/>
                <a:ea typeface="현대하모니 M" pitchFamily="18" charset="-127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30188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838200" eaLnBrk="1" hangingPunct="1">
              <a:spcBef>
                <a:spcPct val="0"/>
              </a:spcBef>
            </a:pPr>
            <a:r>
              <a:rPr lang="ko-KR" altLang="en-US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gradFill>
                  <a:gsLst>
                    <a:gs pos="0">
                      <a:srgbClr val="FF0000"/>
                    </a:gs>
                    <a:gs pos="100000">
                      <a:srgbClr val="FF0000"/>
                    </a:gs>
                  </a:gsLst>
                  <a:lin ang="5400000" scaled="1"/>
                </a:gradFill>
              </a:rPr>
              <a:t>대외비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5 -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54568-ED3F-B612-41D6-A1684EB9586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361250" y="6703060"/>
            <a:ext cx="7237412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이태헌( LEE TAE HEON )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전원구동반도체팀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1634503@mobis.com / 본 문서는 현대모비스의 대외비 </a:t>
            </a:r>
            <a:r>
              <a:rPr lang="ko-KR" altLang="en-US" sz="600" dirty="0" err="1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정보자산이므로</a:t>
            </a:r>
            <a:r>
              <a:rPr lang="ko-KR" altLang="en-US" sz="600" dirty="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무단 전재 및 복제할 수 없으며, 위반 시 당사 사규 및 관련 법규에 의해 제재될 수 있습니다.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FE434-5D69-0C0A-39F8-7140B492533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1" fontAlgn="base" latinLnBrk="1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6_333F00E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25_869E7EC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84_1EA5D5D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49_E782FD9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C_CD8B407C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49B1A18-A0D9-99B5-517D-0BA6F1AA1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618315"/>
            <a:ext cx="1433758" cy="283079"/>
          </a:xfrm>
        </p:spPr>
        <p:txBody>
          <a:bodyPr lIns="91440" tIns="45720" rIns="91440" bIns="45720" anchor="t">
            <a:noAutofit/>
          </a:bodyPr>
          <a:lstStyle/>
          <a:p>
            <a:r>
              <a:rPr lang="en-US" altLang="ko-KR" dirty="0">
                <a:ea typeface="현대하모니 M"/>
              </a:rPr>
              <a:t>2026.09.18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7E616F8-59ED-9132-4BC9-A8E4745C68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0" y="1386109"/>
            <a:ext cx="8719291" cy="523220"/>
          </a:xfrm>
        </p:spPr>
        <p:txBody>
          <a:bodyPr/>
          <a:lstStyle/>
          <a:p>
            <a:r>
              <a:rPr lang="en-US" altLang="ko-KR" dirty="0"/>
              <a:t>ID601 TEST Plan </a:t>
            </a:r>
            <a:r>
              <a:rPr lang="ko-KR" altLang="en-US" dirty="0"/>
              <a:t>통합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7D978C2-EEA2-7E88-9D05-479E9A5C52E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512" y="1916832"/>
            <a:ext cx="5766716" cy="461665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7339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345E8-BFF0-F826-91A1-AA5A42B4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D8BF1-E39B-9321-1CB7-E3EC82459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Test Definition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77BC027-3C5D-214B-F98B-1068DA7179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9126874"/>
              </p:ext>
            </p:extLst>
          </p:nvPr>
        </p:nvGraphicFramePr>
        <p:xfrm>
          <a:off x="279773" y="1057435"/>
          <a:ext cx="9237607" cy="1706880"/>
        </p:xfrm>
        <a:graphic>
          <a:graphicData uri="http://schemas.openxmlformats.org/drawingml/2006/table">
            <a:tbl>
              <a:tblPr/>
              <a:tblGrid>
                <a:gridCol w="156862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835900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1276862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835690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278414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  <a:gridCol w="803215">
                  <a:extLst>
                    <a:ext uri="{9D8B030D-6E8A-4147-A177-3AD203B41FA5}">
                      <a16:colId xmlns:a16="http://schemas.microsoft.com/office/drawing/2014/main" val="3292040880"/>
                    </a:ext>
                  </a:extLst>
                </a:gridCol>
              </a:tblGrid>
              <a:tr h="232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Set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Applicable Test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Register Configuration ( REG_NAME( ADDR ) = DATA )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REG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ADDR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DATA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584957"/>
                  </a:ext>
                </a:extLst>
              </a:tr>
              <a:tr h="237744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Analog Test 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ko-KR" sz="9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en-US" altLang="ko-KR" sz="900" dirty="0">
                          <a:ea typeface="현대하모니 L" panose="02020603020101020101"/>
                        </a:rPr>
                        <a:t>ming, Fault, </a:t>
                      </a:r>
                      <a:r>
                        <a:rPr lang="ko-KR" altLang="ko-KR" sz="900" dirty="0" err="1">
                          <a:ea typeface="현대하모니 L" panose="02020603020101020101"/>
                        </a:rPr>
                        <a:t>Verify</a:t>
                      </a:r>
                      <a:endParaRPr lang="es-E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FAULT_CT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RL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0F</a:t>
                      </a:r>
                      <a:r>
                        <a:rPr 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FLLCNT1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0xDCD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531819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_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64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429673"/>
                  </a:ext>
                </a:extLst>
              </a:tr>
              <a:tr h="23774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 Test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FLL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RESET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CHOP_EN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77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OSC_FLL_MAN2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29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8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OP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_</a:t>
                      </a: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MODE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0x3F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0x8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74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E423A25-68FE-356C-A9D1-EABD2EB71FC8}"/>
              </a:ext>
            </a:extLst>
          </p:cNvPr>
          <p:cNvSpPr txBox="1"/>
          <p:nvPr/>
        </p:nvSpPr>
        <p:spPr>
          <a:xfrm>
            <a:off x="4717276" y="3282806"/>
            <a:ext cx="36260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468C73-29D6-5387-9A90-F0A0AA5DAB72}"/>
              </a:ext>
            </a:extLst>
          </p:cNvPr>
          <p:cNvSpPr txBox="1"/>
          <p:nvPr/>
        </p:nvSpPr>
        <p:spPr>
          <a:xfrm>
            <a:off x="279773" y="733297"/>
            <a:ext cx="18837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Register Set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0522-043F-3404-32E1-060D2A620CF6}"/>
              </a:ext>
            </a:extLst>
          </p:cNvPr>
          <p:cNvSpPr txBox="1"/>
          <p:nvPr/>
        </p:nvSpPr>
        <p:spPr>
          <a:xfrm>
            <a:off x="279772" y="3409662"/>
            <a:ext cx="17420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Group Definition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6DC06829-9C83-9A79-215B-98CAB7729C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985315"/>
              </p:ext>
            </p:extLst>
          </p:nvPr>
        </p:nvGraphicFramePr>
        <p:xfrm>
          <a:off x="279772" y="3738085"/>
          <a:ext cx="9237608" cy="1927040"/>
        </p:xfrm>
        <a:graphic>
          <a:graphicData uri="http://schemas.openxmlformats.org/drawingml/2006/table">
            <a:tbl>
              <a:tblPr/>
              <a:tblGrid>
                <a:gridCol w="3409578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092992961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707561463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1200168060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2439690604"/>
                    </a:ext>
                  </a:extLst>
                </a:gridCol>
                <a:gridCol w="1165606">
                  <a:extLst>
                    <a:ext uri="{9D8B030D-6E8A-4147-A177-3AD203B41FA5}">
                      <a16:colId xmlns:a16="http://schemas.microsoft.com/office/drawing/2014/main" val="3038288194"/>
                    </a:ext>
                  </a:extLst>
                </a:gridCol>
              </a:tblGrid>
              <a:tr h="46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Group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</a:rPr>
                        <a:t>PIN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SIGPINS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TEST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DDIO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SVI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SVO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IOUTPINS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IOUT_CH 1~12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2136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VSSPINS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VSS1~5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9370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VDDPINS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VDD1~2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현대하모니 L" panose="02020603020101020101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17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670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DE5-298C-FB9C-9260-707472AC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2644F7-B7D8-01CB-0BE6-F1B206CFDE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Pin Description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61225B-B4C9-621A-3229-DDA937876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367207"/>
              </p:ext>
            </p:extLst>
          </p:nvPr>
        </p:nvGraphicFramePr>
        <p:xfrm>
          <a:off x="279772" y="1069970"/>
          <a:ext cx="9222370" cy="4375795"/>
        </p:xfrm>
        <a:graphic>
          <a:graphicData uri="http://schemas.openxmlformats.org/drawingml/2006/table">
            <a:tbl>
              <a:tblPr firstRow="1" firstCol="1" bandRow="1"/>
              <a:tblGrid>
                <a:gridCol w="342470">
                  <a:extLst>
                    <a:ext uri="{9D8B030D-6E8A-4147-A177-3AD203B41FA5}">
                      <a16:colId xmlns:a16="http://schemas.microsoft.com/office/drawing/2014/main" val="4254790087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2607011772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069971003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771166131"/>
                    </a:ext>
                  </a:extLst>
                </a:gridCol>
                <a:gridCol w="342470">
                  <a:extLst>
                    <a:ext uri="{9D8B030D-6E8A-4147-A177-3AD203B41FA5}">
                      <a16:colId xmlns:a16="http://schemas.microsoft.com/office/drawing/2014/main" val="2433036073"/>
                    </a:ext>
                  </a:extLst>
                </a:gridCol>
                <a:gridCol w="517943">
                  <a:extLst>
                    <a:ext uri="{9D8B030D-6E8A-4147-A177-3AD203B41FA5}">
                      <a16:colId xmlns:a16="http://schemas.microsoft.com/office/drawing/2014/main" val="934984497"/>
                    </a:ext>
                  </a:extLst>
                </a:gridCol>
                <a:gridCol w="388458">
                  <a:extLst>
                    <a:ext uri="{9D8B030D-6E8A-4147-A177-3AD203B41FA5}">
                      <a16:colId xmlns:a16="http://schemas.microsoft.com/office/drawing/2014/main" val="2167482666"/>
                    </a:ext>
                  </a:extLst>
                </a:gridCol>
                <a:gridCol w="3362314">
                  <a:extLst>
                    <a:ext uri="{9D8B030D-6E8A-4147-A177-3AD203B41FA5}">
                      <a16:colId xmlns:a16="http://schemas.microsoft.com/office/drawing/2014/main" val="157715903"/>
                    </a:ext>
                  </a:extLst>
                </a:gridCol>
              </a:tblGrid>
              <a:tr h="3759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Pin Name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현대하모니 L" panose="02020603020101020101"/>
                          <a:cs typeface="+mn-cs"/>
                        </a:rPr>
                        <a:t>Description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36399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Output.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55554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Daisied 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635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8319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3669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DIO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I/O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Data In/Out. Internal PD, 48KΩ.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VSS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Ground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051731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I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External sync. Input. External 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 (+</a:t>
                      </a:r>
                      <a:r>
                        <a:rPr lang="en-US" sz="9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vsync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).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VDD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-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Supply voltage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5819706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O6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6.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304548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O5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5.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9215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10.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4.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69478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10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O9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9.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3.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026827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O8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8.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23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2.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85782"/>
                  </a:ext>
                </a:extLst>
              </a:tr>
              <a:tr h="3333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12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O7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7.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24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O1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O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  <a:cs typeface="+mn-cs"/>
                        </a:rPr>
                        <a:t>Current Sink 1. If unused, connect to GND.</a:t>
                      </a:r>
                    </a:p>
                  </a:txBody>
                  <a:tcPr marL="41194" marR="4119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5434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1D1F7A-5BF8-01A9-D178-2D026B82CF92}"/>
              </a:ext>
            </a:extLst>
          </p:cNvPr>
          <p:cNvSpPr txBox="1"/>
          <p:nvPr/>
        </p:nvSpPr>
        <p:spPr>
          <a:xfrm>
            <a:off x="279773" y="733297"/>
            <a:ext cx="133241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Pin Description</a:t>
            </a:r>
          </a:p>
        </p:txBody>
      </p:sp>
    </p:spTree>
    <p:extLst>
      <p:ext uri="{BB962C8B-B14F-4D97-AF65-F5344CB8AC3E}">
        <p14:creationId xmlns:p14="http://schemas.microsoft.com/office/powerpoint/2010/main" val="232386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CCD7-2F28-8F4B-938F-E9981C07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A52A0F-4050-37BB-DCAE-5A8F0A1DB9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A4F3D7-EF1E-0C27-7D56-6B99AE424F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6557247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1583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OS_VSS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VSSPINS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39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OS_VSS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-0.2 / 0 / 0.25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12BF119-F3F3-23BC-AC03-8DD830E99C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5268956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5414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SIGPINS, IOUTPINS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OSN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-0.9 / -0.6 / -0.3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ECD2F-CE82-50A9-AB14-870892C2EF1D}"/>
              </a:ext>
            </a:extLst>
          </p:cNvPr>
          <p:cNvSpPr txBox="1"/>
          <p:nvPr/>
        </p:nvSpPr>
        <p:spPr>
          <a:xfrm>
            <a:off x="279773" y="669797"/>
            <a:ext cx="7561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26B5B-BFBC-013C-8829-191289D9C829}"/>
              </a:ext>
            </a:extLst>
          </p:cNvPr>
          <p:cNvSpPr txBox="1"/>
          <p:nvPr/>
        </p:nvSpPr>
        <p:spPr>
          <a:xfrm>
            <a:off x="279772" y="3431920"/>
            <a:ext cx="5309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OSN</a:t>
            </a:r>
          </a:p>
        </p:txBody>
      </p:sp>
    </p:spTree>
    <p:extLst>
      <p:ext uri="{BB962C8B-B14F-4D97-AF65-F5344CB8AC3E}">
        <p14:creationId xmlns:p14="http://schemas.microsoft.com/office/powerpoint/2010/main" val="175982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6C77-E699-69C3-8A12-45582C4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C2D07E-49E5-253A-D3A5-F77EE4DBC3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Open/Short Test (2)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FB30D23-B4F2-1F0E-8431-60CEB7CF5D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5478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9288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100uA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Source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OSP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OSP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0.3 / 0.6 / 0.9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D9AA625-0B10-6364-4A22-354C2B6E39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952116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09378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except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under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-100uA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OS_VDD : Measure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VDDPINS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voltage.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OS_VDD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-0.8 / -0.5 / -0.2 V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39E2B8-67C9-D9CC-A465-5B8FC3C97FCF}"/>
              </a:ext>
            </a:extLst>
          </p:cNvPr>
          <p:cNvSpPr txBox="1"/>
          <p:nvPr/>
        </p:nvSpPr>
        <p:spPr>
          <a:xfrm>
            <a:off x="279773" y="669797"/>
            <a:ext cx="49725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9E12A-6F78-4A59-F08F-5E20C1B5B27B}"/>
              </a:ext>
            </a:extLst>
          </p:cNvPr>
          <p:cNvSpPr txBox="1"/>
          <p:nvPr/>
        </p:nvSpPr>
        <p:spPr>
          <a:xfrm>
            <a:off x="279772" y="3431920"/>
            <a:ext cx="81945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OS_VDD</a:t>
            </a:r>
          </a:p>
        </p:txBody>
      </p:sp>
    </p:spTree>
    <p:extLst>
      <p:ext uri="{BB962C8B-B14F-4D97-AF65-F5344CB8AC3E}">
        <p14:creationId xmlns:p14="http://schemas.microsoft.com/office/powerpoint/2010/main" val="11947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E5A7E-06D0-D9C1-CD79-C75251F3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BF4484-366B-A6B1-5530-3C91DBB9AC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49A1E-7E24-871B-4A99-F9F32BEEA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23708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019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E212786-6F23-2693-8ED2-E8AEF095F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1009956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08097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under test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3.6V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/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input pins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under test 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II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(TEST)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-500 / 0 / 500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IIH1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DIO, DDIO,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SVI,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150 / 180 / 210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85B012-36A2-CE55-7D08-01E9F9F8658F}"/>
              </a:ext>
            </a:extLst>
          </p:cNvPr>
          <p:cNvSpPr txBox="1"/>
          <p:nvPr/>
        </p:nvSpPr>
        <p:spPr>
          <a:xfrm>
            <a:off x="279773" y="669797"/>
            <a:ext cx="44595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D3548-059D-7CF0-8538-CE95BFD424E8}"/>
              </a:ext>
            </a:extLst>
          </p:cNvPr>
          <p:cNvSpPr txBox="1"/>
          <p:nvPr/>
        </p:nvSpPr>
        <p:spPr>
          <a:xfrm>
            <a:off x="279772" y="3431920"/>
            <a:ext cx="48603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IIH1</a:t>
            </a:r>
          </a:p>
        </p:txBody>
      </p:sp>
    </p:spTree>
    <p:extLst>
      <p:ext uri="{BB962C8B-B14F-4D97-AF65-F5344CB8AC3E}">
        <p14:creationId xmlns:p14="http://schemas.microsoft.com/office/powerpoint/2010/main" val="4227139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401C-CF65-CF97-A1FA-62EEC0AE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15AC5B-CD56-6410-8FE9-45C0CA21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Leakage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E2B4DAF-2CF0-0687-8B3D-137801D6D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46660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17471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IOZL1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1085CC3-9CED-F27C-414A-1AA9CF5799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11565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2675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3.6V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IOUTPINS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parallel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IOZH1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-2 / 0 / 10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nA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643A8B-50CE-2BB5-1A61-4D6212E0D1EF}"/>
              </a:ext>
            </a:extLst>
          </p:cNvPr>
          <p:cNvSpPr txBox="1"/>
          <p:nvPr/>
        </p:nvSpPr>
        <p:spPr>
          <a:xfrm>
            <a:off x="279773" y="669797"/>
            <a:ext cx="6227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IOZL1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436F7-5F72-24B1-559E-A35D720819CC}"/>
              </a:ext>
            </a:extLst>
          </p:cNvPr>
          <p:cNvSpPr txBox="1"/>
          <p:nvPr/>
        </p:nvSpPr>
        <p:spPr>
          <a:xfrm>
            <a:off x="279772" y="3431920"/>
            <a:ext cx="6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IOZH1</a:t>
            </a:r>
          </a:p>
        </p:txBody>
      </p:sp>
    </p:spTree>
    <p:extLst>
      <p:ext uri="{BB962C8B-B14F-4D97-AF65-F5344CB8AC3E}">
        <p14:creationId xmlns:p14="http://schemas.microsoft.com/office/powerpoint/2010/main" val="3585320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0C28-2396-AB17-230C-5AB710A2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0B03D7-B045-7643-A0AE-FD0CA42820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IDD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CE0365-6CF9-C9A4-A35C-10E458B974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168756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41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Pin setting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0V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other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signal pins =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IDDS1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IDDS1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1439184-58BB-8AA9-8C68-7731A61B7A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5152222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9867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 startAt="3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IDDD1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IDDD1 MIN / TYP / MAX =  /  /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96450A-ED58-1B1E-CD57-D50D7213E9F3}"/>
              </a:ext>
            </a:extLst>
          </p:cNvPr>
          <p:cNvSpPr txBox="1"/>
          <p:nvPr/>
        </p:nvSpPr>
        <p:spPr>
          <a:xfrm>
            <a:off x="279773" y="669797"/>
            <a:ext cx="65114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9631-5F32-23BD-9E1F-20CBEF8C9966}"/>
              </a:ext>
            </a:extLst>
          </p:cNvPr>
          <p:cNvSpPr txBox="1"/>
          <p:nvPr/>
        </p:nvSpPr>
        <p:spPr>
          <a:xfrm>
            <a:off x="279772" y="3431920"/>
            <a:ext cx="6815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IDDD1</a:t>
            </a:r>
          </a:p>
        </p:txBody>
      </p:sp>
    </p:spTree>
    <p:extLst>
      <p:ext uri="{BB962C8B-B14F-4D97-AF65-F5344CB8AC3E}">
        <p14:creationId xmlns:p14="http://schemas.microsoft.com/office/powerpoint/2010/main" val="62850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0B2D-1209-2F94-7CA1-8378516E9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47352A-CE70-563E-5649-7DB6EEFEC7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IDDQ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5FEED6-CD48-9C34-DE42-0E180FA340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775949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52595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All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other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signal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Tx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IDDQ_A1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CEC1532-8FC2-F51F-0BAE-4473424099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14282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92398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3.6V,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ko-KR" altLang="ko-KR" sz="800" dirty="0"/>
                        <a:t>SCAN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en-US" altLang="ko-KR" sz="800" dirty="0"/>
                        <a:t> condition</a:t>
                      </a:r>
                      <a:r>
                        <a:rPr lang="ko-KR" altLang="ko-KR" sz="800" dirty="0"/>
                        <a:t> : VDD1P5 = </a:t>
                      </a:r>
                      <a:r>
                        <a:rPr lang="ko-KR" altLang="ko-KR" sz="800" b="1" dirty="0"/>
                        <a:t>1.5V</a:t>
                      </a:r>
                      <a:r>
                        <a:rPr lang="ko-KR" altLang="ko-KR" sz="800" dirty="0"/>
                        <a:t> / STEST = </a:t>
                      </a:r>
                      <a:r>
                        <a:rPr lang="ko-KR" altLang="ko-KR" sz="800" b="1" dirty="0"/>
                        <a:t>VDD</a:t>
                      </a:r>
                      <a:r>
                        <a:rPr lang="ko-KR" altLang="ko-KR" sz="800" dirty="0"/>
                        <a:t> / SRSTN = </a:t>
                      </a:r>
                      <a:r>
                        <a:rPr lang="ko-KR" altLang="ko-KR" sz="800" b="1" dirty="0"/>
                        <a:t>0V → VDD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SIGPINS ( except DIO 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through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DIO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Dynamic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condition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looping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VDD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1P5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10~100ms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IDDQ_D1 MIN / TYP / MAX =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 / 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CE0EB0-5FF8-94DE-268E-55445FF77334}"/>
              </a:ext>
            </a:extLst>
          </p:cNvPr>
          <p:cNvSpPr txBox="1"/>
          <p:nvPr/>
        </p:nvSpPr>
        <p:spPr>
          <a:xfrm>
            <a:off x="279773" y="669797"/>
            <a:ext cx="8691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IDDQ_A1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2F0F-CB75-E6B6-6499-65DB0A133B15}"/>
              </a:ext>
            </a:extLst>
          </p:cNvPr>
          <p:cNvSpPr txBox="1"/>
          <p:nvPr/>
        </p:nvSpPr>
        <p:spPr>
          <a:xfrm>
            <a:off x="279772" y="3431920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IDDQ_D1</a:t>
            </a:r>
          </a:p>
        </p:txBody>
      </p:sp>
    </p:spTree>
    <p:extLst>
      <p:ext uri="{BB962C8B-B14F-4D97-AF65-F5344CB8AC3E}">
        <p14:creationId xmlns:p14="http://schemas.microsoft.com/office/powerpoint/2010/main" val="2024141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40CF-4E7F-93C1-47B7-7673CB5A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41EAE1-A997-3FF3-06F9-98F5F6CD06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SCAN Function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B907C5-CD44-64FA-7CC9-0799B4DE60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325500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39974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DIN VIH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VIL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Run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SCAN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pattern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and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check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result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SCAN =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SCAN FUNCTION Test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FBC97B-33A5-A3D4-F1F8-7DAE559415F0}"/>
              </a:ext>
            </a:extLst>
          </p:cNvPr>
          <p:cNvSpPr txBox="1"/>
          <p:nvPr/>
        </p:nvSpPr>
        <p:spPr>
          <a:xfrm>
            <a:off x="279773" y="669797"/>
            <a:ext cx="6174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SCAN</a:t>
            </a:r>
          </a:p>
        </p:txBody>
      </p:sp>
    </p:spTree>
    <p:extLst>
      <p:ext uri="{BB962C8B-B14F-4D97-AF65-F5344CB8AC3E}">
        <p14:creationId xmlns:p14="http://schemas.microsoft.com/office/powerpoint/2010/main" val="3229949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12B10-AA35-3685-1862-D7BE9974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A64E01-B253-F31F-FD34-C7D07C13E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(1)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5052A-5B1C-EEAD-2F44-D3AF982424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05650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4761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/>
                        <a:t>Wait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5~10</a:t>
                      </a:r>
                      <a:r>
                        <a:rPr lang="ko-KR" altLang="ko-KR" sz="800" dirty="0"/>
                        <a:t>ms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internal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logic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initialization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en-US" altLang="ko-KR" sz="800" dirty="0"/>
                        <a:t>Normal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RESET(</a:t>
                      </a:r>
                      <a:r>
                        <a:rPr lang="ko-KR" altLang="ko-KR" sz="800" b="1" dirty="0"/>
                        <a:t>0x00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0x01~0x3F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OTP_INIT =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dirty="0"/>
                        <a:t> ( 0x01~0x3F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D576AC3-4715-40B6-8E35-4A08F42C3A9F}"/>
              </a:ext>
            </a:extLst>
          </p:cNvPr>
          <p:cNvSpPr txBox="1"/>
          <p:nvPr/>
        </p:nvSpPr>
        <p:spPr>
          <a:xfrm>
            <a:off x="279773" y="669797"/>
            <a:ext cx="86748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</a:t>
            </a:r>
          </a:p>
        </p:txBody>
      </p:sp>
    </p:spTree>
    <p:extLst>
      <p:ext uri="{BB962C8B-B14F-4D97-AF65-F5344CB8AC3E}">
        <p14:creationId xmlns:p14="http://schemas.microsoft.com/office/powerpoint/2010/main" val="2258534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2CD-EF05-D026-FC2A-A23C3643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A067D-52A3-6CBF-FD0E-BFB70B45E4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OTP_INIT_CHECK (2)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35E5BC-BADA-AEFE-0165-3052C6A054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578411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4875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/>
                        <a:t>VDD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3.3V ( 2ms </a:t>
                      </a:r>
                      <a:r>
                        <a:rPr lang="ko-KR" altLang="ko-KR" sz="800" dirty="0" err="1"/>
                        <a:t>sloped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power-up</a:t>
                      </a:r>
                      <a:r>
                        <a:rPr lang="ko-KR" altLang="ko-KR" sz="800" dirty="0"/>
                        <a:t> ), DIO VIH = 3.3V / VIL =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27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61950" fontAlgn="ctr">
                        <a:buFont typeface="+mj-lt"/>
                        <a:buAutoNum type="arabicPeriod"/>
                      </a:pPr>
                      <a:r>
                        <a:rPr lang="ko-KR" altLang="ko-KR" sz="800" dirty="0" err="1"/>
                        <a:t>Mirror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en-US" altLang="ko-KR" sz="800" dirty="0"/>
                        <a:t> initial check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ID GEN : </a:t>
                      </a:r>
                      <a:r>
                        <a:rPr lang="ko-KR" altLang="ko-KR" sz="800" dirty="0" err="1"/>
                        <a:t>cmd</a:t>
                      </a:r>
                      <a:r>
                        <a:rPr lang="ko-KR" altLang="ko-KR" sz="800" dirty="0"/>
                        <a:t> = </a:t>
                      </a:r>
                      <a:r>
                        <a:rPr lang="ko-KR" altLang="ko-KR" sz="800" b="1" dirty="0"/>
                        <a:t>4b'1000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- </a:t>
                      </a:r>
                      <a:r>
                        <a:rPr lang="ko-KR" altLang="ko-KR" sz="800" dirty="0"/>
                        <a:t>OP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0x801</a:t>
                      </a:r>
                      <a:endParaRPr lang="en-US" altLang="ko-KR" sz="800" b="1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defTabSz="361950" fontAlgn="ctr">
                        <a:buAutoNum type="arabicPeriod"/>
                      </a:pPr>
                      <a:r>
                        <a:rPr lang="ko-KR" altLang="ko-KR" sz="800" dirty="0"/>
                        <a:t>OTP_INIT_M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0x00~0x1</a:t>
                      </a:r>
                      <a:r>
                        <a:rPr lang="en-US" altLang="ko-KR" sz="800" b="1" dirty="0"/>
                        <a:t>E</a:t>
                      </a:r>
                      <a:r>
                        <a:rPr lang="ko-KR" altLang="ko-KR" sz="800" dirty="0"/>
                        <a:t> and </a:t>
                      </a:r>
                      <a:r>
                        <a:rPr lang="ko-KR" altLang="ko-KR" sz="800" dirty="0" err="1"/>
                        <a:t>compare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with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OTP_INIT_M =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Pass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dirty="0"/>
                        <a:t>( 0x00~0x1</a:t>
                      </a:r>
                      <a:r>
                        <a:rPr lang="en-US" altLang="ko-KR" sz="800" dirty="0"/>
                        <a:t>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data</a:t>
                      </a:r>
                      <a:r>
                        <a:rPr lang="ko-KR" altLang="ko-KR" sz="800" dirty="0"/>
                        <a:t>[11:0] = </a:t>
                      </a:r>
                      <a:r>
                        <a:rPr lang="ko-KR" altLang="ko-KR" sz="800" dirty="0" err="1"/>
                        <a:t>default</a:t>
                      </a:r>
                      <a:r>
                        <a:rPr lang="ko-KR" altLang="ko-KR" sz="800" dirty="0"/>
                        <a:t>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AD367CE-8076-37E0-6429-E68DC4C935C5}"/>
              </a:ext>
            </a:extLst>
          </p:cNvPr>
          <p:cNvSpPr txBox="1"/>
          <p:nvPr/>
        </p:nvSpPr>
        <p:spPr>
          <a:xfrm>
            <a:off x="279773" y="669797"/>
            <a:ext cx="10902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OTP_INIT_M</a:t>
            </a:r>
          </a:p>
        </p:txBody>
      </p:sp>
    </p:spTree>
    <p:extLst>
      <p:ext uri="{BB962C8B-B14F-4D97-AF65-F5344CB8AC3E}">
        <p14:creationId xmlns:p14="http://schemas.microsoft.com/office/powerpoint/2010/main" val="5141846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26E6-8F37-10E9-BA17-C446D44E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B893B6-801A-E2C9-E5C9-4FAE625436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OTP_INIT_CHECK (3)</a:t>
            </a:r>
            <a:endParaRPr lang="ko-KR" alt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13EDCFF-0496-E421-4CA3-FA7A185032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7328874"/>
              </p:ext>
            </p:extLst>
          </p:nvPr>
        </p:nvGraphicFramePr>
        <p:xfrm>
          <a:off x="406773" y="1147213"/>
          <a:ext cx="2880000" cy="4397235"/>
        </p:xfrm>
        <a:graphic>
          <a:graphicData uri="http://schemas.openxmlformats.org/drawingml/2006/table">
            <a:tbl>
              <a:tblPr/>
              <a:tblGrid>
                <a:gridCol w="1484393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LD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930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PWM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DIV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2/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T_CTRL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FB_LEVEL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SHORT_LEVEL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STATUS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FAULT_STATUS3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MAX_CURR_LEVEL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CURR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CHx_LD_TYPE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CH1/2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CH3/4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39676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CH5/6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05224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CH7/8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CH9/10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222894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DELAY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CH11/12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060922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FAULT_CONFIG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28910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BIST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024313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8728181"/>
                  </a:ext>
                </a:extLst>
              </a:tr>
              <a:tr h="1532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TEST_MODE1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761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6C8B912A-5027-9E2C-1302-5FBB4321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0479197"/>
              </p:ext>
            </p:extLst>
          </p:nvPr>
        </p:nvGraphicFramePr>
        <p:xfrm>
          <a:off x="3468128" y="1147213"/>
          <a:ext cx="2880001" cy="4250158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SERIAL_CLK_GEN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SERIAL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LATENCY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SV_MASK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RSTCNT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TIMEOUT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FLLCNT2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0xC32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WR_PROTECT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NF_C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TRL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CHOP_EN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TEMP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FLL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MAN2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OSC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SPREAD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CL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GATE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VREF_FIX3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TEST_ANA_EN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ACCESS2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0x3FF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RD/PROG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_</a:t>
                      </a: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PROTECT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0x5</a:t>
                      </a:r>
                      <a:r>
                        <a:rPr lang="en-US" alt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ko-KR" sz="7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3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OP_MODE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0x3F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497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3EB5CAF-64F5-AF43-C3DC-A6F08C9273F3}"/>
              </a:ext>
            </a:extLst>
          </p:cNvPr>
          <p:cNvSpPr txBox="1"/>
          <p:nvPr/>
        </p:nvSpPr>
        <p:spPr>
          <a:xfrm>
            <a:off x="406773" y="734692"/>
            <a:ext cx="14121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Register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60CA5748-3BFE-D732-311D-68E78C6DA0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7494923"/>
              </p:ext>
            </p:extLst>
          </p:nvPr>
        </p:nvGraphicFramePr>
        <p:xfrm>
          <a:off x="6529483" y="1147213"/>
          <a:ext cx="2880001" cy="5014140"/>
        </p:xfrm>
        <a:graphic>
          <a:graphicData uri="http://schemas.openxmlformats.org/drawingml/2006/table">
            <a:tbl>
              <a:tblPr/>
              <a:tblGrid>
                <a:gridCol w="1484394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98351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  <a:gridCol w="697256">
                  <a:extLst>
                    <a:ext uri="{9D8B030D-6E8A-4147-A177-3AD203B41FA5}">
                      <a16:colId xmlns:a16="http://schemas.microsoft.com/office/drawing/2014/main" val="1754397230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54311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93995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0x210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943062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5773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0x810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47008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94447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alt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4161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88077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037061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19432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06379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624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730757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99665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817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5661910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798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719953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951349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99934"/>
                  </a:ext>
                </a:extLst>
              </a:tr>
              <a:tr h="1538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244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OTP_MIRROR21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OTP_MIRROR22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84932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OTP_MIRROR23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</a:t>
                      </a: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188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OTP_MIRROR24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94068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OTP_MIRROR25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3110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OTP_MIRROR26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0x1A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03228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OTP_MIRROR27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0x1B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84084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OTP_MIRROR28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0x1C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98029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OTP_MIRROR29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0x1D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0x040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591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0x1E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0x000</a:t>
                      </a:r>
                      <a:endParaRPr lang="ko-KR" sz="7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68272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56A7802-52C8-D847-35B3-28BA5EB0612D}"/>
              </a:ext>
            </a:extLst>
          </p:cNvPr>
          <p:cNvSpPr txBox="1"/>
          <p:nvPr/>
        </p:nvSpPr>
        <p:spPr>
          <a:xfrm>
            <a:off x="6529483" y="734692"/>
            <a:ext cx="13187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Mirror Register</a:t>
            </a:r>
          </a:p>
        </p:txBody>
      </p:sp>
    </p:spTree>
    <p:extLst>
      <p:ext uri="{BB962C8B-B14F-4D97-AF65-F5344CB8AC3E}">
        <p14:creationId xmlns:p14="http://schemas.microsoft.com/office/powerpoint/2010/main" val="223272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BA14D-4D60-2627-09AE-7EB93E8B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D55EA8-B582-8D6C-91FC-F3A2FE17A5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E64A0B-4AC8-B622-369D-A1EC01C691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179813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8234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lvl="0" indent="-228600" algn="l" fontAlgn="ctr">
                        <a:buAutoNum type="arabicPeriod"/>
                        <a:tabLst>
                          <a:tab pos="2698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Trim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weep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U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et.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Final code s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ave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815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225F1CC-1BFF-947C-0ACB-A26DBC00CB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71035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08139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)[9:5]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IREF2_TRIM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IREF2_CTL(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0x02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[9:5]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F3B8AF-9415-1E16-C963-9A3CD7965B02}"/>
              </a:ext>
            </a:extLst>
          </p:cNvPr>
          <p:cNvSpPr txBox="1"/>
          <p:nvPr/>
        </p:nvSpPr>
        <p:spPr>
          <a:xfrm>
            <a:off x="279773" y="669797"/>
            <a:ext cx="50045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02E66F-2594-2EC5-8022-E10AC2DA4966}"/>
              </a:ext>
            </a:extLst>
          </p:cNvPr>
          <p:cNvSpPr txBox="1"/>
          <p:nvPr/>
        </p:nvSpPr>
        <p:spPr>
          <a:xfrm>
            <a:off x="279773" y="3429000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</a:t>
            </a:r>
          </a:p>
        </p:txBody>
      </p:sp>
    </p:spTree>
    <p:extLst>
      <p:ext uri="{BB962C8B-B14F-4D97-AF65-F5344CB8AC3E}">
        <p14:creationId xmlns:p14="http://schemas.microsoft.com/office/powerpoint/2010/main" val="737418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1A651-9508-2779-8A20-6978B47F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2DBDF-332A-36C3-691A-727CE886D3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D44DCC-60F5-3EEF-4FE0-016148B6FC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89276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1325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5-bit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LDO_BGR2_CTL(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28CAECF-77DE-01FE-7B63-D0D125AA1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058509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9845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)[3:0] = 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4-bit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b="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LDO_DIG_TRIM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LDO_CTL(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[3:0].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2D2CDC9-9515-A680-A1D1-74200ECE0000}"/>
              </a:ext>
            </a:extLst>
          </p:cNvPr>
          <p:cNvSpPr txBox="1"/>
          <p:nvPr/>
        </p:nvSpPr>
        <p:spPr>
          <a:xfrm>
            <a:off x="279773" y="669797"/>
            <a:ext cx="8806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711CC-5DB6-8F8A-6D9D-C9C0E0CD793E}"/>
              </a:ext>
            </a:extLst>
          </p:cNvPr>
          <p:cNvSpPr txBox="1"/>
          <p:nvPr/>
        </p:nvSpPr>
        <p:spPr>
          <a:xfrm>
            <a:off x="279772" y="3431920"/>
            <a:ext cx="86594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</a:t>
            </a:r>
          </a:p>
        </p:txBody>
      </p:sp>
    </p:spTree>
    <p:extLst>
      <p:ext uri="{BB962C8B-B14F-4D97-AF65-F5344CB8AC3E}">
        <p14:creationId xmlns:p14="http://schemas.microsoft.com/office/powerpoint/2010/main" val="2716223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84BC0-0C68-7BE2-B066-9A372D38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2A4E40-9BC5-38E7-F453-575675E118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6BD533-7DF3-113C-57A3-0D023D5DEB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26938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8782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LDO_DAC_TRIM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LDO_DAC_CTL(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)[11:7].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B0734-FE27-718C-D9E2-881FADCA53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16631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3361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  <a:tabLst>
                          <a:tab pos="266700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ko-KR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>
                          <a:ea typeface="현대하모니 L" panose="02020603020101020101"/>
                        </a:rPr>
                        <a:t>　-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LDO_FLL_TRIM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LDO_OSC_CTL(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)[7:4]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1.425 / 1.5 / 1.575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9652744-9547-F856-80CA-5A2F7EED18A4}"/>
              </a:ext>
            </a:extLst>
          </p:cNvPr>
          <p:cNvSpPr txBox="1"/>
          <p:nvPr/>
        </p:nvSpPr>
        <p:spPr>
          <a:xfrm>
            <a:off x="279773" y="669797"/>
            <a:ext cx="91352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7AC688-7B9C-117B-8C4F-0D1D3CD216B8}"/>
              </a:ext>
            </a:extLst>
          </p:cNvPr>
          <p:cNvSpPr txBox="1"/>
          <p:nvPr/>
        </p:nvSpPr>
        <p:spPr>
          <a:xfrm>
            <a:off x="279772" y="3431920"/>
            <a:ext cx="8274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</a:t>
            </a:r>
          </a:p>
        </p:txBody>
      </p:sp>
    </p:spTree>
    <p:extLst>
      <p:ext uri="{BB962C8B-B14F-4D97-AF65-F5344CB8AC3E}">
        <p14:creationId xmlns:p14="http://schemas.microsoft.com/office/powerpoint/2010/main" val="2258506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C0566-BD4E-E165-8B2F-5221BD4D1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7C4340-CDB1-AA63-026C-313AE95446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OVER TEMP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59EC2-2940-69D6-A4EE-BE7BF159C4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569536"/>
              </p:ext>
            </p:extLst>
          </p:nvPr>
        </p:nvGraphicFramePr>
        <p:xfrm>
          <a:off x="279773" y="962185"/>
          <a:ext cx="9208258" cy="3276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92641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OVER TEMP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trim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register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setting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(DIO).</a:t>
                      </a:r>
                      <a:b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 = 4-bit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marR="0" lvl="0" indent="-228600" algn="l" defTabSz="358775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O2(MEAS).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Measure TEST pin voltage</a:t>
                      </a:r>
                      <a:br>
                        <a:rPr lang="en-US" altLang="ko-KR" sz="800" b="0" dirty="0">
                          <a:ea typeface="현대하모니 L" panose="02020603020101020101"/>
                        </a:rPr>
                      </a:br>
                      <a:endParaRPr lang="en-US" altLang="ko-KR" sz="800" b="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: O2(MEAS) − O1(MEAS)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OFS_TEMP(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0x03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)[11:8]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TEMP 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209.4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mV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D5844B-3C75-22DB-A178-58BB5F4502B1}"/>
              </a:ext>
            </a:extLst>
          </p:cNvPr>
          <p:cNvSpPr txBox="1"/>
          <p:nvPr/>
        </p:nvSpPr>
        <p:spPr>
          <a:xfrm>
            <a:off x="279773" y="669797"/>
            <a:ext cx="9773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OFS_TEMP</a:t>
            </a:r>
          </a:p>
        </p:txBody>
      </p:sp>
    </p:spTree>
    <p:extLst>
      <p:ext uri="{BB962C8B-B14F-4D97-AF65-F5344CB8AC3E}">
        <p14:creationId xmlns:p14="http://schemas.microsoft.com/office/powerpoint/2010/main" val="2679175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B88F-906F-4BF3-F410-4B444223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FEF97A-93FE-3483-B91A-3CC30A9C7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CB3E9F-2903-BB77-8AC2-491145C4B0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532920"/>
              </p:ext>
            </p:extLst>
          </p:nvPr>
        </p:nvGraphicFramePr>
        <p:xfrm>
          <a:off x="279773" y="962185"/>
          <a:ext cx="9208258" cy="24231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38231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OSC_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RCTL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 = 5-bit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SVO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OSC_TRIM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OSC_RCTL(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0x04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)[4:0]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OSC_TRIM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8056C8-17C0-BD56-9F47-B1F5753F7DDE}"/>
              </a:ext>
            </a:extLst>
          </p:cNvPr>
          <p:cNvSpPr txBox="1"/>
          <p:nvPr/>
        </p:nvSpPr>
        <p:spPr>
          <a:xfrm>
            <a:off x="279773" y="669797"/>
            <a:ext cx="9532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OSC_RCTL</a:t>
            </a:r>
          </a:p>
        </p:txBody>
      </p:sp>
    </p:spTree>
    <p:extLst>
      <p:ext uri="{BB962C8B-B14F-4D97-AF65-F5344CB8AC3E}">
        <p14:creationId xmlns:p14="http://schemas.microsoft.com/office/powerpoint/2010/main" val="4269702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82C43-E84D-3D9A-5AA6-3ED00128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F30D84-F53F-947E-E564-65311D60C2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GAIN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591328-371E-EE5F-22EA-445F5C7E9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8435413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17806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P1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P2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0x514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 = 7-bit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(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–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1 ).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GAIN_TRIM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GAIN_CH(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 ~ 0x1D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)[6:0]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GAIN_TRIM MIN / TYP / MAX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1.856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1.954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2.052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76618A1-F020-976F-5651-2DCC04D5FC91}"/>
              </a:ext>
            </a:extLst>
          </p:cNvPr>
          <p:cNvSpPr txBox="1"/>
          <p:nvPr/>
        </p:nvSpPr>
        <p:spPr>
          <a:xfrm>
            <a:off x="279773" y="669797"/>
            <a:ext cx="8803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GAIN_CH</a:t>
            </a:r>
          </a:p>
        </p:txBody>
      </p:sp>
    </p:spTree>
    <p:extLst>
      <p:ext uri="{BB962C8B-B14F-4D97-AF65-F5344CB8AC3E}">
        <p14:creationId xmlns:p14="http://schemas.microsoft.com/office/powerpoint/2010/main" val="904726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6CFC9-3CDB-E1E9-6162-CCE93440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91786C-191C-853E-0D41-195EF5D9B1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Trim</a:t>
            </a:r>
            <a:r>
              <a:rPr lang="en-US" altLang="ko-KR" dirty="0">
                <a:sym typeface="Wingdings" panose="05000000000000000000" pitchFamily="2" charset="2"/>
              </a:rPr>
              <a:t> : OFFSET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0B277-C08F-6CFA-1AFF-2D85BC7F7D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7940172"/>
              </p:ext>
            </p:extLst>
          </p:nvPr>
        </p:nvGraphicFramePr>
        <p:xfrm>
          <a:off x="279773" y="962185"/>
          <a:ext cx="9208258" cy="3642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452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,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CH_EN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CURR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: P3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0x0C8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/ P4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 = 9-bit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P3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P3 + P4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/ 2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Until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OFFSET_TRIM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meets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target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save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OFS_CH(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mirror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0x06 ~ 0x11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)[8:0]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OFFSET_TRIM MIN / TYP / MAX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0.464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0.488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0.512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mA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63878B-36E1-FF87-DFD2-7952FCEE04B0}"/>
              </a:ext>
            </a:extLst>
          </p:cNvPr>
          <p:cNvSpPr txBox="1"/>
          <p:nvPr/>
        </p:nvSpPr>
        <p:spPr>
          <a:xfrm>
            <a:off x="279773" y="669797"/>
            <a:ext cx="78021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OFS_CH</a:t>
            </a:r>
          </a:p>
        </p:txBody>
      </p:sp>
    </p:spTree>
    <p:extLst>
      <p:ext uri="{BB962C8B-B14F-4D97-AF65-F5344CB8AC3E}">
        <p14:creationId xmlns:p14="http://schemas.microsoft.com/office/powerpoint/2010/main" val="2897940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949E-B7A9-7674-594C-B6098A843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65EE-2EBE-7033-680B-50BF10966E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  <a:sym typeface="Wingdings" panose="05000000000000000000" pitchFamily="2" charset="2"/>
              </a:rPr>
              <a:t>EFUSE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7CAEB83-3506-A0B6-90D1-B0DBE41BC9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633399"/>
              </p:ext>
            </p:extLst>
          </p:nvPr>
        </p:nvGraphicFramePr>
        <p:xfrm>
          <a:off x="279773" y="962185"/>
          <a:ext cx="9208258" cy="35204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08094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All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tests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completed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up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rising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300us,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※ OTP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allowed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once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VDD 3.3V → 5.5V /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I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5.5V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No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Power OFF)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DIO VIH = 5.5V / VIL = 0V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(DIN)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OP_MODE(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00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OTP_RD/PROG(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otp_pg_start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write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Copy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final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trim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Power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cycle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Power OFF → ON (VDD = 5V)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Code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download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codes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Code compare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b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efore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after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eFuse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Target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value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maintained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7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EFUSE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Pass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72F6B5-69C1-0528-8A10-B88CAE02B1EA}"/>
              </a:ext>
            </a:extLst>
          </p:cNvPr>
          <p:cNvSpPr txBox="1"/>
          <p:nvPr/>
        </p:nvSpPr>
        <p:spPr>
          <a:xfrm>
            <a:off x="279773" y="669797"/>
            <a:ext cx="6479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EFUSE</a:t>
            </a:r>
          </a:p>
        </p:txBody>
      </p:sp>
    </p:spTree>
    <p:extLst>
      <p:ext uri="{BB962C8B-B14F-4D97-AF65-F5344CB8AC3E}">
        <p14:creationId xmlns:p14="http://schemas.microsoft.com/office/powerpoint/2010/main" val="38841214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B8F14-8941-B331-AAC2-D29922BD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78A14E-BBCD-817A-52F1-7D51306089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IREF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70CDBE-9EB2-D151-1E21-E832EC80D5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7894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32520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89DBB95-CCD7-722E-DE2D-51C80D3B12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816130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8214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current.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IREF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2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9.7 / 10 / 10.3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uA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555CA2-EC83-772F-88E7-5A641ADAA95B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31D5D-45D6-8BB8-BCF5-F816A6549214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IREF2_VFY</a:t>
            </a:r>
          </a:p>
        </p:txBody>
      </p:sp>
    </p:spTree>
    <p:extLst>
      <p:ext uri="{BB962C8B-B14F-4D97-AF65-F5344CB8AC3E}">
        <p14:creationId xmlns:p14="http://schemas.microsoft.com/office/powerpoint/2010/main" val="915461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EEED-6315-4253-F65E-1B420DA89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4AC79-09FD-BD44-A588-A00F0F8613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(1)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59240E-1C34-E7BB-DAA3-312FDBB80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869148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44395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LDO(DET)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0x002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LDO_DET_VFY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2D094F-3437-E9C5-6ED9-189ECF2B55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251047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40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LDO(DIG)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0x003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LDO_DIG_VFY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IG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BB3913-825E-8348-73B0-EE50104FDFC4}"/>
              </a:ext>
            </a:extLst>
          </p:cNvPr>
          <p:cNvSpPr txBox="1"/>
          <p:nvPr/>
        </p:nvSpPr>
        <p:spPr>
          <a:xfrm>
            <a:off x="279773" y="669797"/>
            <a:ext cx="12349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LDO_DET_VFY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55D519-2FAD-C734-2E3E-205D85AE235A}"/>
              </a:ext>
            </a:extLst>
          </p:cNvPr>
          <p:cNvSpPr txBox="1"/>
          <p:nvPr/>
        </p:nvSpPr>
        <p:spPr>
          <a:xfrm>
            <a:off x="279773" y="3429000"/>
            <a:ext cx="12202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LDO_DIG_VFY</a:t>
            </a:r>
          </a:p>
        </p:txBody>
      </p:sp>
    </p:spTree>
    <p:extLst>
      <p:ext uri="{BB962C8B-B14F-4D97-AF65-F5344CB8AC3E}">
        <p14:creationId xmlns:p14="http://schemas.microsoft.com/office/powerpoint/2010/main" val="3547278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55EE7-07C8-0046-AD57-F50111B9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5C9B2-4233-B870-7E94-2300BFB56E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LDO Test (2)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E0D302-434E-5AA1-D8EA-6E8C3C6F38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606133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75782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LDO(DAC)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LDO_DAC_VFY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LDO_D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D1FB2B1-20E8-98A9-36DE-6231684A2E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374198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832089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LDO(FLL)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0x005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LDO_FLL_VFY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FLL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1.455 / 1.5 / 1.545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113E1F-8898-9463-1321-8501744CEFB2}"/>
              </a:ext>
            </a:extLst>
          </p:cNvPr>
          <p:cNvSpPr txBox="1"/>
          <p:nvPr/>
        </p:nvSpPr>
        <p:spPr>
          <a:xfrm>
            <a:off x="279773" y="669797"/>
            <a:ext cx="12677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LDO_DAC_VFY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732EDC-4CC6-64BE-6867-5FA288274C6A}"/>
              </a:ext>
            </a:extLst>
          </p:cNvPr>
          <p:cNvSpPr txBox="1"/>
          <p:nvPr/>
        </p:nvSpPr>
        <p:spPr>
          <a:xfrm>
            <a:off x="279773" y="3429000"/>
            <a:ext cx="118173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LDO_FLL_VFY</a:t>
            </a:r>
          </a:p>
        </p:txBody>
      </p:sp>
    </p:spTree>
    <p:extLst>
      <p:ext uri="{BB962C8B-B14F-4D97-AF65-F5344CB8AC3E}">
        <p14:creationId xmlns:p14="http://schemas.microsoft.com/office/powerpoint/2010/main" val="2111281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EED8-1424-6703-4450-46FF6D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0E6E0-8796-CDD2-9050-9FAF1A346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BGR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343A7-BA10-A6BD-9427-E1664F2F9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2960193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39156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0x006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1.197 / 1.234 / 1.271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E71BBE-274F-1C88-6074-0E9BE69FF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2415356"/>
              </p:ext>
            </p:extLst>
          </p:nvPr>
        </p:nvGraphicFramePr>
        <p:xfrm>
          <a:off x="279773" y="3744592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1768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BGR2 verify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0x007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BGR2_VFY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1.220 / 1.258 / 1.295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1D82621-2B51-59A6-C52D-2909C9C1DEDF}"/>
              </a:ext>
            </a:extLst>
          </p:cNvPr>
          <p:cNvSpPr txBox="1"/>
          <p:nvPr/>
        </p:nvSpPr>
        <p:spPr>
          <a:xfrm>
            <a:off x="279773" y="669797"/>
            <a:ext cx="85472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BGR_VFY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8484D-2A72-1BC6-6039-36427C98BC58}"/>
              </a:ext>
            </a:extLst>
          </p:cNvPr>
          <p:cNvSpPr txBox="1"/>
          <p:nvPr/>
        </p:nvSpPr>
        <p:spPr>
          <a:xfrm>
            <a:off x="279773" y="3429000"/>
            <a:ext cx="9460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BGR2_VFY</a:t>
            </a:r>
          </a:p>
        </p:txBody>
      </p:sp>
    </p:spTree>
    <p:extLst>
      <p:ext uri="{BB962C8B-B14F-4D97-AF65-F5344CB8AC3E}">
        <p14:creationId xmlns:p14="http://schemas.microsoft.com/office/powerpoint/2010/main" val="3876744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7C6EC-F734-02E1-95F6-AD56423D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7FD0B-5C80-870E-EE26-9A6F1804F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ym typeface="Wingdings" panose="05000000000000000000" pitchFamily="2" charset="2"/>
              </a:rPr>
              <a:t>Verify : OSC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C8748A-46CB-74F5-C591-D69B69D7B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1522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91445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verify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OP_MODE 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0x3F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0x874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- 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OSC_FLL_MAN2(</a:t>
                      </a:r>
                      <a:r>
                        <a:rPr lang="ko-KR" altLang="ko-KR" sz="800" b="1" dirty="0"/>
                        <a:t>0x29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0x808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/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64)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OSC_VFY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0.757 / 0.797 / 0.837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MHz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현대하모니 L" panose="02020603020101020101"/>
                        </a:rPr>
                        <a:t>51/64)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516D403-9078-96BD-4F70-940B109EBB82}"/>
              </a:ext>
            </a:extLst>
          </p:cNvPr>
          <p:cNvSpPr txBox="1"/>
          <p:nvPr/>
        </p:nvSpPr>
        <p:spPr>
          <a:xfrm>
            <a:off x="279773" y="669797"/>
            <a:ext cx="86273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OSC_VFY</a:t>
            </a:r>
          </a:p>
        </p:txBody>
      </p:sp>
    </p:spTree>
    <p:extLst>
      <p:ext uri="{BB962C8B-B14F-4D97-AF65-F5344CB8AC3E}">
        <p14:creationId xmlns:p14="http://schemas.microsoft.com/office/powerpoint/2010/main" val="2440714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88DB-56EC-BCA4-58BA-9DA0B274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539D3-4DF5-213A-1E50-BBA48744E1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FLL_LOCK_P1_TEST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033F99-8D44-216D-C9DC-2A507253EC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347750"/>
              </p:ext>
            </p:extLst>
          </p:nvPr>
        </p:nvGraphicFramePr>
        <p:xfrm>
          <a:off x="279773" y="962185"/>
          <a:ext cx="9208258" cy="273034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0021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FLL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Test</a:t>
                      </a:r>
                      <a:r>
                        <a:rPr lang="ko-KR" altLang="en-US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defTabSz="358775" fontAlgn="ctr">
                        <a:buAutoNum type="arabicPeriod"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FLL mode register setting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FLLCNT1(</a:t>
                      </a:r>
                      <a:r>
                        <a:rPr lang="ko-KR" altLang="ko-KR" sz="800" b="1" dirty="0"/>
                        <a:t>0x22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0xB0B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0xDCD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0x090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FLLCNT2(</a:t>
                      </a:r>
                      <a:r>
                        <a:rPr lang="ko-KR" altLang="ko-KR" sz="800" b="1" dirty="0"/>
                        <a:t>0x23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0xC28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0xC32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0xC3D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Pattern : Input DIN Pin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Command (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1011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), </a:t>
                      </a:r>
                      <a:r>
                        <a:rPr lang="en-US" altLang="ko-KR" sz="800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Vsync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120Hz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input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FLL_P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SVO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frequency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after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200ms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(1/64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divided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/>
                        <a:t>FLL_P#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0xB0B / 0xC28</a:t>
                      </a:r>
                      <a:r>
                        <a:rPr lang="ko-KR" altLang="ko-KR" sz="800" dirty="0"/>
                        <a:t> : FLL_P1 = </a:t>
                      </a:r>
                      <a:r>
                        <a:rPr lang="ko-KR" altLang="ko-KR" sz="800" b="1" dirty="0"/>
                        <a:t>0.622 / 0.625 / 0.628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(40M)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0xDCD / 0xC32</a:t>
                      </a:r>
                      <a:r>
                        <a:rPr lang="ko-KR" altLang="ko-KR" sz="800" dirty="0"/>
                        <a:t> : FLL_P2 = </a:t>
                      </a:r>
                      <a:r>
                        <a:rPr lang="ko-KR" altLang="ko-KR" sz="800" b="1" dirty="0"/>
                        <a:t>0.777 / 0.781 / 0.785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(50M)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FLLCNT1 / FLLCNT2 = </a:t>
                      </a:r>
                      <a:r>
                        <a:rPr lang="ko-KR" altLang="ko-KR" sz="800" b="1" dirty="0"/>
                        <a:t>0x090 / 0xC3D</a:t>
                      </a:r>
                      <a:r>
                        <a:rPr lang="ko-KR" altLang="ko-KR" sz="800" dirty="0"/>
                        <a:t> : FLL_P3 = </a:t>
                      </a:r>
                      <a:r>
                        <a:rPr lang="ko-KR" altLang="ko-KR" sz="800" b="1" dirty="0"/>
                        <a:t>0.933 / 0.938 / 0.942 </a:t>
                      </a:r>
                      <a:r>
                        <a:rPr lang="ko-KR" altLang="ko-KR" sz="800" b="1" dirty="0" err="1"/>
                        <a:t>MHz</a:t>
                      </a:r>
                      <a:r>
                        <a:rPr lang="ko-KR" altLang="ko-KR" sz="800" dirty="0"/>
                        <a:t> (60M)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A5A63A1-53B4-2A12-A443-DE64511395AB}"/>
              </a:ext>
            </a:extLst>
          </p:cNvPr>
          <p:cNvSpPr txBox="1"/>
          <p:nvPr/>
        </p:nvSpPr>
        <p:spPr>
          <a:xfrm>
            <a:off x="279773" y="669797"/>
            <a:ext cx="9046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FLL_LOCK</a:t>
            </a:r>
          </a:p>
        </p:txBody>
      </p:sp>
    </p:spTree>
    <p:extLst>
      <p:ext uri="{BB962C8B-B14F-4D97-AF65-F5344CB8AC3E}">
        <p14:creationId xmlns:p14="http://schemas.microsoft.com/office/powerpoint/2010/main" val="193928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7F14C-84F2-CDF7-2195-4A8F9D85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AFECFA-A812-51C7-AB6C-CE231841E4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IOUT_3Point Test 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ECA82A-BD23-9912-A2C5-4AAA1E30E3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6373650"/>
              </p:ext>
            </p:extLst>
          </p:nvPr>
        </p:nvGraphicFramePr>
        <p:xfrm>
          <a:off x="279773" y="962185"/>
          <a:ext cx="9208258" cy="28803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4635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3Point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MAX_CURR_VREF1(</a:t>
                      </a:r>
                      <a:r>
                        <a:rPr lang="ko-KR" altLang="ko-KR" sz="800" b="1" dirty="0"/>
                        <a:t>0x0E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MAX_CURR_VREF2(</a:t>
                      </a:r>
                      <a:r>
                        <a:rPr lang="ko-KR" altLang="ko-KR" sz="800" b="1" dirty="0"/>
                        <a:t>0x0F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MAX_CURR_VREF3(</a:t>
                      </a:r>
                      <a:r>
                        <a:rPr lang="ko-KR" altLang="ko-KR" sz="800" b="1" dirty="0"/>
                        <a:t>0x10</a:t>
                      </a:r>
                      <a:r>
                        <a:rPr lang="ko-KR" altLang="ko-KR" sz="800" dirty="0"/>
                        <a:t>) = P1 :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/ P2 :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/ P3 : </a:t>
                      </a:r>
                      <a:r>
                        <a:rPr lang="ko-KR" altLang="ko-KR" sz="800" b="1" dirty="0"/>
                        <a:t>0xBB8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7620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IOUT_3P_P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_VFY1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/>
                        <a:t>MIN / TYP / MAX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0x12C</a:t>
                      </a:r>
                      <a:r>
                        <a:rPr lang="ko-KR" altLang="ko-KR" sz="800" dirty="0"/>
                        <a:t> : IOUT_3P_P1_VFY1 = </a:t>
                      </a:r>
                      <a:r>
                        <a:rPr lang="en-US" altLang="ko-KR" sz="800" b="1" dirty="0"/>
                        <a:t>0.577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0.586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0.595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0x2BC</a:t>
                      </a:r>
                      <a:r>
                        <a:rPr lang="ko-KR" altLang="ko-KR" sz="800" dirty="0"/>
                        <a:t> : IOUT_3P_P2_VFY1 = </a:t>
                      </a:r>
                      <a:r>
                        <a:rPr lang="en-US" altLang="ko-KR" sz="800" b="1" dirty="0"/>
                        <a:t>1.347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1.368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1.389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(700)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MAX_CURR_VREF# = </a:t>
                      </a:r>
                      <a:r>
                        <a:rPr lang="ko-KR" altLang="ko-KR" sz="800" b="1" dirty="0"/>
                        <a:t>0xBB8</a:t>
                      </a:r>
                      <a:r>
                        <a:rPr lang="ko-KR" altLang="ko-KR" sz="800" dirty="0"/>
                        <a:t> : IOUT_3P_P3_VFY1 = </a:t>
                      </a:r>
                      <a:r>
                        <a:rPr lang="en-US" altLang="ko-KR" sz="800" b="1" dirty="0"/>
                        <a:t>5.773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5.861</a:t>
                      </a:r>
                      <a:r>
                        <a:rPr lang="ko-KR" altLang="ko-KR" sz="800" b="1" dirty="0"/>
                        <a:t> / </a:t>
                      </a:r>
                      <a:r>
                        <a:rPr lang="en-US" altLang="ko-KR" sz="800" b="1" dirty="0"/>
                        <a:t>5.949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mA</a:t>
                      </a:r>
                      <a:r>
                        <a:rPr lang="ko-KR" altLang="ko-KR" sz="800" dirty="0"/>
                        <a:t> (3000) 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2300C4-6304-B9B0-71B4-79CCAEA18709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IOUT_3POINT</a:t>
            </a:r>
          </a:p>
        </p:txBody>
      </p:sp>
    </p:spTree>
    <p:extLst>
      <p:ext uri="{BB962C8B-B14F-4D97-AF65-F5344CB8AC3E}">
        <p14:creationId xmlns:p14="http://schemas.microsoft.com/office/powerpoint/2010/main" val="2087048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3050-3668-4AC9-C367-83E8CF2A2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BF1F7-DA7A-4D07-E619-83B08C1E27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Verify : </a:t>
            </a:r>
            <a:r>
              <a:rPr lang="en-US" altLang="ko-KR" dirty="0" err="1"/>
              <a:t>IOUT_Sweep</a:t>
            </a:r>
            <a:r>
              <a:rPr lang="en-US" altLang="ko-KR" dirty="0"/>
              <a:t> Test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2D7CE7-626F-E5DB-080E-FF0078F875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1832059"/>
              </p:ext>
            </p:extLst>
          </p:nvPr>
        </p:nvGraphicFramePr>
        <p:xfrm>
          <a:off x="279773" y="962185"/>
          <a:ext cx="9208258" cy="44653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09355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VLED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1V,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MAX_CURR_LEVEL(</a:t>
                      </a:r>
                      <a:r>
                        <a:rPr lang="ko-KR" altLang="ko-KR" sz="800" b="1" dirty="0"/>
                        <a:t>0x0D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0x111, </a:t>
                      </a:r>
                      <a:r>
                        <a:rPr lang="en-US" altLang="ko-KR" sz="800" b="1" dirty="0"/>
                        <a:t>0x222,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ko-KR" altLang="ko-KR" sz="800" b="1" dirty="0"/>
                        <a:t>…</a:t>
                      </a:r>
                      <a:r>
                        <a:rPr lang="en-US" altLang="ko-KR" sz="800" b="1" dirty="0"/>
                        <a:t> , 0xDDD</a:t>
                      </a:r>
                      <a:r>
                        <a:rPr lang="ko-KR" altLang="ko-KR" sz="800" b="1" dirty="0"/>
                        <a:t>, 0xEEE, 0xFFF</a:t>
                      </a:r>
                      <a:r>
                        <a:rPr lang="ko-KR" altLang="ko-KR" sz="800" dirty="0"/>
                        <a:t> (16 </a:t>
                      </a:r>
                      <a:r>
                        <a:rPr lang="ko-KR" altLang="ko-KR" sz="800" dirty="0" err="1"/>
                        <a:t>Level</a:t>
                      </a:r>
                      <a:r>
                        <a:rPr lang="ko-KR" altLang="ko-KR" sz="800" dirty="0"/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12C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IOUT_1P_P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#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IOUT_1P_P# MIN / TYP / MAX 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IOUT_1P_P1 = </a:t>
                      </a:r>
                      <a:r>
                        <a:rPr lang="ko-KR" altLang="ko-KR" sz="800" b="1" dirty="0"/>
                        <a:t>0.289 / 0.293 / 0.297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0x111</a:t>
                      </a:r>
                      <a:r>
                        <a:rPr lang="ko-KR" altLang="ko-KR" sz="800" dirty="0"/>
                        <a:t> : IOUT_1P_P2 = </a:t>
                      </a:r>
                      <a:r>
                        <a:rPr lang="ko-KR" altLang="ko-KR" sz="800" b="1" dirty="0"/>
                        <a:t>0.577 / 0.586 / 0.595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0x222</a:t>
                      </a:r>
                      <a:r>
                        <a:rPr lang="ko-KR" altLang="ko-KR" sz="800" dirty="0"/>
                        <a:t> : IOUT_1P_P3 = </a:t>
                      </a:r>
                      <a:r>
                        <a:rPr lang="ko-KR" altLang="ko-KR" sz="800" b="1" dirty="0"/>
                        <a:t>0.866 / 0.879 / 0.892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0x333</a:t>
                      </a:r>
                      <a:r>
                        <a:rPr lang="ko-KR" altLang="ko-KR" sz="800" dirty="0"/>
                        <a:t> : IOUT_1P_P4 = </a:t>
                      </a:r>
                      <a:r>
                        <a:rPr lang="ko-KR" altLang="ko-KR" sz="800" b="1" dirty="0"/>
                        <a:t>1.154 / 1.172 / 1.19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0x444</a:t>
                      </a:r>
                      <a:r>
                        <a:rPr lang="ko-KR" altLang="ko-KR" sz="800" dirty="0"/>
                        <a:t> : IOUT_1P_P5 = </a:t>
                      </a:r>
                      <a:r>
                        <a:rPr lang="ko-KR" altLang="ko-KR" sz="800" b="1" dirty="0"/>
                        <a:t>1.443 / 1.465 / 1.487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0x555</a:t>
                      </a:r>
                      <a:r>
                        <a:rPr lang="ko-KR" altLang="ko-KR" sz="800" dirty="0"/>
                        <a:t> : IOUT_1P_P6 = </a:t>
                      </a:r>
                      <a:r>
                        <a:rPr lang="ko-KR" altLang="ko-KR" sz="800" b="1" dirty="0"/>
                        <a:t>1.732 / 1.758 / 1.784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0x666</a:t>
                      </a:r>
                      <a:r>
                        <a:rPr lang="ko-KR" altLang="ko-KR" sz="800" dirty="0"/>
                        <a:t> : IOUT_1P_P7 = </a:t>
                      </a:r>
                      <a:r>
                        <a:rPr lang="ko-KR" altLang="ko-KR" sz="800" b="1" dirty="0"/>
                        <a:t>2.02 / 2.051 / 2.082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0x777</a:t>
                      </a:r>
                      <a:r>
                        <a:rPr lang="ko-KR" altLang="ko-KR" sz="800" dirty="0"/>
                        <a:t> : IOUT_1P_P8 = </a:t>
                      </a:r>
                      <a:r>
                        <a:rPr lang="ko-KR" altLang="ko-KR" sz="800" b="1" dirty="0"/>
                        <a:t>2.309 / 2.344 / 2.379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0x888</a:t>
                      </a:r>
                      <a:r>
                        <a:rPr lang="ko-KR" altLang="ko-KR" sz="800" dirty="0"/>
                        <a:t> : IOUT_1P_P9 = </a:t>
                      </a:r>
                      <a:r>
                        <a:rPr lang="ko-KR" altLang="ko-KR" sz="800" b="1" dirty="0"/>
                        <a:t>2.597 / 2.637 / 2.677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en-US" altLang="ko-KR" sz="800" b="1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0x999</a:t>
                      </a:r>
                      <a:r>
                        <a:rPr lang="ko-KR" altLang="ko-KR" sz="800" dirty="0"/>
                        <a:t> : IOUT_1P_P10 = </a:t>
                      </a:r>
                      <a:r>
                        <a:rPr lang="ko-KR" altLang="ko-KR" sz="800" b="1" dirty="0"/>
                        <a:t>2.886 / 2.93 / 2.974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0xAAA</a:t>
                      </a:r>
                      <a:r>
                        <a:rPr lang="ko-KR" altLang="ko-KR" sz="800" dirty="0"/>
                        <a:t> : IOUT_1P_P11 = </a:t>
                      </a:r>
                      <a:r>
                        <a:rPr lang="ko-KR" altLang="ko-KR" sz="800" b="1" dirty="0"/>
                        <a:t>3.175 / 3.223 / 3.271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0xBBB</a:t>
                      </a:r>
                      <a:r>
                        <a:rPr lang="ko-KR" altLang="ko-KR" sz="800" dirty="0"/>
                        <a:t> : IOUT_1P_P12 = </a:t>
                      </a:r>
                      <a:r>
                        <a:rPr lang="ko-KR" altLang="ko-KR" sz="800" b="1" dirty="0"/>
                        <a:t>3.463 / 3.516 / 3.569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0xCCC</a:t>
                      </a:r>
                      <a:r>
                        <a:rPr lang="ko-KR" altLang="ko-KR" sz="800" dirty="0"/>
                        <a:t> : IOUT_1P_P13 = </a:t>
                      </a:r>
                      <a:r>
                        <a:rPr lang="ko-KR" altLang="ko-KR" sz="800" b="1" dirty="0"/>
                        <a:t>3.753 / 3.81 / 3.867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ko-KR" sz="800" dirty="0"/>
                        <a:t>LEVEL = </a:t>
                      </a:r>
                      <a:r>
                        <a:rPr lang="ko-KR" altLang="ko-KR" sz="800" b="1" dirty="0"/>
                        <a:t>0xDDD</a:t>
                      </a:r>
                      <a:r>
                        <a:rPr lang="ko-KR" altLang="ko-KR" sz="800" dirty="0"/>
                        <a:t> : IOUT_1P_P14 = </a:t>
                      </a:r>
                      <a:r>
                        <a:rPr lang="ko-KR" altLang="ko-KR" sz="800" b="1" dirty="0"/>
                        <a:t>4.041 / 4.103 / 4.165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0xEEE</a:t>
                      </a:r>
                      <a:r>
                        <a:rPr lang="ko-KR" altLang="ko-KR" sz="800" dirty="0"/>
                        <a:t> : IOUT_1P_P15 = </a:t>
                      </a:r>
                      <a:r>
                        <a:rPr lang="ko-KR" altLang="ko-KR" sz="800" b="1" dirty="0"/>
                        <a:t>4.33 / 4.396 / 4.462 </a:t>
                      </a:r>
                      <a:r>
                        <a:rPr lang="ko-KR" altLang="ko-KR" sz="800" b="1" dirty="0" err="1"/>
                        <a:t>mA</a:t>
                      </a:r>
                      <a:br>
                        <a:rPr lang="ko-KR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ko-KR" sz="800" dirty="0"/>
                        <a:t>MAX_CURR_LEVEL = </a:t>
                      </a:r>
                      <a:r>
                        <a:rPr lang="ko-KR" altLang="ko-KR" sz="800" b="1" dirty="0"/>
                        <a:t>0xFFF</a:t>
                      </a:r>
                      <a:r>
                        <a:rPr lang="ko-KR" altLang="ko-KR" sz="800" dirty="0"/>
                        <a:t> : IOUT_1P_P16 = </a:t>
                      </a:r>
                      <a:r>
                        <a:rPr lang="ko-KR" altLang="ko-KR" sz="800" b="1" dirty="0"/>
                        <a:t>4.619 / 4.689 / 4.759 </a:t>
                      </a:r>
                      <a:r>
                        <a:rPr lang="ko-KR" altLang="ko-KR" sz="800" b="1" dirty="0" err="1"/>
                        <a:t>mA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D4082D8-FC5E-9EFC-FC86-BCC758DBC71C}"/>
              </a:ext>
            </a:extLst>
          </p:cNvPr>
          <p:cNvSpPr txBox="1"/>
          <p:nvPr/>
        </p:nvSpPr>
        <p:spPr>
          <a:xfrm>
            <a:off x="279773" y="669797"/>
            <a:ext cx="115127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IOUT_SWEEP</a:t>
            </a:r>
          </a:p>
        </p:txBody>
      </p:sp>
    </p:spTree>
    <p:extLst>
      <p:ext uri="{BB962C8B-B14F-4D97-AF65-F5344CB8AC3E}">
        <p14:creationId xmlns:p14="http://schemas.microsoft.com/office/powerpoint/2010/main" val="3073680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89BF-374C-4CDF-A070-0FEF000E9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7A16A7-6ED3-B93A-02DB-CFF87FF34B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DRIVING VOLTAGE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ED754-948A-D655-28C9-FB105065B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9536882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57396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27℃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Driving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(12 One hot, 1 Ch Only)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MAX_CURR_LEVEL(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111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MAX_CURR_VREF2(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MAX_CURR_VREF3(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P1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P2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IOUT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sink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current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VLED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 P2 − P1 ) / P2.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IOUT_CH1~12,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DRV_VOL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- / 1 %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( @ IOUT : 8mA 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1A33F15-F026-C8E4-2B4E-72C0D3F55186}"/>
              </a:ext>
            </a:extLst>
          </p:cNvPr>
          <p:cNvSpPr txBox="1"/>
          <p:nvPr/>
        </p:nvSpPr>
        <p:spPr>
          <a:xfrm>
            <a:off x="279773" y="669797"/>
            <a:ext cx="89531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DRV_VOL</a:t>
            </a:r>
          </a:p>
        </p:txBody>
      </p:sp>
    </p:spTree>
    <p:extLst>
      <p:ext uri="{BB962C8B-B14F-4D97-AF65-F5344CB8AC3E}">
        <p14:creationId xmlns:p14="http://schemas.microsoft.com/office/powerpoint/2010/main" val="640303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E4618-4FC3-C622-7534-AABC7F14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4D2AB0-9C03-ACE4-99D7-23BAA56B2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 Voltage VDD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966E62-F6D0-FDE6-ECFE-0E99CA4CD6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543592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03556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2.4V,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2.4V → 2.8V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UV_VDD_R_LV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2.5 / 2.6 / 2.7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945E0C8-1565-6D04-7CFD-FF694FC2A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24097"/>
              </p:ext>
            </p:extLst>
          </p:nvPr>
        </p:nvGraphicFramePr>
        <p:xfrm>
          <a:off x="279773" y="3744593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58510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3.0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2.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_LV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‘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UV_VDD_F_LV MIN / TYP / MAX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2.2 / 2.6 / 3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.0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2DE6E9A-2F36-5B22-3F2E-CFCF7D636932}"/>
              </a:ext>
            </a:extLst>
          </p:cNvPr>
          <p:cNvSpPr txBox="1"/>
          <p:nvPr/>
        </p:nvSpPr>
        <p:spPr>
          <a:xfrm>
            <a:off x="279773" y="669797"/>
            <a:ext cx="124200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UV_VDD_R_LV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2E7D5-BD60-AF97-1FB8-FFED54B84EB4}"/>
              </a:ext>
            </a:extLst>
          </p:cNvPr>
          <p:cNvSpPr txBox="1"/>
          <p:nvPr/>
        </p:nvSpPr>
        <p:spPr>
          <a:xfrm>
            <a:off x="279773" y="3429000"/>
            <a:ext cx="12243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UV_VDD_F_LV</a:t>
            </a:r>
          </a:p>
        </p:txBody>
      </p:sp>
    </p:spTree>
    <p:extLst>
      <p:ext uri="{BB962C8B-B14F-4D97-AF65-F5344CB8AC3E}">
        <p14:creationId xmlns:p14="http://schemas.microsoft.com/office/powerpoint/2010/main" val="42694459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3671-3731-0C8C-C058-39160208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492B1-E8B0-F095-EA7D-21A9D2ED6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A978CD-65AA-6B08-FB86-4023AD574F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546788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15687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4FDB107-DB0D-E120-181B-EF7B7CE62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149155"/>
              </p:ext>
            </p:extLst>
          </p:nvPr>
        </p:nvGraphicFramePr>
        <p:xfrm>
          <a:off x="279773" y="3744593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27783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0x00A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LDODIG_UV Level : TEST voltage when SVO pin is from ‘L’ to ‘H’.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2352B55-AFD7-ABA4-D5FB-7430913A50A5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6498B-462C-63E6-76B4-3CCE7587A09A}"/>
              </a:ext>
            </a:extLst>
          </p:cNvPr>
          <p:cNvSpPr txBox="1"/>
          <p:nvPr/>
        </p:nvSpPr>
        <p:spPr>
          <a:xfrm>
            <a:off x="279773" y="3429000"/>
            <a:ext cx="80663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</a:t>
            </a:r>
          </a:p>
        </p:txBody>
      </p:sp>
    </p:spTree>
    <p:extLst>
      <p:ext uri="{BB962C8B-B14F-4D97-AF65-F5344CB8AC3E}">
        <p14:creationId xmlns:p14="http://schemas.microsoft.com/office/powerpoint/2010/main" val="713989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AF60-5D4A-FF73-8A71-96B45CB6B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E488D-0C58-7B6D-1331-DF571D73BF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881715-8F2C-662E-86D8-1F17FBB92B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2851458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32170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LDODIG_OV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[2:1]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LDODIG_OV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06DF33-78AA-7983-EF96-C3EE60DCD427}"/>
              </a:ext>
            </a:extLst>
          </p:cNvPr>
          <p:cNvSpPr txBox="1"/>
          <p:nvPr/>
        </p:nvSpPr>
        <p:spPr>
          <a:xfrm>
            <a:off x="279773" y="669797"/>
            <a:ext cx="81785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</a:t>
            </a:r>
          </a:p>
        </p:txBody>
      </p:sp>
    </p:spTree>
    <p:extLst>
      <p:ext uri="{BB962C8B-B14F-4D97-AF65-F5344CB8AC3E}">
        <p14:creationId xmlns:p14="http://schemas.microsoft.com/office/powerpoint/2010/main" val="2387218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CE203-3354-6DDA-80A6-06CE5B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A2F78-5D66-4F97-4861-8755B978BC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4D3CDF-6250-FADE-0F68-A60D872DB0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449119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71450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482392-1B60-883A-DB4C-58DC32AB30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190495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59215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TEST_MODE0(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Level : TEST voltage when SVO pin is from ‘L’ to ‘H’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AC664D-3597-105B-2618-F807F6C96866}"/>
              </a:ext>
            </a:extLst>
          </p:cNvPr>
          <p:cNvSpPr txBox="1"/>
          <p:nvPr/>
        </p:nvSpPr>
        <p:spPr>
          <a:xfrm>
            <a:off x="279773" y="669797"/>
            <a:ext cx="12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INIT_LDO_DAC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5C492-DDA6-A020-BBE5-7FDEC026EF1F}"/>
              </a:ext>
            </a:extLst>
          </p:cNvPr>
          <p:cNvSpPr txBox="1"/>
          <p:nvPr/>
        </p:nvSpPr>
        <p:spPr>
          <a:xfrm>
            <a:off x="279773" y="3429000"/>
            <a:ext cx="120686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UV_LDO_DAC</a:t>
            </a:r>
          </a:p>
        </p:txBody>
      </p:sp>
    </p:spTree>
    <p:extLst>
      <p:ext uri="{BB962C8B-B14F-4D97-AF65-F5344CB8AC3E}">
        <p14:creationId xmlns:p14="http://schemas.microsoft.com/office/powerpoint/2010/main" val="2032762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5080-D081-E2DC-0151-2B42986E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84CBD-CCDF-54AA-9758-634B4CC9F5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LDO_DAC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309B2-C62B-E4C3-F335-6CFC05B1BC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000077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176112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_DAC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E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Level : TEST voltage when SVO pin is from ‘L’ to ‘H’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[6:5]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VREF_OV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OV_LDO_DAC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9278EDC-3D57-2EF3-700D-A5C01F8FCBA4}"/>
              </a:ext>
            </a:extLst>
          </p:cNvPr>
          <p:cNvSpPr txBox="1"/>
          <p:nvPr/>
        </p:nvSpPr>
        <p:spPr>
          <a:xfrm>
            <a:off x="279773" y="669797"/>
            <a:ext cx="121809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OV_LDO_DAC</a:t>
            </a:r>
          </a:p>
        </p:txBody>
      </p:sp>
    </p:spTree>
    <p:extLst>
      <p:ext uri="{BB962C8B-B14F-4D97-AF65-F5344CB8AC3E}">
        <p14:creationId xmlns:p14="http://schemas.microsoft.com/office/powerpoint/2010/main" val="29014898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92CB1-197F-9633-CCEA-E16D94DD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5C47FB-9759-AA1E-C7BA-51FDF3DA7B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29A356E-B92B-22AE-BF0E-61D25ACBB2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751917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6440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TEST 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INIT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INIT_LDO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EA45D0D-B6C0-7047-5024-DECC0FFED6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751873"/>
              </p:ext>
            </p:extLst>
          </p:nvPr>
        </p:nvGraphicFramePr>
        <p:xfrm>
          <a:off x="279773" y="3744592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3492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- 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1.5V → 1.0V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LDOOSC_UV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UV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LDOOSC_UV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1.25 / 1.35 / 1.45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UV_LDO_OSC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01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394AFA-74FF-AC5A-04C4-0B247B827C6C}"/>
              </a:ext>
            </a:extLst>
          </p:cNvPr>
          <p:cNvSpPr txBox="1"/>
          <p:nvPr/>
        </p:nvSpPr>
        <p:spPr>
          <a:xfrm>
            <a:off x="279773" y="669797"/>
            <a:ext cx="12859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INIT_LDO_OSC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B57133-8EA9-ADB8-EDD3-9406A9CAC4B2}"/>
              </a:ext>
            </a:extLst>
          </p:cNvPr>
          <p:cNvSpPr txBox="1"/>
          <p:nvPr/>
        </p:nvSpPr>
        <p:spPr>
          <a:xfrm>
            <a:off x="279773" y="3429000"/>
            <a:ext cx="12009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UV_LDO_OSC</a:t>
            </a:r>
          </a:p>
        </p:txBody>
      </p:sp>
    </p:spTree>
    <p:extLst>
      <p:ext uri="{BB962C8B-B14F-4D97-AF65-F5344CB8AC3E}">
        <p14:creationId xmlns:p14="http://schemas.microsoft.com/office/powerpoint/2010/main" val="1083106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6DC6-DACB-337B-5795-619A94624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218EDA-B11A-EFAA-BB2F-2EAC80CCBB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UV/OV Voltage LDO_OSC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F990-D123-B548-0DE3-C05D14AA9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064794"/>
              </p:ext>
            </p:extLst>
          </p:nvPr>
        </p:nvGraphicFramePr>
        <p:xfrm>
          <a:off x="279773" y="962185"/>
          <a:ext cx="9208258" cy="248650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91256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3.3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>
                          <a:tab pos="358775" algn="l"/>
                        </a:tabLst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UV/OV LDO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_OSC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TEST_MODE0(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0x1A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0x00B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1.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5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→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1.8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LDOOSC_OV Level : TEST voltage when SVO pin is from ‘L’ to ‘H’</a:t>
                      </a: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_LDO_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OSC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Read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flag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FAULT_STATUS1(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0x0A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[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4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: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LDOOSC_OV MIN / TYP / MAX = </a:t>
                      </a:r>
                      <a:r>
                        <a:rPr lang="es-E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1.55 / 1.65 / 1.75 V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3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V_LDO_OSC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10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Pass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</a:t>
                      </a:r>
                      <a:endParaRPr lang="en-US" altLang="ko-KR" sz="800" b="1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37747CB-2CA4-E12F-3A7D-5AC4BE4958B7}"/>
              </a:ext>
            </a:extLst>
          </p:cNvPr>
          <p:cNvSpPr txBox="1"/>
          <p:nvPr/>
        </p:nvSpPr>
        <p:spPr>
          <a:xfrm>
            <a:off x="279773" y="669797"/>
            <a:ext cx="12121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OV_LDO_OSC</a:t>
            </a:r>
          </a:p>
        </p:txBody>
      </p:sp>
    </p:spTree>
    <p:extLst>
      <p:ext uri="{BB962C8B-B14F-4D97-AF65-F5344CB8AC3E}">
        <p14:creationId xmlns:p14="http://schemas.microsoft.com/office/powerpoint/2010/main" val="21688380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241C-8DD6-B0B3-B0DD-CD706900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1A11B-D66A-E831-9F08-9927B94077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7F11247-266B-B8F7-3D75-B1055C2C2B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9840215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15291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VREF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Measure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TEST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pin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dirty="0">
                          <a:ea typeface="현대하모니 L" panose="02020603020101020101"/>
                        </a:rPr>
                        <a:t>O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PEN VREF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0.25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589005D-3E40-C1B6-A35C-049F7C61EA56}"/>
              </a:ext>
            </a:extLst>
          </p:cNvPr>
          <p:cNvSpPr txBox="1"/>
          <p:nvPr/>
        </p:nvSpPr>
        <p:spPr>
          <a:xfrm>
            <a:off x="279773" y="669797"/>
            <a:ext cx="561372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</a:t>
            </a:r>
          </a:p>
        </p:txBody>
      </p:sp>
    </p:spTree>
    <p:extLst>
      <p:ext uri="{BB962C8B-B14F-4D97-AF65-F5344CB8AC3E}">
        <p14:creationId xmlns:p14="http://schemas.microsoft.com/office/powerpoint/2010/main" val="10303204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84A-7493-023E-C97E-50C176460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27E9C6-402D-0C91-6BB1-539C09638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Open Detection Level Test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65ECA8F-C1EE-6BD3-CD46-E3E5A88814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6013796"/>
              </p:ext>
            </p:extLst>
          </p:nvPr>
        </p:nvGraphicFramePr>
        <p:xfrm>
          <a:off x="279773" y="966186"/>
          <a:ext cx="9208258" cy="278892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5973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61950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Open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detection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register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setting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 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TEST_ANA_EN(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0x39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0x019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OPEN_FALL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0.5V → 0V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OPEN_RISE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Sweep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O1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0V → 0.5V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Record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OPEN_FLAG(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0x09[3]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 → '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L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'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transition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: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Calculate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OPEN_RISE − OPEN_FALL.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OPEN HYS MIN / TYP / MAX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- / 0.075 / -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017F0D-F734-B3A6-0565-95F9877BEB7F}"/>
              </a:ext>
            </a:extLst>
          </p:cNvPr>
          <p:cNvSpPr txBox="1"/>
          <p:nvPr/>
        </p:nvSpPr>
        <p:spPr>
          <a:xfrm>
            <a:off x="279772" y="673140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C8DAF-4D5F-9646-739E-D5135CF58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4533930"/>
              </p:ext>
            </p:extLst>
          </p:nvPr>
        </p:nvGraphicFramePr>
        <p:xfrm>
          <a:off x="279773" y="4062556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487488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Fault_OPEN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361950" algn="l"/>
                        </a:tabLst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OPEN register setting(DIO) : 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8664071-B60E-3709-FF15-DECC520CC44B}"/>
              </a:ext>
            </a:extLst>
          </p:cNvPr>
          <p:cNvSpPr txBox="1"/>
          <p:nvPr/>
        </p:nvSpPr>
        <p:spPr>
          <a:xfrm>
            <a:off x="279773" y="377016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606828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D6C5-CB76-39FC-9BF6-8CE42E8FB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0F83A-6E17-B065-8A80-19258D4AEC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EA160E-1FFB-083E-25A0-8A395872A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585873"/>
              </p:ext>
            </p:extLst>
          </p:nvPr>
        </p:nvGraphicFramePr>
        <p:xfrm>
          <a:off x="279773" y="964703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1084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FB# VREF MIN / TYP / MAX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0.45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0.55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0.65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0.75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0.90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1.05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1.20 / -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FB_LEVEL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FB# VREF = </a:t>
                      </a:r>
                      <a:r>
                        <a:rPr lang="ko-KR" altLang="ko-KR" sz="800" b="1" dirty="0"/>
                        <a:t>- / 1.35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CE07BE-BAE6-2DA3-DDDB-C913822372B2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4194706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6841-CD78-86BE-A064-6950560C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B84B26-15A1-903F-DD7A-2C672676F9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FB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615EBE-E88B-4411-73D2-56911446E7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0511320"/>
              </p:ext>
            </p:extLst>
          </p:nvPr>
        </p:nvGraphicFramePr>
        <p:xfrm>
          <a:off x="279773" y="962185"/>
          <a:ext cx="9208258" cy="31546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17152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 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0x016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0x017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0x018</a:t>
                      </a:r>
                      <a:r>
                        <a:rPr lang="ko-KR" altLang="ko-KR" sz="800" dirty="0"/>
                        <a:t> 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r>
                        <a:rPr lang="en-US" altLang="ko-KR" sz="800" dirty="0"/>
                        <a:t> </a:t>
                      </a:r>
                      <a:br>
                        <a:rPr lang="en-US" altLang="ko-KR" sz="800" dirty="0"/>
                      </a:br>
                      <a:r>
                        <a:rPr lang="ko-KR" altLang="ko-KR" sz="800" dirty="0"/>
                        <a:t>( FB_FLAG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ko-KR" sz="800" b="1" dirty="0"/>
                        <a:t>0x09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ko-KR" sz="800" dirty="0"/>
                        <a:t>= FB1 : [0] / FB2 : [1] / FB3 : [2] )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FB_FLAG(</a:t>
                      </a:r>
                      <a:r>
                        <a:rPr lang="ko-KR" altLang="ko-KR" sz="800" b="1" dirty="0"/>
                        <a:t>0x09[</a:t>
                      </a:r>
                      <a:r>
                        <a:rPr lang="en-US" altLang="ko-KR" sz="800" b="1" dirty="0"/>
                        <a:t>#</a:t>
                      </a:r>
                      <a:r>
                        <a:rPr lang="ko-KR" altLang="ko-KR" sz="800" b="1" dirty="0"/>
                        <a:t>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ko-KR" altLang="ko-KR" sz="800" dirty="0"/>
                        <a:t>FB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0.025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F4EA013-C87F-B9FD-9ED7-504875123C70}"/>
              </a:ext>
            </a:extLst>
          </p:cNvPr>
          <p:cNvSpPr txBox="1"/>
          <p:nvPr/>
        </p:nvSpPr>
        <p:spPr>
          <a:xfrm>
            <a:off x="279773" y="669797"/>
            <a:ext cx="4868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</p:spTree>
    <p:extLst>
      <p:ext uri="{BB962C8B-B14F-4D97-AF65-F5344CB8AC3E}">
        <p14:creationId xmlns:p14="http://schemas.microsoft.com/office/powerpoint/2010/main" val="205380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4672-7E69-DFB2-9B4C-B9B1CF6A9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7BE402-CD43-25DF-C9C4-03E2368962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F8C4-B91E-779F-1391-11389C86E7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0720496"/>
              </p:ext>
            </p:extLst>
          </p:nvPr>
        </p:nvGraphicFramePr>
        <p:xfrm>
          <a:off x="279773" y="962185"/>
          <a:ext cx="9208258" cy="336804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88848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VREF : </a:t>
                      </a:r>
                      <a:r>
                        <a:rPr lang="ko-KR" altLang="ko-KR" sz="800" dirty="0" err="1"/>
                        <a:t>Measure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pin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SHORT# VREF MIN / TYP / MAX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0x000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2.8 / 3.5 / 4.2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0x049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5.2 / 6.5 / 7.8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0x092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7.6 / 9.5 / 11.4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0x0DB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10 / 12.5 / 15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0x124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0x16D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0x1B6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/>
                        <a:t>13.2 / 16.5 / 19.8 </a:t>
                      </a:r>
                      <a:r>
                        <a:rPr lang="ko-KR" altLang="ko-KR" sz="800" b="1" dirty="0" err="1"/>
                        <a:t>V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- SHORT_LEVEL = </a:t>
                      </a:r>
                      <a:r>
                        <a:rPr lang="ko-KR" altLang="ko-KR" sz="800" b="1" dirty="0"/>
                        <a:t>0x1FF</a:t>
                      </a:r>
                      <a:r>
                        <a:rPr lang="ko-KR" altLang="ko-KR" sz="800" dirty="0"/>
                        <a:t> : SHORT# VREF = 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13.2 / 16.5 / 19.8 </a:t>
                      </a:r>
                      <a:r>
                        <a:rPr lang="ko-KR" altLang="ko-KR" sz="800" b="1" dirty="0" err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s-E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CBD4D9-5A61-F93E-A788-9DE50AF9FB3E}"/>
              </a:ext>
            </a:extLst>
          </p:cNvPr>
          <p:cNvSpPr txBox="1"/>
          <p:nvPr/>
        </p:nvSpPr>
        <p:spPr>
          <a:xfrm>
            <a:off x="279773" y="669797"/>
            <a:ext cx="59182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3458039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98C8-4EEC-0062-35ED-A70478E08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DB26B-4968-A51D-2546-02DFE55E4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SHORT Detection Level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605702-62FA-6987-B1A1-F114C1B9CE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1845726"/>
              </p:ext>
            </p:extLst>
          </p:nvPr>
        </p:nvGraphicFramePr>
        <p:xfrm>
          <a:off x="279773" y="962185"/>
          <a:ext cx="9208258" cy="303276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5701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mode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 </a:t>
                      </a:r>
                      <a:r>
                        <a:rPr lang="ko-KR" altLang="ko-KR" sz="800" dirty="0" err="1"/>
                        <a:t>detection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CH_EN(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0x05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) =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0x001, 0x002, … , 0x400, 0x800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(12 One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hot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, 1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Ch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b="1" dirty="0" err="1">
                          <a:ea typeface="현대하모니 L" panose="02020603020101020101"/>
                        </a:rPr>
                        <a:t>Only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)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= 0x03C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SHORT_LEVEL(</a:t>
                      </a:r>
                      <a:r>
                        <a:rPr lang="ko-KR" altLang="ko-KR" sz="800" b="1" dirty="0"/>
                        <a:t>0x08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0x000, 0x049, 0x092, 0x0DB, 0x124, 0x16D, 0x1B6, 0x1FF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TEST_ANA_EN(</a:t>
                      </a:r>
                      <a:r>
                        <a:rPr lang="ko-KR" altLang="ko-KR" sz="800" b="1" dirty="0"/>
                        <a:t>0x39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0x01A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0x01B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0x01C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/>
                        <a:t>- 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SHORT1 : </a:t>
                      </a:r>
                      <a:r>
                        <a:rPr lang="ko-KR" altLang="ko-KR" sz="800" b="1" dirty="0"/>
                        <a:t>0x864</a:t>
                      </a:r>
                      <a:r>
                        <a:rPr lang="ko-KR" altLang="ko-KR" sz="800" dirty="0"/>
                        <a:t> / SHORT2 : </a:t>
                      </a:r>
                      <a:r>
                        <a:rPr lang="ko-KR" altLang="ko-KR" sz="800" b="1" dirty="0"/>
                        <a:t>0x8A4</a:t>
                      </a:r>
                      <a:r>
                        <a:rPr lang="ko-KR" altLang="ko-KR" sz="800" dirty="0"/>
                        <a:t> / SHORT3 : </a:t>
                      </a:r>
                      <a:r>
                        <a:rPr lang="ko-KR" altLang="ko-KR" sz="800" b="1" dirty="0"/>
                        <a:t>0x8E4</a:t>
                      </a:r>
                      <a:endParaRPr lang="en-US" altLang="ko-KR" sz="800" b="1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1.5V → 0V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: </a:t>
                      </a:r>
                      <a:r>
                        <a:rPr lang="ko-KR" altLang="ko-KR" sz="800" dirty="0" err="1"/>
                        <a:t>Sweep</a:t>
                      </a:r>
                      <a:r>
                        <a:rPr lang="ko-KR" altLang="ko-KR" sz="800" dirty="0"/>
                        <a:t> O1 </a:t>
                      </a:r>
                      <a:r>
                        <a:rPr lang="ko-KR" altLang="ko-KR" sz="800" b="1" dirty="0"/>
                        <a:t>0V → 1.5V</a:t>
                      </a:r>
                      <a:r>
                        <a:rPr lang="ko-KR" altLang="ko-KR" sz="800" dirty="0"/>
                        <a:t>. </a:t>
                      </a:r>
                      <a:r>
                        <a:rPr lang="ko-KR" altLang="ko-KR" sz="800" dirty="0" err="1"/>
                        <a:t>Record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SHORT_FLAG(</a:t>
                      </a:r>
                      <a:r>
                        <a:rPr lang="ko-KR" altLang="ko-KR" sz="800" b="1" dirty="0"/>
                        <a:t>0x09[4]</a:t>
                      </a:r>
                      <a:r>
                        <a:rPr lang="ko-KR" altLang="ko-KR" sz="800" dirty="0"/>
                        <a:t>) 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b="1" dirty="0" err="1"/>
                        <a:t>H</a:t>
                      </a:r>
                      <a:r>
                        <a:rPr lang="ko-KR" altLang="ko-KR" sz="800" b="1" dirty="0"/>
                        <a:t>' → '</a:t>
                      </a:r>
                      <a:r>
                        <a:rPr lang="ko-KR" altLang="ko-KR" sz="800" b="1" dirty="0" err="1"/>
                        <a:t>L</a:t>
                      </a:r>
                      <a:r>
                        <a:rPr lang="ko-KR" altLang="ko-KR" sz="800" b="1" dirty="0"/>
                        <a:t>'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transition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_RISE − SHORT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_FALL.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O1~O12,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channel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altLang="ko-KR" sz="800" dirty="0"/>
                        <a:t>S</a:t>
                      </a:r>
                      <a:r>
                        <a:rPr lang="ko-KR" altLang="ko-KR" sz="800" dirty="0"/>
                        <a:t>HORT</a:t>
                      </a:r>
                      <a:r>
                        <a:rPr lang="en-US" altLang="ko-KR" sz="800" dirty="0"/>
                        <a:t>#</a:t>
                      </a:r>
                      <a:r>
                        <a:rPr lang="ko-KR" altLang="ko-KR" sz="800" dirty="0"/>
                        <a:t> HYS MIN / TYP / MAX = </a:t>
                      </a:r>
                      <a:r>
                        <a:rPr lang="ko-KR" altLang="ko-KR" sz="800" b="1" dirty="0"/>
                        <a:t>- / 0.065 / - </a:t>
                      </a:r>
                      <a:r>
                        <a:rPr lang="ko-KR" altLang="ko-KR" sz="800" b="1" dirty="0" err="1"/>
                        <a:t>V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40DC78-0F85-B1F0-80D6-053D97C7749C}"/>
              </a:ext>
            </a:extLst>
          </p:cNvPr>
          <p:cNvSpPr txBox="1"/>
          <p:nvPr/>
        </p:nvSpPr>
        <p:spPr>
          <a:xfrm>
            <a:off x="279773" y="669797"/>
            <a:ext cx="50526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DA092-E4D3-0A0C-7975-B9F1B56F0665}"/>
              </a:ext>
            </a:extLst>
          </p:cNvPr>
          <p:cNvSpPr txBox="1"/>
          <p:nvPr/>
        </p:nvSpPr>
        <p:spPr>
          <a:xfrm>
            <a:off x="279773" y="3987958"/>
            <a:ext cx="8563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Function</a:t>
            </a:r>
          </a:p>
        </p:txBody>
      </p:sp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71A4C9D2-D4C1-1BF2-9430-9BEBBCB9A7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532058"/>
              </p:ext>
            </p:extLst>
          </p:nvPr>
        </p:nvGraphicFramePr>
        <p:xfrm>
          <a:off x="279773" y="4283561"/>
          <a:ext cx="9208258" cy="26084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5371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VDD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3.3V, O1~12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Voltage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1.5V,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T</a:t>
                      </a:r>
                      <a:r>
                        <a:rPr lang="en-U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= -40 / 27 / 125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Normal operation.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Follow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Fault_SHORT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Level item from 1 to 3.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indent="-228600" algn="l" fontAlgn="ctr">
                        <a:buAutoNum type="arabicPeriod"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indent="-228600" algn="l" fontAlgn="ctr">
                        <a:buAutoNum type="arabicPeriod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36195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Read SHORT register setting(DIO)</a:t>
                      </a:r>
                      <a:b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	- FAULT_STATUS0(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I_O# : Measure O# pin current.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repeat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: O1~O12,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one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channel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at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a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time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.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altLang="ko-K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0A </a:t>
                      </a: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FAULT_STATUS0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0x000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O#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is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set-up 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current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7965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13BFC-01B7-6CC7-82B9-2589E01C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4C707E-1F1A-194C-DE61-6513D65198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6CAFA6-6074-DA84-3B6C-F6457E5673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120491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941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0.05V,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FAULT_INIT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FAULT_INIT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DF5858F5-FF67-0558-07D9-C85885D1D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59725"/>
              </p:ext>
            </p:extLst>
          </p:nvPr>
        </p:nvGraphicFramePr>
        <p:xfrm>
          <a:off x="279773" y="377853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0894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0.</a:t>
                      </a:r>
                      <a:r>
                        <a:rPr lang="en-US" altLang="ko-KR" sz="800" dirty="0"/>
                        <a:t>7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/>
                        <a:t>CH_</a:t>
                      </a:r>
                      <a:r>
                        <a:rPr lang="ko-KR" altLang="ko-KR" sz="800" dirty="0"/>
                        <a:t>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ko-KR" altLang="ko-KR" sz="800" b="0" dirty="0"/>
                        <a:t>OPEN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FAULT_OPEN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1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en-US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840D53A-3EAF-475E-7426-C06BD15FCFD2}"/>
              </a:ext>
            </a:extLst>
          </p:cNvPr>
          <p:cNvSpPr txBox="1"/>
          <p:nvPr/>
        </p:nvSpPr>
        <p:spPr>
          <a:xfrm>
            <a:off x="279773" y="669797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FAULT_INIT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007B0-19C3-778F-6FC2-917BDE1053FE}"/>
              </a:ext>
            </a:extLst>
          </p:cNvPr>
          <p:cNvSpPr txBox="1"/>
          <p:nvPr/>
        </p:nvSpPr>
        <p:spPr>
          <a:xfrm>
            <a:off x="279773" y="3486150"/>
            <a:ext cx="1148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FAULT_OPEN</a:t>
            </a:r>
          </a:p>
        </p:txBody>
      </p:sp>
    </p:spTree>
    <p:extLst>
      <p:ext uri="{BB962C8B-B14F-4D97-AF65-F5344CB8AC3E}">
        <p14:creationId xmlns:p14="http://schemas.microsoft.com/office/powerpoint/2010/main" val="409195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8AB34-E8AC-5DE0-BFD2-9B5195F2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F90F6A-44FC-DCFB-47B3-934E66AD5B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Fault Flag(Initial) Test (2)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9A09CE-12DE-C558-200F-99D142B5C3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0510"/>
              </p:ext>
            </p:extLst>
          </p:nvPr>
        </p:nvGraphicFramePr>
        <p:xfrm>
          <a:off x="279773" y="962185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799093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2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FB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FAULT_FB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24D75FA-B0FC-4EB5-A3AE-4DA60D1A46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372050"/>
              </p:ext>
            </p:extLst>
          </p:nvPr>
        </p:nvGraphicFramePr>
        <p:xfrm>
          <a:off x="279773" y="3772188"/>
          <a:ext cx="9208258" cy="251460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9534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3.3V, </a:t>
                      </a:r>
                      <a:r>
                        <a:rPr lang="ko-KR" altLang="ko-KR" sz="800" dirty="0"/>
                        <a:t>VLED </a:t>
                      </a:r>
                      <a:r>
                        <a:rPr lang="ko-KR" altLang="ko-KR" sz="800" dirty="0" err="1"/>
                        <a:t>Voltage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5</a:t>
                      </a:r>
                      <a:r>
                        <a:rPr lang="ko-KR" altLang="ko-KR" sz="800" dirty="0" err="1"/>
                        <a:t>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Fault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CH_EN(</a:t>
                      </a:r>
                      <a:r>
                        <a:rPr lang="ko-KR" altLang="ko-KR" sz="800" b="1" dirty="0"/>
                        <a:t>0x05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0xFFF</a:t>
                      </a:r>
                      <a:br>
                        <a:rPr lang="en-US" altLang="ko-KR" sz="800" b="1" dirty="0"/>
                      </a:br>
                      <a:r>
                        <a:rPr lang="en-US" altLang="ko-KR" sz="800" b="1" dirty="0"/>
                        <a:t>	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- FAULT_CTRL(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0x06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 =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 0x03C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FB_LEVEL(</a:t>
                      </a:r>
                      <a:r>
                        <a:rPr lang="ko-KR" altLang="ko-KR" sz="800" b="1" dirty="0"/>
                        <a:t>0x07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0x16D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r>
                        <a:rPr lang="en-US" altLang="ko-KR" sz="800" b="1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/>
                        <a:t>OP_MODE(</a:t>
                      </a:r>
                      <a:r>
                        <a:rPr lang="ko-KR" altLang="ko-KR" sz="800" b="1" dirty="0"/>
                        <a:t>0x3F</a:t>
                      </a:r>
                      <a:r>
                        <a:rPr lang="ko-KR" altLang="ko-KR" sz="800" dirty="0"/>
                        <a:t>) = FB1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64</a:t>
                      </a:r>
                      <a:r>
                        <a:rPr lang="ko-KR" altLang="ko-KR" sz="800" dirty="0"/>
                        <a:t> / FB2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A4</a:t>
                      </a:r>
                      <a:r>
                        <a:rPr lang="ko-KR" altLang="ko-KR" sz="800" dirty="0"/>
                        <a:t> / FB3 : </a:t>
                      </a:r>
                      <a:r>
                        <a:rPr lang="ko-KR" altLang="ko-KR" sz="800" b="1" dirty="0"/>
                        <a:t>0x8</a:t>
                      </a:r>
                      <a:r>
                        <a:rPr lang="en-US" altLang="ko-KR" sz="800" b="1" dirty="0"/>
                        <a:t>E4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FAULT_STATUS0(</a:t>
                      </a:r>
                      <a:r>
                        <a:rPr lang="ko-KR" altLang="ko-KR" sz="800" b="1" dirty="0">
                          <a:ea typeface="현대하모니 L" panose="02020603020101020101"/>
                        </a:rPr>
                        <a:t>0x0</a:t>
                      </a:r>
                      <a:r>
                        <a:rPr lang="en-US" altLang="ko-KR" sz="800" b="1" dirty="0">
                          <a:ea typeface="현대하모니 L" panose="02020603020101020101"/>
                        </a:rPr>
                        <a:t>9</a:t>
                      </a:r>
                      <a:r>
                        <a:rPr lang="en-US" altLang="ko-KR" sz="800" b="0" dirty="0"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b="1" dirty="0"/>
                        <a:t>[4:0]</a:t>
                      </a:r>
                      <a:r>
                        <a:rPr lang="ko-KR" altLang="ko-KR" sz="800" dirty="0"/>
                        <a:t>. 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FB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repeat</a:t>
                      </a:r>
                      <a:r>
                        <a:rPr lang="ko-KR" altLang="ko-KR" sz="800" dirty="0"/>
                        <a:t> : FB1~FB3, </a:t>
                      </a:r>
                      <a:r>
                        <a:rPr lang="ko-KR" altLang="ko-KR" sz="800" dirty="0" err="1"/>
                        <a:t>one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mode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at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a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time</a:t>
                      </a:r>
                      <a:r>
                        <a:rPr lang="ko-KR" altLang="ko-KR" sz="800" dirty="0"/>
                        <a:t>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ko-KR" altLang="ko-KR" sz="800" dirty="0"/>
                        <a:t>FAULT_</a:t>
                      </a:r>
                      <a:r>
                        <a:rPr lang="en-US" altLang="ko-KR" sz="800" b="0" dirty="0"/>
                        <a:t>SHORT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b="1" dirty="0"/>
                        <a:t>0x09[4:3]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en-US" altLang="ko-KR" sz="800" b="1" dirty="0"/>
                        <a:t>1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ko-KR" altLang="ko-KR" sz="800" dirty="0"/>
                        <a:t> (</a:t>
                      </a:r>
                      <a:r>
                        <a:rPr lang="ko-KR" altLang="ko-KR" sz="800" dirty="0" err="1"/>
                        <a:t>Pass</a:t>
                      </a:r>
                      <a:r>
                        <a:rPr lang="ko-KR" altLang="ko-KR" sz="800" dirty="0"/>
                        <a:t>) </a:t>
                      </a:r>
                      <a:br>
                        <a:rPr lang="ko-KR" altLang="ko-KR" sz="800" dirty="0"/>
                      </a:br>
                      <a:r>
                        <a:rPr lang="ko-KR" altLang="ko-KR" sz="800" dirty="0"/>
                        <a:t>FAULT_SHORT (</a:t>
                      </a:r>
                      <a:r>
                        <a:rPr lang="ko-KR" altLang="ko-KR" sz="800" b="1" dirty="0"/>
                        <a:t>0x09[2:0]</a:t>
                      </a:r>
                      <a:r>
                        <a:rPr lang="ko-KR" altLang="ko-KR" sz="800" dirty="0"/>
                        <a:t>) : FB3(</a:t>
                      </a:r>
                      <a:r>
                        <a:rPr lang="ko-KR" altLang="ko-KR" sz="800" b="1" dirty="0"/>
                        <a:t>[2]</a:t>
                      </a:r>
                      <a:r>
                        <a:rPr lang="ko-KR" altLang="ko-KR" sz="800" dirty="0"/>
                        <a:t>) / FB2(</a:t>
                      </a:r>
                      <a:r>
                        <a:rPr lang="ko-KR" altLang="ko-KR" sz="800" b="1" dirty="0"/>
                        <a:t>[1]</a:t>
                      </a:r>
                      <a:r>
                        <a:rPr lang="ko-KR" altLang="ko-KR" sz="800" dirty="0"/>
                        <a:t>) / FB1(</a:t>
                      </a:r>
                      <a:r>
                        <a:rPr lang="ko-KR" altLang="ko-KR" sz="800" b="1" dirty="0"/>
                        <a:t>[0]</a:t>
                      </a:r>
                      <a:r>
                        <a:rPr lang="ko-KR" altLang="ko-KR" sz="800" dirty="0"/>
                        <a:t>) = </a:t>
                      </a:r>
                      <a:r>
                        <a:rPr lang="ko-KR" altLang="ko-KR" sz="800" b="1" dirty="0"/>
                        <a:t>0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(Pass)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A62C24-9D0F-0610-5781-14901902C78F}"/>
              </a:ext>
            </a:extLst>
          </p:cNvPr>
          <p:cNvSpPr txBox="1"/>
          <p:nvPr/>
        </p:nvSpPr>
        <p:spPr>
          <a:xfrm>
            <a:off x="279773" y="669797"/>
            <a:ext cx="8915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FAULT_FB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F77A9-39FD-39FA-1CE3-84B967E94D3A}"/>
              </a:ext>
            </a:extLst>
          </p:cNvPr>
          <p:cNvSpPr txBox="1"/>
          <p:nvPr/>
        </p:nvSpPr>
        <p:spPr>
          <a:xfrm>
            <a:off x="279773" y="3479800"/>
            <a:ext cx="123482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FAULT_SHORT</a:t>
            </a:r>
          </a:p>
        </p:txBody>
      </p:sp>
    </p:spTree>
    <p:extLst>
      <p:ext uri="{BB962C8B-B14F-4D97-AF65-F5344CB8AC3E}">
        <p14:creationId xmlns:p14="http://schemas.microsoft.com/office/powerpoint/2010/main" val="2871414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A8CEC-ED4B-AF7C-0FE4-3C9F538CE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A83DCD-5FF0-FB7C-E280-7147E1038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BIST (Build in Self TEST)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1D894E-AE2F-3E9E-D9DE-6229C336A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3035340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FT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97129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3.3V</a:t>
                      </a:r>
                      <a:r>
                        <a:rPr lang="ko-KR" altLang="ko-KR" sz="800" dirty="0"/>
                        <a:t>,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 , </a:t>
                      </a:r>
                      <a:r>
                        <a:rPr lang="ko-KR" altLang="ko-KR" sz="800" b="1" dirty="0" err="1"/>
                        <a:t>Analog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ko-KR" altLang="ko-KR" sz="800" b="1" dirty="0" err="1"/>
                        <a:t>Test</a:t>
                      </a:r>
                      <a:r>
                        <a:rPr lang="ko-KR" altLang="ko-KR" sz="800" b="1" dirty="0"/>
                        <a:t> </a:t>
                      </a:r>
                      <a:r>
                        <a:rPr lang="en-US" altLang="ko-KR" sz="800" b="1" dirty="0"/>
                        <a:t>M</a:t>
                      </a:r>
                      <a:r>
                        <a:rPr lang="ko-KR" altLang="ko-KR" sz="800" b="1" dirty="0" err="1"/>
                        <a:t>ode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</a:t>
                      </a:r>
                      <a:r>
                        <a:rPr lang="ko-KR" altLang="ko-KR" sz="800" dirty="0" err="1"/>
                        <a:t>register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setting</a:t>
                      </a:r>
                      <a:r>
                        <a:rPr lang="ko-KR" altLang="ko-KR" sz="800" dirty="0"/>
                        <a:t> (DIO).</a:t>
                      </a:r>
                      <a:br>
                        <a:rPr lang="en-US" altLang="ko-KR" sz="800" dirty="0">
                          <a:ea typeface="현대하모니 L" panose="02020603020101020101"/>
                        </a:rPr>
                      </a:br>
                      <a:r>
                        <a:rPr lang="en-US" altLang="ko-KR" sz="800" dirty="0">
                          <a:ea typeface="현대하모니 L" panose="02020603020101020101"/>
                        </a:rPr>
                        <a:t>	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- 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BIST(</a:t>
                      </a:r>
                      <a:r>
                        <a:rPr lang="ko-KR" altLang="ko-KR" sz="800" b="1" dirty="0">
                          <a:solidFill>
                            <a:schemeClr val="tx1"/>
                          </a:solidFill>
                        </a:rPr>
                        <a:t>0x19</a:t>
                      </a:r>
                      <a:r>
                        <a:rPr lang="ko-KR" altLang="ko-KR" sz="800" dirty="0">
                          <a:solidFill>
                            <a:schemeClr val="tx1"/>
                          </a:solidFill>
                        </a:rPr>
                        <a:t>) =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0x800</a:t>
                      </a:r>
                      <a:br>
                        <a:rPr lang="en-US" altLang="ko-KR" sz="800" b="1" dirty="0">
                          <a:ea typeface="현대하모니 L" panose="02020603020101020101"/>
                        </a:rPr>
                      </a:br>
                      <a:endParaRPr lang="en-US" altLang="ko-KR" sz="800" b="1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BIST : </a:t>
                      </a:r>
                      <a:r>
                        <a:rPr lang="ko-KR" altLang="ko-KR" sz="800" dirty="0" err="1"/>
                        <a:t>Read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flag</a:t>
                      </a:r>
                      <a:r>
                        <a:rPr lang="ko-KR" altLang="ko-KR" sz="800" dirty="0"/>
                        <a:t> </a:t>
                      </a:r>
                      <a:r>
                        <a:rPr lang="en-US" altLang="ko-KR" sz="800" dirty="0"/>
                        <a:t>BIST(</a:t>
                      </a:r>
                      <a:r>
                        <a:rPr lang="ko-KR" altLang="ko-KR" sz="800" b="1" dirty="0"/>
                        <a:t>0x19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en-US" altLang="ko-KR" sz="800" b="1" dirty="0"/>
                        <a:t> </a:t>
                      </a:r>
                      <a:r>
                        <a:rPr lang="en-US" altLang="ko-KR" sz="800" b="0" dirty="0"/>
                        <a:t>after </a:t>
                      </a:r>
                      <a:r>
                        <a:rPr lang="en-US" altLang="ko-KR" sz="800" b="1" dirty="0"/>
                        <a:t>50</a:t>
                      </a:r>
                      <a:r>
                        <a:rPr lang="el-GR" altLang="ko-KR" sz="800" b="1" dirty="0">
                          <a:ea typeface="맑은 고딕" panose="020B0503020000020004" pitchFamily="50" charset="-127"/>
                        </a:rPr>
                        <a:t>μ</a:t>
                      </a:r>
                      <a:r>
                        <a:rPr lang="en-US" altLang="ko-KR" sz="800" b="1" dirty="0"/>
                        <a:t>s</a:t>
                      </a:r>
                      <a:r>
                        <a:rPr lang="en-US" altLang="ko-KR" sz="800" b="0" dirty="0"/>
                        <a:t>.</a:t>
                      </a:r>
                      <a:endParaRPr lang="en-US" altLang="ko-KR" sz="800" b="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0x002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it is passed. (Fail : BIST(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0x19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=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0x003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CD2BB5B-CBCB-0CC7-03EE-52BD604B8866}"/>
              </a:ext>
            </a:extLst>
          </p:cNvPr>
          <p:cNvSpPr txBox="1"/>
          <p:nvPr/>
        </p:nvSpPr>
        <p:spPr>
          <a:xfrm>
            <a:off x="279773" y="669797"/>
            <a:ext cx="506870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BIST</a:t>
            </a:r>
          </a:p>
        </p:txBody>
      </p:sp>
    </p:spTree>
    <p:extLst>
      <p:ext uri="{BB962C8B-B14F-4D97-AF65-F5344CB8AC3E}">
        <p14:creationId xmlns:p14="http://schemas.microsoft.com/office/powerpoint/2010/main" val="8149134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5EFE-3795-A1DA-1346-06E8E6A4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923761-CE4E-02B9-09EA-6839DA03A8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HVS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0BEBAF-AB6E-C43D-C139-00B7B903E9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2850756"/>
              </p:ext>
            </p:extLst>
          </p:nvPr>
        </p:nvGraphicFramePr>
        <p:xfrm>
          <a:off x="279773" y="962185"/>
          <a:ext cx="9208258" cy="239506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231884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800" dirty="0" err="1">
                          <a:ea typeface="현대하모니 L" panose="02020603020101020101"/>
                        </a:rPr>
                        <a:t>Temp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(T</a:t>
                      </a:r>
                      <a:r>
                        <a:rPr lang="es-ES" altLang="ko-KR" sz="8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= -40 / 27 / 125℃</a:t>
                      </a: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/>
                        <a:t>HVS : </a:t>
                      </a:r>
                      <a:r>
                        <a:rPr lang="ko-KR" altLang="ko-KR" sz="800" dirty="0" err="1"/>
                        <a:t>Force</a:t>
                      </a:r>
                      <a:r>
                        <a:rPr lang="ko-KR" altLang="ko-KR" sz="800" dirty="0"/>
                        <a:t> VDD = </a:t>
                      </a:r>
                      <a:r>
                        <a:rPr lang="ko-KR" altLang="ko-KR" sz="800" b="1" dirty="0"/>
                        <a:t>6.2V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for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b="1" dirty="0"/>
                        <a:t>0.5s</a:t>
                      </a:r>
                      <a:r>
                        <a:rPr lang="ko-KR" altLang="ko-KR" sz="800" dirty="0"/>
                        <a:t>.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Re-Check</a:t>
                      </a:r>
                      <a:r>
                        <a:rPr lang="ko-KR" altLang="ko-KR" sz="800" dirty="0"/>
                        <a:t> TEST </a:t>
                      </a:r>
                      <a:r>
                        <a:rPr lang="ko-KR" altLang="ko-KR" sz="800" dirty="0" err="1"/>
                        <a:t>item</a:t>
                      </a:r>
                      <a:r>
                        <a:rPr lang="ko-KR" altLang="ko-KR" sz="800" dirty="0"/>
                        <a:t> : IIL, IIH, IOZL, IOZH, IDDS, IDDD, IDDQ_A, IDDQ_D, IOUT_3P_P1_VFY, IOUT_3P_P2_VFY, IOUT_3P_P3_VFY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ko-KR" altLang="ko-KR" sz="800" dirty="0" err="1"/>
                        <a:t>Name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the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: (ITEM)2</a:t>
                      </a:r>
                      <a:endParaRPr lang="en-US" altLang="ko-KR" sz="800" dirty="0"/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: </a:t>
                      </a:r>
                      <a:r>
                        <a:rPr lang="ko-KR" altLang="ko-KR" sz="800" dirty="0" err="1"/>
                        <a:t>Calculate</a:t>
                      </a:r>
                      <a:r>
                        <a:rPr lang="ko-KR" altLang="ko-KR" sz="800" dirty="0"/>
                        <a:t> ( 1ST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− 2ND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) / 1ST </a:t>
                      </a:r>
                      <a:r>
                        <a:rPr lang="ko-KR" altLang="ko-KR" sz="800" dirty="0" err="1"/>
                        <a:t>result</a:t>
                      </a:r>
                      <a:r>
                        <a:rPr lang="ko-KR" altLang="ko-KR" sz="800" dirty="0"/>
                        <a:t> × 100.</a:t>
                      </a: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l-GR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Δ</a:t>
                      </a:r>
                      <a:r>
                        <a:rPr lang="ko-KR" altLang="ko-KR" sz="800" dirty="0"/>
                        <a:t>_(ITEM) MIN / TYP / MAX = </a:t>
                      </a:r>
                      <a:r>
                        <a:rPr lang="ko-KR" altLang="ko-KR" sz="800" b="1" dirty="0"/>
                        <a:t>-5 / 0 / 5 %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CECE986-83A0-4A46-5C0B-6437C992C294}"/>
              </a:ext>
            </a:extLst>
          </p:cNvPr>
          <p:cNvSpPr txBox="1"/>
          <p:nvPr/>
        </p:nvSpPr>
        <p:spPr>
          <a:xfrm>
            <a:off x="279773" y="669797"/>
            <a:ext cx="49808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HVS</a:t>
            </a:r>
          </a:p>
        </p:txBody>
      </p:sp>
    </p:spTree>
    <p:extLst>
      <p:ext uri="{BB962C8B-B14F-4D97-AF65-F5344CB8AC3E}">
        <p14:creationId xmlns:p14="http://schemas.microsoft.com/office/powerpoint/2010/main" val="28484877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5191-B69B-3F5B-3C9E-2E8BD254E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9BF403-1607-5FAF-517A-FEA761F68D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 err="1">
                <a:sym typeface="Wingdings" panose="05000000000000000000" pitchFamily="2" charset="2"/>
              </a:rPr>
              <a:t>OTP_Write</a:t>
            </a:r>
            <a:r>
              <a:rPr lang="en-US" altLang="ko-KR" dirty="0">
                <a:sym typeface="Wingdings" panose="05000000000000000000" pitchFamily="2" charset="2"/>
              </a:rPr>
              <a:t> (e-fuse)</a:t>
            </a:r>
            <a:endParaRPr lang="ko-KR" alt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CD6B31-4A5E-F18D-B5E6-C5F93788D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764103"/>
              </p:ext>
            </p:extLst>
          </p:nvPr>
        </p:nvGraphicFramePr>
        <p:xfrm>
          <a:off x="279773" y="962185"/>
          <a:ext cx="9208258" cy="2545080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Validation environment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PT / LAB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524725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800" dirty="0">
                          <a:ea typeface="현대하모니 L" panose="02020603020101020101"/>
                        </a:rPr>
                        <a:t>VDD 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Voltage</a:t>
                      </a:r>
                      <a:r>
                        <a:rPr lang="ko-KR" altLang="ko-KR" sz="800" dirty="0">
                          <a:ea typeface="현대하모니 L" panose="02020603020101020101"/>
                        </a:rPr>
                        <a:t> 3.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3</a:t>
                      </a:r>
                      <a:r>
                        <a:rPr lang="ko-KR" altLang="ko-KR" sz="800" dirty="0" err="1">
                          <a:ea typeface="현대하모니 L" panose="02020603020101020101"/>
                        </a:rPr>
                        <a:t>V</a:t>
                      </a:r>
                      <a:r>
                        <a:rPr lang="en-US" altLang="ko-KR" sz="800" dirty="0">
                          <a:ea typeface="현대하모니 L" panose="02020603020101020101"/>
                        </a:rPr>
                        <a:t> -&gt; 5.5V Power up 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Temp(T</a:t>
                      </a:r>
                      <a:r>
                        <a:rPr lang="es-ES" altLang="ko-KR" sz="800" b="0" i="0" u="none" strike="noStrike" baseline="-25000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= -40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</a:t>
                      </a:r>
                      <a:r>
                        <a:rPr lang="es-E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27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r>
                        <a:rPr lang="en-US" altLang="ko-KR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/125</a:t>
                      </a:r>
                      <a:r>
                        <a:rPr lang="ko-KR" altLang="en-US" sz="800" b="0" i="0" u="none" strike="noStrike" dirty="0"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℃</a:t>
                      </a: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1914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Simulation Procedure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/>
                        <a:tabLst>
                          <a:tab pos="357188" algn="l"/>
                        </a:tabLst>
                      </a:pPr>
                      <a:r>
                        <a:rPr lang="ko-KR" altLang="ko-KR" sz="800" dirty="0" err="1"/>
                        <a:t>Se</a:t>
                      </a:r>
                      <a:r>
                        <a:rPr lang="en-US" altLang="ko-KR" sz="800" dirty="0"/>
                        <a:t>t register for </a:t>
                      </a:r>
                      <a:r>
                        <a:rPr lang="en-US" altLang="ko-KR" sz="800" dirty="0" err="1"/>
                        <a:t>OTP_Write</a:t>
                      </a:r>
                      <a:r>
                        <a:rPr lang="en-US" altLang="ko-KR" sz="800" dirty="0"/>
                        <a:t> (e-fuse)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	</a:t>
                      </a:r>
                      <a:r>
                        <a:rPr lang="ko-KR" altLang="ko-KR" sz="800" dirty="0"/>
                        <a:t>- </a:t>
                      </a:r>
                      <a:r>
                        <a:rPr lang="en-US" altLang="ko-KR" sz="800" dirty="0"/>
                        <a:t>TEST CONTROL (</a:t>
                      </a:r>
                      <a:r>
                        <a:rPr lang="en-US" altLang="ko-KR" sz="800" b="1" dirty="0"/>
                        <a:t>0xF0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0x0008</a:t>
                      </a:r>
                    </a:p>
                    <a:p>
                      <a:pPr marL="0" indent="0" algn="l" fontAlgn="ctr">
                        <a:buNone/>
                        <a:tabLst>
                          <a:tab pos="357188" algn="l"/>
                        </a:tabLst>
                      </a:pPr>
                      <a:r>
                        <a:rPr lang="en-US" altLang="ko-KR" sz="800" dirty="0"/>
                        <a:t>      	- OTP RD/PROG (</a:t>
                      </a:r>
                      <a:r>
                        <a:rPr lang="en-US" altLang="ko-KR" sz="800" b="1" dirty="0"/>
                        <a:t>0xF3</a:t>
                      </a:r>
                      <a:r>
                        <a:rPr lang="en-US" altLang="ko-KR" sz="800" dirty="0"/>
                        <a:t>) = </a:t>
                      </a:r>
                      <a:r>
                        <a:rPr lang="en-US" altLang="ko-KR" sz="800" b="1" dirty="0"/>
                        <a:t>0x0001</a:t>
                      </a:r>
                    </a:p>
                    <a:p>
                      <a:pPr marL="0" indent="0" algn="l" fontAlgn="ctr">
                        <a:buNone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Keep SCLK more than </a:t>
                      </a:r>
                      <a:r>
                        <a:rPr lang="en-US" altLang="ko-KR" sz="800" b="1" dirty="0"/>
                        <a:t>2000</a:t>
                      </a:r>
                      <a:r>
                        <a:rPr lang="en-US" altLang="ko-KR" sz="800" dirty="0"/>
                        <a:t> cycles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</a:pPr>
                      <a:r>
                        <a:rPr lang="en-US" altLang="ko-KR" sz="800" dirty="0"/>
                        <a:t>Power OFF(Erased data in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dirty="0"/>
                    </a:p>
                    <a:p>
                      <a:pPr marL="228600" indent="-228600" algn="l" fontAlgn="ctr">
                        <a:buAutoNum type="arabicPeriod" startAt="2"/>
                        <a:tabLst>
                          <a:tab pos="357188" algn="l"/>
                        </a:tabLst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Power ON(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3.3V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) </a:t>
                      </a:r>
                      <a:b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</a:b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	-&gt;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e-fused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codes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are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downloaded to register area</a:t>
                      </a:r>
                    </a:p>
                    <a:p>
                      <a:pPr marL="228600" indent="-228600" algn="l" fontAlgn="ctr">
                        <a:buAutoNum type="arabicPeriod" startAt="2"/>
                      </a:pP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s-E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OTP programming is completed and e-fused codes are downloaded to register area after Power ON.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12D5BD2-625A-54C4-19ED-D8960C323CF7}"/>
              </a:ext>
            </a:extLst>
          </p:cNvPr>
          <p:cNvSpPr txBox="1"/>
          <p:nvPr/>
        </p:nvSpPr>
        <p:spPr>
          <a:xfrm>
            <a:off x="279773" y="669797"/>
            <a:ext cx="48917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OTP</a:t>
            </a:r>
          </a:p>
        </p:txBody>
      </p:sp>
    </p:spTree>
    <p:extLst>
      <p:ext uri="{BB962C8B-B14F-4D97-AF65-F5344CB8AC3E}">
        <p14:creationId xmlns:p14="http://schemas.microsoft.com/office/powerpoint/2010/main" val="34484552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7F58F-204D-83E6-D255-97E2F7CBD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2B05CF-0061-8409-578D-B889FBE47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3" y="181916"/>
            <a:ext cx="5882901" cy="432643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PWM Test (TBD)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94F77C0-798E-8EB0-0EB9-083521F9C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8531834"/>
              </p:ext>
            </p:extLst>
          </p:nvPr>
        </p:nvGraphicFramePr>
        <p:xfrm>
          <a:off x="279773" y="962185"/>
          <a:ext cx="9208258" cy="2151223"/>
        </p:xfrm>
        <a:graphic>
          <a:graphicData uri="http://schemas.openxmlformats.org/drawingml/2006/table">
            <a:tbl>
              <a:tblPr/>
              <a:tblGrid>
                <a:gridCol w="2617981">
                  <a:extLst>
                    <a:ext uri="{9D8B030D-6E8A-4147-A177-3AD203B41FA5}">
                      <a16:colId xmlns:a16="http://schemas.microsoft.com/office/drawing/2014/main" val="3552776552"/>
                    </a:ext>
                  </a:extLst>
                </a:gridCol>
                <a:gridCol w="6590277">
                  <a:extLst>
                    <a:ext uri="{9D8B030D-6E8A-4147-A177-3AD203B41FA5}">
                      <a16:colId xmlns:a16="http://schemas.microsoft.com/office/drawing/2014/main" val="3954140540"/>
                    </a:ext>
                  </a:extLst>
                </a:gridCol>
              </a:tblGrid>
              <a:tr h="2487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Verification Method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Simulation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41087"/>
                  </a:ext>
                </a:extLst>
              </a:tr>
              <a:tr h="2340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Preconditions(TEST Condition)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E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854227"/>
                  </a:ext>
                </a:extLst>
              </a:tr>
              <a:tr h="140446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Simulation Procedure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algn="l" fontAlgn="ctr">
                        <a:buFont typeface="+mj-lt"/>
                        <a:buAutoNum type="arabicPeriod"/>
                        <a:tabLst>
                          <a:tab pos="358775" algn="l"/>
                        </a:tabLst>
                      </a:pPr>
                      <a:endParaRPr lang="en-US" altLang="ko-KR" sz="800" dirty="0"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05876"/>
                  </a:ext>
                </a:extLst>
              </a:tr>
              <a:tr h="163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/>
                        </a:rPr>
                        <a:t>Expected Results.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95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879606"/>
      </p:ext>
    </p:extLst>
  </p:cSld>
  <p:clrMapOvr>
    <a:masterClrMapping/>
  </p:clrMapOvr>
</p:sld>
</file>

<file path=ppt/theme/theme1.xml><?xml version="1.0" encoding="utf-8"?>
<a:theme xmlns:a="http://schemas.openxmlformats.org/drawingml/2006/main" name="테마1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테마1" id="{61F4EAFF-2656-40F5-84E7-B1F92A724645}" vid="{2DD48D7D-B688-426B-9C00-48FFB545AAD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DBF66C731B6F34ABEFE5E14910FE0A4" ma:contentTypeVersion="11" ma:contentTypeDescription="새 문서를 만듭니다." ma:contentTypeScope="" ma:versionID="814ccbb4168541b44c3e07025c0fce35">
  <xsd:schema xmlns:xsd="http://www.w3.org/2001/XMLSchema" xmlns:xs="http://www.w3.org/2001/XMLSchema" xmlns:p="http://schemas.microsoft.com/office/2006/metadata/properties" xmlns:ns2="43b0edd0-9f28-4056-b7a7-128691df75fa" xmlns:ns3="3fdc42ba-1aa3-4966-a9b1-c4c8f01b5ffd" targetNamespace="http://schemas.microsoft.com/office/2006/metadata/properties" ma:root="true" ma:fieldsID="67620d9df9833cb4a6a86fb646ff4edb" ns2:_="" ns3:_="">
    <xsd:import namespace="43b0edd0-9f28-4056-b7a7-128691df75fa"/>
    <xsd:import namespace="3fdc42ba-1aa3-4966-a9b1-c4c8f01b5f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0edd0-9f28-4056-b7a7-128691df75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c42ba-1aa3-4966-a9b1-c4c8f01b5ff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4498261-f2b2-4ff5-8936-55be04d01e9f}" ma:internalName="TaxCatchAll" ma:showField="CatchAllData" ma:web="3fdc42ba-1aa3-4966-a9b1-c4c8f01b5f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3b0edd0-9f28-4056-b7a7-128691df75fa">
      <Terms xmlns="http://schemas.microsoft.com/office/infopath/2007/PartnerControls"/>
    </lcf76f155ced4ddcb4097134ff3c332f>
    <TaxCatchAll xmlns="3fdc42ba-1aa3-4966-a9b1-c4c8f01b5ff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51DE90-0284-4D77-8520-5CACA560FBB3}">
  <ds:schemaRefs>
    <ds:schemaRef ds:uri="3fdc42ba-1aa3-4966-a9b1-c4c8f01b5ffd"/>
    <ds:schemaRef ds:uri="43b0edd0-9f28-4056-b7a7-128691df75f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0388F2-57D4-46E8-A1A5-AB0D8D7AA103}">
  <ds:schemaRefs>
    <ds:schemaRef ds:uri="3fdc42ba-1aa3-4966-a9b1-c4c8f01b5ffd"/>
    <ds:schemaRef ds:uri="43b0edd0-9f28-4056-b7a7-128691df75fa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5963CF-5829-4877-B8EB-48C04263CB0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3842</TotalTime>
  <Words>10568</Words>
  <Application>Microsoft Office PowerPoint</Application>
  <PresentationFormat>A4 용지(210x297mm)</PresentationFormat>
  <Paragraphs>1463</Paragraphs>
  <Slides>49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0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Calibri</vt:lpstr>
      <vt:lpstr>Wingdings</vt:lpstr>
      <vt:lpstr>테마1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김송현( KIM SONG HYEON ) 전원구동반도체팀</dc:creator>
  <cp:lastModifiedBy>오 해찬</cp:lastModifiedBy>
  <cp:revision>7</cp:revision>
  <dcterms:created xsi:type="dcterms:W3CDTF">2025-10-17T01:59:33Z</dcterms:created>
  <dcterms:modified xsi:type="dcterms:W3CDTF">2026-10-15T08:01:15Z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0x010100FDBF66C731B6F34ABEFE5E14910FE0A4</vt:lpwstr>
  </property>
  <property fmtid="{D5CDD505-2E9C-101B-9397-08002B2CF9AE}" pid="3" name="ClassificationContentMarkingFooterLocations">
    <vt:lpwstr>테마1:6</vt:lpwstr>
  </property>
  <property fmtid="{D5CDD505-2E9C-101B-9397-08002B2CF9AE}" pid="4" name="ClassificationContentMarkingFooterText">
    <vt:lpwstr>이태헌( LEE TAE HEON ) 전원구동반도체팀 / 1634503@mobis.com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5" name="ClassificationWatermarkLocations">
    <vt:lpwstr>테마1:7</vt:lpwstr>
  </property>
  <property fmtid="{D5CDD505-2E9C-101B-9397-08002B2CF9AE}" pid="6" name="ClassificationWatermarkText">
    <vt:lpwstr>Hyundai Mobis Restricted</vt:lpwstr>
  </property>
  <property fmtid="{D5CDD505-2E9C-101B-9397-08002B2CF9AE}" pid="7" name="MediaServiceImageTags">
    <vt:lpwstr/>
  </property>
</Properties>
</file>