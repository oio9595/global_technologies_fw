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525_869E7EC5.xml" ContentType="application/vnd.ms-powerpoint.comments+xml"/>
  <Override PartName="/ppt/notesSlides/notesSlide11.xml" ContentType="application/vnd.openxmlformats-officedocument.presentationml.notesSlide+xml"/>
  <Override PartName="/ppt/comments/modernComment_584_1EA5D5D5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549_E782FD95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2"/>
  </p:notesMasterIdLst>
  <p:sldIdLst>
    <p:sldId id="256" r:id="rId5"/>
    <p:sldId id="1350" r:id="rId6"/>
    <p:sldId id="1338" r:id="rId7"/>
    <p:sldId id="1344" r:id="rId8"/>
    <p:sldId id="1339" r:id="rId9"/>
    <p:sldId id="1348" r:id="rId10"/>
    <p:sldId id="1341" r:id="rId11"/>
    <p:sldId id="1315" r:id="rId12"/>
    <p:sldId id="1316" r:id="rId13"/>
    <p:sldId id="1317" r:id="rId14"/>
    <p:sldId id="1412" r:id="rId15"/>
    <p:sldId id="1413" r:id="rId16"/>
    <p:sldId id="1342" r:id="rId17"/>
    <p:sldId id="1320" r:id="rId18"/>
    <p:sldId id="1321" r:id="rId19"/>
    <p:sldId id="1324" r:id="rId20"/>
    <p:sldId id="1325" r:id="rId21"/>
    <p:sldId id="1326" r:id="rId22"/>
    <p:sldId id="1327" r:id="rId23"/>
    <p:sldId id="1353" r:id="rId24"/>
    <p:sldId id="1329" r:id="rId25"/>
    <p:sldId id="1331" r:id="rId26"/>
    <p:sldId id="1333" r:id="rId27"/>
    <p:sldId id="1335" r:id="rId28"/>
    <p:sldId id="1337" r:id="rId29"/>
    <p:sldId id="1356" r:id="rId30"/>
    <p:sldId id="1359" r:id="rId31"/>
    <p:sldId id="1363" r:id="rId32"/>
    <p:sldId id="1378" r:id="rId33"/>
    <p:sldId id="1379" r:id="rId34"/>
    <p:sldId id="1381" r:id="rId35"/>
    <p:sldId id="1382" r:id="rId36"/>
    <p:sldId id="1384" r:id="rId37"/>
    <p:sldId id="1386" r:id="rId38"/>
    <p:sldId id="1387" r:id="rId39"/>
    <p:sldId id="1389" r:id="rId40"/>
    <p:sldId id="1391" r:id="rId41"/>
    <p:sldId id="1393" r:id="rId42"/>
    <p:sldId id="1394" r:id="rId43"/>
    <p:sldId id="1399" r:id="rId44"/>
    <p:sldId id="1402" r:id="rId45"/>
    <p:sldId id="1405" r:id="rId46"/>
    <p:sldId id="1407" r:id="rId47"/>
    <p:sldId id="1409" r:id="rId48"/>
    <p:sldId id="1410" r:id="rId49"/>
    <p:sldId id="1404" r:id="rId50"/>
    <p:sldId id="1411" r:id="rId51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B2BB4-88C7-4446-9F1A-7B90B22EFE72}" v="30" dt="2026-09-17T05:14:14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7384" autoAdjust="0"/>
  </p:normalViewPr>
  <p:slideViewPr>
    <p:cSldViewPr snapToGrid="0">
      <p:cViewPr varScale="1">
        <p:scale>
          <a:sx n="103" d="100"/>
          <a:sy n="103" d="100"/>
        </p:scale>
        <p:origin x="1572" y="96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modSld">
      <pc:chgData name="오 해찬" userId="398a30bc-41aa-4aec-9589-2644447f841d" providerId="ADAL" clId="{40A53A70-5976-42A4-AD5E-E44140CA36DF}" dt="2026-09-17T05:14:14.565" v="24"/>
      <pc:docMkLst>
        <pc:docMk/>
      </pc:docMkLst>
      <pc:sldChg chg="modSp">
        <pc:chgData name="오 해찬" userId="398a30bc-41aa-4aec-9589-2644447f841d" providerId="ADAL" clId="{40A53A70-5976-42A4-AD5E-E44140CA36DF}" dt="2026-09-17T05:14:14.565" v="24"/>
        <pc:sldMkLst>
          <pc:docMk/>
          <pc:sldMk cId="2024141461" sldId="1315"/>
        </pc:sldMkLst>
        <pc:graphicFrameChg chg="mod">
          <ac:chgData name="오 해찬" userId="398a30bc-41aa-4aec-9589-2644447f841d" providerId="ADAL" clId="{40A53A70-5976-42A4-AD5E-E44140CA36DF}" dt="2026-09-17T05:14:11.863" v="23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">
          <ac:chgData name="오 해찬" userId="398a30bc-41aa-4aec-9589-2644447f841d" providerId="ADAL" clId="{40A53A70-5976-42A4-AD5E-E44140CA36DF}" dt="2026-09-17T05:14:14.565" v="24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modSp">
        <pc:chgData name="오 해찬" userId="398a30bc-41aa-4aec-9589-2644447f841d" providerId="ADAL" clId="{40A53A70-5976-42A4-AD5E-E44140CA36DF}" dt="2026-09-17T05:13:53.619" v="22"/>
        <pc:sldMkLst>
          <pc:docMk/>
          <pc:sldMk cId="628503944" sldId="1341"/>
        </pc:sldMkLst>
        <pc:graphicFrameChg chg="mod">
          <ac:chgData name="오 해찬" userId="398a30bc-41aa-4aec-9589-2644447f841d" providerId="ADAL" clId="{40A53A70-5976-42A4-AD5E-E44140CA36DF}" dt="2026-09-17T05:12:02.866" v="20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">
          <ac:chgData name="오 해찬" userId="398a30bc-41aa-4aec-9589-2644447f841d" providerId="ADAL" clId="{40A53A70-5976-42A4-AD5E-E44140CA36DF}" dt="2026-09-17T05:13:53.619" v="22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">
        <pc:chgData name="오 해찬" userId="398a30bc-41aa-4aec-9589-2644447f841d" providerId="ADAL" clId="{40A53A70-5976-42A4-AD5E-E44140CA36DF}" dt="2026-09-17T05:06:55.355" v="18"/>
        <pc:sldMkLst>
          <pc:docMk/>
          <pc:sldMk cId="1194762766" sldId="1344"/>
        </pc:sldMkLst>
        <pc:graphicFrameChg chg="mod">
          <ac:chgData name="오 해찬" userId="398a30bc-41aa-4aec-9589-2644447f841d" providerId="ADAL" clId="{40A53A70-5976-42A4-AD5E-E44140CA36DF}" dt="2026-09-17T05:06:55.355" v="18"/>
          <ac:graphicFrameMkLst>
            <pc:docMk/>
            <pc:sldMk cId="1194762766" sldId="1344"/>
            <ac:graphicFrameMk id="4" creationId="{DFB30D23-B4F2-1F0E-8431-60CEB7CF5DD6}"/>
          </ac:graphicFrameMkLst>
        </pc:graphicFrameChg>
      </pc:sldChg>
      <pc:sldChg chg="modSp">
        <pc:chgData name="오 해찬" userId="398a30bc-41aa-4aec-9589-2644447f841d" providerId="ADAL" clId="{40A53A70-5976-42A4-AD5E-E44140CA36DF}" dt="2026-09-17T05:10:08.619" v="19"/>
        <pc:sldMkLst>
          <pc:docMk/>
          <pc:sldMk cId="3585320585" sldId="1348"/>
        </pc:sldMkLst>
        <pc:graphicFrameChg chg="mod">
          <ac:chgData name="오 해찬" userId="398a30bc-41aa-4aec-9589-2644447f841d" providerId="ADAL" clId="{40A53A70-5976-42A4-AD5E-E44140CA36DF}" dt="2026-09-17T05:10:08.619" v="19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modSp">
        <pc:chgData name="오 해찬" userId="398a30bc-41aa-4aec-9589-2644447f841d" providerId="ADAL" clId="{40A53A70-5976-42A4-AD5E-E44140CA36DF}" dt="2026-09-17T04:43:34.095" v="17"/>
        <pc:sldMkLst>
          <pc:docMk/>
          <pc:sldMk cId="859767019" sldId="1350"/>
        </pc:sldMkLst>
        <pc:graphicFrameChg chg="mod">
          <ac:chgData name="오 해찬" userId="398a30bc-41aa-4aec-9589-2644447f841d" providerId="ADAL" clId="{40A53A70-5976-42A4-AD5E-E44140CA36DF}" dt="2026-09-17T04:43:34.095" v="17"/>
          <ac:graphicFrameMkLst>
            <pc:docMk/>
            <pc:sldMk cId="859767019" sldId="1350"/>
            <ac:graphicFrameMk id="9" creationId="{6DC06829-9C83-9A79-215B-98CAB7729CB1}"/>
          </ac:graphicFrameMkLst>
        </pc:graphicFrameChg>
      </pc:sldChg>
    </pc:docChg>
  </pc:docChgLst>
</pc:chgInfo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2026.XX.XX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156971"/>
              </p:ext>
            </p:extLst>
          </p:nvPr>
        </p:nvGraphicFramePr>
        <p:xfrm>
          <a:off x="279773" y="1057435"/>
          <a:ext cx="9237607" cy="1706880"/>
        </p:xfrm>
        <a:graphic>
          <a:graphicData uri="http://schemas.openxmlformats.org/drawingml/2006/table">
            <a:tbl>
              <a:tblPr/>
              <a:tblGrid>
                <a:gridCol w="156862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35900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1276862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278414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0F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FAULT_CON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FIGURATION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FFF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409662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985315"/>
              </p:ext>
            </p:extLst>
          </p:nvPr>
        </p:nvGraphicFramePr>
        <p:xfrm>
          <a:off x="279772" y="3738085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677FBE04-FE05-651F-D911-C264D0E1A5D8}"/>
              </a:ext>
            </a:extLst>
          </p:cNvPr>
          <p:cNvSpPr/>
          <p:nvPr/>
        </p:nvSpPr>
        <p:spPr bwMode="auto">
          <a:xfrm>
            <a:off x="5980922" y="1838131"/>
            <a:ext cx="457200" cy="186612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976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078223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TESTPINS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VSS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385352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TESTPINS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458473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TESTPINS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872411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TESTPINS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VDD pin 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4404791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/ Pin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371469"/>
              </p:ext>
            </p:extLst>
          </p:nvPr>
        </p:nvGraphicFramePr>
        <p:xfrm>
          <a:off x="279773" y="3744593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/ Pin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489504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TESTPINS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6354004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441250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TESTPINS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541507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TESTPINS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629285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TESTPINS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5329605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, TESTPINS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 TESTPINS 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85250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765337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775250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600264"/>
              </p:ext>
            </p:extLst>
          </p:nvPr>
        </p:nvGraphicFramePr>
        <p:xfrm>
          <a:off x="406773" y="1147213"/>
          <a:ext cx="2880000" cy="4397240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 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 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CONTROL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CONFIGURATION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3443884"/>
              </p:ext>
            </p:extLst>
          </p:nvPr>
        </p:nvGraphicFramePr>
        <p:xfrm>
          <a:off x="3468128" y="1147213"/>
          <a:ext cx="2880001" cy="438336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 CLK 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(FLLCNT[11:0])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(FLL_EN/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FLL_RANGE/FLL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CNT[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:12])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FLL MANUAL1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FLL MANUAL2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CLOCK GATE 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 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885834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052605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196047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5398041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1865963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49061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9508866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7619793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 TEMP TRIM : O2(MEAS) − 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 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 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96832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854608"/>
              </p:ext>
            </p:extLst>
          </p:nvPr>
        </p:nvGraphicFramePr>
        <p:xfrm>
          <a:off x="279773" y="962185"/>
          <a:ext cx="9208258" cy="3398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2591454"/>
              </p:ext>
            </p:extLst>
          </p:nvPr>
        </p:nvGraphicFramePr>
        <p:xfrm>
          <a:off x="279773" y="962185"/>
          <a:ext cx="9208258" cy="3398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9415405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D446C23-41B1-AEBE-7C68-8101EE1BAEA9}"/>
              </a:ext>
            </a:extLst>
          </p:cNvPr>
          <p:cNvCxnSpPr/>
          <p:nvPr/>
        </p:nvCxnSpPr>
        <p:spPr>
          <a:xfrm>
            <a:off x="5610225" y="2571750"/>
            <a:ext cx="0" cy="52387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B7CC05-7459-9FA1-716D-F0A7EF393994}"/>
              </a:ext>
            </a:extLst>
          </p:cNvPr>
          <p:cNvSpPr txBox="1"/>
          <p:nvPr/>
        </p:nvSpPr>
        <p:spPr>
          <a:xfrm>
            <a:off x="5629275" y="2710576"/>
            <a:ext cx="38138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OTP_PG_START </a:t>
            </a:r>
            <a:r>
              <a:rPr lang="ko-KR" altLang="en-US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부터 </a:t>
            </a:r>
            <a:r>
              <a:rPr lang="en-US" altLang="ko-KR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Power Off</a:t>
            </a:r>
            <a:r>
              <a:rPr lang="ko-KR" altLang="en-US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까지 최소 </a:t>
            </a:r>
            <a:r>
              <a:rPr lang="en-US" altLang="ko-KR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delay </a:t>
            </a:r>
            <a:r>
              <a:rPr lang="ko-KR" altLang="en-US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시간 기입 필요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881495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199089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08950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3538234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767608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365509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607597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9199543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872300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OSC_FLL_MAN2(</a:t>
                      </a:r>
                      <a:r>
                        <a:rPr lang="ko-KR" altLang="ko-KR" sz="800" b="1"/>
                        <a:t>0x29</a:t>
                      </a:r>
                      <a:r>
                        <a:rPr lang="ko-KR" altLang="ko-KR" sz="800"/>
                        <a:t>) = </a:t>
                      </a:r>
                      <a:r>
                        <a:rPr lang="ko-KR" altLang="ko-KR" sz="800" b="1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5839692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0xDCD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0x090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0xC32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(1011).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FLL_P2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FLL_P3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(60M)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7990887"/>
              </p:ext>
            </p:extLst>
          </p:nvPr>
        </p:nvGraphicFramePr>
        <p:xfrm>
          <a:off x="279773" y="962185"/>
          <a:ext cx="9208258" cy="2636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8135170"/>
              </p:ext>
            </p:extLst>
          </p:nvPr>
        </p:nvGraphicFramePr>
        <p:xfrm>
          <a:off x="279773" y="962185"/>
          <a:ext cx="9208258" cy="42214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MAX_CURRENT_LEVEL(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652200"/>
              </p:ext>
            </p:extLst>
          </p:nvPr>
        </p:nvGraphicFramePr>
        <p:xfrm>
          <a:off x="279773" y="962185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934389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351677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12894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5545510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967746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4509651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6691417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27607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1.0V → 2.0V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955376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7458719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033572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1.0V → 2.0V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5157273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A994887-59EB-CC92-C793-571322943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7184151"/>
              </p:ext>
            </p:extLst>
          </p:nvPr>
        </p:nvGraphicFramePr>
        <p:xfrm>
          <a:off x="279773" y="3600870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61632-280E-570F-5E52-6ABC328F9755}"/>
              </a:ext>
            </a:extLst>
          </p:cNvPr>
          <p:cNvSpPr txBox="1"/>
          <p:nvPr/>
        </p:nvSpPr>
        <p:spPr>
          <a:xfrm>
            <a:off x="279772" y="3307824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6628459"/>
              </p:ext>
            </p:extLst>
          </p:nvPr>
        </p:nvGraphicFramePr>
        <p:xfrm>
          <a:off x="279773" y="962185"/>
          <a:ext cx="9208258" cy="30961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6960026"/>
              </p:ext>
            </p:extLst>
          </p:nvPr>
        </p:nvGraphicFramePr>
        <p:xfrm>
          <a:off x="279773" y="962185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 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ko-KR" altLang="ko-KR" sz="800" dirty="0"/>
                        <a:t> 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5795454"/>
              </p:ext>
            </p:extLst>
          </p:nvPr>
        </p:nvGraphicFramePr>
        <p:xfrm>
          <a:off x="279773" y="962185"/>
          <a:ext cx="9208258" cy="30961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01383"/>
              </p:ext>
            </p:extLst>
          </p:nvPr>
        </p:nvGraphicFramePr>
        <p:xfrm>
          <a:off x="279773" y="962185"/>
          <a:ext cx="9208258" cy="26670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143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971240"/>
              </p:ext>
            </p:extLst>
          </p:nvPr>
        </p:nvGraphicFramePr>
        <p:xfrm>
          <a:off x="279773" y="962185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9632462"/>
              </p:ext>
            </p:extLst>
          </p:nvPr>
        </p:nvGraphicFramePr>
        <p:xfrm>
          <a:off x="279773" y="3721388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2900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3795982"/>
              </p:ext>
            </p:extLst>
          </p:nvPr>
        </p:nvGraphicFramePr>
        <p:xfrm>
          <a:off x="279773" y="962185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2656314"/>
              </p:ext>
            </p:extLst>
          </p:nvPr>
        </p:nvGraphicFramePr>
        <p:xfrm>
          <a:off x="279773" y="3721388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290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1985313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50</a:t>
                      </a:r>
                      <a:r>
                        <a:rPr lang="el-GR" altLang="ko-KR" sz="800" b="0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0" dirty="0"/>
                        <a:t>s.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819051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/>
        </p:nvGraphicFramePr>
        <p:xfrm>
          <a:off x="279773" y="962185"/>
          <a:ext cx="9208258" cy="23012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date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8C961DC-5AA7-E2C1-3402-164A50BA5F6D}"/>
              </a:ext>
            </a:extLst>
          </p:cNvPr>
          <p:cNvSpPr/>
          <p:nvPr/>
        </p:nvSpPr>
        <p:spPr bwMode="auto">
          <a:xfrm>
            <a:off x="3107094" y="2062065"/>
            <a:ext cx="1772816" cy="25192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Props1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3020</TotalTime>
  <Words>9206</Words>
  <Application>Microsoft Office PowerPoint</Application>
  <PresentationFormat>A4 용지(210x297mm)</PresentationFormat>
  <Paragraphs>1160</Paragraphs>
  <Slides>47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8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이 준영</cp:lastModifiedBy>
  <cp:revision>8</cp:revision>
  <dcterms:created xsi:type="dcterms:W3CDTF">2025-10-17T01:59:33Z</dcterms:created>
  <dcterms:modified xsi:type="dcterms:W3CDTF">2026-09-17T06:38:59Z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