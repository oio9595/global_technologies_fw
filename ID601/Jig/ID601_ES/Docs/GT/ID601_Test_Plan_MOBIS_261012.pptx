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546_333F00EB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525_869E7EC5.xml" ContentType="application/vnd.ms-powerpoint.comments+xml"/>
  <Override PartName="/ppt/notesSlides/notesSlide12.xml" ContentType="application/vnd.openxmlformats-officedocument.presentationml.notesSlide+xml"/>
  <Override PartName="/ppt/comments/modernComment_584_1EA5D5D5.xml" ContentType="application/vnd.ms-powerpoint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549_E782FD95.xml" ContentType="application/vnd.ms-powerpoint.comment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omments/modernComment_57C_CD8B407C.xml" ContentType="application/vnd.ms-powerpoint.comments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4"/>
  </p:notesMasterIdLst>
  <p:sldIdLst>
    <p:sldId id="256" r:id="rId5"/>
    <p:sldId id="1350" r:id="rId6"/>
    <p:sldId id="1414" r:id="rId7"/>
    <p:sldId id="1338" r:id="rId8"/>
    <p:sldId id="1344" r:id="rId9"/>
    <p:sldId id="1339" r:id="rId10"/>
    <p:sldId id="1348" r:id="rId11"/>
    <p:sldId id="1341" r:id="rId12"/>
    <p:sldId id="1315" r:id="rId13"/>
    <p:sldId id="1316" r:id="rId14"/>
    <p:sldId id="1317" r:id="rId15"/>
    <p:sldId id="1412" r:id="rId16"/>
    <p:sldId id="1413" r:id="rId17"/>
    <p:sldId id="1342" r:id="rId18"/>
    <p:sldId id="1320" r:id="rId19"/>
    <p:sldId id="1321" r:id="rId20"/>
    <p:sldId id="1324" r:id="rId21"/>
    <p:sldId id="1325" r:id="rId22"/>
    <p:sldId id="1326" r:id="rId23"/>
    <p:sldId id="1327" r:id="rId24"/>
    <p:sldId id="1353" r:id="rId25"/>
    <p:sldId id="1329" r:id="rId26"/>
    <p:sldId id="1331" r:id="rId27"/>
    <p:sldId id="1333" r:id="rId28"/>
    <p:sldId id="1335" r:id="rId29"/>
    <p:sldId id="1337" r:id="rId30"/>
    <p:sldId id="1356" r:id="rId31"/>
    <p:sldId id="1359" r:id="rId32"/>
    <p:sldId id="1363" r:id="rId33"/>
    <p:sldId id="1378" r:id="rId34"/>
    <p:sldId id="1379" r:id="rId35"/>
    <p:sldId id="1381" r:id="rId36"/>
    <p:sldId id="1382" r:id="rId37"/>
    <p:sldId id="1384" r:id="rId38"/>
    <p:sldId id="1386" r:id="rId39"/>
    <p:sldId id="1387" r:id="rId40"/>
    <p:sldId id="1389" r:id="rId41"/>
    <p:sldId id="1391" r:id="rId42"/>
    <p:sldId id="1415" r:id="rId43"/>
    <p:sldId id="1393" r:id="rId44"/>
    <p:sldId id="1394" r:id="rId45"/>
    <p:sldId id="1399" r:id="rId46"/>
    <p:sldId id="1416" r:id="rId47"/>
    <p:sldId id="1405" r:id="rId48"/>
    <p:sldId id="1407" r:id="rId49"/>
    <p:sldId id="1409" r:id="rId50"/>
    <p:sldId id="1410" r:id="rId51"/>
    <p:sldId id="1404" r:id="rId52"/>
    <p:sldId id="1411" r:id="rId53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6619" autoAdjust="0"/>
  </p:normalViewPr>
  <p:slideViewPr>
    <p:cSldViewPr snapToGrid="0">
      <p:cViewPr varScale="1">
        <p:scale>
          <a:sx n="150" d="100"/>
          <a:sy n="150" d="100"/>
        </p:scale>
        <p:origin x="1692" y="114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12T02:28:38.410" v="2219" actId="20577"/>
      <pc:docMkLst>
        <pc:docMk/>
      </pc:docMkLst>
      <pc:sldChg chg="modSp mod">
        <pc:chgData name="오 해찬" userId="398a30bc-41aa-4aec-9589-2644447f841d" providerId="ADAL" clId="{40A53A70-5976-42A4-AD5E-E44140CA36DF}" dt="2026-09-18T02:28:30.125" v="208" actId="20577"/>
        <pc:sldMkLst>
          <pc:docMk/>
          <pc:sldMk cId="1517339489" sldId="256"/>
        </pc:sldMkLst>
        <pc:spChg chg="mod">
          <ac:chgData name="오 해찬" userId="398a30bc-41aa-4aec-9589-2644447f841d" providerId="ADAL" clId="{40A53A70-5976-42A4-AD5E-E44140CA36DF}" dt="2026-09-18T02:28:30.125" v="208" actId="20577"/>
          <ac:spMkLst>
            <pc:docMk/>
            <pc:sldMk cId="1517339489" sldId="256"/>
            <ac:spMk id="2" creationId="{C49B1A18-A0D9-99B5-517D-0BA6F1AA1D0B}"/>
          </ac:spMkLst>
        </pc:spChg>
        <pc:spChg chg="mod">
          <ac:chgData name="오 해찬" userId="398a30bc-41aa-4aec-9589-2644447f841d" providerId="ADAL" clId="{40A53A70-5976-42A4-AD5E-E44140CA36DF}" dt="2026-09-18T02:28:18.697" v="200"/>
          <ac:spMkLst>
            <pc:docMk/>
            <pc:sldMk cId="1517339489" sldId="256"/>
            <ac:spMk id="5" creationId="{47E616F8-59ED-9132-4BC9-A8E4745C6897}"/>
          </ac:spMkLst>
        </pc:spChg>
      </pc:sldChg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spChg chg="add mod">
          <ac:chgData name="오 해찬" userId="398a30bc-41aa-4aec-9589-2644447f841d" providerId="ADAL" clId="{40A53A70-5976-42A4-AD5E-E44140CA36DF}" dt="2026-09-22T04:58:50.021" v="497" actId="20577"/>
          <ac:spMkLst>
            <pc:docMk/>
            <pc:sldMk cId="3229949583" sldId="1316"/>
            <ac:spMk id="5" creationId="{5CFBC97B-33A5-A3D4-F1F8-7DAE559415F0}"/>
          </ac:spMkLst>
        </pc:spChg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0:15:06.395" v="1046"/>
        <pc:sldMkLst>
          <pc:docMk/>
          <pc:sldMk cId="2258534085" sldId="1317"/>
        </pc:sldMkLst>
        <pc:spChg chg="add mod">
          <ac:chgData name="오 해찬" userId="398a30bc-41aa-4aec-9589-2644447f841d" providerId="ADAL" clId="{40A53A70-5976-42A4-AD5E-E44140CA36DF}" dt="2026-09-22T04:59:00.576" v="508" actId="20577"/>
          <ac:spMkLst>
            <pc:docMk/>
            <pc:sldMk cId="2258534085" sldId="1317"/>
            <ac:spMk id="5" creationId="{CD576AC3-4715-40B6-8E35-4A08F42C3A9F}"/>
          </ac:spMkLst>
        </pc:spChg>
        <pc:graphicFrameChg chg="mod modGraphic">
          <ac:chgData name="오 해찬" userId="398a30bc-41aa-4aec-9589-2644447f841d" providerId="ADAL" clId="{40A53A70-5976-42A4-AD5E-E44140CA36DF}" dt="2026-10-07T00:15:06.395" v="1046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2:35:21.568" v="1747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07T00:58:49.360" v="1081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2T02:28:38.410" v="2219" actId="20577"/>
        <pc:sldMkLst>
          <pc:docMk/>
          <pc:sldMk cId="4269702500" sldId="1325"/>
        </pc:sldMkLst>
        <pc:spChg chg="add mod">
          <ac:chgData name="오 해찬" userId="398a30bc-41aa-4aec-9589-2644447f841d" providerId="ADAL" clId="{40A53A70-5976-42A4-AD5E-E44140CA36DF}" dt="2026-09-22T05:04:13.855" v="594" actId="20577"/>
          <ac:spMkLst>
            <pc:docMk/>
            <pc:sldMk cId="4269702500" sldId="1325"/>
            <ac:spMk id="5" creationId="{978056C8-17C0-BD56-9F47-B1F5753F7DDE}"/>
          </ac:spMkLst>
        </pc:spChg>
        <pc:graphicFrameChg chg="mod modGraphic">
          <ac:chgData name="오 해찬" userId="398a30bc-41aa-4aec-9589-2644447f841d" providerId="ADAL" clId="{40A53A70-5976-42A4-AD5E-E44140CA36DF}" dt="2026-10-12T02:28:38.410" v="2219" actId="20577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27:15.308" v="1914" actId="20577"/>
        <pc:sldMkLst>
          <pc:docMk/>
          <pc:sldMk cId="904726841" sldId="1326"/>
        </pc:sldMkLst>
        <pc:spChg chg="add mod">
          <ac:chgData name="오 해찬" userId="398a30bc-41aa-4aec-9589-2644447f841d" providerId="ADAL" clId="{40A53A70-5976-42A4-AD5E-E44140CA36DF}" dt="2026-09-22T05:04:25.598" v="604" actId="20577"/>
          <ac:spMkLst>
            <pc:docMk/>
            <pc:sldMk cId="904726841" sldId="1326"/>
            <ac:spMk id="5" creationId="{776618A1-F020-976F-5651-2DCC04D5FC91}"/>
          </ac:spMkLst>
        </pc:spChg>
        <pc:graphicFrameChg chg="mod modGraphic">
          <ac:chgData name="오 해찬" userId="398a30bc-41aa-4aec-9589-2644447f841d" providerId="ADAL" clId="{40A53A70-5976-42A4-AD5E-E44140CA36DF}" dt="2026-10-08T05:27:15.308" v="1914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27:22.076" v="1921" actId="20577"/>
        <pc:sldMkLst>
          <pc:docMk/>
          <pc:sldMk cId="2897940150" sldId="1327"/>
        </pc:sldMkLst>
        <pc:spChg chg="add mod">
          <ac:chgData name="오 해찬" userId="398a30bc-41aa-4aec-9589-2644447f841d" providerId="ADAL" clId="{40A53A70-5976-42A4-AD5E-E44140CA36DF}" dt="2026-09-22T05:04:40.961" v="612" actId="20577"/>
          <ac:spMkLst>
            <pc:docMk/>
            <pc:sldMk cId="2897940150" sldId="1327"/>
            <ac:spMk id="5" creationId="{9E63878B-36E1-FF87-DFD2-7952FCEE04B0}"/>
          </ac:spMkLst>
        </pc:spChg>
        <pc:graphicFrameChg chg="mod modGraphic">
          <ac:chgData name="오 해찬" userId="398a30bc-41aa-4aec-9589-2644447f841d" providerId="ADAL" clId="{40A53A70-5976-42A4-AD5E-E44140CA36DF}" dt="2026-10-08T05:27:22.076" v="1921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11:24.721" v="1116"/>
        <pc:sldMkLst>
          <pc:docMk/>
          <pc:sldMk cId="2440714759" sldId="1337"/>
        </pc:sldMkLst>
        <pc:spChg chg="add mod">
          <ac:chgData name="오 해찬" userId="398a30bc-41aa-4aec-9589-2644447f841d" providerId="ADAL" clId="{40A53A70-5976-42A4-AD5E-E44140CA36DF}" dt="2026-09-22T05:05:01.597" v="626" actId="20577"/>
          <ac:spMkLst>
            <pc:docMk/>
            <pc:sldMk cId="2440714759" sldId="1337"/>
            <ac:spMk id="5" creationId="{5516D403-9078-96BD-4F70-940B109EBB82}"/>
          </ac:spMkLst>
        </pc:spChg>
        <pc:graphicFrameChg chg="mod modGraphic">
          <ac:chgData name="오 해찬" userId="398a30bc-41aa-4aec-9589-2644447f841d" providerId="ADAL" clId="{40A53A70-5976-42A4-AD5E-E44140CA36DF}" dt="2026-10-07T01:11:24.721" v="1116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6:02:25.492" v="2207" actId="20577"/>
        <pc:sldMkLst>
          <pc:docMk/>
          <pc:sldMk cId="859767019" sldId="1350"/>
        </pc:sldMkLst>
        <pc:graphicFrameChg chg="mod modGraphic">
          <ac:chgData name="오 해찬" userId="398a30bc-41aa-4aec-9589-2644447f841d" providerId="ADAL" clId="{40A53A70-5976-42A4-AD5E-E44140CA36DF}" dt="2026-10-08T06:02:25.492" v="2207" actId="20577"/>
          <ac:graphicFrameMkLst>
            <pc:docMk/>
            <pc:sldMk cId="859767019" sldId="1350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09-17T04:43:34.095" v="17"/>
          <ac:graphicFrameMkLst>
            <pc:docMk/>
            <pc:sldMk cId="859767019" sldId="1350"/>
            <ac:graphicFrameMk id="9" creationId="{6DC06829-9C83-9A79-215B-98CAB7729CB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spChg chg="add mod">
          <ac:chgData name="오 해찬" userId="398a30bc-41aa-4aec-9589-2644447f841d" providerId="ADAL" clId="{40A53A70-5976-42A4-AD5E-E44140CA36DF}" dt="2026-09-22T05:04:50.510" v="618" actId="20577"/>
          <ac:spMkLst>
            <pc:docMk/>
            <pc:sldMk cId="3884121493" sldId="1353"/>
            <ac:spMk id="5" creationId="{5B72F6B5-69C1-0528-8A10-B88CAE02B1EA}"/>
          </ac:spMkLst>
        </pc:spChg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11:37.117" v="1118"/>
        <pc:sldMkLst>
          <pc:docMk/>
          <pc:sldMk cId="1939284389" sldId="1356"/>
        </pc:sldMkLst>
        <pc:spChg chg="add mod">
          <ac:chgData name="오 해찬" userId="398a30bc-41aa-4aec-9589-2644447f841d" providerId="ADAL" clId="{40A53A70-5976-42A4-AD5E-E44140CA36DF}" dt="2026-09-22T05:05:28.113" v="635" actId="20577"/>
          <ac:spMkLst>
            <pc:docMk/>
            <pc:sldMk cId="1939284389" sldId="1356"/>
            <ac:spMk id="5" creationId="{8A5A63A1-53B4-2A12-A443-DE64511395AB}"/>
          </ac:spMkLst>
        </pc:spChg>
        <pc:graphicFrameChg chg="mod modGraphic">
          <ac:chgData name="오 해찬" userId="398a30bc-41aa-4aec-9589-2644447f841d" providerId="ADAL" clId="{40A53A70-5976-42A4-AD5E-E44140CA36DF}" dt="2026-10-07T01:11:37.117" v="1118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6:59.543" v="1951" actId="20577"/>
        <pc:sldMkLst>
          <pc:docMk/>
          <pc:sldMk cId="2087048040" sldId="1359"/>
        </pc:sldMkLst>
        <pc:spChg chg="add mod">
          <ac:chgData name="오 해찬" userId="398a30bc-41aa-4aec-9589-2644447f841d" providerId="ADAL" clId="{40A53A70-5976-42A4-AD5E-E44140CA36DF}" dt="2026-09-22T05:05:41.382" v="647" actId="20577"/>
          <ac:spMkLst>
            <pc:docMk/>
            <pc:sldMk cId="2087048040" sldId="1359"/>
            <ac:spMk id="5" creationId="{3F2300C4-6304-B9B0-71B4-79CCAEA18709}"/>
          </ac:spMkLst>
        </pc:spChg>
        <pc:graphicFrameChg chg="mod modGraphic">
          <ac:chgData name="오 해찬" userId="398a30bc-41aa-4aec-9589-2644447f841d" providerId="ADAL" clId="{40A53A70-5976-42A4-AD5E-E44140CA36DF}" dt="2026-10-08T05:36:59.543" v="1951" actId="20577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16.492" v="2015" actId="6549"/>
        <pc:sldMkLst>
          <pc:docMk/>
          <pc:sldMk cId="3073680364" sldId="1363"/>
        </pc:sldMkLst>
        <pc:spChg chg="add mod">
          <ac:chgData name="오 해찬" userId="398a30bc-41aa-4aec-9589-2644447f841d" providerId="ADAL" clId="{40A53A70-5976-42A4-AD5E-E44140CA36DF}" dt="2026-09-22T05:05:58.480" v="655" actId="20577"/>
          <ac:spMkLst>
            <pc:docMk/>
            <pc:sldMk cId="3073680364" sldId="1363"/>
            <ac:spMk id="5" creationId="{2D4082D8-FC5E-9EFC-FC86-BCC758DBC71C}"/>
          </ac:spMkLst>
        </pc:spChg>
        <pc:graphicFrameChg chg="mod modGraphic">
          <ac:chgData name="오 해찬" userId="398a30bc-41aa-4aec-9589-2644447f841d" providerId="ADAL" clId="{40A53A70-5976-42A4-AD5E-E44140CA36DF}" dt="2026-10-08T05:38:16.492" v="2015" actId="6549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41.147" v="2027" actId="20577"/>
        <pc:sldMkLst>
          <pc:docMk/>
          <pc:sldMk cId="640303626" sldId="1378"/>
        </pc:sldMkLst>
        <pc:spChg chg="add mod">
          <ac:chgData name="오 해찬" userId="398a30bc-41aa-4aec-9589-2644447f841d" providerId="ADAL" clId="{40A53A70-5976-42A4-AD5E-E44140CA36DF}" dt="2026-09-22T05:06:06.417" v="663" actId="20577"/>
          <ac:spMkLst>
            <pc:docMk/>
            <pc:sldMk cId="640303626" sldId="1378"/>
            <ac:spMk id="5" creationId="{01A33F15-F026-C8E4-2B4E-72C0D3F55186}"/>
          </ac:spMkLst>
        </pc:spChg>
        <pc:graphicFrameChg chg="mod modGraphic">
          <ac:chgData name="오 해찬" userId="398a30bc-41aa-4aec-9589-2644447f841d" providerId="ADAL" clId="{40A53A70-5976-42A4-AD5E-E44140CA36DF}" dt="2026-10-08T05:38:41.147" v="202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3:20:19.798" v="1594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07T03:20:14.725" v="1593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3:20:19.798" v="1594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0:40.812" v="2057" actId="20577"/>
        <pc:sldMkLst>
          <pc:docMk/>
          <pc:sldMk cId="713989755" sldId="1381"/>
        </pc:sldMkLst>
        <pc:graphicFrameChg chg="mod modGraphic">
          <ac:chgData name="오 해찬" userId="398a30bc-41aa-4aec-9589-2644447f841d" providerId="ADAL" clId="{40A53A70-5976-42A4-AD5E-E44140CA36DF}" dt="2026-10-08T05:40:31.386" v="2055" actId="113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0:40.812" v="2057" actId="20577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42:01.352" v="2061" actId="20577"/>
        <pc:sldMkLst>
          <pc:docMk/>
          <pc:sldMk cId="2387218696" sldId="1382"/>
        </pc:sldMkLst>
        <pc:spChg chg="add mod">
          <ac:chgData name="오 해찬" userId="398a30bc-41aa-4aec-9589-2644447f841d" providerId="ADAL" clId="{40A53A70-5976-42A4-AD5E-E44140CA36DF}" dt="2026-09-22T04:55:43.669" v="484" actId="20577"/>
          <ac:spMkLst>
            <pc:docMk/>
            <pc:sldMk cId="2387218696" sldId="1382"/>
            <ac:spMk id="5" creationId="{C306DF33-78AA-7983-EF96-C3EE60DCD427}"/>
          </ac:spMkLst>
        </pc:spChg>
        <pc:graphicFrameChg chg="mod modGraphic">
          <ac:chgData name="오 해찬" userId="398a30bc-41aa-4aec-9589-2644447f841d" providerId="ADAL" clId="{40A53A70-5976-42A4-AD5E-E44140CA36DF}" dt="2026-10-08T05:42:01.352" v="2061" actId="2057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09.909" v="2065" actId="20577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08T05:42:06.486" v="2063" actId="20577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09.909" v="2065" actId="20577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2:15.228" v="2067" actId="20577"/>
        <pc:sldMkLst>
          <pc:docMk/>
          <pc:sldMk cId="2901489861" sldId="1386"/>
        </pc:sldMkLst>
        <pc:spChg chg="add mod">
          <ac:chgData name="오 해찬" userId="398a30bc-41aa-4aec-9589-2644447f841d" providerId="ADAL" clId="{40A53A70-5976-42A4-AD5E-E44140CA36DF}" dt="2026-09-22T04:55:59.762" v="489" actId="20577"/>
          <ac:spMkLst>
            <pc:docMk/>
            <pc:sldMk cId="2901489861" sldId="1386"/>
            <ac:spMk id="7" creationId="{99278EDC-3D57-2EF3-700D-A5C01F8FCBA4}"/>
          </ac:spMkLst>
        </pc:spChg>
        <pc:graphicFrameChg chg="mod modGraphic">
          <ac:chgData name="오 해찬" userId="398a30bc-41aa-4aec-9589-2644447f841d" providerId="ADAL" clId="{40A53A70-5976-42A4-AD5E-E44140CA36DF}" dt="2026-10-08T05:42:15.228" v="2067" actId="20577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22.555" v="2071" actId="20577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08T05:42:19.183" v="2069" actId="20577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22.555" v="2071" actId="20577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42:29.336" v="2073" actId="20577"/>
        <pc:sldMkLst>
          <pc:docMk/>
          <pc:sldMk cId="2168838001" sldId="1389"/>
        </pc:sldMkLst>
        <pc:spChg chg="add mod">
          <ac:chgData name="오 해찬" userId="398a30bc-41aa-4aec-9589-2644447f841d" providerId="ADAL" clId="{40A53A70-5976-42A4-AD5E-E44140CA36DF}" dt="2026-09-22T04:56:07.577" v="492" actId="20577"/>
          <ac:spMkLst>
            <pc:docMk/>
            <pc:sldMk cId="2168838001" sldId="1389"/>
            <ac:spMk id="5" creationId="{637747CB-2CA4-E12F-3A7D-5AC4BE4958B7}"/>
          </ac:spMkLst>
        </pc:spChg>
        <pc:graphicFrameChg chg="mod modGraphic">
          <ac:chgData name="오 해찬" userId="398a30bc-41aa-4aec-9589-2644447f841d" providerId="ADAL" clId="{40A53A70-5976-42A4-AD5E-E44140CA36DF}" dt="2026-10-08T05:42:29.336" v="2073" actId="20577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08T05:45:28.399" v="2082" actId="20577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08T05:45:28.399" v="2082" actId="2057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47:51.394" v="2100" actId="20577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08T05:47:51.394" v="2100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9:05.635" v="2116" actId="20577"/>
        <pc:sldMkLst>
          <pc:docMk/>
          <pc:sldMk cId="205380977" sldId="1394"/>
        </pc:sldMkLst>
        <pc:spChg chg="add mod">
          <ac:chgData name="오 해찬" userId="398a30bc-41aa-4aec-9589-2644447f841d" providerId="ADAL" clId="{40A53A70-5976-42A4-AD5E-E44140CA36DF}" dt="2026-09-18T03:15:44.321" v="410" actId="20577"/>
          <ac:spMkLst>
            <pc:docMk/>
            <pc:sldMk cId="205380977" sldId="1394"/>
            <ac:spMk id="7" creationId="{BF4EA013-C87F-B9FD-9ED7-504875123C70}"/>
          </ac:spMkLst>
        </pc:spChg>
        <pc:graphicFrameChg chg="mod modGraphic">
          <ac:chgData name="오 해찬" userId="398a30bc-41aa-4aec-9589-2644447f841d" providerId="ADAL" clId="{40A53A70-5976-42A4-AD5E-E44140CA36DF}" dt="2026-10-08T05:49:05.635" v="211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0:03.203" v="2125" actId="20577"/>
        <pc:sldMkLst>
          <pc:docMk/>
          <pc:sldMk cId="3458039711" sldId="1399"/>
        </pc:sldMkLst>
        <pc:spChg chg="add">
          <ac:chgData name="오 해찬" userId="398a30bc-41aa-4aec-9589-2644447f841d" providerId="ADAL" clId="{40A53A70-5976-42A4-AD5E-E44140CA36DF}" dt="2026-09-18T03:13:47.799" v="385" actId="22"/>
          <ac:spMkLst>
            <pc:docMk/>
            <pc:sldMk cId="3458039711" sldId="1399"/>
            <ac:spMk id="5" creationId="{8BCBD4D9-5A61-F93E-A788-9DE50AF9FB3E}"/>
          </ac:spMkLst>
        </pc:spChg>
        <pc:graphicFrameChg chg="mod modGraphic">
          <ac:chgData name="오 해찬" userId="398a30bc-41aa-4aec-9589-2644447f841d" providerId="ADAL" clId="{40A53A70-5976-42A4-AD5E-E44140CA36DF}" dt="2026-10-08T05:50:03.203" v="2125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spChg chg="add mod">
          <ac:chgData name="오 해찬" userId="398a30bc-41aa-4aec-9589-2644447f841d" providerId="ADAL" clId="{40A53A70-5976-42A4-AD5E-E44140CA36DF}" dt="2026-09-22T05:06:28.235" v="676" actId="20577"/>
          <ac:spMkLst>
            <pc:docMk/>
            <pc:sldMk cId="3448455292" sldId="1404"/>
            <ac:spMk id="5" creationId="{F12D5BD2-625A-54C4-19ED-D8960C323CF7}"/>
          </ac:spMkLst>
        </pc:spChg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6:02:50.899" v="2208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8T05:53:38.797" v="2149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6:02:50.899" v="2208" actId="2057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54:36.185" v="2175" actId="20577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8T05:54:31.263" v="2166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54:36.185" v="2175" actId="20577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5:13.209" v="2184" actId="113"/>
        <pc:sldMkLst>
          <pc:docMk/>
          <pc:sldMk cId="814913458" sldId="1409"/>
        </pc:sldMkLst>
        <pc:spChg chg="add mod">
          <ac:chgData name="오 해찬" userId="398a30bc-41aa-4aec-9589-2644447f841d" providerId="ADAL" clId="{40A53A70-5976-42A4-AD5E-E44140CA36DF}" dt="2026-09-22T05:06:19.263" v="668" actId="20577"/>
          <ac:spMkLst>
            <pc:docMk/>
            <pc:sldMk cId="814913458" sldId="1409"/>
            <ac:spMk id="5" creationId="{DCD2BB5B-CBCB-0CC7-03EE-52BD604B8866}"/>
          </ac:spMkLst>
        </pc:spChg>
        <pc:graphicFrameChg chg="mod modGraphic">
          <ac:chgData name="오 해찬" userId="398a30bc-41aa-4aec-9589-2644447f841d" providerId="ADAL" clId="{40A53A70-5976-42A4-AD5E-E44140CA36DF}" dt="2026-10-08T05:55:13.209" v="2184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spChg chg="add mod">
          <ac:chgData name="오 해찬" userId="398a30bc-41aa-4aec-9589-2644447f841d" providerId="ADAL" clId="{40A53A70-5976-42A4-AD5E-E44140CA36DF}" dt="2026-09-22T05:06:24.257" v="672" actId="20577"/>
          <ac:spMkLst>
            <pc:docMk/>
            <pc:sldMk cId="2848487772" sldId="1410"/>
            <ac:spMk id="5" creationId="{8CECE986-83A0-4A46-5C0B-6437C992C294}"/>
          </ac:spMkLst>
        </pc:spChg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22T08:17:48.147" v="967"/>
        <pc:sldMkLst>
          <pc:docMk/>
          <pc:sldMk cId="4069879606" sldId="1411"/>
        </pc:sldMkLst>
      </pc:sldChg>
      <pc:sldChg chg="addSp delSp modSp mod">
        <pc:chgData name="오 해찬" userId="398a30bc-41aa-4aec-9589-2644447f841d" providerId="ADAL" clId="{40A53A70-5976-42A4-AD5E-E44140CA36DF}" dt="2026-10-08T03:05:11.145" v="1765" actId="20577"/>
        <pc:sldMkLst>
          <pc:docMk/>
          <pc:sldMk cId="514184661" sldId="1412"/>
        </pc:sldMkLst>
        <pc:spChg chg="add mod">
          <ac:chgData name="오 해찬" userId="398a30bc-41aa-4aec-9589-2644447f841d" providerId="ADAL" clId="{40A53A70-5976-42A4-AD5E-E44140CA36DF}" dt="2026-09-22T04:59:37.964" v="513" actId="20577"/>
          <ac:spMkLst>
            <pc:docMk/>
            <pc:sldMk cId="514184661" sldId="1412"/>
            <ac:spMk id="7" creationId="{8AD367CE-8076-37E0-6429-E68DC4C935C5}"/>
          </ac:spMkLst>
        </pc:spChg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22T05:10:47.720" v="733" actId="1036"/>
        <pc:sldMkLst>
          <pc:docMk/>
          <pc:sldMk cId="2323862659" sldId="1414"/>
        </pc:sldMkLst>
        <pc:spChg chg="add mod">
          <ac:chgData name="오 해찬" userId="398a30bc-41aa-4aec-9589-2644447f841d" providerId="ADAL" clId="{40A53A70-5976-42A4-AD5E-E44140CA36DF}" dt="2026-09-22T05:10:42.276" v="717" actId="20577"/>
          <ac:spMkLst>
            <pc:docMk/>
            <pc:sldMk cId="2323862659" sldId="1414"/>
            <ac:spMk id="5" creationId="{C41D1F7A-5BF8-01A9-D178-2D026B82CF92}"/>
          </ac:spMkLst>
        </pc:spChg>
        <pc:graphicFrameChg chg="mod">
          <ac:chgData name="오 해찬" userId="398a30bc-41aa-4aec-9589-2644447f841d" providerId="ADAL" clId="{40A53A70-5976-42A4-AD5E-E44140CA36DF}" dt="2026-09-22T05:10:47.720" v="733" actId="1036"/>
          <ac:graphicFrameMkLst>
            <pc:docMk/>
            <pc:sldMk cId="2323862659" sldId="1414"/>
            <ac:graphicFrameMk id="4" creationId="{CF61225B-B4C9-621A-3229-DDA937876F6C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08T05:45:36.343" v="2091" actId="20577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08T05:45:36.343" v="2091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9:22.917" v="1516" actId="20577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08T05:50:18.332" v="2134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08T05:50:18.332" v="2134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9:51.840" v="1541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</pc:docChg>
  </pc:docChgLst>
</pc:chgInfo>
</file>

<file path=ppt/comments/modernComment_57C_CD8B40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D39F9D-D019-446C-B348-E87396B9BD33}" authorId="{B606345A-1B02-C35A-D0E5-DF8A67A6C758}" created="2026-10-08T05:59:09.210">
    <pc:sldMkLst xmlns:pc="http://schemas.microsoft.com/office/powerpoint/2013/main/command">
      <pc:docMk/>
      <pc:sldMk cId="3448455292" sldId="1404"/>
    </pc:sldMkLst>
    <p188:txBody>
      <a:bodyPr/>
      <a:lstStyle/>
      <a:p>
        <a:r>
          <a:rPr lang="ko-KR" altLang="en-US"/>
          <a:t>IC603꺼 잘못 가져온 것 같습니다.</a:t>
        </a:r>
      </a:p>
    </p188:txBody>
  </p188:cm>
</p188:cmLst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6_333F00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B7F73E-972C-423C-9DEF-14FE5E630E81}" authorId="{B606345A-1B02-C35A-D0E5-DF8A67A6C758}" created="2026-09-17T07:19:28.6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59767019" sldId="1350"/>
      <ac:graphicFrameMk id="5" creationId="{A77BC027-3C5D-214B-F98B-1068DA717920}"/>
    </ac:deMkLst>
    <p188:txBody>
      <a:bodyPr/>
      <a:lstStyle/>
      <a:p>
        <a:r>
          <a:rPr lang="ko-KR" altLang="en-US"/>
          <a:t>Fault Configuration을 set에서 제거했지만 제가 생각했을 때 이미 필요한 항목들이 default로 1이여서 아날로그 test 본문에서는 추가하지 못했습니다. 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6_333F00E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7C_CD8B407C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9126874"/>
              </p:ext>
            </p:extLst>
          </p:nvPr>
        </p:nvGraphicFramePr>
        <p:xfrm>
          <a:off x="279773" y="1057435"/>
          <a:ext cx="9237607" cy="1706880"/>
        </p:xfrm>
        <a:graphic>
          <a:graphicData uri="http://schemas.openxmlformats.org/drawingml/2006/table">
            <a:tbl>
              <a:tblPr/>
              <a:tblGrid>
                <a:gridCol w="156862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35900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1276862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278414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FAULT_CT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0F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_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_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409662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6985315"/>
              </p:ext>
            </p:extLst>
          </p:nvPr>
        </p:nvGraphicFramePr>
        <p:xfrm>
          <a:off x="279772" y="3738085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7670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67207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569536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O2(MEAS) − 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210922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8435413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940172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5793644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OSC_FLL_MAN2(</a:t>
                      </a:r>
                      <a:r>
                        <a:rPr lang="ko-KR" altLang="ko-KR" sz="800" b="1"/>
                        <a:t>0x29</a:t>
                      </a:r>
                      <a:r>
                        <a:rPr lang="ko-KR" altLang="ko-KR" sz="800"/>
                        <a:t>) = </a:t>
                      </a:r>
                      <a:r>
                        <a:rPr lang="ko-KR" altLang="ko-KR" sz="800" b="1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347750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0xDCD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0x090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0xC32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FLL_P2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FLL_P3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(60M)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6373650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832059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36882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54359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2409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546788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149155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2851458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449119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8190495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8000077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751917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751873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3673807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98402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6013796"/>
              </p:ext>
            </p:extLst>
          </p:nvPr>
        </p:nvGraphicFramePr>
        <p:xfrm>
          <a:off x="279773" y="966186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4533930"/>
              </p:ext>
            </p:extLst>
          </p:nvPr>
        </p:nvGraphicFramePr>
        <p:xfrm>
          <a:off x="279773" y="4062556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77016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737087"/>
              </p:ext>
            </p:extLst>
          </p:nvPr>
        </p:nvGraphicFramePr>
        <p:xfrm>
          <a:off x="279773" y="964703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  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511320"/>
              </p:ext>
            </p:extLst>
          </p:nvPr>
        </p:nvGraphicFramePr>
        <p:xfrm>
          <a:off x="279773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720496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1845726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879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532058"/>
              </p:ext>
            </p:extLst>
          </p:nvPr>
        </p:nvGraphicFramePr>
        <p:xfrm>
          <a:off x="279773" y="4283561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20491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59725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CH_</a:t>
                      </a:r>
                      <a:r>
                        <a:rPr lang="ko-KR" altLang="ko-KR" sz="800" dirty="0"/>
                        <a:t>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690510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372050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303534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8507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64103"/>
              </p:ext>
            </p:extLst>
          </p:nvPr>
        </p:nvGraphicFramePr>
        <p:xfrm>
          <a:off x="279773" y="962185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47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data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2D5BD2-625A-54C4-19ED-D8960C323CF7}"/>
              </a:ext>
            </a:extLst>
          </p:cNvPr>
          <p:cNvSpPr txBox="1"/>
          <p:nvPr/>
        </p:nvSpPr>
        <p:spPr>
          <a:xfrm>
            <a:off x="279773" y="669797"/>
            <a:ext cx="4891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</a:t>
            </a: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3822</TotalTime>
  <Words>10546</Words>
  <Application>Microsoft Office PowerPoint</Application>
  <PresentationFormat>A4 용지(210x297mm)</PresentationFormat>
  <Paragraphs>1463</Paragraphs>
  <Slides>49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60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오 해찬</cp:lastModifiedBy>
  <cp:revision>7</cp:revision>
  <dcterms:created xsi:type="dcterms:W3CDTF">2025-10-17T01:59:33Z</dcterms:created>
  <dcterms:modified xsi:type="dcterms:W3CDTF">2026-10-12T02:28:43Z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