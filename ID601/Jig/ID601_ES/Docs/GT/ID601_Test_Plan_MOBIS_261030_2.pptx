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21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422" r:id="rId46"/>
    <p:sldId id="1399" r:id="rId47"/>
    <p:sldId id="1420" r:id="rId48"/>
    <p:sldId id="1416" r:id="rId49"/>
    <p:sldId id="1405" r:id="rId50"/>
    <p:sldId id="1407" r:id="rId51"/>
    <p:sldId id="1409" r:id="rId52"/>
    <p:sldId id="1410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3AF23-A277-4282-924D-3F7D31123E68}" v="128" dt="2026-10-30T08:13:13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 autoAdjust="0"/>
    <p:restoredTop sz="97380" autoAdjust="0"/>
  </p:normalViewPr>
  <p:slideViewPr>
    <p:cSldViewPr snapToGrid="0">
      <p:cViewPr varScale="1">
        <p:scale>
          <a:sx n="151" d="100"/>
          <a:sy n="151" d="100"/>
        </p:scale>
        <p:origin x="1692" y="14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태헌( LEE Taeheon ) 전원구동반도체팀" userId="95f9c098-e390-4595-be57-0b556655b551" providerId="ADAL" clId="{68BDBF55-8E1C-47D4-96AC-516E90F9BC55}"/>
    <pc:docChg chg="undo redo custSel addSld modSld">
      <pc:chgData name="이태헌( LEE Taeheon ) 전원구동반도체팀" userId="95f9c098-e390-4595-be57-0b556655b551" providerId="ADAL" clId="{68BDBF55-8E1C-47D4-96AC-516E90F9BC55}" dt="2026-10-28T07:42:29.219" v="3541" actId="20577"/>
      <pc:docMkLst>
        <pc:docMk/>
      </pc:docMkLst>
      <pc:sldChg chg="addSp modSp mod">
        <pc:chgData name="이태헌( LEE Taeheon ) 전원구동반도체팀" userId="95f9c098-e390-4595-be57-0b556655b551" providerId="ADAL" clId="{68BDBF55-8E1C-47D4-96AC-516E90F9BC55}" dt="2026-10-28T07:15:30.454" v="2884" actId="20577"/>
        <pc:sldMkLst>
          <pc:docMk/>
          <pc:sldMk cId="1030320423" sldId="1391"/>
        </pc:sldMkLst>
        <pc:spChg chg="add mod">
          <ac:chgData name="이태헌( LEE Taeheon ) 전원구동반도체팀" userId="95f9c098-e390-4595-be57-0b556655b551" providerId="ADAL" clId="{68BDBF55-8E1C-47D4-96AC-516E90F9BC55}" dt="2026-10-28T06:30:01.279" v="1157" actId="1035"/>
          <ac:spMkLst>
            <pc:docMk/>
            <pc:sldMk cId="1030320423" sldId="1391"/>
            <ac:spMk id="5" creationId="{E9754314-1E84-95C3-48D5-EA5F813A928C}"/>
          </ac:spMkLst>
        </pc:spChg>
        <pc:spChg chg="mod">
          <ac:chgData name="이태헌( LEE Taeheon ) 전원구동반도체팀" userId="95f9c098-e390-4595-be57-0b556655b551" providerId="ADAL" clId="{68BDBF55-8E1C-47D4-96AC-516E90F9BC55}" dt="2026-10-28T05:58:50.852" v="9" actId="20577"/>
          <ac:spMkLst>
            <pc:docMk/>
            <pc:sldMk cId="1030320423" sldId="1391"/>
            <ac:spMk id="7" creationId="{1589005D-3E40-C1B6-A35C-049F7C61EA56}"/>
          </ac:spMkLst>
        </pc:spChg>
        <pc:graphicFrameChg chg="add mod modGraphic">
          <ac:chgData name="이태헌( LEE Taeheon ) 전원구동반도체팀" userId="95f9c098-e390-4595-be57-0b556655b551" providerId="ADAL" clId="{68BDBF55-8E1C-47D4-96AC-516E90F9BC55}" dt="2026-10-28T07:15:30.454" v="2884" actId="20577"/>
          <ac:graphicFrameMkLst>
            <pc:docMk/>
            <pc:sldMk cId="1030320423" sldId="1391"/>
            <ac:graphicFrameMk id="2" creationId="{4187CF66-9837-FB64-9F53-4C799C60D41E}"/>
          </ac:graphicFrameMkLst>
        </pc:graphicFrameChg>
        <pc:graphicFrameChg chg="modGraphic">
          <ac:chgData name="이태헌( LEE Taeheon ) 전원구동반도체팀" userId="95f9c098-e390-4595-be57-0b556655b551" providerId="ADAL" clId="{68BDBF55-8E1C-47D4-96AC-516E90F9BC55}" dt="2026-10-28T06:48:10.521" v="1817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addSp delSp modSp mod">
        <pc:chgData name="이태헌( LEE Taeheon ) 전원구동반도체팀" userId="95f9c098-e390-4595-be57-0b556655b551" providerId="ADAL" clId="{68BDBF55-8E1C-47D4-96AC-516E90F9BC55}" dt="2026-10-28T06:54:32.812" v="2016" actId="478"/>
        <pc:sldMkLst>
          <pc:docMk/>
          <pc:sldMk cId="3458039711" sldId="1399"/>
        </pc:sldMkLst>
        <pc:spChg chg="mod">
          <ac:chgData name="이태헌( LEE Taeheon ) 전원구동반도체팀" userId="95f9c098-e390-4595-be57-0b556655b551" providerId="ADAL" clId="{68BDBF55-8E1C-47D4-96AC-516E90F9BC55}" dt="2026-10-28T06:54:15.518" v="2011" actId="21"/>
          <ac:spMkLst>
            <pc:docMk/>
            <pc:sldMk cId="3458039711" sldId="1399"/>
            <ac:spMk id="5" creationId="{8BCBD4D9-5A61-F93E-A788-9DE50AF9FB3E}"/>
          </ac:spMkLst>
        </pc:spChg>
        <pc:graphicFrameChg chg="mod modGraphic">
          <ac:chgData name="이태헌( LEE Taeheon ) 전원구동반도체팀" userId="95f9c098-e390-4595-be57-0b556655b551" providerId="ADAL" clId="{68BDBF55-8E1C-47D4-96AC-516E90F9BC55}" dt="2026-10-28T06:54:08.812" v="2006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modSp mod">
        <pc:chgData name="이태헌( LEE Taeheon ) 전원구동반도체팀" userId="95f9c098-e390-4595-be57-0b556655b551" providerId="ADAL" clId="{68BDBF55-8E1C-47D4-96AC-516E90F9BC55}" dt="2026-10-28T07:42:29.219" v="3541" actId="20577"/>
        <pc:sldMkLst>
          <pc:docMk/>
          <pc:sldMk cId="260682823" sldId="1415"/>
        </pc:sldMkLst>
        <pc:spChg chg="mod">
          <ac:chgData name="이태헌( LEE Taeheon ) 전원구동반도체팀" userId="95f9c098-e390-4595-be57-0b556655b551" providerId="ADAL" clId="{68BDBF55-8E1C-47D4-96AC-516E90F9BC55}" dt="2026-10-28T06:42:30.635" v="1385" actId="20577"/>
          <ac:spMkLst>
            <pc:docMk/>
            <pc:sldMk cId="260682823" sldId="1415"/>
            <ac:spMk id="9" creationId="{41017F0D-F734-B3A6-0565-95F9877BEB7F}"/>
          </ac:spMkLst>
        </pc:spChg>
        <pc:graphicFrameChg chg="mod modGraphic">
          <ac:chgData name="이태헌( LEE Taeheon ) 전원구동반도체팀" userId="95f9c098-e390-4595-be57-0b556655b551" providerId="ADAL" clId="{68BDBF55-8E1C-47D4-96AC-516E90F9BC55}" dt="2026-10-28T07:11:46.136" v="270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이태헌( LEE Taeheon ) 전원구동반도체팀" userId="95f9c098-e390-4595-be57-0b556655b551" providerId="ADAL" clId="{68BDBF55-8E1C-47D4-96AC-516E90F9BC55}" dt="2026-10-28T07:42:29.219" v="3541" actId="20577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mod">
        <pc:chgData name="이태헌( LEE Taeheon ) 전원구동반도체팀" userId="95f9c098-e390-4595-be57-0b556655b551" providerId="ADAL" clId="{68BDBF55-8E1C-47D4-96AC-516E90F9BC55}" dt="2026-10-28T07:42:10.642" v="3509" actId="20577"/>
        <pc:sldMkLst>
          <pc:docMk/>
          <pc:sldMk cId="3963796570" sldId="1416"/>
        </pc:sldMkLst>
        <pc:spChg chg="mod">
          <ac:chgData name="이태헌( LEE Taeheon ) 전원구동반도체팀" userId="95f9c098-e390-4595-be57-0b556655b551" providerId="ADAL" clId="{68BDBF55-8E1C-47D4-96AC-516E90F9BC55}" dt="2026-10-28T07:30:07.644" v="2998" actId="20577"/>
          <ac:spMkLst>
            <pc:docMk/>
            <pc:sldMk cId="3963796570" sldId="1416"/>
            <ac:spMk id="5" creationId="{4A40DC78-0F85-B1F0-80D6-053D97C7749C}"/>
          </ac:spMkLst>
        </pc:spChg>
        <pc:graphicFrameChg chg="mod modGraphic">
          <ac:chgData name="이태헌( LEE Taeheon ) 전원구동반도체팀" userId="95f9c098-e390-4595-be57-0b556655b551" providerId="ADAL" clId="{68BDBF55-8E1C-47D4-96AC-516E90F9BC55}" dt="2026-10-28T07:36:45.389" v="3143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이태헌( LEE Taeheon ) 전원구동반도체팀" userId="95f9c098-e390-4595-be57-0b556655b551" providerId="ADAL" clId="{68BDBF55-8E1C-47D4-96AC-516E90F9BC55}" dt="2026-10-28T07:42:10.642" v="3509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delSp modSp add mod">
        <pc:chgData name="이태헌( LEE Taeheon ) 전원구동반도체팀" userId="95f9c098-e390-4595-be57-0b556655b551" providerId="ADAL" clId="{68BDBF55-8E1C-47D4-96AC-516E90F9BC55}" dt="2026-10-28T07:37:47.496" v="3202" actId="20577"/>
        <pc:sldMkLst>
          <pc:docMk/>
          <pc:sldMk cId="3084071867" sldId="1420"/>
        </pc:sldMkLst>
        <pc:spChg chg="mod">
          <ac:chgData name="이태헌( LEE Taeheon ) 전원구동반도체팀" userId="95f9c098-e390-4595-be57-0b556655b551" providerId="ADAL" clId="{68BDBF55-8E1C-47D4-96AC-516E90F9BC55}" dt="2026-10-28T07:37:47.496" v="3202" actId="20577"/>
          <ac:spMkLst>
            <pc:docMk/>
            <pc:sldMk cId="3084071867" sldId="1420"/>
            <ac:spMk id="6" creationId="{F1C44B67-79AB-8A8C-3587-B880C78C2F27}"/>
          </ac:spMkLst>
        </pc:spChg>
        <pc:graphicFrameChg chg="mod modGraphic">
          <ac:chgData name="이태헌( LEE Taeheon ) 전원구동반도체팀" userId="95f9c098-e390-4595-be57-0b556655b551" providerId="ADAL" clId="{68BDBF55-8E1C-47D4-96AC-516E90F9BC55}" dt="2026-10-28T07:37:03.919" v="3170" actId="20577"/>
          <ac:graphicFrameMkLst>
            <pc:docMk/>
            <pc:sldMk cId="3084071867" sldId="1420"/>
            <ac:graphicFrameMk id="2" creationId="{258986E0-EABC-992B-68C0-9D252294E373}"/>
          </ac:graphicFrameMkLst>
        </pc:graphicFrameChg>
      </pc:sldChg>
    </pc:docChg>
  </pc:docChgLst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30T08:13:16.028" v="4375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9T05:39:28.796" v="4082" actId="20577"/>
        <pc:sldMkLst>
          <pc:docMk/>
          <pc:sldMk cId="2258534085" sldId="1317"/>
        </pc:sldMkLst>
        <pc:spChg chg="mod">
          <ac:chgData name="오 해찬" userId="398a30bc-41aa-4aec-9589-2644447f841d" providerId="ADAL" clId="{40A53A70-5976-42A4-AD5E-E44140CA36DF}" dt="2026-10-29T05:39:28.796" v="4082" actId="20577"/>
          <ac:spMkLst>
            <pc:docMk/>
            <pc:sldMk cId="2258534085" sldId="1317"/>
            <ac:spMk id="3" creationId="{52A64E01-B253-F31F-FD34-C7D07C13ED29}"/>
          </ac:spMkLst>
        </pc:spChg>
        <pc:spChg chg="add del mod">
          <ac:chgData name="오 해찬" userId="398a30bc-41aa-4aec-9589-2644447f841d" providerId="ADAL" clId="{40A53A70-5976-42A4-AD5E-E44140CA36DF}" dt="2026-10-29T05:39:23.190" v="4076" actId="478"/>
          <ac:spMkLst>
            <pc:docMk/>
            <pc:sldMk cId="2258534085" sldId="1317"/>
            <ac:spMk id="8" creationId="{B6766F05-F7DE-ABE6-AAE3-D5FDDC35B849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  <pc:graphicFrameChg chg="add del mod">
          <ac:chgData name="오 해찬" userId="398a30bc-41aa-4aec-9589-2644447f841d" providerId="ADAL" clId="{40A53A70-5976-42A4-AD5E-E44140CA36DF}" dt="2026-10-29T05:39:23.190" v="4076" actId="478"/>
          <ac:graphicFrameMkLst>
            <pc:docMk/>
            <pc:sldMk cId="2258534085" sldId="1317"/>
            <ac:graphicFrameMk id="6" creationId="{C139FE85-41B1-5758-D0F2-6562E22A934C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2:45:29.591" v="40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9T02:45:29.591" v="40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2:46:06.962" v="4038" actId="20577"/>
        <pc:sldMkLst>
          <pc:docMk/>
          <pc:sldMk cId="904726841" sldId="1326"/>
        </pc:sldMkLst>
        <pc:graphicFrameChg chg="mod modGraphic">
          <ac:chgData name="오 해찬" userId="398a30bc-41aa-4aec-9589-2644447f841d" providerId="ADAL" clId="{40A53A70-5976-42A4-AD5E-E44140CA36DF}" dt="2026-10-29T02:46:06.962" v="4038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9T02:46:27.724" v="4045" actId="20577"/>
        <pc:sldMkLst>
          <pc:docMk/>
          <pc:sldMk cId="2897940150" sldId="1327"/>
        </pc:sldMkLst>
        <pc:graphicFrameChg chg="mod modGraphic">
          <ac:chgData name="오 해찬" userId="398a30bc-41aa-4aec-9589-2644447f841d" providerId="ADAL" clId="{40A53A70-5976-42A4-AD5E-E44140CA36DF}" dt="2026-10-29T02:46:27.724" v="4045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0:45:36.851" v="3317" actId="207"/>
        <pc:sldMkLst>
          <pc:docMk/>
          <pc:sldMk cId="3884121493" sldId="1353"/>
        </pc:sldMkLst>
        <pc:spChg chg="mod">
          <ac:chgData name="오 해찬" userId="398a30bc-41aa-4aec-9589-2644447f841d" providerId="ADAL" clId="{40A53A70-5976-42A4-AD5E-E44140CA36DF}" dt="2026-10-29T00:45:36.851" v="3317" actId="207"/>
          <ac:spMkLst>
            <pc:docMk/>
            <pc:sldMk cId="3884121493" sldId="1353"/>
            <ac:spMk id="3" creationId="{A27065EE-2EBE-7033-680B-50BF10966EF1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8:04:53.346" v="4113"/>
        <pc:sldMkLst>
          <pc:docMk/>
          <pc:sldMk cId="2087048040" sldId="1359"/>
        </pc:sldMkLst>
        <pc:graphicFrameChg chg="mod modGraphic">
          <ac:chgData name="오 해찬" userId="398a30bc-41aa-4aec-9589-2644447f841d" providerId="ADAL" clId="{40A53A70-5976-42A4-AD5E-E44140CA36DF}" dt="2026-10-29T08:04:53.346" v="4113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30T01:30:39.619" v="4247" actId="113"/>
        <pc:sldMkLst>
          <pc:docMk/>
          <pc:sldMk cId="3073680364" sldId="1363"/>
        </pc:sldMkLst>
        <pc:graphicFrameChg chg="mod modGraphic">
          <ac:chgData name="오 해찬" userId="398a30bc-41aa-4aec-9589-2644447f841d" providerId="ADAL" clId="{40A53A70-5976-42A4-AD5E-E44140CA36DF}" dt="2026-10-30T01:30:39.619" v="4247" actId="113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2:46:53.140" v="4049" actId="20577"/>
        <pc:sldMkLst>
          <pc:docMk/>
          <pc:sldMk cId="640303626" sldId="1378"/>
        </pc:sldMkLst>
        <pc:graphicFrameChg chg="mod modGraphic">
          <ac:chgData name="오 해찬" userId="398a30bc-41aa-4aec-9589-2644447f841d" providerId="ADAL" clId="{40A53A70-5976-42A4-AD5E-E44140CA36DF}" dt="2026-10-29T02:46:53.140" v="4049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30T00:57:39.935" v="4154" actId="20577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30T00:55:41.583" v="4134" actId="113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30T00:57:39.935" v="4154" actId="20577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30T01:01:24.990" v="4171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23T01:23:50.649" v="3189" actId="11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30T01:01:24.990" v="4171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30T01:01:28.014" v="4174" actId="20577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10-30T01:01:28.014" v="4174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30T01:01:31.209" v="4177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23T01:29:34.736" v="3210" actId="11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30T01:01:31.209" v="4177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30T01:01:34.344" v="4180" actId="20577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10-30T01:01:34.344" v="4180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30T01:01:47.268" v="4181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23T01:31:47.702" v="3237" actId="1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30T01:01:47.268" v="4181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30T01:02:12.814" v="4183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10-30T01:02:12.814" v="4183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30T08:01:03.320" v="4357" actId="20577"/>
        <pc:sldMkLst>
          <pc:docMk/>
          <pc:sldMk cId="1030320423" sldId="1391"/>
        </pc:sldMkLst>
        <pc:spChg chg="mod">
          <ac:chgData name="오 해찬" userId="398a30bc-41aa-4aec-9589-2644447f841d" providerId="ADAL" clId="{40A53A70-5976-42A4-AD5E-E44140CA36DF}" dt="2026-10-30T08:01:03.320" v="4357" actId="20577"/>
          <ac:spMkLst>
            <pc:docMk/>
            <pc:sldMk cId="1030320423" sldId="1391"/>
            <ac:spMk id="3" creationId="{3281A11B-D66A-E831-9F08-9927B9407740}"/>
          </ac:spMkLst>
        </pc:spChg>
        <pc:graphicFrameChg chg="mod modGraphic">
          <ac:chgData name="오 해찬" userId="398a30bc-41aa-4aec-9589-2644447f841d" providerId="ADAL" clId="{40A53A70-5976-42A4-AD5E-E44140CA36DF}" dt="2026-10-30T02:44:42.925" v="4349" actId="20577"/>
          <ac:graphicFrameMkLst>
            <pc:docMk/>
            <pc:sldMk cId="1030320423" sldId="1391"/>
            <ac:graphicFrameMk id="2" creationId="{4187CF66-9837-FB64-9F53-4C799C60D41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9T01:59:52.801" v="382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29T02:13:40.933" v="3849" actId="2696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29T02:12:17.617" v="384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del mod">
        <pc:chgData name="오 해찬" userId="398a30bc-41aa-4aec-9589-2644447f841d" providerId="ADAL" clId="{40A53A70-5976-42A4-AD5E-E44140CA36DF}" dt="2026-10-29T02:23:04.506" v="3873" actId="4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29T02:22:53.046" v="3871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30T02:24:05.905" v="4344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30T02:24:05.905" v="4344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del mod">
        <pc:chgData name="오 해찬" userId="398a30bc-41aa-4aec-9589-2644447f841d" providerId="ADAL" clId="{40A53A70-5976-42A4-AD5E-E44140CA36DF}" dt="2026-10-29T00:46:16.864" v="3318" actId="2696"/>
        <pc:sldMkLst>
          <pc:docMk/>
          <pc:sldMk cId="3448455292" sldId="1404"/>
        </pc:sldMkLst>
      </pc:sldChg>
      <pc:sldChg chg="modSp mod">
        <pc:chgData name="오 해찬" userId="398a30bc-41aa-4aec-9589-2644447f841d" providerId="ADAL" clId="{40A53A70-5976-42A4-AD5E-E44140CA36DF}" dt="2026-10-29T02:42:28.798" v="401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29T02:42:18.964" v="4013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9T02:42:28.798" v="401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9T02:43:39.095" v="4025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29T02:43:30.197" v="4021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9T02:43:39.095" v="4025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9T01:09:16.189" v="3361" actId="11"/>
        <pc:sldMkLst>
          <pc:docMk/>
          <pc:sldMk cId="2848487772" sldId="1410"/>
        </pc:sldMkLst>
        <pc:graphicFrameChg chg="mod modGraphic">
          <ac:chgData name="오 해찬" userId="398a30bc-41aa-4aec-9589-2644447f841d" providerId="ADAL" clId="{40A53A70-5976-42A4-AD5E-E44140CA36DF}" dt="2026-10-29T01:09:16.189" v="3361" actId="11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9T00:45:28.992" v="3315" actId="207"/>
        <pc:sldMkLst>
          <pc:docMk/>
          <pc:sldMk cId="514184661" sldId="1412"/>
        </pc:sldMkLst>
        <pc:spChg chg="mod">
          <ac:chgData name="오 해찬" userId="398a30bc-41aa-4aec-9589-2644447f841d" providerId="ADAL" clId="{40A53A70-5976-42A4-AD5E-E44140CA36DF}" dt="2026-10-29T00:45:28.992" v="3315" actId="207"/>
          <ac:spMkLst>
            <pc:docMk/>
            <pc:sldMk cId="514184661" sldId="1412"/>
            <ac:spMk id="3" creationId="{C1CA067D-52A3-6CBF-FD0E-BFB70B45E41C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9T00:48:46.140" v="3325" actId="20577"/>
        <pc:sldMkLst>
          <pc:docMk/>
          <pc:sldMk cId="2323862659" sldId="1414"/>
        </pc:sldMkLst>
        <pc:graphicFrameChg chg="mod modGraphic">
          <ac:chgData name="오 해찬" userId="398a30bc-41aa-4aec-9589-2644447f841d" providerId="ADAL" clId="{40A53A70-5976-42A4-AD5E-E44140CA36DF}" dt="2026-10-29T00:48:46.140" v="3325" actId="20577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30T08:01:07.871" v="4363" actId="20577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30T08:01:07.871" v="4363" actId="20577"/>
          <ac:spMkLst>
            <pc:docMk/>
            <pc:sldMk cId="260682823" sldId="1415"/>
            <ac:spMk id="3" creationId="{D927E9C6-402D-0C91-6BB1-539C096386D3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29T02:08:17.460" v="3842" actId="1036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30T02:11:49.833" v="4289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9T02:08:17.460" v="3842" actId="103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30T02:55:09.130" v="4353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30T02:55:09.130" v="4353" actId="20577"/>
          <ac:spMkLst>
            <pc:docMk/>
            <pc:sldMk cId="3963796570" sldId="1416"/>
            <ac:spMk id="3" creationId="{BBFDB26B-4968-A51D-2546-02DFE55E408F}"/>
          </ac:spMkLst>
        </pc:spChg>
        <pc:spChg chg="mod">
          <ac:chgData name="오 해찬" userId="398a30bc-41aa-4aec-9589-2644447f841d" providerId="ADAL" clId="{40A53A70-5976-42A4-AD5E-E44140CA36DF}" dt="2026-10-29T02:36:52.513" v="4009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30T02:20:41.972" v="4298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9T02:36:52.513" v="4009" actId="1036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del mod">
        <pc:chgData name="오 해찬" userId="398a30bc-41aa-4aec-9589-2644447f841d" providerId="ADAL" clId="{40A53A70-5976-42A4-AD5E-E44140CA36DF}" dt="2026-10-29T01:51:10.959" v="3824" actId="47"/>
        <pc:sldMkLst>
          <pc:docMk/>
          <pc:sldMk cId="1676192216" sldId="1417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30T02:55:06.054" v="4351" actId="20577"/>
        <pc:sldMkLst>
          <pc:docMk/>
          <pc:sldMk cId="3084071867" sldId="1420"/>
        </pc:sldMkLst>
        <pc:spChg chg="mod">
          <ac:chgData name="오 해찬" userId="398a30bc-41aa-4aec-9589-2644447f841d" providerId="ADAL" clId="{40A53A70-5976-42A4-AD5E-E44140CA36DF}" dt="2026-10-30T02:55:06.054" v="4351" actId="20577"/>
          <ac:spMkLst>
            <pc:docMk/>
            <pc:sldMk cId="3084071867" sldId="1420"/>
            <ac:spMk id="3" creationId="{E26EDF04-8C89-8906-55B1-C602852BD84B}"/>
          </ac:spMkLst>
        </pc:spChg>
        <pc:graphicFrameChg chg="mod modGraphic">
          <ac:chgData name="오 해찬" userId="398a30bc-41aa-4aec-9589-2644447f841d" providerId="ADAL" clId="{40A53A70-5976-42A4-AD5E-E44140CA36DF}" dt="2026-10-30T02:26:51.746" v="4345" actId="113"/>
          <ac:graphicFrameMkLst>
            <pc:docMk/>
            <pc:sldMk cId="3084071867" sldId="1420"/>
            <ac:graphicFrameMk id="2" creationId="{258986E0-EABC-992B-68C0-9D252294E373}"/>
          </ac:graphicFrameMkLst>
        </pc:graphicFrameChg>
      </pc:sldChg>
      <pc:sldChg chg="add">
        <pc:chgData name="오 해찬" userId="398a30bc-41aa-4aec-9589-2644447f841d" providerId="ADAL" clId="{40A53A70-5976-42A4-AD5E-E44140CA36DF}" dt="2026-10-29T01:51:09.493" v="3823"/>
        <pc:sldMkLst>
          <pc:docMk/>
          <pc:sldMk cId="654347710" sldId="1421"/>
        </pc:sldMkLst>
      </pc:sldChg>
      <pc:sldChg chg="modSp add mod">
        <pc:chgData name="오 해찬" userId="398a30bc-41aa-4aec-9589-2644447f841d" providerId="ADAL" clId="{40A53A70-5976-42A4-AD5E-E44140CA36DF}" dt="2026-10-30T08:13:16.028" v="4375" actId="20577"/>
        <pc:sldMkLst>
          <pc:docMk/>
          <pc:sldMk cId="3555796473" sldId="1422"/>
        </pc:sldMkLst>
        <pc:graphicFrameChg chg="mod modGraphic">
          <ac:chgData name="오 해찬" userId="398a30bc-41aa-4aec-9589-2644447f841d" providerId="ADAL" clId="{40A53A70-5976-42A4-AD5E-E44140CA36DF}" dt="2026-10-30T08:13:16.028" v="4375" actId="20577"/>
          <ac:graphicFrameMkLst>
            <pc:docMk/>
            <pc:sldMk cId="3555796473" sldId="1422"/>
            <ac:graphicFrameMk id="4" creationId="{8881D6AE-9EAF-CE01-2245-A4FAA3F774E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30T00:56:54.473" v="4146"/>
        <pc:sldMkLst>
          <pc:docMk/>
          <pc:sldMk cId="478921058" sldId="1423"/>
        </pc:sldMkLst>
      </pc:sldChg>
      <pc:sldChg chg="add del">
        <pc:chgData name="오 해찬" userId="398a30bc-41aa-4aec-9589-2644447f841d" providerId="ADAL" clId="{40A53A70-5976-42A4-AD5E-E44140CA36DF}" dt="2026-10-30T01:00:07.084" v="4168"/>
        <pc:sldMkLst>
          <pc:docMk/>
          <pc:sldMk cId="3987537964" sldId="14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4D4E-42D0-A48B-E706-C00E1931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4FBE16-A120-9B57-7132-13F97124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05639F-DC98-83C2-8A2B-2377A7B15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C4352A-E12C-B649-46BB-21C0FC309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242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5A63-3C46-0C16-7545-BEA5815E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981C1-3E37-0B5C-AD67-D945BC676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759909-54E5-C0CB-4D9B-EE820245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B4795-92B4-8E69-575A-551287607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385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/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/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34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30152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TEST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TEST IN/OUT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850573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V1, V2 &lt;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0.75 V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1146557"/>
              </p:ext>
            </p:extLst>
          </p:nvPr>
        </p:nvGraphicFramePr>
        <p:xfrm>
          <a:off x="279773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P1, P2 &lt; </a:t>
                      </a:r>
                      <a:r>
                        <a:rPr lang="ko-KR" altLang="ko-KR" sz="800" b="1" dirty="0"/>
                        <a:t>3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900804"/>
              </p:ext>
            </p:extLst>
          </p:nvPr>
        </p:nvGraphicFramePr>
        <p:xfrm>
          <a:off x="279773" y="962185"/>
          <a:ext cx="9208258" cy="37338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</a:t>
                      </a:r>
                      <a:r>
                        <a:rPr lang="en-US" altLang="ko-KR" sz="800" b="1" dirty="0"/>
                        <a:t>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P3, P4 &lt; </a:t>
                      </a:r>
                      <a:r>
                        <a:rPr lang="ko-KR" altLang="ko-KR" sz="800" b="1" dirty="0"/>
                        <a:t>1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EFUSE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221874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(&lt; 30V optional)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76749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ko-KR" altLang="ko-KR" sz="800" dirty="0"/>
                        <a:t>(P1~P5 : ±1.5%)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1.723 / 1.758 / 1.793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2.01 / 2.051 / 2.092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2.297 / 2.344 / 2.391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2.584 / 2.637 / 2.69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2.871 / 2.93 / 2.989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(P6~P10 : ±2%)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3.142 / 3.223 / 3.304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3.428 / 3.516 / 3.604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3.715 / 3.81 / 3.905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 / 4.103 / 4.206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4.286 / 4.396 / 4.506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4.572 / 4.689 / 4.806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(P11~P16 : ±2.5%)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1433922"/>
              </p:ext>
            </p:extLst>
          </p:nvPr>
        </p:nvGraphicFramePr>
        <p:xfrm>
          <a:off x="279773" y="962185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P1, P2 &lt; </a:t>
                      </a:r>
                      <a:r>
                        <a:rPr lang="ko-KR" altLang="ko-KR" sz="800" b="1" dirty="0"/>
                        <a:t>9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738356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6295369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10628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60755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444743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636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614688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2678801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6414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0370868"/>
              </p:ext>
            </p:extLst>
          </p:nvPr>
        </p:nvGraphicFramePr>
        <p:xfrm>
          <a:off x="279773" y="3744592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713559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9367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TEST_ANA_EN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(VREF2_OPEN)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30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103586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VREF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4187CF66-9837-FB64-9F53-4C799C60D4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5478408"/>
              </p:ext>
            </p:extLst>
          </p:nvPr>
        </p:nvGraphicFramePr>
        <p:xfrm>
          <a:off x="279773" y="3795929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O# : 0.5V,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해당 출력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LED =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OPEN.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</a:t>
                      </a:r>
                      <a:r>
                        <a:rPr lang="en-US" altLang="ko-KR" sz="800" b="1" dirty="0"/>
                        <a:t>044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Target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EN = H ex) Ch1 :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Ch11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0x400,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Measured CH Output pin Voltage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latin typeface="Arial" panose="020B0604020202020204" pitchFamily="34" charset="0"/>
                          <a:ea typeface="현대하모니 L" panose="02020603020101020101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Repeat to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The Output pin Voltage measure when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value is changed</a:t>
                      </a:r>
                      <a:b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the Voltage : OPEN SET LEVEL.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SET LEVEL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754314-1E84-95C3-48D5-EA5F813A928C}"/>
              </a:ext>
            </a:extLst>
          </p:cNvPr>
          <p:cNvSpPr txBox="1"/>
          <p:nvPr/>
        </p:nvSpPr>
        <p:spPr>
          <a:xfrm>
            <a:off x="279773" y="3496514"/>
            <a:ext cx="10518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Level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(2)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7563460"/>
              </p:ext>
            </p:extLst>
          </p:nvPr>
        </p:nvGraphicFramePr>
        <p:xfrm>
          <a:off x="279773" y="966186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O# : 0V,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해당 출력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LED =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OPEN.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3) : OPEN SET, RESET LEVEL &lt; </a:t>
                      </a:r>
                      <a:r>
                        <a:rPr lang="ko-KR" altLang="ko-KR" sz="800" b="1" dirty="0"/>
                        <a:t>0.5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</a:t>
                      </a:r>
                      <a:r>
                        <a:rPr lang="en-US" altLang="ko-KR" sz="800" b="1" dirty="0"/>
                        <a:t>044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Target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EN = H ex) Ch1 :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Ch11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0x400,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Measured CH Output pin Voltage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latin typeface="Arial" panose="020B0604020202020204" pitchFamily="34" charset="0"/>
                          <a:ea typeface="현대하모니 L" panose="02020603020101020101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0.5V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Repeat to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The Output pin Voltage measure when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0x000</a:t>
                      </a:r>
                      <a:b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the Voltage : OPEN RESET LEVEL.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Calculate HYS : OPEN RESET LEVEL – OPEN SET LEVEL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100059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0893788"/>
              </p:ext>
            </p:extLst>
          </p:nvPr>
        </p:nvGraphicFramePr>
        <p:xfrm>
          <a:off x="279773" y="4386406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3~5.5V,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Open Level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item from 1 to 3.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Cut(Switch OFF) LED Load instead of sweeping Voltage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FAULT_STATUS2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OPEN HYS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FAULT_STATUS2(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0x0B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(Register Read Clear)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Apply SVI, DIO pattern for LED dimming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Check the LED that wanted dimming pattern.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Target CH OPEN = H @ FAULT_STATUS2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5.    FAULT_STATUS2(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0x0B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    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409401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066003"/>
              </p:ext>
            </p:extLst>
          </p:nvPr>
        </p:nvGraphicFramePr>
        <p:xfrm>
          <a:off x="279773" y="964703"/>
          <a:ext cx="9208258" cy="34899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D743-7DF4-F55F-A2FD-DCD9AEFF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23597E-C090-875F-23ED-7FD90B312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81D6AE-9EAF-CE01-2245-A4FAA3F77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204331"/>
              </p:ext>
            </p:extLst>
          </p:nvPr>
        </p:nvGraphicFramePr>
        <p:xfrm>
          <a:off x="279773" y="962185"/>
          <a:ext cx="9208258" cy="36118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en-US" altLang="ko-KR" sz="800" dirty="0"/>
                        <a:t> (Step </a:t>
                      </a:r>
                      <a:r>
                        <a:rPr lang="ko-KR" altLang="ko-KR" sz="800" dirty="0"/>
                        <a:t>2,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/>
                        <a:t>3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ko-KR" sz="800" dirty="0"/>
                        <a:t>FB#_FALL, FB#_RISE &lt; </a:t>
                      </a:r>
                      <a:r>
                        <a:rPr lang="ko-KR" altLang="ko-KR" sz="800" b="1" dirty="0"/>
                        <a:t>1.5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8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C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O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(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O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</a:t>
                      </a:r>
                      <a:r>
                        <a:rPr lang="en-US" altLang="ko-KR" sz="800" b="1" dirty="0"/>
                        <a:t>5</a:t>
                      </a:r>
                      <a:r>
                        <a:rPr lang="ko-KR" altLang="ko-KR" sz="800" b="1" dirty="0"/>
                        <a:t>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96DA50-61A8-BBED-3068-794BC08A738A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3555796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7696471"/>
              </p:ext>
            </p:extLst>
          </p:nvPr>
        </p:nvGraphicFramePr>
        <p:xfrm>
          <a:off x="279773" y="962185"/>
          <a:ext cx="9208258" cy="33399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(VREF2_SHORT1)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SHORT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 TEST pin voltage.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0.20 / 0.25 / 0.30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0.40 / 0.50 / 0.60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0.60 / 0.75 / 0.90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0.80 / 1.00 / 1.20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10807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Short_VREF</a:t>
            </a:r>
            <a:endParaRPr 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E2EB-50D1-9972-81B1-8D456C3D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6EDF04-8C89-8906-55B1-C602852BD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258986E0-EABC-992B-68C0-9D252294E3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0018143"/>
              </p:ext>
            </p:extLst>
          </p:nvPr>
        </p:nvGraphicFramePr>
        <p:xfrm>
          <a:off x="279773" y="906947"/>
          <a:ext cx="9208258" cy="39776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 O# : 3V,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/>
                          <a:ea typeface="현대하모니 L" panose="02020603020101020101"/>
                        </a:rPr>
                        <a:t>Target CH OPEN,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Target CH EN = H (ex) CH1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CH2 :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CH11: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0x400,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CH12 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   -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Measured CH Output pin Voltage Sweep : </a:t>
                      </a:r>
                      <a:r>
                        <a:rPr lang="en-US" altLang="ko-KR" sz="800" b="1" dirty="0"/>
                        <a:t>3V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sym typeface="Wingdings" panose="05000000000000000000" pitchFamily="2" charset="2"/>
                        </a:rPr>
                        <a:t>Target Level * 1.2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Repeat to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The Output pin Voltage measure when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value is changed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the Voltage : SHORT SET LEVEL.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Repeat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: O1~O12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 SET LEVEL</a:t>
                      </a:r>
                      <a:r>
                        <a:rPr lang="ko-KR" altLang="ko-KR" sz="800" dirty="0"/>
                        <a:t>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10</a:t>
                      </a:r>
                      <a:r>
                        <a:rPr lang="en-US" altLang="ko-KR" sz="800" b="1" dirty="0"/>
                        <a:t>.0</a:t>
                      </a:r>
                      <a:r>
                        <a:rPr lang="ko-KR" altLang="ko-KR" sz="800" b="1" dirty="0"/>
                        <a:t> / 12.5 / 15</a:t>
                      </a:r>
                      <a:r>
                        <a:rPr lang="en-US" altLang="ko-KR" sz="800" b="1" dirty="0"/>
                        <a:t>.0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C44B67-79AB-8A8C-3587-B880C78C2F27}"/>
              </a:ext>
            </a:extLst>
          </p:cNvPr>
          <p:cNvSpPr txBox="1"/>
          <p:nvPr/>
        </p:nvSpPr>
        <p:spPr>
          <a:xfrm>
            <a:off x="279773" y="614559"/>
            <a:ext cx="10647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 Level</a:t>
            </a:r>
          </a:p>
        </p:txBody>
      </p:sp>
    </p:spTree>
    <p:extLst>
      <p:ext uri="{BB962C8B-B14F-4D97-AF65-F5344CB8AC3E}">
        <p14:creationId xmlns:p14="http://schemas.microsoft.com/office/powerpoint/2010/main" val="30840718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(3)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381676"/>
              </p:ext>
            </p:extLst>
          </p:nvPr>
        </p:nvGraphicFramePr>
        <p:xfrm>
          <a:off x="279773" y="962185"/>
          <a:ext cx="9208258" cy="32461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 O# : Target Level * 1.2 V,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/>
                          <a:ea typeface="현대하모니 L" panose="02020603020101020101"/>
                        </a:rPr>
                        <a:t>Target CH OPEN,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-40 / 27 / 125℃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3) : SHORT SET, RESET LEVEL &lt; </a:t>
                      </a:r>
                      <a:r>
                        <a:rPr lang="ko-KR" altLang="ko-KR" sz="800" b="1" dirty="0"/>
                        <a:t>20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Target CH EN = H (ex) CH1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CH2 :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CH11: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0x400,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 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 (Target CH SHORT flag = H)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Measured CH Output pin Voltage Sweep : </a:t>
                      </a:r>
                      <a:r>
                        <a:rPr lang="en-US" altLang="ko-KR" sz="800" b="1" dirty="0">
                          <a:sym typeface="Wingdings" panose="05000000000000000000" pitchFamily="2" charset="2"/>
                        </a:rPr>
                        <a:t>Target Level * 1.2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/>
                        <a:t>3V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Repeat to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The Output pin Voltage measure when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the Voltage : SHORT RESET LEVEL. 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-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HYS : SHORT SET LEVEL – SHORT </a:t>
                      </a:r>
                      <a:r>
                        <a:rPr lang="en-US" altLang="ko-KR" sz="800" dirty="0"/>
                        <a:t>RE</a:t>
                      </a:r>
                      <a:r>
                        <a:rPr lang="ko-KR" altLang="ko-KR" sz="800" dirty="0"/>
                        <a:t>SET LEVEL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Repeat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 HYS MIN / TYP / MAX = </a:t>
                      </a:r>
                      <a:r>
                        <a:rPr lang="ko-KR" altLang="ko-KR" sz="800" b="1" dirty="0"/>
                        <a:t>- / 0.</a:t>
                      </a:r>
                      <a:r>
                        <a:rPr lang="en-US" altLang="ko-KR" sz="800" b="1" dirty="0"/>
                        <a:t>75</a:t>
                      </a:r>
                      <a:r>
                        <a:rPr lang="ko-KR" altLang="ko-KR" sz="800" b="1" dirty="0"/>
                        <a:t>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10919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 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4207033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0302783"/>
              </p:ext>
            </p:extLst>
          </p:nvPr>
        </p:nvGraphicFramePr>
        <p:xfrm>
          <a:off x="279773" y="4502636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3~5.5V,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SHORT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SHORT HYS item from 1 to 3.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(Register Read Clear)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Apply SVI, DIO pattern for LED dimming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- Check the LED that wanted dimming pattern.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value is changed.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5.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    O# current is set-up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6026512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595017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557164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05881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48063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/>
                        <a:t>Power restart : VDD </a:t>
                      </a:r>
                      <a:r>
                        <a:rPr lang="en-US" altLang="ko-KR" sz="800" b="1" dirty="0"/>
                        <a:t>OFF</a:t>
                      </a:r>
                      <a:r>
                        <a:rPr lang="en-US" altLang="ko-KR" sz="800" dirty="0"/>
                        <a:t> → </a:t>
                      </a:r>
                      <a:r>
                        <a:rPr lang="en-US" altLang="ko-KR" sz="800" b="1" dirty="0"/>
                        <a:t>ON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5007</TotalTime>
  <Words>11718</Words>
  <Application>Microsoft Office PowerPoint</Application>
  <PresentationFormat>A4 용지(210x297mm)</PresentationFormat>
  <Paragraphs>1548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2026-10-30T08:13:23Z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