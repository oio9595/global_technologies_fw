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46_333F00EB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525_869E7EC5.xml" ContentType="application/vnd.ms-powerpoint.comments+xml"/>
  <Override PartName="/ppt/notesSlides/notesSlide12.xml" ContentType="application/vnd.openxmlformats-officedocument.presentationml.notesSlide+xml"/>
  <Override PartName="/ppt/comments/modernComment_584_1EA5D5D5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549_E782FD95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4"/>
  </p:notesMasterIdLst>
  <p:sldIdLst>
    <p:sldId id="256" r:id="rId5"/>
    <p:sldId id="1350" r:id="rId6"/>
    <p:sldId id="1414" r:id="rId7"/>
    <p:sldId id="1338" r:id="rId8"/>
    <p:sldId id="1344" r:id="rId9"/>
    <p:sldId id="1339" r:id="rId10"/>
    <p:sldId id="1348" r:id="rId11"/>
    <p:sldId id="1341" r:id="rId12"/>
    <p:sldId id="1315" r:id="rId13"/>
    <p:sldId id="1316" r:id="rId14"/>
    <p:sldId id="1317" r:id="rId15"/>
    <p:sldId id="1412" r:id="rId16"/>
    <p:sldId id="1413" r:id="rId17"/>
    <p:sldId id="1342" r:id="rId18"/>
    <p:sldId id="1320" r:id="rId19"/>
    <p:sldId id="1321" r:id="rId20"/>
    <p:sldId id="1324" r:id="rId21"/>
    <p:sldId id="1325" r:id="rId22"/>
    <p:sldId id="1326" r:id="rId23"/>
    <p:sldId id="1327" r:id="rId24"/>
    <p:sldId id="1353" r:id="rId25"/>
    <p:sldId id="1329" r:id="rId26"/>
    <p:sldId id="1331" r:id="rId27"/>
    <p:sldId id="1333" r:id="rId28"/>
    <p:sldId id="1335" r:id="rId29"/>
    <p:sldId id="1337" r:id="rId30"/>
    <p:sldId id="1356" r:id="rId31"/>
    <p:sldId id="1359" r:id="rId32"/>
    <p:sldId id="1363" r:id="rId33"/>
    <p:sldId id="1378" r:id="rId34"/>
    <p:sldId id="1379" r:id="rId35"/>
    <p:sldId id="1381" r:id="rId36"/>
    <p:sldId id="1382" r:id="rId37"/>
    <p:sldId id="1384" r:id="rId38"/>
    <p:sldId id="1386" r:id="rId39"/>
    <p:sldId id="1387" r:id="rId40"/>
    <p:sldId id="1389" r:id="rId41"/>
    <p:sldId id="1391" r:id="rId42"/>
    <p:sldId id="1415" r:id="rId43"/>
    <p:sldId id="1393" r:id="rId44"/>
    <p:sldId id="1394" r:id="rId45"/>
    <p:sldId id="1399" r:id="rId46"/>
    <p:sldId id="1416" r:id="rId47"/>
    <p:sldId id="1405" r:id="rId48"/>
    <p:sldId id="1407" r:id="rId49"/>
    <p:sldId id="1409" r:id="rId50"/>
    <p:sldId id="1410" r:id="rId51"/>
    <p:sldId id="1404" r:id="rId52"/>
    <p:sldId id="1411" r:id="rId5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F0EF6D-47E1-4550-A714-8D8CEB597A0A}" v="102" dt="2026-10-07T03:20:36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4" autoAdjust="0"/>
  </p:normalViewPr>
  <p:slideViewPr>
    <p:cSldViewPr snapToGrid="0">
      <p:cViewPr varScale="1">
        <p:scale>
          <a:sx n="87" d="100"/>
          <a:sy n="87" d="100"/>
        </p:scale>
        <p:origin x="2748" y="8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07T06:28:16.220" v="1612" actId="20577"/>
      <pc:docMkLst>
        <pc:docMk/>
      </pc:docMkLst>
      <pc:sldChg chg="modSp mod">
        <pc:chgData name="오 해찬" userId="398a30bc-41aa-4aec-9589-2644447f841d" providerId="ADAL" clId="{40A53A70-5976-42A4-AD5E-E44140CA36DF}" dt="2026-09-18T02:28:30.125" v="208" actId="20577"/>
        <pc:sldMkLst>
          <pc:docMk/>
          <pc:sldMk cId="1517339489" sldId="256"/>
        </pc:sldMkLst>
        <pc:spChg chg="mod">
          <ac:chgData name="오 해찬" userId="398a30bc-41aa-4aec-9589-2644447f841d" providerId="ADAL" clId="{40A53A70-5976-42A4-AD5E-E44140CA36DF}" dt="2026-09-18T02:28:30.125" v="208" actId="20577"/>
          <ac:spMkLst>
            <pc:docMk/>
            <pc:sldMk cId="1517339489" sldId="256"/>
            <ac:spMk id="2" creationId="{C49B1A18-A0D9-99B5-517D-0BA6F1AA1D0B}"/>
          </ac:spMkLst>
        </pc:spChg>
        <pc:spChg chg="mod">
          <ac:chgData name="오 해찬" userId="398a30bc-41aa-4aec-9589-2644447f841d" providerId="ADAL" clId="{40A53A70-5976-42A4-AD5E-E44140CA36DF}" dt="2026-09-18T02:28:18.697" v="200"/>
          <ac:spMkLst>
            <pc:docMk/>
            <pc:sldMk cId="1517339489" sldId="256"/>
            <ac:spMk id="5" creationId="{47E616F8-59ED-9132-4BC9-A8E4745C6897}"/>
          </ac:spMkLst>
        </pc:spChg>
      </pc:sldChg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0:15:06.395" v="1046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07T00:15:06.395" v="1046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2:30.256" v="1063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7T00:22:26.563" v="1061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2:30.256" v="1063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0:58:49.360" v="1081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09-22T05:03:04.544" v="569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07T00:58:49.360" v="1081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06:58.522" v="108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07T01:06:58.522" v="108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07:19.054" v="1085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07T01:07:19.054" v="1085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7T01:49:24.853" v="1412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7T01:49:24.853" v="1412"/>
          <ac:graphicFrameMkLst>
            <pc:docMk/>
            <pc:sldMk cId="2897940150" sldId="1327"/>
            <ac:graphicFrameMk id="4" creationId="{B8A0B277-C08F-6CFA-1AFF-2D85BC7F7D7E}"/>
          </ac:graphicFrameMkLst>
        </pc:graphicFrameChg>
        <pc:picChg chg="add del">
          <ac:chgData name="오 해찬" userId="398a30bc-41aa-4aec-9589-2644447f841d" providerId="ADAL" clId="{40A53A70-5976-42A4-AD5E-E44140CA36DF}" dt="2026-10-07T01:49:22.433" v="1411" actId="22"/>
          <ac:picMkLst>
            <pc:docMk/>
            <pc:sldMk cId="2897940150" sldId="1327"/>
            <ac:picMk id="6" creationId="{9B7F0A78-C5B0-4CC2-7350-D10B72F586EB}"/>
          </ac:picMkLst>
        </pc:picChg>
      </pc:sldChg>
      <pc:sldChg chg="modSp mod">
        <pc:chgData name="오 해찬" userId="398a30bc-41aa-4aec-9589-2644447f841d" providerId="ADAL" clId="{40A53A70-5976-42A4-AD5E-E44140CA36DF}" dt="2026-10-07T02:54:57.874" v="1457" actId="20577"/>
        <pc:sldMkLst>
          <pc:docMk/>
          <pc:sldMk cId="915461811" sldId="1329"/>
        </pc:sldMkLst>
        <pc:graphicFrameChg chg="mod modGraphic">
          <ac:chgData name="오 해찬" userId="398a30bc-41aa-4aec-9589-2644447f841d" providerId="ADAL" clId="{40A53A70-5976-42A4-AD5E-E44140CA36DF}" dt="2026-10-07T02:54:57.874" v="1457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1:11:21.230" v="1114"/>
        <pc:sldMkLst>
          <pc:docMk/>
          <pc:sldMk cId="3876744629" sldId="1335"/>
        </pc:sldMkLst>
        <pc:graphicFrameChg chg="mod modGraphic">
          <ac:chgData name="오 해찬" userId="398a30bc-41aa-4aec-9589-2644447f841d" providerId="ADAL" clId="{40A53A70-5976-42A4-AD5E-E44140CA36DF}" dt="2026-10-07T01:11:18.214" v="1112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24.721" v="1116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07T01:11:24.721" v="1116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0:09.164" v="1059"/>
        <pc:sldMkLst>
          <pc:docMk/>
          <pc:sldMk cId="737418889" sldId="1342"/>
        </pc:sldMkLst>
        <pc:graphicFrameChg chg="mod modGraphic">
          <ac:chgData name="오 해찬" userId="398a30bc-41aa-4aec-9589-2644447f841d" providerId="ADAL" clId="{40A53A70-5976-42A4-AD5E-E44140CA36DF}" dt="2026-10-07T00:20:02.608" v="1057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17T07:26:07.432" v="148"/>
        <pc:sldMkLst>
          <pc:docMk/>
          <pc:sldMk cId="859767019" sldId="1350"/>
        </pc:sldMkLst>
        <pc:graphicFrameChg chg="mod modGraphic">
          <ac:chgData name="오 해찬" userId="398a30bc-41aa-4aec-9589-2644447f841d" providerId="ADAL" clId="{40A53A70-5976-42A4-AD5E-E44140CA36DF}" dt="2026-09-17T07:00:17.372" v="107" actId="6549"/>
          <ac:graphicFrameMkLst>
            <pc:docMk/>
            <pc:sldMk cId="859767019" sldId="1350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09-17T04:43:34.095" v="17"/>
          <ac:graphicFrameMkLst>
            <pc:docMk/>
            <pc:sldMk cId="859767019" sldId="1350"/>
            <ac:graphicFrameMk id="9" creationId="{6DC06829-9C83-9A79-215B-98CAB7729CB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37.117" v="1118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07T01:11:37.117" v="1118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50.225" v="1586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07T03:19:50.225" v="1586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2:57:17.201" v="1487" actId="20577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7T02:57:17.201" v="1487" actId="20577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20:02.176" v="1592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7T03:20:02.176" v="1592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23.443" v="1596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7T03:20:21.910" v="1595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23.443" v="1596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20:25.382" v="159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7T03:20:25.382" v="159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29.411" v="1599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7T03:20:27.501" v="1598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29.411" v="1599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7T03:20:31.370" v="1600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7T03:20:31.370" v="1600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34.931" v="1602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7T03:20:33.160" v="160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34.931" v="1602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20:36.573" v="1603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07T03:20:36.573" v="1603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7T02:59:16.149" v="1506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7T02:59:16.149" v="1506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7T02:59:31.852" v="1521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07T02:59:31.852" v="1521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7T02:59:34.760" v="1526" actId="20577"/>
        <pc:sldMkLst>
          <pc:docMk/>
          <pc:sldMk cId="205380977" sldId="1394"/>
        </pc:sldMkLst>
        <pc:spChg chg="add mod">
          <ac:chgData name="오 해찬" userId="398a30bc-41aa-4aec-9589-2644447f841d" providerId="ADAL" clId="{40A53A70-5976-42A4-AD5E-E44140CA36DF}" dt="2026-09-18T03:15:44.321" v="410" actId="20577"/>
          <ac:spMkLst>
            <pc:docMk/>
            <pc:sldMk cId="205380977" sldId="1394"/>
            <ac:spMk id="7" creationId="{BF4EA013-C87F-B9FD-9ED7-504875123C70}"/>
          </ac:spMkLst>
        </pc:spChg>
        <pc:graphicFrameChg chg="mod modGraphic">
          <ac:chgData name="오 해찬" userId="398a30bc-41aa-4aec-9589-2644447f841d" providerId="ADAL" clId="{40A53A70-5976-42A4-AD5E-E44140CA36DF}" dt="2026-10-07T02:59:34.760" v="152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2:59:45.437" v="1531" actId="20577"/>
        <pc:sldMkLst>
          <pc:docMk/>
          <pc:sldMk cId="3458039711" sldId="1399"/>
        </pc:sldMkLst>
        <pc:spChg chg="add">
          <ac:chgData name="오 해찬" userId="398a30bc-41aa-4aec-9589-2644447f841d" providerId="ADAL" clId="{40A53A70-5976-42A4-AD5E-E44140CA36DF}" dt="2026-09-18T03:13:47.799" v="385" actId="22"/>
          <ac:spMkLst>
            <pc:docMk/>
            <pc:sldMk cId="3458039711" sldId="1399"/>
            <ac:spMk id="5" creationId="{8BCBD4D9-5A61-F93E-A788-9DE50AF9FB3E}"/>
          </ac:spMkLst>
        </pc:spChg>
        <pc:graphicFrameChg chg="mod modGraphic">
          <ac:chgData name="오 해찬" userId="398a30bc-41aa-4aec-9589-2644447f841d" providerId="ADAL" clId="{40A53A70-5976-42A4-AD5E-E44140CA36DF}" dt="2026-10-07T02:59:45.437" v="1531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1:26:27.314" v="1292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7T01:26:15.992" v="1274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26:27.314" v="1292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1:27:17.974" v="1304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7T01:27:06.895" v="1294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27:17.974" v="1304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6:28:16.220" v="1612" actId="20577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07T06:28:16.220" v="1612" actId="20577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7T00:15:35.642" v="1048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7T00:15:35.642" v="1048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7T02:59:22.917" v="1516" actId="20577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07T02:59:18.694" v="1511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22.917" v="1516" actId="20577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7T02:59:51.840" v="1541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07T02:59:48.930" v="1536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51.840" v="1541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</pc:docChg>
  </pc:docChgLst>
</pc:chgInfo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6_333F00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B7F73E-972C-423C-9DEF-14FE5E630E81}" authorId="{B606345A-1B02-C35A-D0E5-DF8A67A6C758}" created="2026-09-17T07:19:28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59767019" sldId="1350"/>
      <ac:graphicFrameMk id="5" creationId="{A77BC027-3C5D-214B-F98B-1068DA717920}"/>
    </ac:deMkLst>
    <p188:txBody>
      <a:bodyPr/>
      <a:lstStyle/>
      <a:p>
        <a:r>
          <a:rPr lang="ko-KR" altLang="en-US"/>
          <a:t>Fault Configuration을 set에서 제거했지만 제가 생각했을 때 이미 필요한 항목들이 default로 1이여서 아날로그 test 본문에서는 추가하지 못했습니다. 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6_333F00E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5369419"/>
              </p:ext>
            </p:extLst>
          </p:nvPr>
        </p:nvGraphicFramePr>
        <p:xfrm>
          <a:off x="279773" y="105743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409662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985315"/>
              </p:ext>
            </p:extLst>
          </p:nvPr>
        </p:nvGraphicFramePr>
        <p:xfrm>
          <a:off x="279772" y="3738085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6486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600264"/>
              </p:ext>
            </p:extLst>
          </p:nvPr>
        </p:nvGraphicFramePr>
        <p:xfrm>
          <a:off x="406773" y="1147213"/>
          <a:ext cx="2880000" cy="4397240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 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CHANNEL ENABLE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CONTROL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 CURRENT 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 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 CONFIGURATION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443884"/>
              </p:ext>
            </p:extLst>
          </p:nvPr>
        </p:nvGraphicFramePr>
        <p:xfrm>
          <a:off x="3468128" y="1147213"/>
          <a:ext cx="2880001" cy="438336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CLK 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 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(FLLCNT[11:0])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(FLL_EN/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FLL_RANGE/FLL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CNT[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:12])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NF_CONTROL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FLL MANUAL2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 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CLOCK GATE 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 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 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 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885834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602434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IREF1_CTL(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58447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485774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569536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32359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578207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2806636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580315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63523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BGR1_VFY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BGR1_VFY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793644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OSC_FLL_MAN2(</a:t>
                      </a:r>
                      <a:r>
                        <a:rPr lang="ko-KR" altLang="ko-KR" sz="800" b="1"/>
                        <a:t>0x29</a:t>
                      </a:r>
                      <a:r>
                        <a:rPr lang="ko-KR" altLang="ko-KR" sz="800"/>
                        <a:t>) = </a:t>
                      </a:r>
                      <a:r>
                        <a:rPr lang="ko-KR" altLang="ko-KR" sz="800" b="1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347750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0616621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477083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MAX_CURRENT_LEVEL(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MAX_CURRENT_LEVEL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578739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MAX_CURRENT_LEVEL(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435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409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46831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302582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2893696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94079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035230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46802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95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0163779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5932043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84773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9233178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533930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424007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  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7532796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 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ko-KR" altLang="ko-KR" sz="800" dirty="0"/>
                        <a:t> 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977864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411113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CHANNEL_ENABLE(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32058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4087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279991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7454539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308188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CHANNEL_ENABLE(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0x09[4:0]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578185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3650</TotalTime>
  <Words>10449</Words>
  <Application>Microsoft Office PowerPoint</Application>
  <PresentationFormat>A4 용지(210x297mm)</PresentationFormat>
  <Paragraphs>1463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0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2026-10-07T06:28:17Z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