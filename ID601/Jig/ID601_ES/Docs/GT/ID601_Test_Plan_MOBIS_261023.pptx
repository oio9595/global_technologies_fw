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modernComment_525_869E7EC5.xml" ContentType="application/vnd.ms-powerpoint.comments+xml"/>
  <Override PartName="/ppt/notesSlides/notesSlide13.xml" ContentType="application/vnd.openxmlformats-officedocument.presentationml.notesSlide+xml"/>
  <Override PartName="/ppt/comments/modernComment_584_1EA5D5D5.xml" ContentType="application/vnd.ms-powerpoint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omments/modernComment_549_E782FD95.xml" ContentType="application/vnd.ms-powerpoint.comment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omments/modernComment_57C_CD8B407C.xml" ContentType="application/vnd.ms-powerpoint.comments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55"/>
  </p:notesMasterIdLst>
  <p:sldIdLst>
    <p:sldId id="256" r:id="rId5"/>
    <p:sldId id="1417" r:id="rId6"/>
    <p:sldId id="1419" r:id="rId7"/>
    <p:sldId id="1414" r:id="rId8"/>
    <p:sldId id="1338" r:id="rId9"/>
    <p:sldId id="1344" r:id="rId10"/>
    <p:sldId id="1339" r:id="rId11"/>
    <p:sldId id="1348" r:id="rId12"/>
    <p:sldId id="1341" r:id="rId13"/>
    <p:sldId id="1315" r:id="rId14"/>
    <p:sldId id="1316" r:id="rId15"/>
    <p:sldId id="1317" r:id="rId16"/>
    <p:sldId id="1412" r:id="rId17"/>
    <p:sldId id="1413" r:id="rId18"/>
    <p:sldId id="1342" r:id="rId19"/>
    <p:sldId id="1320" r:id="rId20"/>
    <p:sldId id="1321" r:id="rId21"/>
    <p:sldId id="1324" r:id="rId22"/>
    <p:sldId id="1325" r:id="rId23"/>
    <p:sldId id="1326" r:id="rId24"/>
    <p:sldId id="1327" r:id="rId25"/>
    <p:sldId id="1353" r:id="rId26"/>
    <p:sldId id="1329" r:id="rId27"/>
    <p:sldId id="1331" r:id="rId28"/>
    <p:sldId id="1333" r:id="rId29"/>
    <p:sldId id="1335" r:id="rId30"/>
    <p:sldId id="1337" r:id="rId31"/>
    <p:sldId id="1356" r:id="rId32"/>
    <p:sldId id="1359" r:id="rId33"/>
    <p:sldId id="1363" r:id="rId34"/>
    <p:sldId id="1378" r:id="rId35"/>
    <p:sldId id="1379" r:id="rId36"/>
    <p:sldId id="1381" r:id="rId37"/>
    <p:sldId id="1382" r:id="rId38"/>
    <p:sldId id="1384" r:id="rId39"/>
    <p:sldId id="1386" r:id="rId40"/>
    <p:sldId id="1387" r:id="rId41"/>
    <p:sldId id="1389" r:id="rId42"/>
    <p:sldId id="1391" r:id="rId43"/>
    <p:sldId id="1415" r:id="rId44"/>
    <p:sldId id="1393" r:id="rId45"/>
    <p:sldId id="1394" r:id="rId46"/>
    <p:sldId id="1399" r:id="rId47"/>
    <p:sldId id="1416" r:id="rId48"/>
    <p:sldId id="1405" r:id="rId49"/>
    <p:sldId id="1407" r:id="rId50"/>
    <p:sldId id="1409" r:id="rId51"/>
    <p:sldId id="1410" r:id="rId52"/>
    <p:sldId id="1404" r:id="rId53"/>
    <p:sldId id="1411" r:id="rId54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482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2160">
          <p15:clr>
            <a:srgbClr val="A4A3A4"/>
          </p15:clr>
        </p15:guide>
        <p15:guide id="8" orient="horz" pos="391">
          <p15:clr>
            <a:srgbClr val="A4A3A4"/>
          </p15:clr>
        </p15:guide>
        <p15:guide id="9" pos="3120">
          <p15:clr>
            <a:srgbClr val="A4A3A4"/>
          </p15:clr>
        </p15:guide>
        <p15:guide id="10" pos="6068">
          <p15:clr>
            <a:srgbClr val="A4A3A4"/>
          </p15:clr>
        </p15:guide>
        <p15:guide id="11" pos="172">
          <p15:clr>
            <a:srgbClr val="A4A3A4"/>
          </p15:clr>
        </p15:guide>
        <p15:guide id="12" pos="3211">
          <p15:clr>
            <a:srgbClr val="A4A3A4"/>
          </p15:clr>
        </p15:guide>
        <p15:guide id="13" pos="3029">
          <p15:clr>
            <a:srgbClr val="A4A3A4"/>
          </p15:clr>
        </p15:guide>
        <p15:guide id="14" orient="horz" pos="5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06345A-1B02-C35A-D0E5-DF8A67A6C758}" name="오 해찬" initials="해오" userId="S::ohhaech@solutionkorea.onmicrosoft.com::398a30bc-41aa-4aec-9589-2644447f84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6803"/>
    <a:srgbClr val="00ECEA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C631D0-FACC-48E0-8FC3-F83BD683A128}" v="16" dt="2026-10-23T01:32:45.101"/>
    <p1510:client id="{C495494D-A0A2-4014-B73A-F7046159C1F5}" v="1" dt="2026-10-23T00:40:30.3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7380" autoAdjust="0"/>
  </p:normalViewPr>
  <p:slideViewPr>
    <p:cSldViewPr snapToGrid="0">
      <p:cViewPr varScale="1">
        <p:scale>
          <a:sx n="97" d="100"/>
          <a:sy n="97" d="100"/>
        </p:scale>
        <p:origin x="84" y="1284"/>
      </p:cViewPr>
      <p:guideLst>
        <p:guide orient="horz" pos="4110"/>
        <p:guide orient="horz" pos="482"/>
        <p:guide orient="horz" pos="1253"/>
        <p:guide orient="horz" pos="2160"/>
        <p:guide orient="horz" pos="391"/>
        <p:guide pos="3120"/>
        <p:guide pos="6068"/>
        <p:guide pos="172"/>
        <p:guide pos="3211"/>
        <p:guide pos="3029"/>
        <p:guide orient="horz" pos="5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오 해찬" userId="398a30bc-41aa-4aec-9589-2644447f841d" providerId="ADAL" clId="{40A53A70-5976-42A4-AD5E-E44140CA36DF}"/>
    <pc:docChg chg="undo custSel addSld delSld modSld">
      <pc:chgData name="오 해찬" userId="398a30bc-41aa-4aec-9589-2644447f841d" providerId="ADAL" clId="{40A53A70-5976-42A4-AD5E-E44140CA36DF}" dt="2026-10-23T01:33:03.025" v="3249" actId="11"/>
      <pc:docMkLst>
        <pc:docMk/>
      </pc:docMkLst>
      <pc:sldChg chg="modSp mod">
        <pc:chgData name="오 해찬" userId="398a30bc-41aa-4aec-9589-2644447f841d" providerId="ADAL" clId="{40A53A70-5976-42A4-AD5E-E44140CA36DF}" dt="2026-10-07T04:32:52.987" v="1605" actId="20577"/>
        <pc:sldMkLst>
          <pc:docMk/>
          <pc:sldMk cId="2024141461" sldId="1315"/>
        </pc:sldMkLst>
        <pc:graphicFrameChg chg="mod modGraphic">
          <ac:chgData name="오 해찬" userId="398a30bc-41aa-4aec-9589-2644447f841d" providerId="ADAL" clId="{40A53A70-5976-42A4-AD5E-E44140CA36DF}" dt="2026-10-07T04:32:51.688" v="1604" actId="20577"/>
          <ac:graphicFrameMkLst>
            <pc:docMk/>
            <pc:sldMk cId="2024141461" sldId="1315"/>
            <ac:graphicFrameMk id="4" creationId="{385FEED6-CD48-9C34-DE42-0E180FA340CE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4:32:52.987" v="1605" actId="20577"/>
          <ac:graphicFrameMkLst>
            <pc:docMk/>
            <pc:sldMk cId="2024141461" sldId="1315"/>
            <ac:graphicFrameMk id="5" creationId="{7CEC1532-8FC2-F51F-0BAE-44734240999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19:20.244" v="1584" actId="20577"/>
        <pc:sldMkLst>
          <pc:docMk/>
          <pc:sldMk cId="3229949583" sldId="1316"/>
        </pc:sldMkLst>
        <pc:graphicFrameChg chg="mod modGraphic">
          <ac:chgData name="오 해찬" userId="398a30bc-41aa-4aec-9589-2644447f841d" providerId="ADAL" clId="{40A53A70-5976-42A4-AD5E-E44140CA36DF}" dt="2026-10-07T03:19:20.244" v="1584" actId="20577"/>
          <ac:graphicFrameMkLst>
            <pc:docMk/>
            <pc:sldMk cId="3229949583" sldId="1316"/>
            <ac:graphicFrameMk id="4" creationId="{01B907C5-CD44-64FA-7CC9-0799B4DE6014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9T07:39:20.492" v="2875"/>
        <pc:sldMkLst>
          <pc:docMk/>
          <pc:sldMk cId="2258534085" sldId="1317"/>
        </pc:sldMkLst>
        <pc:graphicFrameChg chg="mod modGraphic">
          <ac:chgData name="오 해찬" userId="398a30bc-41aa-4aec-9589-2644447f841d" providerId="ADAL" clId="{40A53A70-5976-42A4-AD5E-E44140CA36DF}" dt="2026-10-19T07:39:20.492" v="2875"/>
          <ac:graphicFrameMkLst>
            <pc:docMk/>
            <pc:sldMk cId="2258534085" sldId="1317"/>
            <ac:graphicFrameMk id="4" creationId="{1055052A-5B1C-EEAD-2F44-D3AF982424C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29:09.678" v="1742" actId="207"/>
        <pc:sldMkLst>
          <pc:docMk/>
          <pc:sldMk cId="2716223352" sldId="1320"/>
        </pc:sldMkLst>
        <pc:graphicFrameChg chg="mod modGraphic">
          <ac:chgData name="오 해찬" userId="398a30bc-41aa-4aec-9589-2644447f841d" providerId="ADAL" clId="{40A53A70-5976-42A4-AD5E-E44140CA36DF}" dt="2026-10-08T02:29:09.678" v="1742" actId="207"/>
          <ac:graphicFrameMkLst>
            <pc:docMk/>
            <pc:sldMk cId="2716223352" sldId="1320"/>
            <ac:graphicFrameMk id="4" creationId="{02D44DCC-60F5-3EEF-4FE0-016148B6FC5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2:29:09.263" v="1741" actId="207"/>
          <ac:graphicFrameMkLst>
            <pc:docMk/>
            <pc:sldMk cId="2716223352" sldId="1320"/>
            <ac:graphicFrameMk id="5" creationId="{728CAECF-77DE-01FE-7B63-D0D125AA16BB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28:18.702" v="1079"/>
        <pc:sldMkLst>
          <pc:docMk/>
          <pc:sldMk cId="2258506942" sldId="1321"/>
        </pc:sldMkLst>
        <pc:graphicFrameChg chg="mod modGraphic">
          <ac:chgData name="오 해찬" userId="398a30bc-41aa-4aec-9589-2644447f841d" providerId="ADAL" clId="{40A53A70-5976-42A4-AD5E-E44140CA36DF}" dt="2026-10-07T00:28:14.921" v="1077"/>
          <ac:graphicFrameMkLst>
            <pc:docMk/>
            <pc:sldMk cId="2258506942" sldId="1321"/>
            <ac:graphicFrameMk id="4" creationId="{AC6BD533-7DF3-113C-57A3-0D023D5DEBC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8:18.702" v="1079"/>
          <ac:graphicFrameMkLst>
            <pc:docMk/>
            <pc:sldMk cId="2258506942" sldId="1321"/>
            <ac:graphicFrameMk id="5" creationId="{7F3B0734-FE27-718C-D9E2-881FADCA53E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0T03:19:08.253" v="3131" actId="20577"/>
        <pc:sldMkLst>
          <pc:docMk/>
          <pc:sldMk cId="2679175736" sldId="1324"/>
        </pc:sldMkLst>
        <pc:spChg chg="add mod">
          <ac:chgData name="오 해찬" userId="398a30bc-41aa-4aec-9589-2644447f841d" providerId="ADAL" clId="{40A53A70-5976-42A4-AD5E-E44140CA36DF}" dt="2026-10-08T02:35:21.568" v="1747" actId="20577"/>
          <ac:spMkLst>
            <pc:docMk/>
            <pc:sldMk cId="2679175736" sldId="1324"/>
            <ac:spMk id="5" creationId="{BED5844B-3C75-22DB-A178-58BB5F4502B1}"/>
          </ac:spMkLst>
        </pc:spChg>
        <pc:graphicFrameChg chg="mod modGraphic">
          <ac:chgData name="오 해찬" userId="398a30bc-41aa-4aec-9589-2644447f841d" providerId="ADAL" clId="{40A53A70-5976-42A4-AD5E-E44140CA36DF}" dt="2026-10-20T03:19:08.253" v="3131" actId="20577"/>
          <ac:graphicFrameMkLst>
            <pc:docMk/>
            <pc:sldMk cId="2679175736" sldId="1324"/>
            <ac:graphicFrameMk id="4" creationId="{97359EC2-2940-69D6-A4EE-BE7BF159C43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7:57:29.817" v="2268" actId="113"/>
        <pc:sldMkLst>
          <pc:docMk/>
          <pc:sldMk cId="4269702500" sldId="1325"/>
        </pc:sldMkLst>
        <pc:graphicFrameChg chg="mod modGraphic">
          <ac:chgData name="오 해찬" userId="398a30bc-41aa-4aec-9589-2644447f841d" providerId="ADAL" clId="{40A53A70-5976-42A4-AD5E-E44140CA36DF}" dt="2026-10-15T07:57:29.817" v="2268" actId="113"/>
          <ac:graphicFrameMkLst>
            <pc:docMk/>
            <pc:sldMk cId="4269702500" sldId="1325"/>
            <ac:graphicFrameMk id="4" creationId="{12CB3E9F-2903-BB77-8AC2-491145C4B011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22:40.391" v="2283" actId="20577"/>
        <pc:sldMkLst>
          <pc:docMk/>
          <pc:sldMk cId="904726841" sldId="1326"/>
        </pc:sldMkLst>
        <pc:graphicFrameChg chg="mod modGraphic">
          <ac:chgData name="오 해찬" userId="398a30bc-41aa-4aec-9589-2644447f841d" providerId="ADAL" clId="{40A53A70-5976-42A4-AD5E-E44140CA36DF}" dt="2026-10-15T08:22:40.391" v="2283" actId="20577"/>
          <ac:graphicFrameMkLst>
            <pc:docMk/>
            <pc:sldMk cId="904726841" sldId="1326"/>
            <ac:graphicFrameMk id="4" creationId="{62591328-371E-EE5F-22EA-445F5C7E975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27:22.076" v="1921" actId="20577"/>
        <pc:sldMkLst>
          <pc:docMk/>
          <pc:sldMk cId="2897940150" sldId="1327"/>
        </pc:sldMkLst>
        <pc:graphicFrameChg chg="mod modGraphic">
          <ac:chgData name="오 해찬" userId="398a30bc-41aa-4aec-9589-2644447f841d" providerId="ADAL" clId="{40A53A70-5976-42A4-AD5E-E44140CA36DF}" dt="2026-10-08T05:27:22.076" v="1921" actId="20577"/>
          <ac:graphicFrameMkLst>
            <pc:docMk/>
            <pc:sldMk cId="2897940150" sldId="1327"/>
            <ac:graphicFrameMk id="4" creationId="{B8A0B277-C08F-6CFA-1AFF-2D85BC7F7D7E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1:08.741" v="1925" actId="20577"/>
        <pc:sldMkLst>
          <pc:docMk/>
          <pc:sldMk cId="915461811" sldId="1329"/>
        </pc:sldMkLst>
        <pc:spChg chg="mod">
          <ac:chgData name="오 해찬" userId="398a30bc-41aa-4aec-9589-2644447f841d" providerId="ADAL" clId="{40A53A70-5976-42A4-AD5E-E44140CA36DF}" dt="2026-10-08T05:30:42.466" v="1922" actId="20577"/>
          <ac:spMkLst>
            <pc:docMk/>
            <pc:sldMk cId="915461811" sldId="1329"/>
            <ac:spMk id="7" creationId="{86555CA2-EC83-772F-88E7-5A641ADAA95B}"/>
          </ac:spMkLst>
        </pc:spChg>
        <pc:graphicFrameChg chg="mod modGraphic">
          <ac:chgData name="오 해찬" userId="398a30bc-41aa-4aec-9589-2644447f841d" providerId="ADAL" clId="{40A53A70-5976-42A4-AD5E-E44140CA36DF}" dt="2026-10-08T05:31:08.741" v="1925" actId="20577"/>
          <ac:graphicFrameMkLst>
            <pc:docMk/>
            <pc:sldMk cId="915461811" sldId="1329"/>
            <ac:graphicFrameMk id="4" creationId="{F170CDBE-9EB2-D151-1E21-E832EC80D535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7.636" v="1456" actId="20577"/>
          <ac:graphicFrameMkLst>
            <pc:docMk/>
            <pc:sldMk cId="915461811" sldId="1329"/>
            <ac:graphicFrameMk id="5" creationId="{089DBB95-CCD7-722E-DE2D-51C80D3B12F3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7.327" v="1455" actId="20577"/>
        <pc:sldMkLst>
          <pc:docMk/>
          <pc:sldMk cId="3547278883" sldId="1331"/>
        </pc:sldMkLst>
        <pc:graphicFrameChg chg="mod modGraphic">
          <ac:chgData name="오 해찬" userId="398a30bc-41aa-4aec-9589-2644447f841d" providerId="ADAL" clId="{40A53A70-5976-42A4-AD5E-E44140CA36DF}" dt="2026-10-07T02:54:57.327" v="1455" actId="20577"/>
          <ac:graphicFrameMkLst>
            <pc:docMk/>
            <pc:sldMk cId="3547278883" sldId="1331"/>
            <ac:graphicFrameMk id="4" creationId="{9359240E-1C34-E7BB-DAA3-312FDBB80A6F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6.793" v="1453" actId="20577"/>
          <ac:graphicFrameMkLst>
            <pc:docMk/>
            <pc:sldMk cId="3547278883" sldId="1331"/>
            <ac:graphicFrameMk id="5" creationId="{882D094F-3437-E9C5-6ED9-189ECF2B550D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6.554" v="1452" actId="20577"/>
        <pc:sldMkLst>
          <pc:docMk/>
          <pc:sldMk cId="2111281019" sldId="1333"/>
        </pc:sldMkLst>
        <pc:graphicFrameChg chg="mod modGraphic">
          <ac:chgData name="오 해찬" userId="398a30bc-41aa-4aec-9589-2644447f841d" providerId="ADAL" clId="{40A53A70-5976-42A4-AD5E-E44140CA36DF}" dt="2026-10-07T02:54:56.554" v="1452" actId="20577"/>
          <ac:graphicFrameMkLst>
            <pc:docMk/>
            <pc:sldMk cId="2111281019" sldId="1333"/>
            <ac:graphicFrameMk id="4" creationId="{A4E0D302-434E-5AA1-D8EA-6E8C3C6F387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09.034" v="1110"/>
          <ac:graphicFrameMkLst>
            <pc:docMk/>
            <pc:sldMk cId="2111281019" sldId="1333"/>
            <ac:graphicFrameMk id="9" creationId="{4D1FB2B1-20E8-98A9-36DE-6231684A2E4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3:21.677" v="1929" actId="20577"/>
        <pc:sldMkLst>
          <pc:docMk/>
          <pc:sldMk cId="3876744629" sldId="1335"/>
        </pc:sldMkLst>
        <pc:spChg chg="mod">
          <ac:chgData name="오 해찬" userId="398a30bc-41aa-4aec-9589-2644447f841d" providerId="ADAL" clId="{40A53A70-5976-42A4-AD5E-E44140CA36DF}" dt="2026-10-08T05:33:18.083" v="1926" actId="20577"/>
          <ac:spMkLst>
            <pc:docMk/>
            <pc:sldMk cId="3876744629" sldId="1335"/>
            <ac:spMk id="7" creationId="{01D82621-2B51-59A6-C52D-2909C9C1DEDF}"/>
          </ac:spMkLst>
        </pc:spChg>
        <pc:graphicFrameChg chg="mod modGraphic">
          <ac:chgData name="오 해찬" userId="398a30bc-41aa-4aec-9589-2644447f841d" providerId="ADAL" clId="{40A53A70-5976-42A4-AD5E-E44140CA36DF}" dt="2026-10-08T05:33:21.677" v="1929" actId="20577"/>
          <ac:graphicFrameMkLst>
            <pc:docMk/>
            <pc:sldMk cId="3876744629" sldId="1335"/>
            <ac:graphicFrameMk id="4" creationId="{9E6343A7-BA10-A6BD-9427-E1664F2F9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21.230" v="1114"/>
          <ac:graphicFrameMkLst>
            <pc:docMk/>
            <pc:sldMk cId="3876744629" sldId="1335"/>
            <ac:graphicFrameMk id="5" creationId="{A8E71BBE-274F-1C88-6074-0E9BE69FF772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00:58.733" v="2277"/>
        <pc:sldMkLst>
          <pc:docMk/>
          <pc:sldMk cId="2440714759" sldId="1337"/>
        </pc:sldMkLst>
        <pc:graphicFrameChg chg="mod modGraphic">
          <ac:chgData name="오 해찬" userId="398a30bc-41aa-4aec-9589-2644447f841d" providerId="ADAL" clId="{40A53A70-5976-42A4-AD5E-E44140CA36DF}" dt="2026-10-15T08:00:58.733" v="2277"/>
          <ac:graphicFrameMkLst>
            <pc:docMk/>
            <pc:sldMk cId="2440714759" sldId="1337"/>
            <ac:graphicFrameMk id="4" creationId="{1CC8748A-46CB-74F5-C591-D69B69D7BC87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6T23:57:25.716" v="1004"/>
        <pc:sldMkLst>
          <pc:docMk/>
          <pc:sldMk cId="1759828093" sldId="1338"/>
        </pc:sldMkLst>
        <pc:graphicFrameChg chg="mod modGraphic">
          <ac:chgData name="오 해찬" userId="398a30bc-41aa-4aec-9589-2644447f841d" providerId="ADAL" clId="{40A53A70-5976-42A4-AD5E-E44140CA36DF}" dt="2026-10-06T23:57:17.559" v="1002" actId="113"/>
          <ac:graphicFrameMkLst>
            <pc:docMk/>
            <pc:sldMk cId="1759828093" sldId="1338"/>
            <ac:graphicFrameMk id="4" creationId="{AFA4F3D7-EF1E-0C27-7D56-6B99AE424FF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25.716" v="1004"/>
          <ac:graphicFrameMkLst>
            <pc:docMk/>
            <pc:sldMk cId="1759828093" sldId="1338"/>
            <ac:graphicFrameMk id="5" creationId="{F12BF119-F3F3-23BC-AC03-8DD830E99C6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5:19.148" v="1029"/>
        <pc:sldMkLst>
          <pc:docMk/>
          <pc:sldMk cId="4227139856" sldId="1339"/>
        </pc:sldMkLst>
        <pc:graphicFrameChg chg="mod modGraphic">
          <ac:chgData name="오 해찬" userId="398a30bc-41aa-4aec-9589-2644447f841d" providerId="ADAL" clId="{40A53A70-5976-42A4-AD5E-E44140CA36DF}" dt="2026-10-07T00:05:12.659" v="1027" actId="20577"/>
          <ac:graphicFrameMkLst>
            <pc:docMk/>
            <pc:sldMk cId="4227139856" sldId="1339"/>
            <ac:graphicFrameMk id="4" creationId="{57749A1E-7E24-871B-4A99-F9F32BEEAC2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5:19.148" v="1029"/>
          <ac:graphicFrameMkLst>
            <pc:docMk/>
            <pc:sldMk cId="4227139856" sldId="1339"/>
            <ac:graphicFrameMk id="5" creationId="{3E212786-6F23-2693-8ED2-E8AEF095F907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10:41.749" v="1037"/>
        <pc:sldMkLst>
          <pc:docMk/>
          <pc:sldMk cId="628503944" sldId="1341"/>
        </pc:sldMkLst>
        <pc:graphicFrameChg chg="mod modGraphic">
          <ac:chgData name="오 해찬" userId="398a30bc-41aa-4aec-9589-2644447f841d" providerId="ADAL" clId="{40A53A70-5976-42A4-AD5E-E44140CA36DF}" dt="2026-10-07T00:10:36.108" v="1035"/>
          <ac:graphicFrameMkLst>
            <pc:docMk/>
            <pc:sldMk cId="628503944" sldId="1341"/>
            <ac:graphicFrameMk id="4" creationId="{41CE0365-6CF9-C9A4-A35C-10E458B9748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10:41.749" v="1037"/>
          <ac:graphicFrameMkLst>
            <pc:docMk/>
            <pc:sldMk cId="628503944" sldId="1341"/>
            <ac:graphicFrameMk id="5" creationId="{41439184-58BB-8AA9-8C68-7731A61B7A44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09:28.248" v="1738" actId="20577"/>
        <pc:sldMkLst>
          <pc:docMk/>
          <pc:sldMk cId="737418889" sldId="1342"/>
        </pc:sldMkLst>
        <pc:spChg chg="mod">
          <ac:chgData name="오 해찬" userId="398a30bc-41aa-4aec-9589-2644447f841d" providerId="ADAL" clId="{40A53A70-5976-42A4-AD5E-E44140CA36DF}" dt="2026-10-08T02:09:19.758" v="1733" actId="20577"/>
          <ac:spMkLst>
            <pc:docMk/>
            <pc:sldMk cId="737418889" sldId="1342"/>
            <ac:spMk id="7" creationId="{40F3B8AF-9415-1E16-C963-9A3CD7965B02}"/>
          </ac:spMkLst>
        </pc:spChg>
        <pc:graphicFrameChg chg="mod modGraphic">
          <ac:chgData name="오 해찬" userId="398a30bc-41aa-4aec-9589-2644447f841d" providerId="ADAL" clId="{40A53A70-5976-42A4-AD5E-E44140CA36DF}" dt="2026-10-08T02:09:28.248" v="1738" actId="20577"/>
          <ac:graphicFrameMkLst>
            <pc:docMk/>
            <pc:sldMk cId="737418889" sldId="1342"/>
            <ac:graphicFrameMk id="4" creationId="{B2E64A0B-4AC8-B622-369D-A1EC01C691F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0:09.164" v="1059"/>
          <ac:graphicFrameMkLst>
            <pc:docMk/>
            <pc:sldMk cId="737418889" sldId="1342"/>
            <ac:graphicFrameMk id="5" creationId="{9225F1CC-1BFF-947C-0ACB-A26DBC00CB7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6T23:57:56.860" v="1008"/>
        <pc:sldMkLst>
          <pc:docMk/>
          <pc:sldMk cId="1194762766" sldId="1344"/>
        </pc:sldMkLst>
        <pc:graphicFrameChg chg="mod modGraphic">
          <ac:chgData name="오 해찬" userId="398a30bc-41aa-4aec-9589-2644447f841d" providerId="ADAL" clId="{40A53A70-5976-42A4-AD5E-E44140CA36DF}" dt="2026-10-06T23:57:56.032" v="1007"/>
          <ac:graphicFrameMkLst>
            <pc:docMk/>
            <pc:sldMk cId="1194762766" sldId="1344"/>
            <ac:graphicFrameMk id="4" creationId="{DFB30D23-B4F2-1F0E-8431-60CEB7CF5DD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56.860" v="1008"/>
          <ac:graphicFrameMkLst>
            <pc:docMk/>
            <pc:sldMk cId="1194762766" sldId="1344"/>
            <ac:graphicFrameMk id="5" creationId="{7D9AA625-0B10-6364-4A22-354C2B6E390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8:16.322" v="1033"/>
        <pc:sldMkLst>
          <pc:docMk/>
          <pc:sldMk cId="3585320585" sldId="1348"/>
        </pc:sldMkLst>
        <pc:graphicFrameChg chg="mod modGraphic">
          <ac:chgData name="오 해찬" userId="398a30bc-41aa-4aec-9589-2644447f841d" providerId="ADAL" clId="{40A53A70-5976-42A4-AD5E-E44140CA36DF}" dt="2026-10-07T00:08:15.488" v="1032"/>
          <ac:graphicFrameMkLst>
            <pc:docMk/>
            <pc:sldMk cId="3585320585" sldId="1348"/>
            <ac:graphicFrameMk id="4" creationId="{5E2B4DAF-2CF0-0687-8B3D-137801D6DE4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8:16.322" v="1033"/>
          <ac:graphicFrameMkLst>
            <pc:docMk/>
            <pc:sldMk cId="3585320585" sldId="1348"/>
            <ac:graphicFrameMk id="5" creationId="{21085CC3-9CED-F27C-414A-1AA9CF579940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23.876" v="1567" actId="20577"/>
        <pc:sldMkLst>
          <pc:docMk/>
          <pc:sldMk cId="3884121493" sldId="1353"/>
        </pc:sldMkLst>
        <pc:graphicFrameChg chg="mod modGraphic">
          <ac:chgData name="오 해찬" userId="398a30bc-41aa-4aec-9589-2644447f841d" providerId="ADAL" clId="{40A53A70-5976-42A4-AD5E-E44140CA36DF}" dt="2026-10-07T03:08:23.876" v="1567" actId="20577"/>
          <ac:graphicFrameMkLst>
            <pc:docMk/>
            <pc:sldMk cId="3884121493" sldId="1353"/>
            <ac:graphicFrameMk id="4" creationId="{C7CAEB83-3506-A0B6-90D1-B0DBE41BC900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0T04:31:46" v="3149" actId="20577"/>
        <pc:sldMkLst>
          <pc:docMk/>
          <pc:sldMk cId="1939284389" sldId="1356"/>
        </pc:sldMkLst>
        <pc:graphicFrameChg chg="mod modGraphic">
          <ac:chgData name="오 해찬" userId="398a30bc-41aa-4aec-9589-2644447f841d" providerId="ADAL" clId="{40A53A70-5976-42A4-AD5E-E44140CA36DF}" dt="2026-10-20T04:31:46" v="3149" actId="20577"/>
          <ac:graphicFrameMkLst>
            <pc:docMk/>
            <pc:sldMk cId="1939284389" sldId="1356"/>
            <ac:graphicFrameMk id="4" creationId="{35033F99-8D44-216D-C9DC-2A507253ECD5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24:10.606" v="2287"/>
        <pc:sldMkLst>
          <pc:docMk/>
          <pc:sldMk cId="2087048040" sldId="1359"/>
        </pc:sldMkLst>
        <pc:graphicFrameChg chg="mod modGraphic">
          <ac:chgData name="오 해찬" userId="398a30bc-41aa-4aec-9589-2644447f841d" providerId="ADAL" clId="{40A53A70-5976-42A4-AD5E-E44140CA36DF}" dt="2026-10-15T08:24:10.606" v="2287"/>
          <ac:graphicFrameMkLst>
            <pc:docMk/>
            <pc:sldMk cId="2087048040" sldId="1359"/>
            <ac:graphicFrameMk id="4" creationId="{6FECA82A-BD23-9912-A2C5-4AAA1E30E3C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8:16.492" v="2015" actId="6549"/>
        <pc:sldMkLst>
          <pc:docMk/>
          <pc:sldMk cId="3073680364" sldId="1363"/>
        </pc:sldMkLst>
        <pc:graphicFrameChg chg="mod modGraphic">
          <ac:chgData name="오 해찬" userId="398a30bc-41aa-4aec-9589-2644447f841d" providerId="ADAL" clId="{40A53A70-5976-42A4-AD5E-E44140CA36DF}" dt="2026-10-08T05:38:16.492" v="2015" actId="6549"/>
          <ac:graphicFrameMkLst>
            <pc:docMk/>
            <pc:sldMk cId="3073680364" sldId="1363"/>
            <ac:graphicFrameMk id="4" creationId="{E12D7CE7-626F-E5DB-080E-FF0078F8750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8:41.147" v="2027" actId="20577"/>
        <pc:sldMkLst>
          <pc:docMk/>
          <pc:sldMk cId="640303626" sldId="1378"/>
        </pc:sldMkLst>
        <pc:graphicFrameChg chg="mod modGraphic">
          <ac:chgData name="오 해찬" userId="398a30bc-41aa-4aec-9589-2644447f841d" providerId="ADAL" clId="{40A53A70-5976-42A4-AD5E-E44140CA36DF}" dt="2026-10-08T05:38:41.147" v="2027" actId="20577"/>
          <ac:graphicFrameMkLst>
            <pc:docMk/>
            <pc:sldMk cId="640303626" sldId="1378"/>
            <ac:graphicFrameMk id="4" creationId="{F58ED754-948A-D655-28C9-FB105065BE8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22T08:26:40.673" v="3181" actId="20577"/>
        <pc:sldMkLst>
          <pc:docMk/>
          <pc:sldMk cId="4269445969" sldId="1379"/>
        </pc:sldMkLst>
        <pc:graphicFrameChg chg="mod modGraphic">
          <ac:chgData name="오 해찬" userId="398a30bc-41aa-4aec-9589-2644447f841d" providerId="ADAL" clId="{40A53A70-5976-42A4-AD5E-E44140CA36DF}" dt="2026-10-22T08:26:34.216" v="3177" actId="20577"/>
          <ac:graphicFrameMkLst>
            <pc:docMk/>
            <pc:sldMk cId="4269445969" sldId="1379"/>
            <ac:graphicFrameMk id="4" creationId="{8E966E62-F6D0-FDE6-ECFE-0E99CA4CD64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22T08:26:40.673" v="3181" actId="20577"/>
          <ac:graphicFrameMkLst>
            <pc:docMk/>
            <pc:sldMk cId="4269445969" sldId="1379"/>
            <ac:graphicFrameMk id="5" creationId="{2945E0C8-1565-6D04-7CFD-FF694FC2A934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23T01:29:14.679" v="3205" actId="113"/>
        <pc:sldMkLst>
          <pc:docMk/>
          <pc:sldMk cId="713989755" sldId="1381"/>
        </pc:sldMkLst>
        <pc:spChg chg="add del mod">
          <ac:chgData name="오 해찬" userId="398a30bc-41aa-4aec-9589-2644447f841d" providerId="ADAL" clId="{40A53A70-5976-42A4-AD5E-E44140CA36DF}" dt="2026-10-23T00:40:31.013" v="3184"/>
          <ac:spMkLst>
            <pc:docMk/>
            <pc:sldMk cId="713989755" sldId="1381"/>
            <ac:spMk id="2" creationId="{136930AE-F9CE-6D50-7D87-0D9C75A3C39A}"/>
          </ac:spMkLst>
        </pc:spChg>
        <pc:graphicFrameChg chg="mod modGraphic">
          <ac:chgData name="오 해찬" userId="398a30bc-41aa-4aec-9589-2644447f841d" providerId="ADAL" clId="{40A53A70-5976-42A4-AD5E-E44140CA36DF}" dt="2026-10-23T01:23:50.649" v="3189" actId="11"/>
          <ac:graphicFrameMkLst>
            <pc:docMk/>
            <pc:sldMk cId="713989755" sldId="1381"/>
            <ac:graphicFrameMk id="4" creationId="{65A978CD-65AA-6B08-FB86-4023AD574F69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23T01:29:14.679" v="3205" actId="113"/>
          <ac:graphicFrameMkLst>
            <pc:docMk/>
            <pc:sldMk cId="713989755" sldId="1381"/>
            <ac:graphicFrameMk id="5" creationId="{24FDB107-DB0D-E120-181B-EF7B7CE62EC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3T01:30:48.065" v="3224"/>
        <pc:sldMkLst>
          <pc:docMk/>
          <pc:sldMk cId="2387218696" sldId="1382"/>
        </pc:sldMkLst>
        <pc:graphicFrameChg chg="mod modGraphic">
          <ac:chgData name="오 해찬" userId="398a30bc-41aa-4aec-9589-2644447f841d" providerId="ADAL" clId="{40A53A70-5976-42A4-AD5E-E44140CA36DF}" dt="2026-10-23T01:30:48.065" v="3224"/>
          <ac:graphicFrameMkLst>
            <pc:docMk/>
            <pc:sldMk cId="2387218696" sldId="1382"/>
            <ac:graphicFrameMk id="4" creationId="{63881715-8F2C-662E-86D8-1F17FBB92B1A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23T01:30:28.690" v="3219" actId="20577"/>
        <pc:sldMkLst>
          <pc:docMk/>
          <pc:sldMk cId="2032762268" sldId="1384"/>
        </pc:sldMkLst>
        <pc:graphicFrameChg chg="mod modGraphic">
          <ac:chgData name="오 해찬" userId="398a30bc-41aa-4aec-9589-2644447f841d" providerId="ADAL" clId="{40A53A70-5976-42A4-AD5E-E44140CA36DF}" dt="2026-10-23T01:29:34.736" v="3210" actId="11"/>
          <ac:graphicFrameMkLst>
            <pc:docMk/>
            <pc:sldMk cId="2032762268" sldId="1384"/>
            <ac:graphicFrameMk id="4" creationId="{AB4D3CDF-6250-FADE-0F68-A60D872DB08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23T01:30:28.690" v="3219" actId="20577"/>
          <ac:graphicFrameMkLst>
            <pc:docMk/>
            <pc:sldMk cId="2032762268" sldId="1384"/>
            <ac:graphicFrameMk id="5" creationId="{4A482392-1B60-883A-DB4C-58DC32AB304C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23T01:31:06.324" v="3229" actId="11"/>
        <pc:sldMkLst>
          <pc:docMk/>
          <pc:sldMk cId="2901489861" sldId="1386"/>
        </pc:sldMkLst>
        <pc:graphicFrameChg chg="mod modGraphic">
          <ac:chgData name="오 해찬" userId="398a30bc-41aa-4aec-9589-2644447f841d" providerId="ADAL" clId="{40A53A70-5976-42A4-AD5E-E44140CA36DF}" dt="2026-10-23T01:31:06.324" v="3229" actId="11"/>
          <ac:graphicFrameMkLst>
            <pc:docMk/>
            <pc:sldMk cId="2901489861" sldId="1386"/>
            <ac:graphicFrameMk id="4" creationId="{8F9309B2-C62B-E4C3-F335-6CFC05B1BCE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23T01:32:06.033" v="3242" actId="11"/>
        <pc:sldMkLst>
          <pc:docMk/>
          <pc:sldMk cId="1083106423" sldId="1387"/>
        </pc:sldMkLst>
        <pc:graphicFrameChg chg="mod modGraphic">
          <ac:chgData name="오 해찬" userId="398a30bc-41aa-4aec-9589-2644447f841d" providerId="ADAL" clId="{40A53A70-5976-42A4-AD5E-E44140CA36DF}" dt="2026-10-23T01:31:47.702" v="3237" actId="11"/>
          <ac:graphicFrameMkLst>
            <pc:docMk/>
            <pc:sldMk cId="1083106423" sldId="1387"/>
            <ac:graphicFrameMk id="4" creationId="{729A356E-B92B-22AE-BF0E-61D25ACBB20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23T01:32:06.033" v="3242" actId="11"/>
          <ac:graphicFrameMkLst>
            <pc:docMk/>
            <pc:sldMk cId="1083106423" sldId="1387"/>
            <ac:graphicFrameMk id="5" creationId="{7EA45D0D-B6C0-7047-5024-DECC0FFED61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3T01:33:03.025" v="3249" actId="11"/>
        <pc:sldMkLst>
          <pc:docMk/>
          <pc:sldMk cId="2168838001" sldId="1389"/>
        </pc:sldMkLst>
        <pc:graphicFrameChg chg="mod modGraphic">
          <ac:chgData name="오 해찬" userId="398a30bc-41aa-4aec-9589-2644447f841d" providerId="ADAL" clId="{40A53A70-5976-42A4-AD5E-E44140CA36DF}" dt="2026-10-23T01:33:03.025" v="3249" actId="11"/>
          <ac:graphicFrameMkLst>
            <pc:docMk/>
            <pc:sldMk cId="2168838001" sldId="1389"/>
            <ac:graphicFrameMk id="4" creationId="{D276F990-D123-B548-0DE3-C05D14AA9D9E}"/>
          </ac:graphicFrameMkLst>
        </pc:graphicFrameChg>
      </pc:sldChg>
      <pc:sldChg chg="delSp modSp mod">
        <pc:chgData name="오 해찬" userId="398a30bc-41aa-4aec-9589-2644447f841d" providerId="ADAL" clId="{40A53A70-5976-42A4-AD5E-E44140CA36DF}" dt="2026-10-08T05:45:28.399" v="2082" actId="20577"/>
        <pc:sldMkLst>
          <pc:docMk/>
          <pc:sldMk cId="1030320423" sldId="1391"/>
        </pc:sldMkLst>
        <pc:graphicFrameChg chg="mod modGraphic">
          <ac:chgData name="오 해찬" userId="398a30bc-41aa-4aec-9589-2644447f841d" providerId="ADAL" clId="{40A53A70-5976-42A4-AD5E-E44140CA36DF}" dt="2026-10-08T05:45:28.399" v="2082" actId="20577"/>
          <ac:graphicFrameMkLst>
            <pc:docMk/>
            <pc:sldMk cId="1030320423" sldId="1391"/>
            <ac:graphicFrameMk id="4" creationId="{37F11247-266B-B8F7-3D75-B1055C2C2BF8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16T01:52:47.061" v="2485" actId="20577"/>
        <pc:sldMkLst>
          <pc:docMk/>
          <pc:sldMk cId="4194706103" sldId="1393"/>
        </pc:sldMkLst>
        <pc:graphicFrameChg chg="mod modGraphic">
          <ac:chgData name="오 해찬" userId="398a30bc-41aa-4aec-9589-2644447f841d" providerId="ADAL" clId="{40A53A70-5976-42A4-AD5E-E44140CA36DF}" dt="2026-10-16T01:52:47.061" v="2485" actId="20577"/>
          <ac:graphicFrameMkLst>
            <pc:docMk/>
            <pc:sldMk cId="4194706103" sldId="1393"/>
            <ac:graphicFrameMk id="4" creationId="{CEEA160E-1FFB-083E-25A0-8A395872A51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49:05.635" v="2116" actId="20577"/>
        <pc:sldMkLst>
          <pc:docMk/>
          <pc:sldMk cId="205380977" sldId="1394"/>
        </pc:sldMkLst>
        <pc:graphicFrameChg chg="mod modGraphic">
          <ac:chgData name="오 해찬" userId="398a30bc-41aa-4aec-9589-2644447f841d" providerId="ADAL" clId="{40A53A70-5976-42A4-AD5E-E44140CA36DF}" dt="2026-10-08T05:49:05.635" v="2116" actId="20577"/>
          <ac:graphicFrameMkLst>
            <pc:docMk/>
            <pc:sldMk cId="205380977" sldId="1394"/>
            <ac:graphicFrameMk id="4" creationId="{56615EBE-E88B-4411-73D2-56911446E7A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50:03.203" v="2125" actId="20577"/>
        <pc:sldMkLst>
          <pc:docMk/>
          <pc:sldMk cId="3458039711" sldId="1399"/>
        </pc:sldMkLst>
        <pc:graphicFrameChg chg="mod modGraphic">
          <ac:chgData name="오 해찬" userId="398a30bc-41aa-4aec-9589-2644447f841d" providerId="ADAL" clId="{40A53A70-5976-42A4-AD5E-E44140CA36DF}" dt="2026-10-08T05:50:03.203" v="2125" actId="20577"/>
          <ac:graphicFrameMkLst>
            <pc:docMk/>
            <pc:sldMk cId="3458039711" sldId="1399"/>
            <ac:graphicFrameMk id="4" creationId="{25E6F8C4-B91E-779F-1391-11389C86E78E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37.252" v="1573" actId="20577"/>
        <pc:sldMkLst>
          <pc:docMk/>
          <pc:sldMk cId="3448455292" sldId="1404"/>
        </pc:sldMkLst>
        <pc:graphicFrameChg chg="mod modGraphic">
          <ac:chgData name="오 해찬" userId="398a30bc-41aa-4aec-9589-2644447f841d" providerId="ADAL" clId="{40A53A70-5976-42A4-AD5E-E44140CA36DF}" dt="2026-10-07T03:08:37.252" v="1573" actId="20577"/>
          <ac:graphicFrameMkLst>
            <pc:docMk/>
            <pc:sldMk cId="3448455292" sldId="1404"/>
            <ac:graphicFrameMk id="4" creationId="{D6CD6B31-4A5E-F18D-B5E6-C5F93788D432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6:02:50.899" v="2208" actId="20577"/>
        <pc:sldMkLst>
          <pc:docMk/>
          <pc:sldMk cId="409195238" sldId="1405"/>
        </pc:sldMkLst>
        <pc:spChg chg="mod">
          <ac:chgData name="오 해찬" userId="398a30bc-41aa-4aec-9589-2644447f841d" providerId="ADAL" clId="{40A53A70-5976-42A4-AD5E-E44140CA36DF}" dt="2026-10-07T01:26:21.599" v="1290" actId="1035"/>
          <ac:spMkLst>
            <pc:docMk/>
            <pc:sldMk cId="409195238" sldId="1405"/>
            <ac:spMk id="9" creationId="{523007B0-19C3-778F-6FC2-917BDE1053FE}"/>
          </ac:spMkLst>
        </pc:spChg>
        <pc:graphicFrameChg chg="mod modGraphic">
          <ac:chgData name="오 해찬" userId="398a30bc-41aa-4aec-9589-2644447f841d" providerId="ADAL" clId="{40A53A70-5976-42A4-AD5E-E44140CA36DF}" dt="2026-10-08T05:53:38.797" v="2149" actId="20577"/>
          <ac:graphicFrameMkLst>
            <pc:docMk/>
            <pc:sldMk cId="409195238" sldId="1405"/>
            <ac:graphicFrameMk id="4" creationId="{B26CAFA6-6074-DA84-3B6C-F6457E5673B0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6:02:50.899" v="2208" actId="20577"/>
          <ac:graphicFrameMkLst>
            <pc:docMk/>
            <pc:sldMk cId="409195238" sldId="1405"/>
            <ac:graphicFrameMk id="5" creationId="{DF5858F5-FF67-0558-07D9-C85885D1D51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54:36.185" v="2175" actId="20577"/>
        <pc:sldMkLst>
          <pc:docMk/>
          <pc:sldMk cId="2871414807" sldId="1407"/>
        </pc:sldMkLst>
        <pc:spChg chg="mod">
          <ac:chgData name="오 해찬" userId="398a30bc-41aa-4aec-9589-2644447f841d" providerId="ADAL" clId="{40A53A70-5976-42A4-AD5E-E44140CA36DF}" dt="2026-10-07T01:27:11.306" v="1302" actId="1036"/>
          <ac:spMkLst>
            <pc:docMk/>
            <pc:sldMk cId="2871414807" sldId="1407"/>
            <ac:spMk id="9" creationId="{FB4F77A9-39FD-39FA-1CE3-84B967E94D3A}"/>
          </ac:spMkLst>
        </pc:spChg>
        <pc:graphicFrameChg chg="mod modGraphic">
          <ac:chgData name="오 해찬" userId="398a30bc-41aa-4aec-9589-2644447f841d" providerId="ADAL" clId="{40A53A70-5976-42A4-AD5E-E44140CA36DF}" dt="2026-10-08T05:54:31.263" v="2166" actId="20577"/>
          <ac:graphicFrameMkLst>
            <pc:docMk/>
            <pc:sldMk cId="2871414807" sldId="1407"/>
            <ac:graphicFrameMk id="4" creationId="{D69A09CE-12DE-C558-200F-99D142B5C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54:36.185" v="2175" actId="20577"/>
          <ac:graphicFrameMkLst>
            <pc:docMk/>
            <pc:sldMk cId="2871414807" sldId="1407"/>
            <ac:graphicFrameMk id="5" creationId="{F24D75FA-B0FC-4EB5-A3AE-4DA60D1A465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6T01:49:49.547" v="2477" actId="113"/>
        <pc:sldMkLst>
          <pc:docMk/>
          <pc:sldMk cId="814913458" sldId="1409"/>
        </pc:sldMkLst>
        <pc:graphicFrameChg chg="mod modGraphic">
          <ac:chgData name="오 해찬" userId="398a30bc-41aa-4aec-9589-2644447f841d" providerId="ADAL" clId="{40A53A70-5976-42A4-AD5E-E44140CA36DF}" dt="2026-10-16T01:49:49.547" v="2477" actId="113"/>
          <ac:graphicFrameMkLst>
            <pc:docMk/>
            <pc:sldMk cId="814913458" sldId="1409"/>
            <ac:graphicFrameMk id="4" creationId="{031D894E-AE2F-3E9E-D9DE-6229C336AE5C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1:39:28.966" v="1349" actId="20577"/>
        <pc:sldMkLst>
          <pc:docMk/>
          <pc:sldMk cId="2848487772" sldId="1410"/>
        </pc:sldMkLst>
        <pc:graphicFrameChg chg="mod modGraphic">
          <ac:chgData name="오 해찬" userId="398a30bc-41aa-4aec-9589-2644447f841d" providerId="ADAL" clId="{40A53A70-5976-42A4-AD5E-E44140CA36DF}" dt="2026-10-07T01:39:28.966" v="1349" actId="20577"/>
          <ac:graphicFrameMkLst>
            <pc:docMk/>
            <pc:sldMk cId="2848487772" sldId="1410"/>
            <ac:graphicFrameMk id="4" creationId="{FC0BEBAF-AB6E-C43D-C139-00B7B903E9DF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3:05:11.145" v="1765" actId="20577"/>
        <pc:sldMkLst>
          <pc:docMk/>
          <pc:sldMk cId="514184661" sldId="1412"/>
        </pc:sldMkLst>
        <pc:graphicFrameChg chg="mod modGraphic">
          <ac:chgData name="오 해찬" userId="398a30bc-41aa-4aec-9589-2644447f841d" providerId="ADAL" clId="{40A53A70-5976-42A4-AD5E-E44140CA36DF}" dt="2026-10-08T03:05:11.145" v="1765" actId="20577"/>
          <ac:graphicFrameMkLst>
            <pc:docMk/>
            <pc:sldMk cId="514184661" sldId="1412"/>
            <ac:graphicFrameMk id="4" creationId="{7E35E5BC-BADA-AEFE-0165-3052C6A05456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08T05:26:08.162" v="1900" actId="20577"/>
        <pc:sldMkLst>
          <pc:docMk/>
          <pc:sldMk cId="2232721679" sldId="1413"/>
        </pc:sldMkLst>
        <pc:graphicFrameChg chg="mod modGraphic">
          <ac:chgData name="오 해찬" userId="398a30bc-41aa-4aec-9589-2644447f841d" providerId="ADAL" clId="{40A53A70-5976-42A4-AD5E-E44140CA36DF}" dt="2026-10-08T05:24:55.426" v="1884" actId="20577"/>
          <ac:graphicFrameMkLst>
            <pc:docMk/>
            <pc:sldMk cId="2232721679" sldId="1413"/>
            <ac:graphicFrameMk id="5" creationId="{D13EDCFF-0496-E421-4CA3-FA7A1850320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3:15:46.891" v="1853" actId="20577"/>
          <ac:graphicFrameMkLst>
            <pc:docMk/>
            <pc:sldMk cId="2232721679" sldId="1413"/>
            <ac:graphicFrameMk id="7" creationId="{6C8B912A-5027-9E2C-1302-5FBB4321EA72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26:08.162" v="1900" actId="20577"/>
          <ac:graphicFrameMkLst>
            <pc:docMk/>
            <pc:sldMk cId="2232721679" sldId="1413"/>
            <ac:graphicFrameMk id="11" creationId="{60CA5748-3BFE-D732-311D-68E78C6DA013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19T05:29:52.526" v="2786"/>
        <pc:sldMkLst>
          <pc:docMk/>
          <pc:sldMk cId="260682823" sldId="1415"/>
        </pc:sldMkLst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9" creationId="{41017F0D-F734-B3A6-0565-95F9877BEB7F}"/>
          </ac:spMkLst>
        </pc:spChg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10" creationId="{98664071-B60E-3709-FF15-DECC520CC44B}"/>
          </ac:spMkLst>
        </pc:spChg>
        <pc:graphicFrameChg chg="mod modGraphic">
          <ac:chgData name="오 해찬" userId="398a30bc-41aa-4aec-9589-2644447f841d" providerId="ADAL" clId="{40A53A70-5976-42A4-AD5E-E44140CA36DF}" dt="2026-10-16T01:52:40.213" v="2483" actId="20577"/>
          <ac:graphicFrameMkLst>
            <pc:docMk/>
            <pc:sldMk cId="260682823" sldId="1415"/>
            <ac:graphicFrameMk id="5" creationId="{865ECA8F-C1EE-6BD3-CD46-E3E5A88814D8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19T05:29:52.526" v="2786"/>
          <ac:graphicFrameMkLst>
            <pc:docMk/>
            <pc:sldMk cId="260682823" sldId="1415"/>
            <ac:graphicFrameMk id="6" creationId="{7FCC8DAF-4D5F-9646-739E-D5135CF586E8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19T05:29:46.320" v="2785" actId="20577"/>
        <pc:sldMkLst>
          <pc:docMk/>
          <pc:sldMk cId="3963796570" sldId="1416"/>
        </pc:sldMkLst>
        <pc:spChg chg="mod">
          <ac:chgData name="오 해찬" userId="398a30bc-41aa-4aec-9589-2644447f841d" providerId="ADAL" clId="{40A53A70-5976-42A4-AD5E-E44140CA36DF}" dt="2026-10-07T01:25:40.812" v="1258" actId="1036"/>
          <ac:spMkLst>
            <pc:docMk/>
            <pc:sldMk cId="3963796570" sldId="1416"/>
            <ac:spMk id="7" creationId="{E17DA092-E4D3-0A0C-7975-B9F1B56F0665}"/>
          </ac:spMkLst>
        </pc:spChg>
        <pc:graphicFrameChg chg="mod modGraphic">
          <ac:chgData name="오 해찬" userId="398a30bc-41aa-4aec-9589-2644447f841d" providerId="ADAL" clId="{40A53A70-5976-42A4-AD5E-E44140CA36DF}" dt="2026-10-16T01:52:58.828" v="2487" actId="20577"/>
          <ac:graphicFrameMkLst>
            <pc:docMk/>
            <pc:sldMk cId="3963796570" sldId="1416"/>
            <ac:graphicFrameMk id="4" creationId="{49605702-62FA-6987-B1A1-F114C1B9CE8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19T05:29:46.320" v="2785" actId="20577"/>
          <ac:graphicFrameMkLst>
            <pc:docMk/>
            <pc:sldMk cId="3963796570" sldId="1416"/>
            <ac:graphicFrameMk id="9" creationId="{71A4C9D2-D4C1-1BF2-9430-9BEBBCB9A79D}"/>
          </ac:graphicFrameMkLst>
        </pc:graphicFrameChg>
      </pc:sldChg>
      <pc:sldChg chg="addSp delSp modSp add mod">
        <pc:chgData name="오 해찬" userId="398a30bc-41aa-4aec-9589-2644447f841d" providerId="ADAL" clId="{40A53A70-5976-42A4-AD5E-E44140CA36DF}" dt="2026-10-20T04:38:02.279" v="3166" actId="20577"/>
        <pc:sldMkLst>
          <pc:docMk/>
          <pc:sldMk cId="1676192216" sldId="1417"/>
        </pc:sldMkLst>
        <pc:spChg chg="mod">
          <ac:chgData name="오 해찬" userId="398a30bc-41aa-4aec-9589-2644447f841d" providerId="ADAL" clId="{40A53A70-5976-42A4-AD5E-E44140CA36DF}" dt="2026-10-19T05:29:26.021" v="2770" actId="1035"/>
          <ac:spMkLst>
            <pc:docMk/>
            <pc:sldMk cId="1676192216" sldId="1417"/>
            <ac:spMk id="7" creationId="{0C950522-043F-3404-32E1-060D2A620CF6}"/>
          </ac:spMkLst>
        </pc:spChg>
        <pc:graphicFrameChg chg="add del mod modGraphic">
          <ac:chgData name="오 해찬" userId="398a30bc-41aa-4aec-9589-2644447f841d" providerId="ADAL" clId="{40A53A70-5976-42A4-AD5E-E44140CA36DF}" dt="2026-10-20T04:38:02.279" v="3166" actId="20577"/>
          <ac:graphicFrameMkLst>
            <pc:docMk/>
            <pc:sldMk cId="1676192216" sldId="1417"/>
            <ac:graphicFrameMk id="5" creationId="{A77BC027-3C5D-214B-F98B-1068DA717920}"/>
          </ac:graphicFrameMkLst>
        </pc:graphicFrameChg>
        <pc:graphicFrameChg chg="mod">
          <ac:chgData name="오 해찬" userId="398a30bc-41aa-4aec-9589-2644447f841d" providerId="ADAL" clId="{40A53A70-5976-42A4-AD5E-E44140CA36DF}" dt="2026-10-19T05:29:26.021" v="2770" actId="1035"/>
          <ac:graphicFrameMkLst>
            <pc:docMk/>
            <pc:sldMk cId="1676192216" sldId="1417"/>
            <ac:graphicFrameMk id="9" creationId="{6DC06829-9C83-9A79-215B-98CAB7729CB1}"/>
          </ac:graphicFrameMkLst>
        </pc:graphicFrameChg>
      </pc:sldChg>
      <pc:sldChg chg="delSp modSp add mod">
        <pc:chgData name="오 해찬" userId="398a30bc-41aa-4aec-9589-2644447f841d" providerId="ADAL" clId="{40A53A70-5976-42A4-AD5E-E44140CA36DF}" dt="2026-10-19T07:52:19.986" v="3021" actId="20577"/>
        <pc:sldMkLst>
          <pc:docMk/>
          <pc:sldMk cId="3234724223" sldId="1419"/>
        </pc:sldMkLst>
        <pc:graphicFrameChg chg="mod modGraphic">
          <ac:chgData name="오 해찬" userId="398a30bc-41aa-4aec-9589-2644447f841d" providerId="ADAL" clId="{40A53A70-5976-42A4-AD5E-E44140CA36DF}" dt="2026-10-19T07:52:19.986" v="3021" actId="20577"/>
          <ac:graphicFrameMkLst>
            <pc:docMk/>
            <pc:sldMk cId="3234724223" sldId="1419"/>
            <ac:graphicFrameMk id="4" creationId="{DC02E768-6B4B-07F0-DBBD-A756A538B1CA}"/>
          </ac:graphicFrameMkLst>
        </pc:graphicFrameChg>
      </pc:sldChg>
    </pc:docChg>
  </pc:docChgLst>
</pc:chgInfo>
</file>

<file path=ppt/comments/modernComment_57C_CD8B407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7D39F9D-D019-446C-B348-E87396B9BD33}" authorId="{B606345A-1B02-C35A-D0E5-DF8A67A6C758}" created="2026-10-08T05:59:09.210">
    <pc:sldMkLst xmlns:pc="http://schemas.microsoft.com/office/powerpoint/2013/main/command">
      <pc:docMk/>
      <pc:sldMk cId="3448455292" sldId="1404"/>
    </pc:sldMkLst>
    <p188:txBody>
      <a:bodyPr/>
      <a:lstStyle/>
      <a:p>
        <a:r>
          <a:rPr lang="ko-KR" altLang="en-US"/>
          <a:t>IC603꺼 잘못 가져온 것 같습니다.</a:t>
        </a:r>
      </a:p>
    </p188:txBody>
  </p188:cm>
</p188:cmLst>
</file>

<file path=ppt/comments/modernComment_525_869E7EC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4AA6A5-2817-458A-ADDD-CDB6EE649763}" authorId="{B606345A-1B02-C35A-D0E5-DF8A67A6C758}" created="2026-09-15T08:53:06.68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58534085" sldId="1317"/>
      <ac:spMk id="3" creationId="{52A64E01-B253-F31F-FD34-C7D07C13ED29}"/>
      <ac:txMk cp="0" len="18">
        <ac:context len="19" hash="1091612370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comments/modernComment_549_E782FD9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6C4030-04BC-42D8-BA26-7E9D5A492C50}" authorId="{B606345A-1B02-C35A-D0E5-DF8A67A6C758}" created="2026-09-07T01:41:15.77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84121493" sldId="1353"/>
      <ac:spMk id="3" creationId="{A27065EE-2EBE-7033-680B-50BF10966EF1}"/>
      <ac:txMk cp="0" len="5">
        <ac:context len="6" hash="2786503909"/>
      </ac:txMk>
    </ac:txMkLst>
    <p188:pos x="908947" y="203438"/>
    <p188:txBody>
      <a:bodyPr/>
      <a:lstStyle/>
      <a:p>
        <a:r>
          <a:rPr lang="ko-KR" altLang="en-US"/>
          <a:t>DGTL팀에게 문의</a:t>
        </a:r>
      </a:p>
    </p188:txBody>
  </p188:cm>
</p188:cmLst>
</file>

<file path=ppt/comments/modernComment_584_1EA5D5D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778825-4F45-4AFD-BB6E-99E93CA3042E}" authorId="{B606345A-1B02-C35A-D0E5-DF8A67A6C758}" created="2026-09-15T08:53:17.9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14184661" sldId="1412"/>
      <ac:spMk id="3" creationId="{C1CA067D-52A3-6CBF-FD0E-BFB70B45E41C}"/>
      <ac:txMk cp="0" len="18">
        <ac:context len="19" hash="1091613459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F0EB2-252D-42CC-AD4A-287C8E9DFF3B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06945-9310-4159-BB5D-98671A4EF3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994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911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E5AE-A079-256F-F1CA-E8B9D489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0C9E47-D514-FA6D-886F-279F1C835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9463DA-A19B-ECEF-1587-BF9C12308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730E9D-DD8F-FC56-CBC2-F1EBED879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708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A0424-4876-5FFE-0C75-12F63CC62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0B0445-E2C8-AD99-C0A8-C8BF5A544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09439F-0866-B9E1-7574-C40C6AD00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86CC92-2235-9A6C-0FB9-F16C090D6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078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FF3C8-5E23-D0D5-30D1-585BFFE6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3834B2-80C6-1E1F-24F0-7505EBFD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C4E4F-82B2-3517-FA55-AA11854EC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A6757D-0F70-D0EF-587D-7C6E5D994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448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3E53-D3EB-4C87-FCCA-DE66F17A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DB657E-3205-DC5B-27CC-EF25AB900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8F2926-3E61-A2C1-6D38-2A868872E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C19F1-AA48-B2B9-70C6-49911A812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560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30EB-386C-6A50-0F7F-FB9AD368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D881-9390-011B-8FBB-92439E0C0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1CDBFE-336E-3E96-DFED-77594417B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CB86E3-CA8B-D8BD-0D96-44B956292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719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B57D-069C-8DDD-CC30-9ED0574DB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9E6681-0FFD-2F04-9F3E-4DB96FC7D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7FA397-70EA-D5D1-241D-8C20D4342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F5841-A9A6-B97E-B2C2-29F31FED1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17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5649-4CAD-F980-BD02-8DC4DFB5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21286F-D740-9832-0251-2A647326B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37E2C8-623E-2142-C0D0-146E86BC4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6ABAC-324D-126D-769C-37EF4E4BE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622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30328-3F01-3C6D-81D9-8CB33B69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42BA1B-76A9-A4B2-1FF4-B46C8D63A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99701-8536-4A9D-8F12-9B1558D89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4A6D0B-364B-5C60-8474-2C07BF394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976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25C05-EBDF-F716-C1DB-555E1CA6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7355D4-F055-2FCD-944A-F9D9BAFF2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9C98C-BC4C-DC5B-44A5-41C17F037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858675-EF77-5C12-B3B6-FA62A0E7B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258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CE7C-1227-03AA-490F-11AF0E3F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E7CBB4-5B46-5B1A-EA52-B93DA6E45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DBE9EA-0864-8F62-D4F0-D14BA223E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B9E025-D4C0-859C-99E9-A6167AE24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872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32DB-56AC-C1D9-EB5E-06BA6679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21CFE7-1085-80EE-3BE2-835C0938A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C1C6B5-00F7-8E8A-1E06-7218A3E1A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B98D87-A19E-360E-41AB-EAD5A6C0A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46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84075-E770-F60F-849F-2B9802B44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B090B0-7F5B-D085-68AB-C5384ADB9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C7DA8B-DECA-1313-3E8F-5E55A98BE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CE9179-F966-54A1-A077-8DB0BD54A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28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F910-C5FB-B626-A33B-FCDB0667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4D4662-765A-ACBB-6F43-C18E2D02D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DA4F54-7D6A-E7AD-B96D-EE9CBE2B3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D4BB9D-6896-AAA6-A7E7-F6169E287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643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8669A-B2A4-3585-D329-5609B819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70427B-766C-018D-5669-2E42ADCBF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05AEAD-93BC-AA41-079F-2A45CD022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FC87CE-F2C8-7366-D39D-D7EDD352E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450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0716-78DB-3473-7745-96274BC1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28B964-027C-3DDC-276F-AB6ACE633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687FD3-65CF-10F4-FDEE-2136E3527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0E0701-073B-8780-555C-DF25D82DA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8621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EFF9-8C30-13C6-B086-F7B8D8BB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C05201-E304-0C3E-D080-16E785D8A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7F33D0-8795-49F6-04AF-B6409717F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D418C-17C1-3C1C-7716-002C2CD37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3792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D793-7A1C-EC4D-6D72-8F8A5974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71D17D-A2D3-5D39-6596-BE639FD5A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C91F1A-DADC-A815-75E1-AFAEB5A7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B9B1E2-EAAF-4DD3-9F36-47E183831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6575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B2E30-DF41-6753-1988-7E191810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9EAFF-C696-A535-87EF-EF63B0BF2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B60457-4994-F6E2-65FE-9EC97341E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854C52-6786-3CA0-02D9-CC8D4DB55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1781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2085-7BDF-57C0-C8D9-7206037F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E7DAB9-4684-8571-2A03-561438B40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872739-8196-BF3E-06BA-E88170EA3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EA9CC6-3A50-976D-44B8-150EFC815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7104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56F7-205F-30BB-6BB2-CDE46068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7D670B-BE3E-36AD-7E4D-8F757F78A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DEC74A-E697-1B92-D035-D5FA420B7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DC8581-8DB8-3399-B3A5-0E30F7B5E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3461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FEF4-6976-9424-E0FB-96973524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C1C1FA-351A-DCD7-248A-B504C6D32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F1FFBA-0A7F-B1B1-0583-F69B148E4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5E206D-01B9-1FD8-864E-7315BA18A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2826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EFF75-8F3C-CAAD-8AF6-7BE91CDB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8BCFE0-E2E0-9F57-E1CF-7F00AE063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0E869A-4C4B-A7FB-B194-5012C0394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F76E2-2AC4-1E59-10AD-F00487555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6975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51C64-093C-6D94-9E77-A8C5333E1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8FA857-BD21-5293-67F9-68F45506A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EAAEE1-A7CC-0B88-8B15-3B63DD558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D4E806-B114-EB53-D641-717F52A4B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9146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5BE5-CAFE-7D0A-4392-08223CDA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76FB5C-B208-FA58-60B2-7003F82AA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2D969A-EB2F-3846-EEF4-0AEA8FB37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0B324E-6189-F283-773D-1351744D8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2248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0700-6875-0AEA-55DD-886FE505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E3DAFE-6493-AC27-D6EF-6E04FE01C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18FC8-ADEF-EF6C-AF8C-2850BE40E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625CF8-E0E1-2C25-4EAD-2B36653B6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479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722A-07E8-6E83-DB35-488C94E9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B068C6-29DE-CB7E-7F75-2374015C8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2F680-50CD-A1A3-429F-FCE9CB339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87C005-D051-F0A3-928F-18FE7D43C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272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CFF8E-8743-8933-6B6B-862FC9BA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CFC2FF-357A-0EC8-C0DB-9208701F6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12253E-185E-28F9-BD87-BA1F6A23D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DF8E1C-FEDB-69C9-E51E-61596B8A8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0071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FE89-0937-9E81-8A77-DA8D062F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57DEB7-C1E2-5489-2543-D56D28F91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CD7942-9E50-C915-9B69-5F039F1E9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4DD39-E9A5-2BED-1B49-FA5B96E6A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5041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6FF8-0498-6932-7C1C-3FE82B17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3501CC-86ED-1F29-91F0-C79677CC5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B62308-E9EB-6000-B0CB-DF4536FFD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6B1E5-143A-877B-20BD-1D7EC4119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832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26D40-DBD0-17C1-9BF8-ECC153E7F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E1736E-C571-9107-8B27-C6115638D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C9E8D7-2FFA-304D-E42B-4F5041D06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0DE3F4-AFD4-274D-F92D-297F0525B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6061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7A0F-06EC-2E00-8579-F2A8773DD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CBF49-119C-ACEA-C975-0540A38D1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A94BF0-A282-EBDE-CFA5-B7DB99C82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595905-C846-B73D-4C4C-DD28258E6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4763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58B2-5C87-AD16-DA1C-0ED21488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717B1E-8613-1887-FFA9-8E44A4D76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C7A6CF-B74A-3D36-27F6-6ABADB12F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3E1A1C-0851-3AAB-847F-78C6D51AC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2517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E9FF7-A2D5-B1FD-26B3-44511BEE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EEBFCF-DBED-D656-442F-884624130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B88D63-277B-198D-B6A1-EAC47E1CB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E29B77-960E-F679-8985-7DBBB0E81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9859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276F1-0A1F-2FC1-C7E7-6C7329EE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ADCA54-5D1C-4FCA-1C59-82B6FFABB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235F2C-FAD7-84B2-FA28-193FB0B74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1FE9B6-9A53-D847-B08D-B5B7BA866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4434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052D-2A57-9327-81DB-1A7E7E7B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D1F765-5E89-0541-CBD7-49B8632FA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85463D-7F8F-897A-32D3-CE125539F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829D2-3244-18D5-82E6-5F639835C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8587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B4EB-9B3E-0B16-9770-91601809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828476-05FC-8AA8-F3B2-B020C8F87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3F1351-7DB1-DC9E-A7AE-6C82B0BA5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C54AD-7AA5-F53F-E67B-F9029130D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25568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FE4B-AD6E-5F37-7492-BB6A801B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8A8A7A-A9AB-B97D-B7AC-534833FB0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2B4885-834E-9152-8259-13A088BB6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902381-81FA-083D-D24D-D906BAF06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8335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407A-2E86-AAD3-9DE9-B575E68F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23B2F1-96E2-D8AE-D99C-0F915A737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D38967-2D5D-57DF-48C5-491725227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EA77E0-1B2B-67E5-5ECC-95DD420A8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7861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2244F-D86D-2F76-A3BC-64E392D4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81E64F-7DD5-0E40-F39E-FA83FABCE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B2A02C-EFEC-BC49-DA94-DEAAECF11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7AC21B-7FC0-D82C-899B-D2214F772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7713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9784-1E55-29D5-2342-CA744EFD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637659-1DDA-CF42-424C-86BEE5177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320C00-9B7F-A5D7-B94F-1550272FA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317D2-F494-0F15-8EBE-730E92CBF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746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75637-3B69-AB7B-7967-4168D047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8944EC-25D2-11C6-4942-974A900C5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7B162B-2D06-9711-4CE4-D29834D7D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9E2AB8-9972-4874-E162-B96C82303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7520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818A-227C-C81D-36C6-A5A64BA4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480B77-E473-65F7-7AF6-AB17A0E8B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12DD7F-57AA-BC79-5866-171FBE89A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D4777F-90EE-6056-48E4-574B02F1B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0395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9EE0F-A5F8-042E-D22A-88AB77F2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B2D0E0-5F43-E9E7-D9AA-8FD3B17BE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3DE517-DB14-6DE6-A5AC-1A54A8D55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0F81E-1F14-566D-F2F7-1CF52CD6A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51165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E1D06-F8C5-7764-0ED7-9003A8B2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B0315A-8119-95C5-1C07-76B2F547C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D27227-6FAA-0208-7EEA-9E29247FD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BECB32-EC3B-BFF1-A9B6-34FFAD79A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4215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C222A-8BFE-A3A4-E2FC-315C428B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61544C-6802-058F-C26E-B57A9BD1B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3BDD6F-BD5B-9AEA-104A-66E15015B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70B03-81B8-DE0F-EA5C-AE4693E81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18186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756A-CB79-C674-8D9A-82E8F124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9E3AD9-B99F-7499-7705-76C21D715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BC8CDD-FE85-AE3E-3338-C4A167347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EFE63-9CB0-69C5-E00B-44D60D7D9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28627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66B4-694E-462F-20F8-2B43878EA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442CED-2A00-4730-351C-5FC140A9F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04A63E-072B-8740-6B9A-9B7EA8F20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2AB958-AD03-476F-930F-1B2417023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2825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7DF0E-B599-BE6C-5143-052229E46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2D81A3-CC14-4F28-770A-B8FEDACD1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B27FC1-4057-E8DF-1B0B-F98B8AE3F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2CBE77-9802-ABD2-0301-F2AA4B29B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0074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67DEF-1303-C655-74FE-8ECC1509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52DCD3-DE36-2D55-8FA9-A0413F433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ED0D44-B54C-7E2C-8869-623761538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D10FBF-D70E-6D22-EC9E-17DD386C1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907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서면결재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79437" y="1916832"/>
            <a:ext cx="8713787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Picture 2" descr="U:\00_로고파일\CI_JPG+AI_파일묶음\hyundaimobis_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332656"/>
            <a:ext cx="1008112" cy="34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텍스트 개체 틀 56"/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5" hasCustomPrompt="1"/>
          </p:nvPr>
        </p:nvSpPr>
        <p:spPr>
          <a:xfrm>
            <a:off x="705198" y="5378169"/>
            <a:ext cx="1433758" cy="2830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2023.03.01</a:t>
            </a:r>
            <a:endParaRPr lang="ko-KR" altLang="en-US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714846" y="5718854"/>
            <a:ext cx="1767375" cy="30243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aseline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OO</a:t>
            </a:r>
            <a:r>
              <a:rPr lang="ko-KR" altLang="en-US"/>
              <a:t>부문 </a:t>
            </a:r>
            <a:r>
              <a:rPr lang="en-US" altLang="ko-KR"/>
              <a:t>OO</a:t>
            </a:r>
            <a:r>
              <a:rPr lang="ko-KR" altLang="en-US"/>
              <a:t>팀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/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714845" y="6087580"/>
            <a:ext cx="1933899" cy="2937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ko-KR" altLang="en-US"/>
              <a:t>작성자 </a:t>
            </a:r>
            <a:r>
              <a:rPr lang="en-US" altLang="ko-KR"/>
              <a:t>: </a:t>
            </a:r>
            <a:r>
              <a:rPr lang="ko-KR" altLang="en-US"/>
              <a:t>홍길동 매니저</a:t>
            </a:r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0512" y="1386109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28</a:t>
            </a:r>
            <a:endParaRPr lang="ko-KR" altLang="en-US"/>
          </a:p>
        </p:txBody>
      </p:sp>
      <p:sp>
        <p:nvSpPr>
          <p:cNvPr id="18" name="텍스트 개체 틀 14"/>
          <p:cNvSpPr>
            <a:spLocks noGrp="1"/>
          </p:cNvSpPr>
          <p:nvPr>
            <p:ph type="body" sz="quarter" idx="19" hasCustomPrompt="1"/>
          </p:nvPr>
        </p:nvSpPr>
        <p:spPr>
          <a:xfrm>
            <a:off x="560512" y="1916832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소제목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M 24</a:t>
            </a:r>
            <a:endParaRPr lang="ko-KR" altLang="en-US"/>
          </a:p>
        </p:txBody>
      </p:sp>
      <p:pic>
        <p:nvPicPr>
          <p:cNvPr id="4" name="그림 3" descr="레드, 다크, 빛이(가) 표시된 사진&#10;&#10;자동 생성된 설명">
            <a:extLst>
              <a:ext uri="{FF2B5EF4-FFF2-40B4-BE49-F238E27FC236}">
                <a16:creationId xmlns:a16="http://schemas.microsoft.com/office/drawing/2014/main" id="{1CAA88DE-311A-2EFA-A944-3DB7CFB9862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1745" y="2790000"/>
            <a:ext cx="5424255" cy="40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3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631825" y="2060575"/>
            <a:ext cx="8858250" cy="3240088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540000" indent="-216000">
              <a:buFont typeface="현대산스 Head Bold" panose="020B0600000101010101" pitchFamily="50" charset="-127"/>
              <a:buChar char="-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279774" y="181916"/>
            <a:ext cx="4313186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ko-KR" altLang="en-US"/>
              <a:t>목 차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20</a:t>
            </a:r>
          </a:p>
        </p:txBody>
      </p:sp>
    </p:spTree>
    <p:extLst>
      <p:ext uri="{BB962C8B-B14F-4D97-AF65-F5344CB8AC3E}">
        <p14:creationId xmlns:p14="http://schemas.microsoft.com/office/powerpoint/2010/main" val="377445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272478" y="1986502"/>
            <a:ext cx="936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14" name="Rectangle 82"/>
          <p:cNvSpPr>
            <a:spLocks noChangeArrowheads="1"/>
          </p:cNvSpPr>
          <p:nvPr/>
        </p:nvSpPr>
        <p:spPr bwMode="auto">
          <a:xfrm>
            <a:off x="282394" y="2113236"/>
            <a:ext cx="9360154" cy="432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6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8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13"/>
          <p:cNvSpPr>
            <a:spLocks noGrp="1"/>
          </p:cNvSpPr>
          <p:nvPr>
            <p:ph type="body" sz="quarter" idx="14" hasCustomPrompt="1"/>
          </p:nvPr>
        </p:nvSpPr>
        <p:spPr>
          <a:xfrm>
            <a:off x="279202" y="1682918"/>
            <a:ext cx="5472112" cy="28575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Title / </a:t>
            </a:r>
            <a:r>
              <a:rPr lang="ko-KR" altLang="en-US" dirty="0" err="1"/>
              <a:t>현대하모니</a:t>
            </a:r>
            <a:r>
              <a:rPr lang="en-US" altLang="ko-KR" dirty="0"/>
              <a:t>M 14</a:t>
            </a:r>
            <a:endParaRPr lang="ko-KR" altLang="en-US" dirty="0"/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3626"/>
            <a:ext cx="5328094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17F4D1-1A88-FA46-5DCC-3C1E07D8A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  <p:sp>
        <p:nvSpPr>
          <p:cNvPr id="6" name="텍스트 개체 틀 56">
            <a:extLst>
              <a:ext uri="{FF2B5EF4-FFF2-40B4-BE49-F238E27FC236}">
                <a16:creationId xmlns:a16="http://schemas.microsoft.com/office/drawing/2014/main" id="{3123BCAE-D098-0D97-AE23-CFEE9C2E17D8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</p:spTree>
    <p:extLst>
      <p:ext uri="{BB962C8B-B14F-4D97-AF65-F5344CB8AC3E}">
        <p14:creationId xmlns:p14="http://schemas.microsoft.com/office/powerpoint/2010/main" val="62591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ine 8"/>
          <p:cNvSpPr>
            <a:spLocks noChangeShapeType="1"/>
          </p:cNvSpPr>
          <p:nvPr/>
        </p:nvSpPr>
        <p:spPr bwMode="auto">
          <a:xfrm>
            <a:off x="272479" y="1986502"/>
            <a:ext cx="4535587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5107112" y="1986502"/>
            <a:ext cx="4535436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2" name="Rectangle 82"/>
          <p:cNvSpPr>
            <a:spLocks noChangeArrowheads="1"/>
          </p:cNvSpPr>
          <p:nvPr/>
        </p:nvSpPr>
        <p:spPr bwMode="auto">
          <a:xfrm>
            <a:off x="282394" y="2113236"/>
            <a:ext cx="4526144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3" name="Rectangle 82"/>
          <p:cNvSpPr>
            <a:spLocks noChangeArrowheads="1"/>
          </p:cNvSpPr>
          <p:nvPr/>
        </p:nvSpPr>
        <p:spPr bwMode="auto">
          <a:xfrm>
            <a:off x="5097463" y="2113236"/>
            <a:ext cx="4535487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8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6" hasCustomPrompt="1"/>
          </p:nvPr>
        </p:nvSpPr>
        <p:spPr>
          <a:xfrm>
            <a:off x="292600" y="1684601"/>
            <a:ext cx="4515466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5096748" y="1684601"/>
            <a:ext cx="454579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6"/>
          <p:cNvSpPr>
            <a:spLocks noGrp="1"/>
          </p:cNvSpPr>
          <p:nvPr>
            <p:ph type="body" sz="quarter" idx="38"/>
          </p:nvPr>
        </p:nvSpPr>
        <p:spPr>
          <a:xfrm>
            <a:off x="5108026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텍스트 개체 틀 56">
            <a:extLst>
              <a:ext uri="{FF2B5EF4-FFF2-40B4-BE49-F238E27FC236}">
                <a16:creationId xmlns:a16="http://schemas.microsoft.com/office/drawing/2014/main" id="{C0EAF458-9E58-17E6-AEE3-C7A5441C6830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AC621C-3C4D-5808-B0D1-C654F59BFE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1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내용 양식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72479" y="1986502"/>
            <a:ext cx="2268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6537496" y="1986502"/>
            <a:ext cx="3096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7" name="오각형 6"/>
          <p:cNvSpPr/>
          <p:nvPr/>
        </p:nvSpPr>
        <p:spPr bwMode="gray">
          <a:xfrm rot="5400000">
            <a:off x="686479" y="4688933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8" name="오각형 7"/>
          <p:cNvSpPr/>
          <p:nvPr/>
        </p:nvSpPr>
        <p:spPr bwMode="gray">
          <a:xfrm rot="5400000">
            <a:off x="686479" y="3277015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9" name="오각형 8"/>
          <p:cNvSpPr/>
          <p:nvPr/>
        </p:nvSpPr>
        <p:spPr bwMode="gray">
          <a:xfrm rot="5400000">
            <a:off x="686479" y="1865096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2720752" y="1986502"/>
            <a:ext cx="360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849580" y="3501008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2849580" y="4932944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이등변 삼각형 12"/>
          <p:cNvSpPr/>
          <p:nvPr/>
        </p:nvSpPr>
        <p:spPr bwMode="gray">
          <a:xfrm rot="5400000">
            <a:off x="10047584" y="2733451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4" name="이등변 삼각형 13"/>
          <p:cNvSpPr/>
          <p:nvPr/>
        </p:nvSpPr>
        <p:spPr bwMode="gray">
          <a:xfrm rot="5400000">
            <a:off x="10053199" y="414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이등변 삼각형 14"/>
          <p:cNvSpPr/>
          <p:nvPr/>
        </p:nvSpPr>
        <p:spPr bwMode="gray">
          <a:xfrm rot="5400000">
            <a:off x="10047584" y="558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4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5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0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292600" y="1676938"/>
            <a:ext cx="224787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2" name="텍스트 개체 틀 4"/>
          <p:cNvSpPr>
            <a:spLocks noGrp="1"/>
          </p:cNvSpPr>
          <p:nvPr>
            <p:ph type="body" sz="quarter" idx="38" hasCustomPrompt="1"/>
          </p:nvPr>
        </p:nvSpPr>
        <p:spPr>
          <a:xfrm>
            <a:off x="2720752" y="1676938"/>
            <a:ext cx="3600000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3" name="텍스트 개체 틀 4"/>
          <p:cNvSpPr>
            <a:spLocks noGrp="1"/>
          </p:cNvSpPr>
          <p:nvPr>
            <p:ph type="body" sz="quarter" idx="39" hasCustomPrompt="1"/>
          </p:nvPr>
        </p:nvSpPr>
        <p:spPr>
          <a:xfrm>
            <a:off x="6537496" y="1693363"/>
            <a:ext cx="3095454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4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720752" y="2189499"/>
            <a:ext cx="3600000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40"/>
          </p:nvPr>
        </p:nvSpPr>
        <p:spPr>
          <a:xfrm>
            <a:off x="6537496" y="2189499"/>
            <a:ext cx="3095454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텍스트 개체 틀 56">
            <a:extLst>
              <a:ext uri="{FF2B5EF4-FFF2-40B4-BE49-F238E27FC236}">
                <a16:creationId xmlns:a16="http://schemas.microsoft.com/office/drawing/2014/main" id="{81E37C97-0809-26AD-925F-6D8F56DB49E9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B8BA538-B173-8F31-6685-807D1D2781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8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자유 양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1" name="텍스트 개체 틀 56">
            <a:extLst>
              <a:ext uri="{FF2B5EF4-FFF2-40B4-BE49-F238E27FC236}">
                <a16:creationId xmlns:a16="http://schemas.microsoft.com/office/drawing/2014/main" id="{672E67BD-EDCF-E8F2-5E4C-D969BAC7E7CE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7644C1B-E581-2D49-2683-2823AC4024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슬라이드 엔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4B18652-69C9-5166-F6C0-EE52E4C21C89}"/>
              </a:ext>
            </a:extLst>
          </p:cNvPr>
          <p:cNvSpPr/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9" name="그림 8" descr="팬, 장치이(가) 표시된 사진&#10;&#10;자동 생성된 설명">
            <a:extLst>
              <a:ext uri="{FF2B5EF4-FFF2-40B4-BE49-F238E27FC236}">
                <a16:creationId xmlns:a16="http://schemas.microsoft.com/office/drawing/2014/main" id="{CFBBE845-3D7D-02F2-6B69-64E9800869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56994"/>
            <a:ext cx="2864768" cy="4501006"/>
          </a:xfrm>
          <a:prstGeom prst="rect">
            <a:avLst/>
          </a:prstGeom>
        </p:spPr>
      </p:pic>
      <p:pic>
        <p:nvPicPr>
          <p:cNvPr id="6" name="Picture 2" descr="U:\00_로고파일\CI_JPG+AI_파일묶음\hyundaimobis_CI.png">
            <a:extLst>
              <a:ext uri="{FF2B5EF4-FFF2-40B4-BE49-F238E27FC236}">
                <a16:creationId xmlns:a16="http://schemas.microsoft.com/office/drawing/2014/main" id="{C1094C28-3707-B83C-FAD0-8EAC41786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344" y="417234"/>
            <a:ext cx="1425944" cy="49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646BD2-8D0A-DD1A-ED6D-F5DE8982A3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213" y="2817000"/>
            <a:ext cx="6374103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8710736" y="6597352"/>
            <a:ext cx="1066800" cy="25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97" tIns="40448" rIns="80897" bIns="40448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0481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096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128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1766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0748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320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29892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464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ko-KR" sz="10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fld id="{3DF88437-EB3C-49CC-ACAB-5AE315704231}" type="slidenum">
              <a:rPr lang="en-US" altLang="ko-KR" sz="105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>
                <a:spcBef>
                  <a:spcPct val="50000"/>
                </a:spcBef>
                <a:defRPr/>
              </a:pPr>
              <a:t>‹#›</a:t>
            </a:fld>
            <a:r>
              <a:rPr lang="en-US" altLang="ko-KR" sz="105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/ 5 -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273050" y="620688"/>
            <a:ext cx="921600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54568-ED3F-B612-41D6-A1684EB9586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361250" y="6703060"/>
            <a:ext cx="7237412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이태헌( LEE TAE HEON )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전원구동반도체팀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1634503@mobis.com / 본 문서는 현대모비스의 대외비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정보자산이므로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무단 전재 및 복제할 수 없으며, 위반 시 당사 사규 및 관련 법규에 의해 제재될 수 있습니다.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FE434-5D69-0C0A-39F8-7140B492533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>
            <a:off x="4502912" y="3383280"/>
            <a:ext cx="92710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Hyundai Mobis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90" r:id="rId2"/>
    <p:sldLayoutId id="2147483661" r:id="rId3"/>
    <p:sldLayoutId id="2147483675" r:id="rId4"/>
    <p:sldLayoutId id="2147483682" r:id="rId5"/>
    <p:sldLayoutId id="2147483683" r:id="rId6"/>
    <p:sldLayoutId id="2147483694" r:id="rId7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30188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25_869E7EC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84_1EA5D5D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49_E782FD9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7C_CD8B407C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49B1A18-A0D9-99B5-517D-0BA6F1AA1D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98" y="5618315"/>
            <a:ext cx="1433758" cy="283079"/>
          </a:xfrm>
        </p:spPr>
        <p:txBody>
          <a:bodyPr lIns="91440" tIns="45720" rIns="91440" bIns="45720" anchor="t">
            <a:noAutofit/>
          </a:bodyPr>
          <a:lstStyle/>
          <a:p>
            <a:r>
              <a:rPr lang="en-US" altLang="ko-KR" dirty="0">
                <a:ea typeface="현대하모니 M"/>
              </a:rPr>
              <a:t>2026.09.18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E616F8-59ED-9132-4BC9-A8E4745C68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0510" y="1386109"/>
            <a:ext cx="8719291" cy="523220"/>
          </a:xfrm>
        </p:spPr>
        <p:txBody>
          <a:bodyPr/>
          <a:lstStyle/>
          <a:p>
            <a:r>
              <a:rPr lang="en-US" altLang="ko-KR" dirty="0"/>
              <a:t>ID601 TEST Plan </a:t>
            </a:r>
            <a:r>
              <a:rPr lang="ko-KR" altLang="en-US" dirty="0"/>
              <a:t>통합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7D978C2-EEA2-7E88-9D05-479E9A5C52E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0512" y="1916832"/>
            <a:ext cx="5766716" cy="461665"/>
          </a:xfrm>
        </p:spPr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733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345E8-BFF0-F826-91A1-AA5A42B4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D8BF1-E39B-9321-1CB7-E3EC82459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Test Definition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7BC027-3C5D-214B-F98B-1068DA7179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7297059"/>
              </p:ext>
            </p:extLst>
          </p:nvPr>
        </p:nvGraphicFramePr>
        <p:xfrm>
          <a:off x="279773" y="1057435"/>
          <a:ext cx="9236383" cy="2182368"/>
        </p:xfrm>
        <a:graphic>
          <a:graphicData uri="http://schemas.openxmlformats.org/drawingml/2006/table">
            <a:tbl>
              <a:tblPr/>
              <a:tblGrid>
                <a:gridCol w="155719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822523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389547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878011">
                  <a:extLst>
                    <a:ext uri="{9D8B030D-6E8A-4147-A177-3AD203B41FA5}">
                      <a16:colId xmlns:a16="http://schemas.microsoft.com/office/drawing/2014/main" val="4213123432"/>
                    </a:ext>
                  </a:extLst>
                </a:gridCol>
                <a:gridCol w="831600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829601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389541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879148">
                  <a:extLst>
                    <a:ext uri="{9D8B030D-6E8A-4147-A177-3AD203B41FA5}">
                      <a16:colId xmlns:a16="http://schemas.microsoft.com/office/drawing/2014/main" val="3235162536"/>
                    </a:ext>
                  </a:extLst>
                </a:gridCol>
                <a:gridCol w="831221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292040880"/>
                    </a:ext>
                  </a:extLst>
                </a:gridCol>
              </a:tblGrid>
              <a:tr h="2320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Set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Applicable Test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Configuration ( REG_NAME( ADDR ) = DATA 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Seq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Seq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584957"/>
                  </a:ext>
                </a:extLst>
              </a:tr>
              <a:tr h="237744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Analog Test 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ko-KR" sz="9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en-US" altLang="ko-KR" sz="900" dirty="0">
                          <a:ea typeface="현대하모니 L" panose="02020603020101020101"/>
                        </a:rPr>
                        <a:t>ming, Fault, </a:t>
                      </a:r>
                      <a:r>
                        <a:rPr lang="ko-KR" altLang="ko-KR" sz="900" dirty="0" err="1">
                          <a:ea typeface="현대하모니 L" panose="02020603020101020101"/>
                        </a:rPr>
                        <a:t>Verify</a:t>
                      </a:r>
                      <a:endParaRPr lang="es-ES" altLang="ko-KR" sz="900" b="0" i="0" u="none" strike="noStrike" dirty="0">
                        <a:solidFill>
                          <a:srgbClr val="000000"/>
                        </a:solidFill>
                        <a:effectLst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1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FAULT_C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TRL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000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134503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FLLCNT1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0xDCD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4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OTP_PROTECT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0x3E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0xA5A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31819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</a:t>
                      </a:r>
                      <a:endParaRPr lang="ko-KR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TM ENTRY</a:t>
                      </a:r>
                      <a:endParaRPr lang="ko-KR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29673"/>
                  </a:ext>
                </a:extLst>
              </a:tr>
              <a:tr h="23774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 Test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1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OSC_FLL_MAN2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4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162571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endParaRPr lang="ko-KR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TM ENTRY</a:t>
                      </a:r>
                      <a:endParaRPr lang="ko-KR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E423A25-68FE-356C-A9D1-EABD2EB71FC8}"/>
              </a:ext>
            </a:extLst>
          </p:cNvPr>
          <p:cNvSpPr txBox="1"/>
          <p:nvPr/>
        </p:nvSpPr>
        <p:spPr>
          <a:xfrm>
            <a:off x="4717276" y="3282806"/>
            <a:ext cx="36260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</a:t>
            </a:r>
            <a:endParaRPr lang="ko-KR" altLang="en-US" sz="1300" dirty="0" err="1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68C73-29D6-5387-9A90-F0A0AA5DAB72}"/>
              </a:ext>
            </a:extLst>
          </p:cNvPr>
          <p:cNvSpPr txBox="1"/>
          <p:nvPr/>
        </p:nvSpPr>
        <p:spPr>
          <a:xfrm>
            <a:off x="279773" y="733297"/>
            <a:ext cx="18837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Register Set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50522-043F-3404-32E1-060D2A620CF6}"/>
              </a:ext>
            </a:extLst>
          </p:cNvPr>
          <p:cNvSpPr txBox="1"/>
          <p:nvPr/>
        </p:nvSpPr>
        <p:spPr>
          <a:xfrm>
            <a:off x="279772" y="3609687"/>
            <a:ext cx="17420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Group Definition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6DC06829-9C83-9A79-215B-98CAB7729C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3215981"/>
              </p:ext>
            </p:extLst>
          </p:nvPr>
        </p:nvGraphicFramePr>
        <p:xfrm>
          <a:off x="279772" y="3938110"/>
          <a:ext cx="9237608" cy="1927040"/>
        </p:xfrm>
        <a:graphic>
          <a:graphicData uri="http://schemas.openxmlformats.org/drawingml/2006/table">
            <a:tbl>
              <a:tblPr/>
              <a:tblGrid>
                <a:gridCol w="3409578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</a:tblGrid>
              <a:tr h="46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Group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SIGPINS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TEST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SVI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IOUTPINS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IOUT_CH 1~12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VSSPINS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VSS1~5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9370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VDDPINS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VDD1~2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17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6192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2399E-5FF6-2203-29D0-3E9262E3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AFFB06-E63C-6C23-C28C-6217985A83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TM ENTRY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02E768-6B4B-07F0-DBBD-A756A538B1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769814"/>
              </p:ext>
            </p:extLst>
          </p:nvPr>
        </p:nvGraphicFramePr>
        <p:xfrm>
          <a:off x="279773" y="962185"/>
          <a:ext cx="9208258" cy="21793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03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26841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9492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Set follow register sequence (DIO). (After ID GEN, any state)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tmode_entry1 : WR_PROTECT(</a:t>
                      </a:r>
                      <a:r>
                        <a:rPr lang="en-US" altLang="ko-KR" sz="800" b="1" dirty="0"/>
                        <a:t>0x24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0xA5A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tmode_entry2 : WR_PROTECT(</a:t>
                      </a:r>
                      <a:r>
                        <a:rPr lang="en-US" altLang="ko-KR" sz="800" b="1" dirty="0"/>
                        <a:t>0x24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0x5A5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TM_ENTRY : Write tmode_entry1 → tmode_entry2 consecutively.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Enter TM mode.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Enter TM 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6CFB770-274A-54C3-390F-569A787E013A}"/>
              </a:ext>
            </a:extLst>
          </p:cNvPr>
          <p:cNvSpPr txBox="1"/>
          <p:nvPr/>
        </p:nvSpPr>
        <p:spPr>
          <a:xfrm>
            <a:off x="279773" y="669797"/>
            <a:ext cx="9827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TM ENTRY</a:t>
            </a:r>
          </a:p>
        </p:txBody>
      </p:sp>
    </p:spTree>
    <p:extLst>
      <p:ext uri="{BB962C8B-B14F-4D97-AF65-F5344CB8AC3E}">
        <p14:creationId xmlns:p14="http://schemas.microsoft.com/office/powerpoint/2010/main" val="3234724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CDE5-298C-FB9C-9260-707472ACC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2644F7-B7D8-01CB-0BE6-F1B206CFDE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Pin Description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F61225B-B4C9-621A-3229-DDA937876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367207"/>
              </p:ext>
            </p:extLst>
          </p:nvPr>
        </p:nvGraphicFramePr>
        <p:xfrm>
          <a:off x="279772" y="1069970"/>
          <a:ext cx="9222370" cy="4375795"/>
        </p:xfrm>
        <a:graphic>
          <a:graphicData uri="http://schemas.openxmlformats.org/drawingml/2006/table">
            <a:tbl>
              <a:tblPr firstRow="1" firstCol="1" bandRow="1"/>
              <a:tblGrid>
                <a:gridCol w="342470">
                  <a:extLst>
                    <a:ext uri="{9D8B030D-6E8A-4147-A177-3AD203B41FA5}">
                      <a16:colId xmlns:a16="http://schemas.microsoft.com/office/drawing/2014/main" val="4254790087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2607011772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069971003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771166131"/>
                    </a:ext>
                  </a:extLst>
                </a:gridCol>
                <a:gridCol w="342470">
                  <a:extLst>
                    <a:ext uri="{9D8B030D-6E8A-4147-A177-3AD203B41FA5}">
                      <a16:colId xmlns:a16="http://schemas.microsoft.com/office/drawing/2014/main" val="2433036073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934984497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167482666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157715903"/>
                    </a:ext>
                  </a:extLst>
                </a:gridCol>
              </a:tblGrid>
              <a:tr h="3759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36399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Output.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554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Daisied 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96635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8319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23669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051731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Input.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819706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6.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304548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5.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19215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10.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4.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69478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9.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3.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02682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8.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78578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7.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5434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41D1F7A-5BF8-01A9-D178-2D026B82CF92}"/>
              </a:ext>
            </a:extLst>
          </p:cNvPr>
          <p:cNvSpPr txBox="1"/>
          <p:nvPr/>
        </p:nvSpPr>
        <p:spPr>
          <a:xfrm>
            <a:off x="279773" y="733297"/>
            <a:ext cx="133241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Description</a:t>
            </a:r>
          </a:p>
        </p:txBody>
      </p:sp>
    </p:spTree>
    <p:extLst>
      <p:ext uri="{BB962C8B-B14F-4D97-AF65-F5344CB8AC3E}">
        <p14:creationId xmlns:p14="http://schemas.microsoft.com/office/powerpoint/2010/main" val="2323862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CCD7-2F28-8F4B-938F-E9981C07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A52A0F-4050-37BB-DCAE-5A8F0A1DB9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A4F3D7-EF1E-0C27-7D56-6B99AE424F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6557247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1583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OS_VSS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3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OS_VSS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-0.2 / 0 / 0.25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12BF119-F3F3-23BC-AC03-8DD830E99C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5268956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414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OSN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-0.9 / -0.6 / -0.3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ECD2F-CE82-50A9-AB14-870892C2EF1D}"/>
              </a:ext>
            </a:extLst>
          </p:cNvPr>
          <p:cNvSpPr txBox="1"/>
          <p:nvPr/>
        </p:nvSpPr>
        <p:spPr>
          <a:xfrm>
            <a:off x="279773" y="669797"/>
            <a:ext cx="7561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26B5B-BFBC-013C-8829-191289D9C829}"/>
              </a:ext>
            </a:extLst>
          </p:cNvPr>
          <p:cNvSpPr txBox="1"/>
          <p:nvPr/>
        </p:nvSpPr>
        <p:spPr>
          <a:xfrm>
            <a:off x="279772" y="3431920"/>
            <a:ext cx="5309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OSN</a:t>
            </a:r>
          </a:p>
        </p:txBody>
      </p:sp>
    </p:spTree>
    <p:extLst>
      <p:ext uri="{BB962C8B-B14F-4D97-AF65-F5344CB8AC3E}">
        <p14:creationId xmlns:p14="http://schemas.microsoft.com/office/powerpoint/2010/main" val="1759828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6C77-E699-69C3-8A12-45582C44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C2D07E-49E5-253A-D3A5-F77EE4DBC3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(2)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B30D23-B4F2-1F0E-8431-60CEB7CF5D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15478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9288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OSP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OSP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0.3 / 0.6 / 0.9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D9AA625-0B10-6364-4A22-354C2B6E39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952116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09378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OS_VDD : Measure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voltage.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OS_VDD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-0.8 / -0.5 / -0.2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39E2B8-67C9-D9CC-A465-5B8FC3C97FCF}"/>
              </a:ext>
            </a:extLst>
          </p:cNvPr>
          <p:cNvSpPr txBox="1"/>
          <p:nvPr/>
        </p:nvSpPr>
        <p:spPr>
          <a:xfrm>
            <a:off x="279773" y="669797"/>
            <a:ext cx="4972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9E12A-6F78-4A59-F08F-5E20C1B5B27B}"/>
              </a:ext>
            </a:extLst>
          </p:cNvPr>
          <p:cNvSpPr txBox="1"/>
          <p:nvPr/>
        </p:nvSpPr>
        <p:spPr>
          <a:xfrm>
            <a:off x="279772" y="3431920"/>
            <a:ext cx="8194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OS_VDD</a:t>
            </a:r>
          </a:p>
        </p:txBody>
      </p:sp>
    </p:spTree>
    <p:extLst>
      <p:ext uri="{BB962C8B-B14F-4D97-AF65-F5344CB8AC3E}">
        <p14:creationId xmlns:p14="http://schemas.microsoft.com/office/powerpoint/2010/main" val="1194762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E5A7E-06D0-D9C1-CD79-C75251F3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F4484-366B-A6B1-5530-3C91DBB9AC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749A1E-7E24-871B-4A99-F9F32BEEA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223708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019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E212786-6F23-2693-8ED2-E8AEF095F9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1009956"/>
              </p:ext>
            </p:extLst>
          </p:nvPr>
        </p:nvGraphicFramePr>
        <p:xfrm>
          <a:off x="279773" y="3744593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8097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(TEST)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IIH1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DIO, DDIO,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SVI,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150 / 180 / 210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85B012-36A2-CE55-7D08-01E9F9F8658F}"/>
              </a:ext>
            </a:extLst>
          </p:cNvPr>
          <p:cNvSpPr txBox="1"/>
          <p:nvPr/>
        </p:nvSpPr>
        <p:spPr>
          <a:xfrm>
            <a:off x="279773" y="669797"/>
            <a:ext cx="4459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D3548-059D-7CF0-8538-CE95BFD424E8}"/>
              </a:ext>
            </a:extLst>
          </p:cNvPr>
          <p:cNvSpPr txBox="1"/>
          <p:nvPr/>
        </p:nvSpPr>
        <p:spPr>
          <a:xfrm>
            <a:off x="279772" y="3431920"/>
            <a:ext cx="48603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IIH1</a:t>
            </a:r>
          </a:p>
        </p:txBody>
      </p:sp>
    </p:spTree>
    <p:extLst>
      <p:ext uri="{BB962C8B-B14F-4D97-AF65-F5344CB8AC3E}">
        <p14:creationId xmlns:p14="http://schemas.microsoft.com/office/powerpoint/2010/main" val="4227139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401C-CF65-CF97-A1FA-62EEC0AE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15AC5B-CD56-6410-8FE9-45C0CA210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2B4DAF-2CF0-0687-8B3D-137801D6DE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8466600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7471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1085CC3-9CED-F27C-414A-1AA9CF5799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0115657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2675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643A8B-50CE-2BB5-1A61-4D6212E0D1EF}"/>
              </a:ext>
            </a:extLst>
          </p:cNvPr>
          <p:cNvSpPr txBox="1"/>
          <p:nvPr/>
        </p:nvSpPr>
        <p:spPr>
          <a:xfrm>
            <a:off x="279773" y="669797"/>
            <a:ext cx="6227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436F7-5F72-24B1-559E-A35D720819CC}"/>
              </a:ext>
            </a:extLst>
          </p:cNvPr>
          <p:cNvSpPr txBox="1"/>
          <p:nvPr/>
        </p:nvSpPr>
        <p:spPr>
          <a:xfrm>
            <a:off x="279772" y="3431920"/>
            <a:ext cx="662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IOZH1</a:t>
            </a:r>
          </a:p>
        </p:txBody>
      </p:sp>
    </p:spTree>
    <p:extLst>
      <p:ext uri="{BB962C8B-B14F-4D97-AF65-F5344CB8AC3E}">
        <p14:creationId xmlns:p14="http://schemas.microsoft.com/office/powerpoint/2010/main" val="3585320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0C28-2396-AB17-230C-5AB710A2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0B03D7-B045-7643-A0AE-FD0CA42820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IDD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CE0365-6CF9-C9A4-A35C-10E458B974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168756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441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0V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other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signal pins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IDDS1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IDDS1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1439184-58BB-8AA9-8C68-7731A61B7A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5152222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9867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 startAt="3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IDDD1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096450A-ED58-1B1E-CD57-D50D7213E9F3}"/>
              </a:ext>
            </a:extLst>
          </p:cNvPr>
          <p:cNvSpPr txBox="1"/>
          <p:nvPr/>
        </p:nvSpPr>
        <p:spPr>
          <a:xfrm>
            <a:off x="279773" y="669797"/>
            <a:ext cx="6511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IDDS1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49631-5F32-23BD-9E1F-20CBEF8C9966}"/>
              </a:ext>
            </a:extLst>
          </p:cNvPr>
          <p:cNvSpPr txBox="1"/>
          <p:nvPr/>
        </p:nvSpPr>
        <p:spPr>
          <a:xfrm>
            <a:off x="279772" y="3431920"/>
            <a:ext cx="68159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IDDD1</a:t>
            </a:r>
          </a:p>
        </p:txBody>
      </p:sp>
    </p:spTree>
    <p:extLst>
      <p:ext uri="{BB962C8B-B14F-4D97-AF65-F5344CB8AC3E}">
        <p14:creationId xmlns:p14="http://schemas.microsoft.com/office/powerpoint/2010/main" val="62850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70B2D-1209-2F94-7CA1-8378516E9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47352A-CE70-563E-5649-7DB6EEFEC7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IDDQ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5FEED6-CD48-9C34-DE42-0E180FA340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7759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5259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signal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CEC1532-8FC2-F51F-0BAE-4473424099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14282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92398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1P5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CE0EB0-5FF8-94DE-268E-55445FF77334}"/>
              </a:ext>
            </a:extLst>
          </p:cNvPr>
          <p:cNvSpPr txBox="1"/>
          <p:nvPr/>
        </p:nvSpPr>
        <p:spPr>
          <a:xfrm>
            <a:off x="279773" y="669797"/>
            <a:ext cx="8691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IDDQ_A1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A2F0F-CB75-E6B6-6499-65DB0A133B15}"/>
              </a:ext>
            </a:extLst>
          </p:cNvPr>
          <p:cNvSpPr txBox="1"/>
          <p:nvPr/>
        </p:nvSpPr>
        <p:spPr>
          <a:xfrm>
            <a:off x="279772" y="3431920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IDDQ_D1</a:t>
            </a:r>
          </a:p>
        </p:txBody>
      </p:sp>
    </p:spTree>
    <p:extLst>
      <p:ext uri="{BB962C8B-B14F-4D97-AF65-F5344CB8AC3E}">
        <p14:creationId xmlns:p14="http://schemas.microsoft.com/office/powerpoint/2010/main" val="2024141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40CF-4E7F-93C1-47B7-7673CB5A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41EAE1-A997-3FF3-06F9-98F5F6CD06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SCAN Function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B907C5-CD44-64FA-7CC9-0799B4DE60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325500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39974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DIN VIH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VIL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Run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and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check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result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SCAN FUNCTION Test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FBC97B-33A5-A3D4-F1F8-7DAE559415F0}"/>
              </a:ext>
            </a:extLst>
          </p:cNvPr>
          <p:cNvSpPr txBox="1"/>
          <p:nvPr/>
        </p:nvSpPr>
        <p:spPr>
          <a:xfrm>
            <a:off x="279773" y="669797"/>
            <a:ext cx="6174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SCAN</a:t>
            </a:r>
          </a:p>
        </p:txBody>
      </p:sp>
    </p:spTree>
    <p:extLst>
      <p:ext uri="{BB962C8B-B14F-4D97-AF65-F5344CB8AC3E}">
        <p14:creationId xmlns:p14="http://schemas.microsoft.com/office/powerpoint/2010/main" val="3229949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12B10-AA35-3685-1862-D7BE9974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A64E01-B253-F31F-FD34-C7D07C13ED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(1)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55052A-5B1C-EEAD-2F44-D3AF982424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805650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476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/>
                        <a:t>Wait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5~10</a:t>
                      </a:r>
                      <a:r>
                        <a:rPr lang="ko-KR" altLang="ko-KR" sz="800" dirty="0"/>
                        <a:t>ms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internal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logic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initialization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en-US" altLang="ko-KR" sz="800" dirty="0"/>
                        <a:t>Normal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RESET(</a:t>
                      </a:r>
                      <a:r>
                        <a:rPr lang="ko-KR" altLang="ko-KR" sz="800" b="1" dirty="0"/>
                        <a:t>0x00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0x01~0x3F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OTP_INIT =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dirty="0"/>
                        <a:t> ( 0x01~0x3F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576AC3-4715-40B6-8E35-4A08F42C3A9F}"/>
              </a:ext>
            </a:extLst>
          </p:cNvPr>
          <p:cNvSpPr txBox="1"/>
          <p:nvPr/>
        </p:nvSpPr>
        <p:spPr>
          <a:xfrm>
            <a:off x="279773" y="669797"/>
            <a:ext cx="86748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</a:t>
            </a:r>
          </a:p>
        </p:txBody>
      </p:sp>
    </p:spTree>
    <p:extLst>
      <p:ext uri="{BB962C8B-B14F-4D97-AF65-F5344CB8AC3E}">
        <p14:creationId xmlns:p14="http://schemas.microsoft.com/office/powerpoint/2010/main" val="22585340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22CD-EF05-D026-FC2A-A23C3643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CA067D-52A3-6CBF-FD0E-BFB70B45E4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(2)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35E5BC-BADA-AEFE-0165-3052C6A054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578411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4875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61950" fontAlgn="ctr">
                        <a:buFont typeface="+mj-lt"/>
                        <a:buAutoNum type="arabicPeriod"/>
                      </a:pPr>
                      <a:r>
                        <a:rPr lang="ko-KR" altLang="ko-KR" sz="800" dirty="0" err="1"/>
                        <a:t>Mirror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OP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0x801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OTP_INIT_M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0x00~0x1</a:t>
                      </a:r>
                      <a:r>
                        <a:rPr lang="en-US" altLang="ko-KR" sz="800" b="1" dirty="0"/>
                        <a:t>E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OTP_INIT_M =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( 0x00~0x1</a:t>
                      </a:r>
                      <a:r>
                        <a:rPr lang="en-US" altLang="ko-KR" sz="800" dirty="0"/>
                        <a:t>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D367CE-8076-37E0-6429-E68DC4C935C5}"/>
              </a:ext>
            </a:extLst>
          </p:cNvPr>
          <p:cNvSpPr txBox="1"/>
          <p:nvPr/>
        </p:nvSpPr>
        <p:spPr>
          <a:xfrm>
            <a:off x="279773" y="669797"/>
            <a:ext cx="109029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OTP_INIT_M</a:t>
            </a:r>
          </a:p>
        </p:txBody>
      </p:sp>
    </p:spTree>
    <p:extLst>
      <p:ext uri="{BB962C8B-B14F-4D97-AF65-F5344CB8AC3E}">
        <p14:creationId xmlns:p14="http://schemas.microsoft.com/office/powerpoint/2010/main" val="5141846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426E6-8F37-10E9-BA17-C446D44E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B893B6-801A-E2C9-E5C9-4FAE625436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OTP_INIT_CHECK (3)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13EDCFF-0496-E421-4CA3-FA7A185032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7328874"/>
              </p:ext>
            </p:extLst>
          </p:nvPr>
        </p:nvGraphicFramePr>
        <p:xfrm>
          <a:off x="406773" y="1147213"/>
          <a:ext cx="2880000" cy="4397235"/>
        </p:xfrm>
        <a:graphic>
          <a:graphicData uri="http://schemas.openxmlformats.org/drawingml/2006/table">
            <a:tbl>
              <a:tblPr/>
              <a:tblGrid>
                <a:gridCol w="1484393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SIZE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930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2/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FB_LEVEL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SHORT_LEVEL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STATUS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MAX_CURR_LEVEL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CHx_LD_TYPE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CH3/4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396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CH5/6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5224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CH7/8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CH9/10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2228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CH11/12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06092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FAULT_CONFIG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828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BIST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02431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72818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47614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C8B912A-5027-9E2C-1302-5FBB4321EA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0479197"/>
              </p:ext>
            </p:extLst>
          </p:nvPr>
        </p:nvGraphicFramePr>
        <p:xfrm>
          <a:off x="3468128" y="1147213"/>
          <a:ext cx="2880001" cy="4250158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SERIAL_CLK_GEN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RSTCNT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TIMEOUT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0xC32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WR_PROTECT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NF_C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CHOP_EN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TEMP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SPREAD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GATE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TEST_ANA_EN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WRITE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RD/PROG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</a:t>
                      </a: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OP_MODE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3497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3EB5CAF-64F5-AF43-C3DC-A6F08C9273F3}"/>
              </a:ext>
            </a:extLst>
          </p:cNvPr>
          <p:cNvSpPr txBox="1"/>
          <p:nvPr/>
        </p:nvSpPr>
        <p:spPr>
          <a:xfrm>
            <a:off x="406773" y="734692"/>
            <a:ext cx="141218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Normal Register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60CA5748-3BFE-D732-311D-68E78C6DA0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7494923"/>
              </p:ext>
            </p:extLst>
          </p:nvPr>
        </p:nvGraphicFramePr>
        <p:xfrm>
          <a:off x="6529483" y="1147213"/>
          <a:ext cx="2880001" cy="5014140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54311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943062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408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8029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5914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VERSION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68272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56A7802-52C8-D847-35B3-28BA5EB0612D}"/>
              </a:ext>
            </a:extLst>
          </p:cNvPr>
          <p:cNvSpPr txBox="1"/>
          <p:nvPr/>
        </p:nvSpPr>
        <p:spPr>
          <a:xfrm>
            <a:off x="6529483" y="734692"/>
            <a:ext cx="13187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Mirror Register</a:t>
            </a:r>
          </a:p>
        </p:txBody>
      </p:sp>
    </p:spTree>
    <p:extLst>
      <p:ext uri="{BB962C8B-B14F-4D97-AF65-F5344CB8AC3E}">
        <p14:creationId xmlns:p14="http://schemas.microsoft.com/office/powerpoint/2010/main" val="2232721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BA14D-4D60-2627-09AE-7EB93E8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D55EA8-B582-8D6C-91FC-F3A2FE17A5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E64A0B-4AC8-B622-369D-A1EC01C691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179813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8234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fontAlgn="ctr">
                        <a:buAutoNum type="arabicPeriod"/>
                        <a:tabLst>
                          <a:tab pos="2698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Trim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weep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et.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Final code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ave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1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225F1CC-1BFF-947C-0ACB-A26DBC00CB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71035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08139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IREF2_TRIM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IREF2_CTL(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0x02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F3B8AF-9415-1E16-C963-9A3CD7965B02}"/>
              </a:ext>
            </a:extLst>
          </p:cNvPr>
          <p:cNvSpPr txBox="1"/>
          <p:nvPr/>
        </p:nvSpPr>
        <p:spPr>
          <a:xfrm>
            <a:off x="279773" y="669797"/>
            <a:ext cx="50045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02E66F-2594-2EC5-8022-E10AC2DA4966}"/>
              </a:ext>
            </a:extLst>
          </p:cNvPr>
          <p:cNvSpPr txBox="1"/>
          <p:nvPr/>
        </p:nvSpPr>
        <p:spPr>
          <a:xfrm>
            <a:off x="279773" y="3429000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</a:t>
            </a:r>
          </a:p>
        </p:txBody>
      </p:sp>
    </p:spTree>
    <p:extLst>
      <p:ext uri="{BB962C8B-B14F-4D97-AF65-F5344CB8AC3E}">
        <p14:creationId xmlns:p14="http://schemas.microsoft.com/office/powerpoint/2010/main" val="737418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1A651-9508-2779-8A20-6978B47F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32DBDF-332A-36C3-691A-727CE886D3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D44DCC-60F5-3EEF-4FE0-016148B6FC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89276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01325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28CAECF-77DE-01FE-7B63-D0D125AA16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058509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29845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)[3:0]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4-bit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LDO_DIG_TRIM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[3:0].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2CDC9-9515-A680-A1D1-74200ECE0000}"/>
              </a:ext>
            </a:extLst>
          </p:cNvPr>
          <p:cNvSpPr txBox="1"/>
          <p:nvPr/>
        </p:nvSpPr>
        <p:spPr>
          <a:xfrm>
            <a:off x="279773" y="669797"/>
            <a:ext cx="8806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711CC-5DB6-8F8A-6D9D-C9C0E0CD793E}"/>
              </a:ext>
            </a:extLst>
          </p:cNvPr>
          <p:cNvSpPr txBox="1"/>
          <p:nvPr/>
        </p:nvSpPr>
        <p:spPr>
          <a:xfrm>
            <a:off x="279772" y="3431920"/>
            <a:ext cx="86594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</a:t>
            </a:r>
          </a:p>
        </p:txBody>
      </p:sp>
    </p:spTree>
    <p:extLst>
      <p:ext uri="{BB962C8B-B14F-4D97-AF65-F5344CB8AC3E}">
        <p14:creationId xmlns:p14="http://schemas.microsoft.com/office/powerpoint/2010/main" val="2716223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84BC0-0C68-7BE2-B066-9A372D38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2A4E40-9BC5-38E7-F453-575675E118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6BD533-7DF3-113C-57A3-0D023D5DE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226938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782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LDO_DAC_TRIM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F3B0734-FE27-718C-D9E2-881FADCA53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591663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3361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  <a:tabLst>
                          <a:tab pos="266700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LDO_FLL_TRIM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9652744-9547-F856-80CA-5A2F7EED18A4}"/>
              </a:ext>
            </a:extLst>
          </p:cNvPr>
          <p:cNvSpPr txBox="1"/>
          <p:nvPr/>
        </p:nvSpPr>
        <p:spPr>
          <a:xfrm>
            <a:off x="279773" y="669797"/>
            <a:ext cx="91352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AC688-7B9C-117B-8C4F-0D1D3CD216B8}"/>
              </a:ext>
            </a:extLst>
          </p:cNvPr>
          <p:cNvSpPr txBox="1"/>
          <p:nvPr/>
        </p:nvSpPr>
        <p:spPr>
          <a:xfrm>
            <a:off x="279772" y="3431920"/>
            <a:ext cx="8274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</a:t>
            </a:r>
          </a:p>
        </p:txBody>
      </p:sp>
    </p:spTree>
    <p:extLst>
      <p:ext uri="{BB962C8B-B14F-4D97-AF65-F5344CB8AC3E}">
        <p14:creationId xmlns:p14="http://schemas.microsoft.com/office/powerpoint/2010/main" val="2258506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0566-BD4E-E165-8B2F-5221BD4D1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7C4340-CDB1-AA63-026C-313AE95446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OVER TEMP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359EC2-2940-69D6-A4EE-BE7BF159C4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668487"/>
              </p:ext>
            </p:extLst>
          </p:nvPr>
        </p:nvGraphicFramePr>
        <p:xfrm>
          <a:off x="279773" y="962185"/>
          <a:ext cx="9208258" cy="3276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92641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OVER TEMP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trim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register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setting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(DIO).</a:t>
                      </a:r>
                      <a:b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35877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V2(MEAS).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: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2(MEAS) −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209.4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mV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D5844B-3C75-22DB-A178-58BB5F4502B1}"/>
              </a:ext>
            </a:extLst>
          </p:cNvPr>
          <p:cNvSpPr txBox="1"/>
          <p:nvPr/>
        </p:nvSpPr>
        <p:spPr>
          <a:xfrm>
            <a:off x="279773" y="669797"/>
            <a:ext cx="9773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OFS_TEMP</a:t>
            </a:r>
          </a:p>
        </p:txBody>
      </p:sp>
    </p:spTree>
    <p:extLst>
      <p:ext uri="{BB962C8B-B14F-4D97-AF65-F5344CB8AC3E}">
        <p14:creationId xmlns:p14="http://schemas.microsoft.com/office/powerpoint/2010/main" val="2679175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6B88F-906F-4BF3-F410-4B444223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FEF97A-93FE-3483-B91A-3CC30A9C7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CB3E9F-2903-BB77-8AC2-491145C4B0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5532920"/>
              </p:ext>
            </p:extLst>
          </p:nvPr>
        </p:nvGraphicFramePr>
        <p:xfrm>
          <a:off x="279773" y="962185"/>
          <a:ext cx="9208258" cy="24231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38231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0x874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OSC_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RCTL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OSC_TRIM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OSC_RCTL(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8056C8-17C0-BD56-9F47-B1F5753F7DDE}"/>
              </a:ext>
            </a:extLst>
          </p:cNvPr>
          <p:cNvSpPr txBox="1"/>
          <p:nvPr/>
        </p:nvSpPr>
        <p:spPr>
          <a:xfrm>
            <a:off x="279773" y="669797"/>
            <a:ext cx="9532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OSC_RCTL</a:t>
            </a:r>
          </a:p>
        </p:txBody>
      </p:sp>
    </p:spTree>
    <p:extLst>
      <p:ext uri="{BB962C8B-B14F-4D97-AF65-F5344CB8AC3E}">
        <p14:creationId xmlns:p14="http://schemas.microsoft.com/office/powerpoint/2010/main" val="4269702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82C43-E84D-3D9A-5AA6-3ED00128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F30D84-F53F-947E-E564-65311D60C2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GAIN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591328-371E-EE5F-22EA-445F5C7E97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9457127"/>
              </p:ext>
            </p:extLst>
          </p:nvPr>
        </p:nvGraphicFramePr>
        <p:xfrm>
          <a:off x="279773" y="962185"/>
          <a:ext cx="9208258" cy="3764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17806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0x864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 = 7-bit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–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1 ).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GAIN_TRIM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MIN / TYP / MAX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1.856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1.954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2.052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6618A1-F020-976F-5651-2DCC04D5FC91}"/>
              </a:ext>
            </a:extLst>
          </p:cNvPr>
          <p:cNvSpPr txBox="1"/>
          <p:nvPr/>
        </p:nvSpPr>
        <p:spPr>
          <a:xfrm>
            <a:off x="279773" y="669797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GAIN_CH</a:t>
            </a:r>
          </a:p>
        </p:txBody>
      </p:sp>
    </p:spTree>
    <p:extLst>
      <p:ext uri="{BB962C8B-B14F-4D97-AF65-F5344CB8AC3E}">
        <p14:creationId xmlns:p14="http://schemas.microsoft.com/office/powerpoint/2010/main" val="904726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6CFC9-3CDB-E1E9-6162-CCE93440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91786C-191C-853E-0D41-195EF5D9B1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OFFSET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A0B277-C08F-6CFA-1AFF-2D85BC7F7D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7940172"/>
              </p:ext>
            </p:extLst>
          </p:nvPr>
        </p:nvGraphicFramePr>
        <p:xfrm>
          <a:off x="279773" y="962185"/>
          <a:ext cx="9208258" cy="3642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01452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 = 9-bit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P3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P3 + P4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/ 2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OFFSET_TRIM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MIN / TYP / MAX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0.464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0.488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0.512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63878B-36E1-FF87-DFD2-7952FCEE04B0}"/>
              </a:ext>
            </a:extLst>
          </p:cNvPr>
          <p:cNvSpPr txBox="1"/>
          <p:nvPr/>
        </p:nvSpPr>
        <p:spPr>
          <a:xfrm>
            <a:off x="279773" y="669797"/>
            <a:ext cx="7802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OFS_CH</a:t>
            </a:r>
          </a:p>
        </p:txBody>
      </p:sp>
    </p:spTree>
    <p:extLst>
      <p:ext uri="{BB962C8B-B14F-4D97-AF65-F5344CB8AC3E}">
        <p14:creationId xmlns:p14="http://schemas.microsoft.com/office/powerpoint/2010/main" val="2897940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7949E-B7A9-7674-594C-B6098A843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65EE-2EBE-7033-680B-50BF10966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EFUSE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CAEB83-3506-A0B6-90D1-B0DBE41BC9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4633399"/>
              </p:ext>
            </p:extLst>
          </p:nvPr>
        </p:nvGraphicFramePr>
        <p:xfrm>
          <a:off x="279773" y="962185"/>
          <a:ext cx="9208258" cy="35204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08094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completed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rising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300us,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※ OTP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allowed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VDD 3.3V → 5.5V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5.5V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Power OFF)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 VIH = 5.5V / VIL = 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(DIN)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OP_MODE(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OTP_RD/PROG(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otp_pg_start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Copy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cycle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Power OFF → ON (VDD = 5V)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download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Code compare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b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efore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Target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value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maintained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Pass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72F6B5-69C1-0528-8A10-B88CAE02B1EA}"/>
              </a:ext>
            </a:extLst>
          </p:cNvPr>
          <p:cNvSpPr txBox="1"/>
          <p:nvPr/>
        </p:nvSpPr>
        <p:spPr>
          <a:xfrm>
            <a:off x="279773" y="669797"/>
            <a:ext cx="6479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EFUSE</a:t>
            </a:r>
          </a:p>
        </p:txBody>
      </p:sp>
    </p:spTree>
    <p:extLst>
      <p:ext uri="{BB962C8B-B14F-4D97-AF65-F5344CB8AC3E}">
        <p14:creationId xmlns:p14="http://schemas.microsoft.com/office/powerpoint/2010/main" val="38841214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B8F14-8941-B331-AAC2-D29922BD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78A14E-BBCD-817A-52F1-7D51306089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70CDBE-9EB2-D151-1E21-E832EC80D5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27894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3252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89DBB95-CCD7-722E-DE2D-51C80D3B12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9816130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214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555CA2-EC83-772F-88E7-5A641ADAA95B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31D5D-45D6-8BB8-BCF5-F816A6549214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IREF2_VFY</a:t>
            </a:r>
          </a:p>
        </p:txBody>
      </p:sp>
    </p:spTree>
    <p:extLst>
      <p:ext uri="{BB962C8B-B14F-4D97-AF65-F5344CB8AC3E}">
        <p14:creationId xmlns:p14="http://schemas.microsoft.com/office/powerpoint/2010/main" val="915461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EEED-6315-4253-F65E-1B420DA89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4AC79-09FD-BD44-A588-A00F0F8613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59240E-1C34-E7BB-DAA3-312FDBB80A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086914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44395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82D094F-3437-E9C5-6ED9-189ECF2B55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625104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40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BB3913-825E-8348-73B0-EE50104FDFC4}"/>
              </a:ext>
            </a:extLst>
          </p:cNvPr>
          <p:cNvSpPr txBox="1"/>
          <p:nvPr/>
        </p:nvSpPr>
        <p:spPr>
          <a:xfrm>
            <a:off x="279773" y="669797"/>
            <a:ext cx="12349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5D519-2FAD-C734-2E3E-205D85AE235A}"/>
              </a:ext>
            </a:extLst>
          </p:cNvPr>
          <p:cNvSpPr txBox="1"/>
          <p:nvPr/>
        </p:nvSpPr>
        <p:spPr>
          <a:xfrm>
            <a:off x="279773" y="3429000"/>
            <a:ext cx="122020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LDO_DIG_VFY</a:t>
            </a:r>
          </a:p>
        </p:txBody>
      </p:sp>
    </p:spTree>
    <p:extLst>
      <p:ext uri="{BB962C8B-B14F-4D97-AF65-F5344CB8AC3E}">
        <p14:creationId xmlns:p14="http://schemas.microsoft.com/office/powerpoint/2010/main" val="3547278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5EE7-07C8-0046-AD57-F50111B9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75C9B2-4233-B870-7E94-2300BFB56E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E0D302-434E-5AA1-D8EA-6E8C3C6F38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606133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75782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4D1FB2B1-20E8-98A9-36DE-6231684A2E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437419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83208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5113E1F-8898-9463-1321-8501744CEFB2}"/>
              </a:ext>
            </a:extLst>
          </p:cNvPr>
          <p:cNvSpPr txBox="1"/>
          <p:nvPr/>
        </p:nvSpPr>
        <p:spPr>
          <a:xfrm>
            <a:off x="279773" y="669797"/>
            <a:ext cx="12677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LDO_DAC_VFY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732EDC-4CC6-64BE-6867-5FA288274C6A}"/>
              </a:ext>
            </a:extLst>
          </p:cNvPr>
          <p:cNvSpPr txBox="1"/>
          <p:nvPr/>
        </p:nvSpPr>
        <p:spPr>
          <a:xfrm>
            <a:off x="279773" y="3429000"/>
            <a:ext cx="1181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LDO_FLL_VFY</a:t>
            </a:r>
          </a:p>
        </p:txBody>
      </p:sp>
    </p:spTree>
    <p:extLst>
      <p:ext uri="{BB962C8B-B14F-4D97-AF65-F5344CB8AC3E}">
        <p14:creationId xmlns:p14="http://schemas.microsoft.com/office/powerpoint/2010/main" val="2111281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EED8-1424-6703-4450-46FF6DC4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10E6E0-8796-CDD2-9050-9FAF1A346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BGR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6343A7-BA10-A6BD-9427-E1664F2F9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296019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39156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0x006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1.197 / 1.234 / 1.271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8E71BBE-274F-1C88-6074-0E9BE69FF7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241535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61768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BGR2 verify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0x007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1.220 / 1.258 / 1.295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1D82621-2B51-59A6-C52D-2909C9C1DEDF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8484D-2A72-1BC6-6039-36427C98BC58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BGR2_VFY</a:t>
            </a:r>
          </a:p>
        </p:txBody>
      </p:sp>
    </p:spTree>
    <p:extLst>
      <p:ext uri="{BB962C8B-B14F-4D97-AF65-F5344CB8AC3E}">
        <p14:creationId xmlns:p14="http://schemas.microsoft.com/office/powerpoint/2010/main" val="3876744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C6EC-F734-02E1-95F6-AD56423D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F7FD0B-5C80-870E-EE26-9A6F1804FC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C8748A-46CB-74F5-C591-D69B69D7B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51522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91445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0x874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64)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51/64)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516D403-9078-96BD-4F70-940B109EBB82}"/>
              </a:ext>
            </a:extLst>
          </p:cNvPr>
          <p:cNvSpPr txBox="1"/>
          <p:nvPr/>
        </p:nvSpPr>
        <p:spPr>
          <a:xfrm>
            <a:off x="279773" y="669797"/>
            <a:ext cx="86273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OSC_VFY</a:t>
            </a:r>
          </a:p>
        </p:txBody>
      </p:sp>
    </p:spTree>
    <p:extLst>
      <p:ext uri="{BB962C8B-B14F-4D97-AF65-F5344CB8AC3E}">
        <p14:creationId xmlns:p14="http://schemas.microsoft.com/office/powerpoint/2010/main" val="24407147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288DB-56EC-BCA4-58BA-9DA0B274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A539D3-4DF5-213A-1E50-BBA48744E1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FLL_LOCK_P1_TEST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033F99-8D44-216D-C9DC-2A507253EC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8455015"/>
              </p:ext>
            </p:extLst>
          </p:nvPr>
        </p:nvGraphicFramePr>
        <p:xfrm>
          <a:off x="279773" y="962185"/>
          <a:ext cx="9208258" cy="273034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60021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FLL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Test</a:t>
                      </a:r>
                      <a:r>
                        <a:rPr lang="ko-KR" altLang="en-US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FLL mode register setting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FLLCNT1(</a:t>
                      </a:r>
                      <a:r>
                        <a:rPr lang="ko-KR" altLang="ko-KR" sz="800" b="1" dirty="0"/>
                        <a:t>0x22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0xB0B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0x090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0xDCD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FLLCNT2(</a:t>
                      </a:r>
                      <a:r>
                        <a:rPr lang="ko-KR" altLang="ko-KR" sz="800" b="1" dirty="0"/>
                        <a:t>0x23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0xC28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0xC3D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0xC32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Pattern : Input DIN Pin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Command (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1011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),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120Hz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input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FLL_P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after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(1/64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divided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FLL_P#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0xB0B / 0xC28</a:t>
                      </a:r>
                      <a:r>
                        <a:rPr lang="ko-KR" altLang="ko-KR" sz="800" dirty="0"/>
                        <a:t> : FLL_P1 = </a:t>
                      </a:r>
                      <a:r>
                        <a:rPr lang="ko-KR" altLang="ko-KR" sz="800" b="1" dirty="0"/>
                        <a:t>0.622 / 0.625 / 0.628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(40M)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0x090 / 0xC3D</a:t>
                      </a:r>
                      <a:r>
                        <a:rPr lang="ko-KR" altLang="ko-KR" sz="800" dirty="0"/>
                        <a:t> : FLL_P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0.933 / 0.938 / 0.942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(60M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0xDCD / 0xC32</a:t>
                      </a:r>
                      <a:r>
                        <a:rPr lang="ko-KR" altLang="ko-KR" sz="800" dirty="0"/>
                        <a:t> : FLL_P</a:t>
                      </a:r>
                      <a:r>
                        <a:rPr lang="en-US" altLang="ko-KR" sz="800" dirty="0"/>
                        <a:t>3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0.777 / 0.781 / 0.785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(50M) 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5A63A1-53B4-2A12-A443-DE64511395AB}"/>
              </a:ext>
            </a:extLst>
          </p:cNvPr>
          <p:cNvSpPr txBox="1"/>
          <p:nvPr/>
        </p:nvSpPr>
        <p:spPr>
          <a:xfrm>
            <a:off x="279773" y="669797"/>
            <a:ext cx="9046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FLL_LOCK</a:t>
            </a:r>
          </a:p>
        </p:txBody>
      </p:sp>
    </p:spTree>
    <p:extLst>
      <p:ext uri="{BB962C8B-B14F-4D97-AF65-F5344CB8AC3E}">
        <p14:creationId xmlns:p14="http://schemas.microsoft.com/office/powerpoint/2010/main" val="19392843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7F14C-84F2-CDF7-2195-4A8F9D85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AFECFA-A812-51C7-AB6C-CE231841E4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IOUT_3Point Test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ECA82A-BD23-9912-A2C5-4AAA1E30E3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3719276"/>
              </p:ext>
            </p:extLst>
          </p:nvPr>
        </p:nvGraphicFramePr>
        <p:xfrm>
          <a:off x="279773" y="962185"/>
          <a:ext cx="9208258" cy="3002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4635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3Point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>
                          <a:ea typeface="현대하모니 L" panose="02020603020101020101"/>
                        </a:rPr>
                      </a:br>
                      <a:r>
                        <a:rPr lang="en-US" altLang="ko-KR" sz="80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>
                          <a:ea typeface="현대하모니 L" panose="02020603020101020101"/>
                        </a:rPr>
                        <a:t>0x864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MAX_CURR_VREF1(</a:t>
                      </a:r>
                      <a:r>
                        <a:rPr lang="ko-KR" altLang="ko-KR" sz="800" b="1" dirty="0"/>
                        <a:t>0x0E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MAX_CURR_VREF2(</a:t>
                      </a:r>
                      <a:r>
                        <a:rPr lang="ko-KR" altLang="ko-KR" sz="800" b="1" dirty="0"/>
                        <a:t>0x0F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MAX_CURR_VREF3(</a:t>
                      </a:r>
                      <a:r>
                        <a:rPr lang="ko-KR" altLang="ko-KR" sz="800" b="1" dirty="0"/>
                        <a:t>0x10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762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/>
                        <a:t>MIN / TYP / MAX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: IOUT_3P_P1_VFY1 = </a:t>
                      </a:r>
                      <a:r>
                        <a:rPr lang="en-US" altLang="ko-KR" sz="800" b="1" dirty="0"/>
                        <a:t>0.577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0.586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0.595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: IOUT_3P_P2_VFY1 = </a:t>
                      </a:r>
                      <a:r>
                        <a:rPr lang="en-US" altLang="ko-KR" sz="800" b="1" dirty="0"/>
                        <a:t>1.347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1.368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1.389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(700)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0xBB8</a:t>
                      </a:r>
                      <a:r>
                        <a:rPr lang="ko-KR" altLang="ko-KR" sz="800" dirty="0"/>
                        <a:t> : IOUT_3P_P3_VFY1 = </a:t>
                      </a:r>
                      <a:r>
                        <a:rPr lang="en-US" altLang="ko-KR" sz="800" b="1" dirty="0"/>
                        <a:t>5.773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5.861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5.949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(3000)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2300C4-6304-B9B0-71B4-79CCAEA18709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IOUT_3POINT</a:t>
            </a:r>
          </a:p>
        </p:txBody>
      </p:sp>
    </p:spTree>
    <p:extLst>
      <p:ext uri="{BB962C8B-B14F-4D97-AF65-F5344CB8AC3E}">
        <p14:creationId xmlns:p14="http://schemas.microsoft.com/office/powerpoint/2010/main" val="20870480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53050-3668-4AC9-C367-83E8CF2A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BF1F7-DA7A-4D07-E619-83B08C1E27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</a:t>
            </a:r>
            <a:r>
              <a:rPr lang="en-US" altLang="ko-KR" dirty="0" err="1"/>
              <a:t>IOUT_Sweep</a:t>
            </a:r>
            <a:r>
              <a:rPr lang="en-US" altLang="ko-KR" dirty="0"/>
              <a:t>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2D7CE7-626F-E5DB-080E-FF0078F875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1832059"/>
              </p:ext>
            </p:extLst>
          </p:nvPr>
        </p:nvGraphicFramePr>
        <p:xfrm>
          <a:off x="279773" y="962185"/>
          <a:ext cx="9208258" cy="44653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9355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MAX_CURR_LEVEL(</a:t>
                      </a:r>
                      <a:r>
                        <a:rPr lang="ko-KR" altLang="ko-KR" sz="800" b="1" dirty="0"/>
                        <a:t>0x0D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0x111, </a:t>
                      </a:r>
                      <a:r>
                        <a:rPr lang="en-US" altLang="ko-KR" sz="800" b="1" dirty="0"/>
                        <a:t>0x222,</a:t>
                      </a:r>
                      <a:r>
                        <a:rPr lang="ko-KR" altLang="en-US" sz="800" b="1" dirty="0"/>
                        <a:t> </a:t>
                      </a:r>
                      <a:r>
                        <a:rPr lang="ko-KR" altLang="ko-KR" sz="800" b="1" dirty="0"/>
                        <a:t>…</a:t>
                      </a:r>
                      <a:r>
                        <a:rPr lang="en-US" altLang="ko-KR" sz="800" b="1" dirty="0"/>
                        <a:t> , 0xDDD</a:t>
                      </a:r>
                      <a:r>
                        <a:rPr lang="ko-KR" altLang="ko-KR" sz="800" b="1" dirty="0"/>
                        <a:t>, 0xEEE, 0xFFF</a:t>
                      </a:r>
                      <a:r>
                        <a:rPr lang="ko-KR" altLang="ko-KR" sz="800" dirty="0"/>
                        <a:t> (16 </a:t>
                      </a:r>
                      <a:r>
                        <a:rPr lang="ko-KR" altLang="ko-KR" sz="800" dirty="0" err="1"/>
                        <a:t>Level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IOUT_1P_P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IOUT_1P_P# MIN / TYP / MAX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IOUT_1P_P1 = </a:t>
                      </a:r>
                      <a:r>
                        <a:rPr lang="ko-KR" altLang="ko-KR" sz="800" b="1" dirty="0"/>
                        <a:t>0.289 / 0.293 / 0.297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0x111</a:t>
                      </a:r>
                      <a:r>
                        <a:rPr lang="ko-KR" altLang="ko-KR" sz="800" dirty="0"/>
                        <a:t> : IOUT_1P_P2 = </a:t>
                      </a:r>
                      <a:r>
                        <a:rPr lang="ko-KR" altLang="ko-KR" sz="800" b="1" dirty="0"/>
                        <a:t>0.577 / 0.586 / 0.595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0x222</a:t>
                      </a:r>
                      <a:r>
                        <a:rPr lang="ko-KR" altLang="ko-KR" sz="800" dirty="0"/>
                        <a:t> : IOUT_1P_P3 = </a:t>
                      </a:r>
                      <a:r>
                        <a:rPr lang="ko-KR" altLang="ko-KR" sz="800" b="1" dirty="0"/>
                        <a:t>0.866 / 0.879 / 0.892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0x333</a:t>
                      </a:r>
                      <a:r>
                        <a:rPr lang="ko-KR" altLang="ko-KR" sz="800" dirty="0"/>
                        <a:t> : IOUT_1P_P4 = </a:t>
                      </a:r>
                      <a:r>
                        <a:rPr lang="ko-KR" altLang="ko-KR" sz="800" b="1" dirty="0"/>
                        <a:t>1.154 / 1.172 / 1.19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0x444</a:t>
                      </a:r>
                      <a:r>
                        <a:rPr lang="ko-KR" altLang="ko-KR" sz="800" dirty="0"/>
                        <a:t> : IOUT_1P_P5 = </a:t>
                      </a:r>
                      <a:r>
                        <a:rPr lang="ko-KR" altLang="ko-KR" sz="800" b="1" dirty="0"/>
                        <a:t>1.443 / 1.465 / 1.487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0x555</a:t>
                      </a:r>
                      <a:r>
                        <a:rPr lang="ko-KR" altLang="ko-KR" sz="800" dirty="0"/>
                        <a:t> : IOUT_1P_P6 = </a:t>
                      </a:r>
                      <a:r>
                        <a:rPr lang="ko-KR" altLang="ko-KR" sz="800" b="1" dirty="0"/>
                        <a:t>1.732 / 1.758 / 1.784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0x666</a:t>
                      </a:r>
                      <a:r>
                        <a:rPr lang="ko-KR" altLang="ko-KR" sz="800" dirty="0"/>
                        <a:t> : IOUT_1P_P7 = </a:t>
                      </a:r>
                      <a:r>
                        <a:rPr lang="ko-KR" altLang="ko-KR" sz="800" b="1" dirty="0"/>
                        <a:t>2.02 / 2.051 / 2.082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0x777</a:t>
                      </a:r>
                      <a:r>
                        <a:rPr lang="ko-KR" altLang="ko-KR" sz="800" dirty="0"/>
                        <a:t> : IOUT_1P_P8 = </a:t>
                      </a:r>
                      <a:r>
                        <a:rPr lang="ko-KR" altLang="ko-KR" sz="800" b="1" dirty="0"/>
                        <a:t>2.309 / 2.344 / 2.379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0x888</a:t>
                      </a:r>
                      <a:r>
                        <a:rPr lang="ko-KR" altLang="ko-KR" sz="800" dirty="0"/>
                        <a:t> : IOUT_1P_P9 = </a:t>
                      </a:r>
                      <a:r>
                        <a:rPr lang="ko-KR" altLang="ko-KR" sz="800" b="1" dirty="0"/>
                        <a:t>2.597 / 2.637 / 2.677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0x999</a:t>
                      </a:r>
                      <a:r>
                        <a:rPr lang="ko-KR" altLang="ko-KR" sz="800" dirty="0"/>
                        <a:t> : IOUT_1P_P10 = </a:t>
                      </a:r>
                      <a:r>
                        <a:rPr lang="ko-KR" altLang="ko-KR" sz="800" b="1" dirty="0"/>
                        <a:t>2.886 / 2.93 / 2.974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0xAAA</a:t>
                      </a:r>
                      <a:r>
                        <a:rPr lang="ko-KR" altLang="ko-KR" sz="800" dirty="0"/>
                        <a:t> : IOUT_1P_P11 = </a:t>
                      </a:r>
                      <a:r>
                        <a:rPr lang="ko-KR" altLang="ko-KR" sz="800" b="1" dirty="0"/>
                        <a:t>3.175 / 3.223 / 3.271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0xBBB</a:t>
                      </a:r>
                      <a:r>
                        <a:rPr lang="ko-KR" altLang="ko-KR" sz="800" dirty="0"/>
                        <a:t> : IOUT_1P_P12 = </a:t>
                      </a:r>
                      <a:r>
                        <a:rPr lang="ko-KR" altLang="ko-KR" sz="800" b="1" dirty="0"/>
                        <a:t>3.463 / 3.516 / 3.569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0xCCC</a:t>
                      </a:r>
                      <a:r>
                        <a:rPr lang="ko-KR" altLang="ko-KR" sz="800" dirty="0"/>
                        <a:t> : IOUT_1P_P13 = </a:t>
                      </a:r>
                      <a:r>
                        <a:rPr lang="ko-KR" altLang="ko-KR" sz="800" b="1" dirty="0"/>
                        <a:t>3.753 / 3.81 / 3.867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0xDDD</a:t>
                      </a:r>
                      <a:r>
                        <a:rPr lang="ko-KR" altLang="ko-KR" sz="800" dirty="0"/>
                        <a:t> : IOUT_1P_P14 = </a:t>
                      </a:r>
                      <a:r>
                        <a:rPr lang="ko-KR" altLang="ko-KR" sz="800" b="1" dirty="0"/>
                        <a:t>4.041 / 4.103 / 4.165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0xEEE</a:t>
                      </a:r>
                      <a:r>
                        <a:rPr lang="ko-KR" altLang="ko-KR" sz="800" dirty="0"/>
                        <a:t> : IOUT_1P_P15 = </a:t>
                      </a:r>
                      <a:r>
                        <a:rPr lang="ko-KR" altLang="ko-KR" sz="800" b="1" dirty="0"/>
                        <a:t>4.33 / 4.396 / 4.462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0xFFF</a:t>
                      </a:r>
                      <a:r>
                        <a:rPr lang="ko-KR" altLang="ko-KR" sz="800" dirty="0"/>
                        <a:t> : IOUT_1P_P16 = </a:t>
                      </a:r>
                      <a:r>
                        <a:rPr lang="ko-KR" altLang="ko-KR" sz="800" b="1" dirty="0"/>
                        <a:t>4.619 / 4.689 / 4.759 </a:t>
                      </a:r>
                      <a:r>
                        <a:rPr lang="ko-KR" altLang="ko-KR" sz="800" b="1" dirty="0" err="1"/>
                        <a:t>mA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4082D8-FC5E-9EFC-FC86-BCC758DBC71C}"/>
              </a:ext>
            </a:extLst>
          </p:cNvPr>
          <p:cNvSpPr txBox="1"/>
          <p:nvPr/>
        </p:nvSpPr>
        <p:spPr>
          <a:xfrm>
            <a:off x="279773" y="669797"/>
            <a:ext cx="11512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IOUT_SWEEP</a:t>
            </a:r>
          </a:p>
        </p:txBody>
      </p:sp>
    </p:spTree>
    <p:extLst>
      <p:ext uri="{BB962C8B-B14F-4D97-AF65-F5344CB8AC3E}">
        <p14:creationId xmlns:p14="http://schemas.microsoft.com/office/powerpoint/2010/main" val="30736803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89BF-374C-4CDF-A070-0FEF000E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7A16A7-6ED3-B93A-02DB-CFF87FF34B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DRIVING VOLTAGE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8ED754-948A-D655-28C9-FB105065B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9536882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57396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Driving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 P2 − P1 ) / P2.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- / 1 %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@ IOUT : 8mA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1A33F15-F026-C8E4-2B4E-72C0D3F55186}"/>
              </a:ext>
            </a:extLst>
          </p:cNvPr>
          <p:cNvSpPr txBox="1"/>
          <p:nvPr/>
        </p:nvSpPr>
        <p:spPr>
          <a:xfrm>
            <a:off x="279773" y="669797"/>
            <a:ext cx="8953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DRV_VOL</a:t>
            </a:r>
          </a:p>
        </p:txBody>
      </p:sp>
    </p:spTree>
    <p:extLst>
      <p:ext uri="{BB962C8B-B14F-4D97-AF65-F5344CB8AC3E}">
        <p14:creationId xmlns:p14="http://schemas.microsoft.com/office/powerpoint/2010/main" val="640303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E4618-4FC3-C622-7534-AABC7F14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4D2AB0-9C03-ACE4-99D7-23BAA56B2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 Voltage VDD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966E62-F6D0-FDE6-ECFE-0E99CA4CD6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8725181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03556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2.4V,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2.4V → 2.8V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’ → 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2.5 / 2.6 / 2.7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945E0C8-1565-6D04-7CFD-FF694FC2A9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0448253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5851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2.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‘</a:t>
                      </a:r>
                      <a:r>
                        <a:rPr lang="en-US" altLang="ko-KR" sz="800" b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UV_VDD_F_LV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2.2 / 2.6 / 3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.0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DE6E9A-2F36-5B22-3F2E-CFCF7D636932}"/>
              </a:ext>
            </a:extLst>
          </p:cNvPr>
          <p:cNvSpPr txBox="1"/>
          <p:nvPr/>
        </p:nvSpPr>
        <p:spPr>
          <a:xfrm>
            <a:off x="279773" y="669797"/>
            <a:ext cx="124200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UV_VDD_R_LV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2E7D5-BD60-AF97-1FB8-FFED54B84EB4}"/>
              </a:ext>
            </a:extLst>
          </p:cNvPr>
          <p:cNvSpPr txBox="1"/>
          <p:nvPr/>
        </p:nvSpPr>
        <p:spPr>
          <a:xfrm>
            <a:off x="279773" y="3429000"/>
            <a:ext cx="12243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UV_VDD_F_LV</a:t>
            </a:r>
          </a:p>
        </p:txBody>
      </p:sp>
    </p:spTree>
    <p:extLst>
      <p:ext uri="{BB962C8B-B14F-4D97-AF65-F5344CB8AC3E}">
        <p14:creationId xmlns:p14="http://schemas.microsoft.com/office/powerpoint/2010/main" val="4269445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73671-3731-0C8C-C058-39160208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492B1-E8B0-F095-EA7D-21A9D2ED63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A978CD-65AA-6B08-FB86-4023AD574F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810628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1568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4FDB107-DB0D-E120-181B-EF7B7CE62E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1421382"/>
              </p:ext>
            </p:extLst>
          </p:nvPr>
        </p:nvGraphicFramePr>
        <p:xfrm>
          <a:off x="279773" y="3744593"/>
          <a:ext cx="9208258" cy="27584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2778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LDODIG_UV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352B55-AFD7-ABA4-D5FB-7430913A50A5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6498B-462C-63E6-76B4-3CCE7587A09A}"/>
              </a:ext>
            </a:extLst>
          </p:cNvPr>
          <p:cNvSpPr txBox="1"/>
          <p:nvPr/>
        </p:nvSpPr>
        <p:spPr>
          <a:xfrm>
            <a:off x="279773" y="3429000"/>
            <a:ext cx="8066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</a:t>
            </a:r>
          </a:p>
        </p:txBody>
      </p:sp>
    </p:spTree>
    <p:extLst>
      <p:ext uri="{BB962C8B-B14F-4D97-AF65-F5344CB8AC3E}">
        <p14:creationId xmlns:p14="http://schemas.microsoft.com/office/powerpoint/2010/main" val="7139897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AF60-5D4A-FF73-8A71-96B45CB6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AE488D-0C58-7B6D-1331-DF571D73BF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881715-8F2C-662E-86D8-1F17FBB92B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6998529"/>
              </p:ext>
            </p:extLst>
          </p:nvPr>
        </p:nvGraphicFramePr>
        <p:xfrm>
          <a:off x="279773" y="962185"/>
          <a:ext cx="9208258" cy="27584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32170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LDODIG_OV Level : TEST voltage when SVO pin is from ‘L’ to ‘H’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306DF33-78AA-7983-EF96-C3EE60DCD427}"/>
              </a:ext>
            </a:extLst>
          </p:cNvPr>
          <p:cNvSpPr txBox="1"/>
          <p:nvPr/>
        </p:nvSpPr>
        <p:spPr>
          <a:xfrm>
            <a:off x="279773" y="669797"/>
            <a:ext cx="8178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</a:t>
            </a:r>
          </a:p>
        </p:txBody>
      </p:sp>
    </p:spTree>
    <p:extLst>
      <p:ext uri="{BB962C8B-B14F-4D97-AF65-F5344CB8AC3E}">
        <p14:creationId xmlns:p14="http://schemas.microsoft.com/office/powerpoint/2010/main" val="23872186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E203-3354-6DDA-80A6-06CE5BCB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8A2F78-5D66-4F97-4861-8755B978B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4D3CDF-6250-FADE-0F68-A60D872DB0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156369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87145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A482392-1B60-883A-DB4C-58DC32AB30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9534052"/>
              </p:ext>
            </p:extLst>
          </p:nvPr>
        </p:nvGraphicFramePr>
        <p:xfrm>
          <a:off x="279773" y="3744592"/>
          <a:ext cx="9208258" cy="27584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59215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TEST_MODE0(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AC664D-3597-105B-2618-F807F6C96866}"/>
              </a:ext>
            </a:extLst>
          </p:cNvPr>
          <p:cNvSpPr txBox="1"/>
          <p:nvPr/>
        </p:nvSpPr>
        <p:spPr>
          <a:xfrm>
            <a:off x="279773" y="669797"/>
            <a:ext cx="12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5C492-DDA6-A020-BBE5-7FDEC026EF1F}"/>
              </a:ext>
            </a:extLst>
          </p:cNvPr>
          <p:cNvSpPr txBox="1"/>
          <p:nvPr/>
        </p:nvSpPr>
        <p:spPr>
          <a:xfrm>
            <a:off x="279773" y="3429000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UV_LDO_DAC</a:t>
            </a:r>
          </a:p>
        </p:txBody>
      </p:sp>
    </p:spTree>
    <p:extLst>
      <p:ext uri="{BB962C8B-B14F-4D97-AF65-F5344CB8AC3E}">
        <p14:creationId xmlns:p14="http://schemas.microsoft.com/office/powerpoint/2010/main" val="20327622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5080-D081-E2DC-0151-2B42986E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C84CBD-CCDF-54AA-9758-634B4CC9F5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9309B2-C62B-E4C3-F335-6CFC05B1BC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7627231"/>
              </p:ext>
            </p:extLst>
          </p:nvPr>
        </p:nvGraphicFramePr>
        <p:xfrm>
          <a:off x="279773" y="962185"/>
          <a:ext cx="9208258" cy="27584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17611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Level : TEST voltage when SVO pin is from ‘L’ to ‘H’.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9278EDC-3D57-2EF3-700D-A5C01F8FCBA4}"/>
              </a:ext>
            </a:extLst>
          </p:cNvPr>
          <p:cNvSpPr txBox="1"/>
          <p:nvPr/>
        </p:nvSpPr>
        <p:spPr>
          <a:xfrm>
            <a:off x="279773" y="669797"/>
            <a:ext cx="12180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OV_LDO_DAC</a:t>
            </a:r>
          </a:p>
        </p:txBody>
      </p:sp>
    </p:spTree>
    <p:extLst>
      <p:ext uri="{BB962C8B-B14F-4D97-AF65-F5344CB8AC3E}">
        <p14:creationId xmlns:p14="http://schemas.microsoft.com/office/powerpoint/2010/main" val="29014898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2CB1-197F-9633-CCEA-E16D94DD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5C47FB-9759-AA1E-C7BA-51FDF3DA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9A356E-B92B-22AE-BF0E-61D25ACBB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046414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06440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EA45D0D-B6C0-7047-5024-DECC0FFED6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0043684"/>
              </p:ext>
            </p:extLst>
          </p:nvPr>
        </p:nvGraphicFramePr>
        <p:xfrm>
          <a:off x="279773" y="3744592"/>
          <a:ext cx="9208258" cy="27584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73492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LDOOSC_UV Level : TEST voltage when SVO pin is from ‘L’ to ‘H’.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UV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6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UV_LDO_OSC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394AFA-74FF-AC5A-04C4-0B247B827C6C}"/>
              </a:ext>
            </a:extLst>
          </p:cNvPr>
          <p:cNvSpPr txBox="1"/>
          <p:nvPr/>
        </p:nvSpPr>
        <p:spPr>
          <a:xfrm>
            <a:off x="279773" y="669797"/>
            <a:ext cx="12859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INIT_LDO_OSC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57133-8EA9-ADB8-EDD3-9406A9CAC4B2}"/>
              </a:ext>
            </a:extLst>
          </p:cNvPr>
          <p:cNvSpPr txBox="1"/>
          <p:nvPr/>
        </p:nvSpPr>
        <p:spPr>
          <a:xfrm>
            <a:off x="279773" y="3429000"/>
            <a:ext cx="12009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UV_LDO_OSC</a:t>
            </a:r>
          </a:p>
        </p:txBody>
      </p:sp>
    </p:spTree>
    <p:extLst>
      <p:ext uri="{BB962C8B-B14F-4D97-AF65-F5344CB8AC3E}">
        <p14:creationId xmlns:p14="http://schemas.microsoft.com/office/powerpoint/2010/main" val="10831064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6DC6-DACB-337B-5795-619A94624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218EDA-B11A-EFAA-BB2F-2EAC80CCB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76F990-D123-B548-0DE3-C05D14AA9D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4063893"/>
              </p:ext>
            </p:extLst>
          </p:nvPr>
        </p:nvGraphicFramePr>
        <p:xfrm>
          <a:off x="279773" y="962185"/>
          <a:ext cx="9208258" cy="27584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91256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0x00B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/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/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LDOOSC_OV Level : TEST voltage when SVO pin is from ‘L’ to ‘H’.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37747CB-2CA4-E12F-3A7D-5AC4BE4958B7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OV_LDO_OSC</a:t>
            </a:r>
          </a:p>
        </p:txBody>
      </p:sp>
    </p:spTree>
    <p:extLst>
      <p:ext uri="{BB962C8B-B14F-4D97-AF65-F5344CB8AC3E}">
        <p14:creationId xmlns:p14="http://schemas.microsoft.com/office/powerpoint/2010/main" val="21688380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B241C-8DD6-B0B3-B0DD-CD706900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81A11B-D66A-E831-9F08-9927B94077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F11247-266B-B8F7-3D75-B1055C2C2B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984021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15291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VREF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PEN VREF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0.25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589005D-3E40-C1B6-A35C-049F7C61EA56}"/>
              </a:ext>
            </a:extLst>
          </p:cNvPr>
          <p:cNvSpPr txBox="1"/>
          <p:nvPr/>
        </p:nvSpPr>
        <p:spPr>
          <a:xfrm>
            <a:off x="279773" y="669797"/>
            <a:ext cx="56137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VREF</a:t>
            </a:r>
          </a:p>
        </p:txBody>
      </p:sp>
    </p:spTree>
    <p:extLst>
      <p:ext uri="{BB962C8B-B14F-4D97-AF65-F5344CB8AC3E}">
        <p14:creationId xmlns:p14="http://schemas.microsoft.com/office/powerpoint/2010/main" val="10303204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E684A-7493-023E-C97E-50C176460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27E9C6-402D-0C91-6BB1-539C09638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65ECA8F-C1EE-6BD3-CD46-E3E5A88814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0687085"/>
              </p:ext>
            </p:extLst>
          </p:nvPr>
        </p:nvGraphicFramePr>
        <p:xfrm>
          <a:off x="279773" y="966186"/>
          <a:ext cx="9208258" cy="27889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05973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61950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 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OPEN_FALL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 →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OPEN_RISE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 → 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OPEN_RISE − OPEN_FALL.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0.075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017F0D-F734-B3A6-0565-95F9877BEB7F}"/>
              </a:ext>
            </a:extLst>
          </p:cNvPr>
          <p:cNvSpPr txBox="1"/>
          <p:nvPr/>
        </p:nvSpPr>
        <p:spPr>
          <a:xfrm>
            <a:off x="279772" y="673140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FCC8DAF-4D5F-9646-739E-D5135CF586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3218159"/>
              </p:ext>
            </p:extLst>
          </p:nvPr>
        </p:nvGraphicFramePr>
        <p:xfrm>
          <a:off x="279773" y="4062556"/>
          <a:ext cx="9208258" cy="26084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48748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61950" algn="l"/>
                        </a:tabLst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OPEN register setting(DIO) : 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8664071-B60E-3709-FF15-DECC520CC44B}"/>
              </a:ext>
            </a:extLst>
          </p:cNvPr>
          <p:cNvSpPr txBox="1"/>
          <p:nvPr/>
        </p:nvSpPr>
        <p:spPr>
          <a:xfrm>
            <a:off x="279773" y="377016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2606828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D6C5-CB76-39FC-9BF6-8CE42E8FB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0F83A-6E17-B065-8A80-19258D4AEC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EA160E-1FFB-083E-25A0-8A395872A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5912763"/>
              </p:ext>
            </p:extLst>
          </p:nvPr>
        </p:nvGraphicFramePr>
        <p:xfrm>
          <a:off x="279773" y="964703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21084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FB# VREF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0.45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0.55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0.65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0.75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0.90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1.05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1.20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1.35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CE07BE-BAE6-2DA3-DDDB-C913822372B2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41947061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26841-CD78-86BE-A064-6950560C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B84B26-15A1-903F-DD7A-2C672676F9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615EBE-E88B-4411-73D2-56911446E7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0511320"/>
              </p:ext>
            </p:extLst>
          </p:nvPr>
        </p:nvGraphicFramePr>
        <p:xfrm>
          <a:off x="279773" y="962185"/>
          <a:ext cx="9208258" cy="31546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1715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 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r>
                        <a:rPr lang="ko-KR" altLang="ko-KR" sz="800" dirty="0"/>
                        <a:t> 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r>
                        <a:rPr lang="en-US" altLang="ko-KR" sz="800" dirty="0"/>
                        <a:t> </a:t>
                      </a:r>
                      <a:br>
                        <a:rPr lang="en-US" altLang="ko-KR" sz="800" dirty="0"/>
                      </a:br>
                      <a:r>
                        <a:rPr lang="ko-KR" altLang="ko-KR" sz="800" dirty="0"/>
                        <a:t>( FB_FLAG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ko-KR" sz="800" b="1" dirty="0"/>
                        <a:t>0x09</a:t>
                      </a:r>
                      <a:r>
                        <a:rPr lang="en-US" altLang="ko-KR" sz="800" dirty="0"/>
                        <a:t>) </a:t>
                      </a:r>
                      <a:r>
                        <a:rPr lang="ko-KR" altLang="ko-KR" sz="800" dirty="0"/>
                        <a:t>= FB1 : [0] / FB2 : [1] / FB3 : [2] )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0.025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F4EA013-C87F-B9FD-9ED7-504875123C70}"/>
              </a:ext>
            </a:extLst>
          </p:cNvPr>
          <p:cNvSpPr txBox="1"/>
          <p:nvPr/>
        </p:nvSpPr>
        <p:spPr>
          <a:xfrm>
            <a:off x="279773" y="669797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</p:spTree>
    <p:extLst>
      <p:ext uri="{BB962C8B-B14F-4D97-AF65-F5344CB8AC3E}">
        <p14:creationId xmlns:p14="http://schemas.microsoft.com/office/powerpoint/2010/main" val="2053809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4672-7E69-DFB2-9B4C-B9B1CF6A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7BE402-CD43-25DF-C9C4-03E2368962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E6F8C4-B91E-779F-1391-11389C86E7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0720496"/>
              </p:ext>
            </p:extLst>
          </p:nvPr>
        </p:nvGraphicFramePr>
        <p:xfrm>
          <a:off x="279773" y="962185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88848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SHORT# VREF MIN / TYP / MAX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2.8 / 3.5 / 4.2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5.2 / 6.5 / 7.8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7.6 / 9.5 / 11.4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10 / 12.5 / 15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13.2 / 16.5 / 19.8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CBD4D9-5A61-F93E-A788-9DE50AF9FB3E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34580397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98C8-4EEC-0062-35ED-A70478E0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FDB26B-4968-A51D-2546-02DFE55E40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605702-62FA-6987-B1A1-F114C1B9CE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8727687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570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0x8E4</a:t>
                      </a:r>
                      <a:endParaRPr lang="en-US" altLang="ko-KR" sz="800" b="1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altLang="ko-KR" sz="800" dirty="0"/>
                        <a:t>S</a:t>
                      </a:r>
                      <a:r>
                        <a:rPr lang="ko-KR" altLang="ko-KR" sz="800" dirty="0"/>
                        <a:t>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0.065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A40DC78-0F85-B1F0-80D6-053D97C7749C}"/>
              </a:ext>
            </a:extLst>
          </p:cNvPr>
          <p:cNvSpPr txBox="1"/>
          <p:nvPr/>
        </p:nvSpPr>
        <p:spPr>
          <a:xfrm>
            <a:off x="279773" y="669797"/>
            <a:ext cx="5052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DA092-E4D3-0A0C-7975-B9F1B56F0665}"/>
              </a:ext>
            </a:extLst>
          </p:cNvPr>
          <p:cNvSpPr txBox="1"/>
          <p:nvPr/>
        </p:nvSpPr>
        <p:spPr>
          <a:xfrm>
            <a:off x="279773" y="398795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71A4C9D2-D4C1-1BF2-9430-9BEBBCB9A7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3728706"/>
              </p:ext>
            </p:extLst>
          </p:nvPr>
        </p:nvGraphicFramePr>
        <p:xfrm>
          <a:off x="279773" y="4283561"/>
          <a:ext cx="9208258" cy="26084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853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Fault_SHORT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SHORT register setting(DIO)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7965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13BFC-01B7-6CC7-82B9-2589E01C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4C707E-1F1A-194C-DE61-6513D65198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6CAFA6-6074-DA84-3B6C-F6457E5673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120491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9941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0.05V,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F5858F5-FF67-0558-07D9-C85885D1D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459725"/>
              </p:ext>
            </p:extLst>
          </p:nvPr>
        </p:nvGraphicFramePr>
        <p:xfrm>
          <a:off x="279773" y="377853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0894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/>
                        <a:t>CH_</a:t>
                      </a:r>
                      <a:r>
                        <a:rPr lang="ko-KR" altLang="ko-KR" sz="800" dirty="0"/>
                        <a:t>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FAULT_OPEN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en-US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40D53A-3EAF-475E-7426-C06BD15FCFD2}"/>
              </a:ext>
            </a:extLst>
          </p:cNvPr>
          <p:cNvSpPr txBox="1"/>
          <p:nvPr/>
        </p:nvSpPr>
        <p:spPr>
          <a:xfrm>
            <a:off x="279773" y="669797"/>
            <a:ext cx="10182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FAULT_INIT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007B0-19C3-778F-6FC2-917BDE1053FE}"/>
              </a:ext>
            </a:extLst>
          </p:cNvPr>
          <p:cNvSpPr txBox="1"/>
          <p:nvPr/>
        </p:nvSpPr>
        <p:spPr>
          <a:xfrm>
            <a:off x="279773" y="3486150"/>
            <a:ext cx="11480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FAULT_OPEN</a:t>
            </a:r>
          </a:p>
        </p:txBody>
      </p:sp>
    </p:spTree>
    <p:extLst>
      <p:ext uri="{BB962C8B-B14F-4D97-AF65-F5344CB8AC3E}">
        <p14:creationId xmlns:p14="http://schemas.microsoft.com/office/powerpoint/2010/main" val="4091952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AB34-E8AC-5DE0-BFD2-9B5195F2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F90F6A-44FC-DCFB-47B3-934E66AD5B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9A09CE-12DE-C558-200F-99D142B5C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2690510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7990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FAULT_FB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24D75FA-B0FC-4EB5-A3AE-4DA60D1A46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0372050"/>
              </p:ext>
            </p:extLst>
          </p:nvPr>
        </p:nvGraphicFramePr>
        <p:xfrm>
          <a:off x="279773" y="377218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9534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5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en-US" altLang="ko-KR" sz="800" b="1" dirty="0"/>
                        <a:t>1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FAULT_SHORT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(Pass)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A62C24-9D0F-0610-5781-14901902C78F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FAULT_FB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F77A9-39FD-39FA-1CE3-84B967E94D3A}"/>
              </a:ext>
            </a:extLst>
          </p:cNvPr>
          <p:cNvSpPr txBox="1"/>
          <p:nvPr/>
        </p:nvSpPr>
        <p:spPr>
          <a:xfrm>
            <a:off x="279773" y="3479800"/>
            <a:ext cx="12348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FAULT_SHORT</a:t>
            </a:r>
          </a:p>
        </p:txBody>
      </p:sp>
    </p:spTree>
    <p:extLst>
      <p:ext uri="{BB962C8B-B14F-4D97-AF65-F5344CB8AC3E}">
        <p14:creationId xmlns:p14="http://schemas.microsoft.com/office/powerpoint/2010/main" val="28714148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A8CEC-ED4B-AF7C-0FE4-3C9F538CE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A83DCD-5FF0-FB7C-E280-7147E10381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BIST (Build in Self TEST)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1D894E-AE2F-3E9E-D9DE-6229C336AE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124261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97129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FAULT_CTRL(</a:t>
                      </a:r>
                      <a:r>
                        <a:rPr lang="ko-KR" altLang="ko-KR" sz="800" b="1" dirty="0"/>
                        <a:t>0x06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BIST(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0x19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)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0x800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BIST(</a:t>
                      </a:r>
                      <a:r>
                        <a:rPr lang="ko-KR" altLang="ko-KR" sz="800" b="1" dirty="0"/>
                        <a:t>0x19</a:t>
                      </a:r>
                      <a:r>
                        <a:rPr lang="en-US" altLang="ko-KR" sz="800" b="0" dirty="0"/>
                        <a:t>)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after </a:t>
                      </a:r>
                      <a:r>
                        <a:rPr lang="en-US" altLang="ko-KR" sz="800" b="1" dirty="0"/>
                        <a:t>50</a:t>
                      </a:r>
                      <a:r>
                        <a:rPr lang="el-GR" altLang="ko-KR" sz="800" b="1" dirty="0">
                          <a:ea typeface="맑은 고딕" panose="020B0503020000020004" pitchFamily="50" charset="-127"/>
                        </a:rPr>
                        <a:t>μ</a:t>
                      </a:r>
                      <a:r>
                        <a:rPr lang="en-US" altLang="ko-KR" sz="800" b="1" dirty="0"/>
                        <a:t>s</a:t>
                      </a:r>
                      <a:r>
                        <a:rPr lang="en-US" altLang="ko-KR" sz="800" b="0" dirty="0"/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it is passed. (Fail : 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0x003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CD2BB5B-CBCB-0CC7-03EE-52BD604B8866}"/>
              </a:ext>
            </a:extLst>
          </p:cNvPr>
          <p:cNvSpPr txBox="1"/>
          <p:nvPr/>
        </p:nvSpPr>
        <p:spPr>
          <a:xfrm>
            <a:off x="279773" y="669797"/>
            <a:ext cx="5068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BIST</a:t>
            </a:r>
          </a:p>
        </p:txBody>
      </p:sp>
    </p:spTree>
    <p:extLst>
      <p:ext uri="{BB962C8B-B14F-4D97-AF65-F5344CB8AC3E}">
        <p14:creationId xmlns:p14="http://schemas.microsoft.com/office/powerpoint/2010/main" val="8149134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55EFE-3795-A1DA-1346-06E8E6A4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923761-CE4E-02B9-09EA-6839DA03A8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HVS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0BEBAF-AB6E-C43D-C139-00B7B903E9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285075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2318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HVS : </a:t>
                      </a:r>
                      <a:r>
                        <a:rPr lang="ko-KR" altLang="ko-KR" sz="800" dirty="0" err="1"/>
                        <a:t>Force</a:t>
                      </a:r>
                      <a:r>
                        <a:rPr lang="ko-KR" altLang="ko-KR" sz="800" dirty="0"/>
                        <a:t> VDD = </a:t>
                      </a:r>
                      <a:r>
                        <a:rPr lang="ko-KR" altLang="ko-KR" sz="800" b="1" dirty="0"/>
                        <a:t>6.2V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0.5s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Re-Check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item</a:t>
                      </a:r>
                      <a:r>
                        <a:rPr lang="ko-KR" altLang="ko-KR" sz="800" dirty="0"/>
                        <a:t> : IIL, IIH, IOZL, IOZH, IDDS, IDDD, IDDQ_A, IDDQ_D, IOUT_3P_P1_VFY, IOUT_3P_P2_VFY, IOUT_3P_P3_VFY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Name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the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: (ITEM)2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( 1ST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− 2ND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) /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× 100.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MIN / TYP / MAX = </a:t>
                      </a:r>
                      <a:r>
                        <a:rPr lang="ko-KR" altLang="ko-KR" sz="800" b="1" dirty="0"/>
                        <a:t>-5 / 0 / 5 %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ECE986-83A0-4A46-5C0B-6437C992C294}"/>
              </a:ext>
            </a:extLst>
          </p:cNvPr>
          <p:cNvSpPr txBox="1"/>
          <p:nvPr/>
        </p:nvSpPr>
        <p:spPr>
          <a:xfrm>
            <a:off x="279773" y="669797"/>
            <a:ext cx="4980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HVS</a:t>
            </a:r>
          </a:p>
        </p:txBody>
      </p:sp>
    </p:spTree>
    <p:extLst>
      <p:ext uri="{BB962C8B-B14F-4D97-AF65-F5344CB8AC3E}">
        <p14:creationId xmlns:p14="http://schemas.microsoft.com/office/powerpoint/2010/main" val="28484877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45191-B69B-3F5B-3C9E-2E8BD254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9BF403-1607-5FAF-517A-FEA761F68D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OTP_Write</a:t>
            </a:r>
            <a:r>
              <a:rPr lang="en-US" altLang="ko-KR" dirty="0">
                <a:sym typeface="Wingdings" panose="05000000000000000000" pitchFamily="2" charset="2"/>
              </a:rPr>
              <a:t> (e-fuse)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CD6B31-4A5E-F18D-B5E6-C5F93788D4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764103"/>
              </p:ext>
            </p:extLst>
          </p:nvPr>
        </p:nvGraphicFramePr>
        <p:xfrm>
          <a:off x="279773" y="962185"/>
          <a:ext cx="9208258" cy="25450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5247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-&gt; 5.5V Power up 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Temp(T</a:t>
                      </a:r>
                      <a:r>
                        <a:rPr lang="es-ES" altLang="ko-KR" sz="800" b="0" i="0" u="none" strike="noStrike" baseline="-25000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27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/125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1914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7188" algn="l"/>
                        </a:tabLst>
                      </a:pPr>
                      <a:r>
                        <a:rPr lang="ko-KR" altLang="ko-KR" sz="800" dirty="0" err="1"/>
                        <a:t>Se</a:t>
                      </a:r>
                      <a:r>
                        <a:rPr lang="en-US" altLang="ko-KR" sz="800" dirty="0"/>
                        <a:t>t register for </a:t>
                      </a:r>
                      <a:r>
                        <a:rPr lang="en-US" altLang="ko-KR" sz="800" dirty="0" err="1"/>
                        <a:t>OTP_Write</a:t>
                      </a:r>
                      <a:r>
                        <a:rPr lang="en-US" altLang="ko-KR" sz="800" dirty="0"/>
                        <a:t> (e-fuse)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</a:t>
                      </a:r>
                      <a:r>
                        <a:rPr lang="ko-KR" altLang="ko-KR" sz="800" dirty="0"/>
                        <a:t>- </a:t>
                      </a:r>
                      <a:r>
                        <a:rPr lang="en-US" altLang="ko-KR" sz="800" dirty="0"/>
                        <a:t>TEST CONTROL (</a:t>
                      </a:r>
                      <a:r>
                        <a:rPr lang="en-US" altLang="ko-KR" sz="800" b="1" dirty="0"/>
                        <a:t>0xF0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0x0008</a:t>
                      </a:r>
                    </a:p>
                    <a:p>
                      <a:pPr marL="0" indent="0" algn="l" fontAlgn="ctr">
                        <a:buNone/>
                        <a:tabLst>
                          <a:tab pos="357188" algn="l"/>
                        </a:tabLst>
                      </a:pPr>
                      <a:r>
                        <a:rPr lang="en-US" altLang="ko-KR" sz="800" dirty="0"/>
                        <a:t>      	- OTP RD/PROG (</a:t>
                      </a:r>
                      <a:r>
                        <a:rPr lang="en-US" altLang="ko-KR" sz="800" b="1" dirty="0"/>
                        <a:t>0xF3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0x0001</a:t>
                      </a: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Keep SCLK more than </a:t>
                      </a:r>
                      <a:r>
                        <a:rPr lang="en-US" altLang="ko-KR" sz="800" b="1" dirty="0"/>
                        <a:t>2000</a:t>
                      </a:r>
                      <a:r>
                        <a:rPr lang="en-US" altLang="ko-KR" sz="800" dirty="0"/>
                        <a:t> cycles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Power OFF(Erased data in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  <a:tabLst>
                          <a:tab pos="357188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Power ON(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3.3V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-&gt;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e-fused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codes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are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downloaded to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OTP programming is completed and e-fused codes are downloaded to register area after Power ON.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12D5BD2-625A-54C4-19ED-D8960C323CF7}"/>
              </a:ext>
            </a:extLst>
          </p:cNvPr>
          <p:cNvSpPr txBox="1"/>
          <p:nvPr/>
        </p:nvSpPr>
        <p:spPr>
          <a:xfrm>
            <a:off x="279773" y="669797"/>
            <a:ext cx="48917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</a:t>
            </a:r>
          </a:p>
        </p:txBody>
      </p:sp>
    </p:spTree>
    <p:extLst>
      <p:ext uri="{BB962C8B-B14F-4D97-AF65-F5344CB8AC3E}">
        <p14:creationId xmlns:p14="http://schemas.microsoft.com/office/powerpoint/2010/main" val="34484552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7F58F-204D-83E6-D255-97E2F7CB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2B05CF-0061-8409-578D-B889FBE474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PWM Test (TBD)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4F77C0-798E-8EB0-0EB9-083521F9C6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8531834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879606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사용자 지정 1">
      <a:dk1>
        <a:srgbClr val="000000"/>
      </a:dk1>
      <a:lt1>
        <a:srgbClr val="FFFFFF"/>
      </a:lt1>
      <a:dk2>
        <a:srgbClr val="CCCCFF"/>
      </a:dk2>
      <a:lt2>
        <a:srgbClr val="727272"/>
      </a:lt2>
      <a:accent1>
        <a:srgbClr val="003399"/>
      </a:accent1>
      <a:accent2>
        <a:srgbClr val="7889FB"/>
      </a:accent2>
      <a:accent3>
        <a:srgbClr val="DED3B6"/>
      </a:accent3>
      <a:accent4>
        <a:srgbClr val="000000"/>
      </a:accent4>
      <a:accent5>
        <a:srgbClr val="C0C0C0"/>
      </a:accent5>
      <a:accent6>
        <a:srgbClr val="6C7CE3"/>
      </a:accent6>
      <a:hlink>
        <a:srgbClr val="DED3B6"/>
      </a:hlink>
      <a:folHlink>
        <a:srgbClr val="DDDDDD"/>
      </a:folHlink>
    </a:clrScheme>
    <a:fontScheme name="사용자 지정 1">
      <a:majorFont>
        <a:latin typeface="현대하모니 M"/>
        <a:ea typeface="현대하모니 M"/>
        <a:cs typeface=""/>
      </a:majorFont>
      <a:minorFont>
        <a:latin typeface="현대하모니 M"/>
        <a:ea typeface="현대하모니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8F8F8"/>
        </a:solidFill>
        <a:ln w="3175">
          <a:solidFill>
            <a:schemeClr val="bg1">
              <a:lumMod val="65000"/>
            </a:schemeClr>
          </a:solidFill>
        </a:ln>
      </a:spPr>
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1000"/>
          </a:spcBef>
          <a:defRPr sz="1300" smtClean="0">
            <a:ln>
              <a:solidFill>
                <a:schemeClr val="bg1">
                  <a:lumMod val="75000"/>
                  <a:alpha val="0"/>
                </a:schemeClr>
              </a:solidFill>
            </a:ln>
            <a:solidFill>
              <a:schemeClr val="tx1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300" dirty="0" err="1" smtClean="0">
            <a:ln>
              <a:solidFill>
                <a:srgbClr val="000000">
                  <a:alpha val="0"/>
                </a:srgbClr>
              </a:solidFill>
            </a:ln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3">
        <a:dk1>
          <a:srgbClr val="000000"/>
        </a:dk1>
        <a:lt1>
          <a:srgbClr val="FFFFFF"/>
        </a:lt1>
        <a:dk2>
          <a:srgbClr val="CCCCFF"/>
        </a:dk2>
        <a:lt2>
          <a:srgbClr val="727272"/>
        </a:lt2>
        <a:accent1>
          <a:srgbClr val="003399"/>
        </a:accent1>
        <a:accent2>
          <a:srgbClr val="7889FB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6C7CE3"/>
        </a:accent6>
        <a:hlink>
          <a:srgbClr val="DED3B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61F4EAFF-2656-40F5-84E7-B1F92A724645}" vid="{2DD48D7D-B688-426B-9C00-48FFB545AAD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b0edd0-9f28-4056-b7a7-128691df75fa">
      <Terms xmlns="http://schemas.microsoft.com/office/infopath/2007/PartnerControls"/>
    </lcf76f155ced4ddcb4097134ff3c332f>
    <TaxCatchAll xmlns="3fdc42ba-1aa3-4966-a9b1-c4c8f01b5ff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DBF66C731B6F34ABEFE5E14910FE0A4" ma:contentTypeVersion="11" ma:contentTypeDescription="새 문서를 만듭니다." ma:contentTypeScope="" ma:versionID="814ccbb4168541b44c3e07025c0fce35">
  <xsd:schema xmlns:xsd="http://www.w3.org/2001/XMLSchema" xmlns:xs="http://www.w3.org/2001/XMLSchema" xmlns:p="http://schemas.microsoft.com/office/2006/metadata/properties" xmlns:ns2="43b0edd0-9f28-4056-b7a7-128691df75fa" xmlns:ns3="3fdc42ba-1aa3-4966-a9b1-c4c8f01b5ffd" targetNamespace="http://schemas.microsoft.com/office/2006/metadata/properties" ma:root="true" ma:fieldsID="67620d9df9833cb4a6a86fb646ff4edb" ns2:_="" ns3:_="">
    <xsd:import namespace="43b0edd0-9f28-4056-b7a7-128691df75fa"/>
    <xsd:import namespace="3fdc42ba-1aa3-4966-a9b1-c4c8f01b5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b0edd0-9f28-4056-b7a7-128691df75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98b4ddb5-9792-4103-acad-6387fb66c9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c42ba-1aa3-4966-a9b1-c4c8f01b5ff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4498261-f2b2-4ff5-8936-55be04d01e9f}" ma:internalName="TaxCatchAll" ma:showField="CatchAllData" ma:web="3fdc42ba-1aa3-4966-a9b1-c4c8f01b5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0388F2-57D4-46E8-A1A5-AB0D8D7AA103}">
  <ds:schemaRefs>
    <ds:schemaRef ds:uri="3fdc42ba-1aa3-4966-a9b1-c4c8f01b5ffd"/>
    <ds:schemaRef ds:uri="43b0edd0-9f28-4056-b7a7-128691df75fa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85963CF-5829-4877-B8EB-48C04263CB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51DE90-0284-4D77-8520-5CACA560FBB3}">
  <ds:schemaRefs>
    <ds:schemaRef ds:uri="3fdc42ba-1aa3-4966-a9b1-c4c8f01b5ffd"/>
    <ds:schemaRef ds:uri="43b0edd0-9f28-4056-b7a7-128691df75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c6d9a7a2-a2c9-479c-a560-d79de4b6971b}" enabled="1" method="Privileged" siteId="{7cf932c0-bced-4490-b11f-48d23b1fe0d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4135</TotalTime>
  <Words>10846</Words>
  <Application>Microsoft Office PowerPoint</Application>
  <PresentationFormat>A4 용지(210x297mm)</PresentationFormat>
  <Paragraphs>1530</Paragraphs>
  <Slides>50</Slides>
  <Notes>50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61" baseType="lpstr">
      <vt:lpstr>굴림</vt:lpstr>
      <vt:lpstr>맑은 고딕</vt:lpstr>
      <vt:lpstr>현대산스 Head</vt:lpstr>
      <vt:lpstr>현대산스 Head Bold</vt:lpstr>
      <vt:lpstr>현대하모니 B</vt:lpstr>
      <vt:lpstr>현대하모니 L</vt:lpstr>
      <vt:lpstr>현대하모니 M</vt:lpstr>
      <vt:lpstr>Arial</vt:lpstr>
      <vt:lpstr>Calibri</vt:lpstr>
      <vt:lpstr>Wingdings</vt:lpstr>
      <vt:lpstr>테마1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김송현( KIM SONG HYEON ) 전원구동반도체팀</dc:creator>
  <cp:lastModifiedBy>오 해찬</cp:lastModifiedBy>
  <cp:revision>7</cp:revision>
  <dcterms:created xsi:type="dcterms:W3CDTF">2025-10-17T01:59:33Z</dcterms:created>
  <dcterms:modified xsi:type="dcterms:W3CDTF">2026-10-23T01:33:03Z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0x010100FDBF66C731B6F34ABEFE5E14910FE0A4</vt:lpwstr>
  </property>
  <property fmtid="{D5CDD505-2E9C-101B-9397-08002B2CF9AE}" pid="3" name="ClassificationContentMarkingFooterLocations">
    <vt:lpwstr>테마1:6</vt:lpwstr>
  </property>
  <property fmtid="{D5CDD505-2E9C-101B-9397-08002B2CF9AE}" pid="4" name="ClassificationContentMarkingFooterText">
    <vt:lpwstr>이태헌( LEE TAE HEON ) 전원구동반도체팀 / 1634503@mobis.com / 본 문서는 현대모비스의 대외비 정보자산이므로 무단 전재 및 복제할 수 없으며, 위반 시 당사 사규 및 관련 법규에 의해 제재될 수 있습니다. </vt:lpwstr>
  </property>
  <property fmtid="{D5CDD505-2E9C-101B-9397-08002B2CF9AE}" pid="5" name="ClassificationWatermarkLocations">
    <vt:lpwstr>테마1:7</vt:lpwstr>
  </property>
  <property fmtid="{D5CDD505-2E9C-101B-9397-08002B2CF9AE}" pid="6" name="ClassificationWatermarkText">
    <vt:lpwstr>Hyundai Mobis Restricted</vt:lpwstr>
  </property>
  <property fmtid="{D5CDD505-2E9C-101B-9397-08002B2CF9AE}" pid="7" name="MediaServiceImageTags">
    <vt:lpwstr/>
  </property>
</Properties>
</file>