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omments/modernComment_57C_CD8B407C.xml" ContentType="application/vnd.ms-powerpoint.comments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5"/>
  </p:notesMasterIdLst>
  <p:sldIdLst>
    <p:sldId id="256" r:id="rId5"/>
    <p:sldId id="1417" r:id="rId6"/>
    <p:sldId id="1419" r:id="rId7"/>
    <p:sldId id="1414" r:id="rId8"/>
    <p:sldId id="1338" r:id="rId9"/>
    <p:sldId id="1344" r:id="rId10"/>
    <p:sldId id="1339" r:id="rId11"/>
    <p:sldId id="1348" r:id="rId12"/>
    <p:sldId id="1341" r:id="rId13"/>
    <p:sldId id="1315" r:id="rId14"/>
    <p:sldId id="1316" r:id="rId15"/>
    <p:sldId id="1317" r:id="rId16"/>
    <p:sldId id="1412" r:id="rId17"/>
    <p:sldId id="1413" r:id="rId18"/>
    <p:sldId id="1342" r:id="rId19"/>
    <p:sldId id="1320" r:id="rId20"/>
    <p:sldId id="1321" r:id="rId21"/>
    <p:sldId id="1324" r:id="rId22"/>
    <p:sldId id="1325" r:id="rId23"/>
    <p:sldId id="1326" r:id="rId24"/>
    <p:sldId id="1327" r:id="rId25"/>
    <p:sldId id="1353" r:id="rId26"/>
    <p:sldId id="1329" r:id="rId27"/>
    <p:sldId id="1331" r:id="rId28"/>
    <p:sldId id="1333" r:id="rId29"/>
    <p:sldId id="1335" r:id="rId30"/>
    <p:sldId id="1337" r:id="rId31"/>
    <p:sldId id="1356" r:id="rId32"/>
    <p:sldId id="1359" r:id="rId33"/>
    <p:sldId id="1363" r:id="rId34"/>
    <p:sldId id="1378" r:id="rId35"/>
    <p:sldId id="1379" r:id="rId36"/>
    <p:sldId id="1381" r:id="rId37"/>
    <p:sldId id="1382" r:id="rId38"/>
    <p:sldId id="1384" r:id="rId39"/>
    <p:sldId id="1386" r:id="rId40"/>
    <p:sldId id="1387" r:id="rId41"/>
    <p:sldId id="1389" r:id="rId42"/>
    <p:sldId id="1391" r:id="rId43"/>
    <p:sldId id="1415" r:id="rId44"/>
    <p:sldId id="1393" r:id="rId45"/>
    <p:sldId id="1394" r:id="rId46"/>
    <p:sldId id="1399" r:id="rId47"/>
    <p:sldId id="1416" r:id="rId48"/>
    <p:sldId id="1405" r:id="rId49"/>
    <p:sldId id="1407" r:id="rId50"/>
    <p:sldId id="1409" r:id="rId51"/>
    <p:sldId id="1410" r:id="rId52"/>
    <p:sldId id="1404" r:id="rId53"/>
    <p:sldId id="1411" r:id="rId54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631D0-FACC-48E0-8FC3-F83BD683A128}" v="22" dt="2026-10-26T02:16:34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7380" autoAdjust="0"/>
  </p:normalViewPr>
  <p:slideViewPr>
    <p:cSldViewPr snapToGrid="0">
      <p:cViewPr varScale="1">
        <p:scale>
          <a:sx n="103" d="100"/>
          <a:sy n="103" d="100"/>
        </p:scale>
        <p:origin x="1560" y="96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26T02:28:26.368" v="3391" actId="20577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9T07:39:20.492" v="2875"/>
        <pc:sldMkLst>
          <pc:docMk/>
          <pc:sldMk cId="2258534085" sldId="1317"/>
        </pc:sldMkLst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3:19:08.253" v="3131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20T03:19:08.253" v="3131" actId="20577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2:40.391" v="2283" actId="20577"/>
        <pc:sldMkLst>
          <pc:docMk/>
          <pc:sldMk cId="904726841" sldId="1326"/>
        </pc:sldMkLst>
        <pc:graphicFrameChg chg="mod modGraphic">
          <ac:chgData name="오 해찬" userId="398a30bc-41aa-4aec-9589-2644447f841d" providerId="ADAL" clId="{40A53A70-5976-42A4-AD5E-E44140CA36DF}" dt="2026-10-15T08:22:40.391" v="2283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4:31:46" v="3149" actId="20577"/>
        <pc:sldMkLst>
          <pc:docMk/>
          <pc:sldMk cId="1939284389" sldId="1356"/>
        </pc:sldMkLst>
        <pc:graphicFrameChg chg="mod modGraphic">
          <ac:chgData name="오 해찬" userId="398a30bc-41aa-4aec-9589-2644447f841d" providerId="ADAL" clId="{40A53A70-5976-42A4-AD5E-E44140CA36DF}" dt="2026-10-20T04:31:46" v="3149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4:10.606" v="2287"/>
        <pc:sldMkLst>
          <pc:docMk/>
          <pc:sldMk cId="2087048040" sldId="1359"/>
        </pc:sldMkLst>
        <pc:graphicFrameChg chg="mod modGraphic">
          <ac:chgData name="오 해찬" userId="398a30bc-41aa-4aec-9589-2644447f841d" providerId="ADAL" clId="{40A53A70-5976-42A4-AD5E-E44140CA36DF}" dt="2026-10-15T08:24:10.606" v="228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2T08:26:40.673" v="3181" actId="20577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22T08:26:34.216" v="3177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2T08:26:40.673" v="3181" actId="20577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3T04:58:31.535" v="3258" actId="113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23T01:23:50.649" v="3189" actId="11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4:58:31.535" v="3258" actId="113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3T04:59:56.219" v="3262" actId="20577"/>
        <pc:sldMkLst>
          <pc:docMk/>
          <pc:sldMk cId="2387218696" sldId="1382"/>
        </pc:sldMkLst>
        <pc:graphicFrameChg chg="mod modGraphic">
          <ac:chgData name="오 해찬" userId="398a30bc-41aa-4aec-9589-2644447f841d" providerId="ADAL" clId="{40A53A70-5976-42A4-AD5E-E44140CA36DF}" dt="2026-10-23T04:59:56.219" v="3262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3T05:00:22.923" v="3265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23T01:29:34.736" v="3210" actId="11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5:00:22.923" v="3265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23T05:00:42.008" v="3271"/>
        <pc:sldMkLst>
          <pc:docMk/>
          <pc:sldMk cId="2901489861" sldId="1386"/>
        </pc:sldMkLst>
        <pc:graphicFrameChg chg="mod modGraphic">
          <ac:chgData name="오 해찬" userId="398a30bc-41aa-4aec-9589-2644447f841d" providerId="ADAL" clId="{40A53A70-5976-42A4-AD5E-E44140CA36DF}" dt="2026-10-23T05:00:42.008" v="3271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23T07:37:53.665" v="3300" actId="113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23T01:31:47.702" v="3237" actId="11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23T07:37:53.665" v="3300" actId="113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3T07:39:45.534" v="3314" actId="113"/>
        <pc:sldMkLst>
          <pc:docMk/>
          <pc:sldMk cId="2168838001" sldId="1389"/>
        </pc:sldMkLst>
        <pc:graphicFrameChg chg="mod modGraphic">
          <ac:chgData name="오 해찬" userId="398a30bc-41aa-4aec-9589-2644447f841d" providerId="ADAL" clId="{40A53A70-5976-42A4-AD5E-E44140CA36DF}" dt="2026-10-23T07:39:45.534" v="3314" actId="113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26T02:28:26.368" v="3391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26T02:28:26.368" v="3391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6T01:52:47.061" v="2485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6T01:52:47.061" v="2485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52.526" v="2786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16T01:52:40.213" v="248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52.526" v="278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46.320" v="2785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16T01:52:58.828" v="2487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46.320" v="2785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10-26T02:16:36.197" v="3389" actId="6549"/>
        <pc:sldMkLst>
          <pc:docMk/>
          <pc:sldMk cId="1676192216" sldId="1417"/>
        </pc:sldMkLst>
        <pc:spChg chg="mod">
          <ac:chgData name="오 해찬" userId="398a30bc-41aa-4aec-9589-2644447f841d" providerId="ADAL" clId="{40A53A70-5976-42A4-AD5E-E44140CA36DF}" dt="2026-10-19T05:29:26.021" v="2770" actId="1035"/>
          <ac:spMkLst>
            <pc:docMk/>
            <pc:sldMk cId="1676192216" sldId="1417"/>
            <ac:spMk id="7" creationId="{0C950522-043F-3404-32E1-060D2A620CF6}"/>
          </ac:spMkLst>
        </pc:spChg>
        <pc:graphicFrameChg chg="add del mod modGraphic">
          <ac:chgData name="오 해찬" userId="398a30bc-41aa-4aec-9589-2644447f841d" providerId="ADAL" clId="{40A53A70-5976-42A4-AD5E-E44140CA36DF}" dt="2026-10-26T02:16:36.197" v="3389" actId="6549"/>
          <ac:graphicFrameMkLst>
            <pc:docMk/>
            <pc:sldMk cId="1676192216" sldId="1417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10-19T05:29:26.021" v="2770" actId="1035"/>
          <ac:graphicFrameMkLst>
            <pc:docMk/>
            <pc:sldMk cId="1676192216" sldId="1417"/>
            <ac:graphicFrameMk id="9" creationId="{6DC06829-9C83-9A79-215B-98CAB7729CB1}"/>
          </ac:graphicFrameMkLst>
        </pc:graphicFrameChg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9227172"/>
              </p:ext>
            </p:extLst>
          </p:nvPr>
        </p:nvGraphicFramePr>
        <p:xfrm>
          <a:off x="279773" y="1057435"/>
          <a:ext cx="9236383" cy="2182368"/>
        </p:xfrm>
        <a:graphic>
          <a:graphicData uri="http://schemas.openxmlformats.org/drawingml/2006/table">
            <a:tbl>
              <a:tblPr/>
              <a:tblGrid>
                <a:gridCol w="155719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22523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389547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78011">
                  <a:extLst>
                    <a:ext uri="{9D8B030D-6E8A-4147-A177-3AD203B41FA5}">
                      <a16:colId xmlns:a16="http://schemas.microsoft.com/office/drawing/2014/main" val="4213123432"/>
                    </a:ext>
                  </a:extLst>
                </a:gridCol>
                <a:gridCol w="83160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389541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79148">
                  <a:extLst>
                    <a:ext uri="{9D8B030D-6E8A-4147-A177-3AD203B41FA5}">
                      <a16:colId xmlns:a16="http://schemas.microsoft.com/office/drawing/2014/main" val="3235162536"/>
                    </a:ext>
                  </a:extLst>
                </a:gridCol>
                <a:gridCol w="831221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215981"/>
              </p:ext>
            </p:extLst>
          </p:nvPr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19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668487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2(MEAS) −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9457127"/>
              </p:ext>
            </p:extLst>
          </p:nvPr>
        </p:nvGraphicFramePr>
        <p:xfrm>
          <a:off x="279773" y="962185"/>
          <a:ext cx="9208258" cy="3764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455015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0x090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0xDCD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3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719276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>
                          <a:ea typeface="현대하모니 L" panose="02020603020101020101"/>
                        </a:rPr>
                      </a:br>
                      <a:r>
                        <a:rPr lang="en-US" altLang="ko-KR" sz="80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872518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’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0448253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10628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1469381"/>
              </p:ext>
            </p:extLst>
          </p:nvPr>
        </p:nvGraphicFramePr>
        <p:xfrm>
          <a:off x="279773" y="3744593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2602396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56369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7160338"/>
              </p:ext>
            </p:extLst>
          </p:nvPr>
        </p:nvGraphicFramePr>
        <p:xfrm>
          <a:off x="279773" y="3744592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0380484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046414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6051339"/>
              </p:ext>
            </p:extLst>
          </p:nvPr>
        </p:nvGraphicFramePr>
        <p:xfrm>
          <a:off x="279773" y="3744592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04142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3795430"/>
              </p:ext>
            </p:extLst>
          </p:nvPr>
        </p:nvGraphicFramePr>
        <p:xfrm>
          <a:off x="279773" y="962185"/>
          <a:ext cx="9208258" cy="26670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</a:t>
                      </a:r>
                      <a:r>
                        <a:rPr lang="en-US" altLang="ko-KR" sz="800" b="1"/>
                        <a:t>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O1 pin sweep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0.45V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0.05V.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687085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3218159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912763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727687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728706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4423</TotalTime>
  <Words>10982</Words>
  <Application>Microsoft Office PowerPoint</Application>
  <PresentationFormat>A4 용지(210x297mm)</PresentationFormat>
  <Paragraphs>1534</Paragraphs>
  <Slides>50</Slides>
  <Notes>50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1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이 준영</cp:lastModifiedBy>
  <cp:revision>7</cp:revision>
  <dcterms:created xsi:type="dcterms:W3CDTF">2025-10-17T01:59:33Z</dcterms:created>
  <dcterms:modified xsi:type="dcterms:W3CDTF">2026-10-28T04:43:50Z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