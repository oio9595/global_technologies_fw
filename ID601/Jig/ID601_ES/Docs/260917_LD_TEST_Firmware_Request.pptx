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31" r:id="rId4"/>
  </p:sldMasterIdLst>
  <p:notesMasterIdLst>
    <p:notesMasterId r:id="rId15"/>
  </p:notesMasterIdLst>
  <p:handoutMasterIdLst>
    <p:handoutMasterId r:id="rId16"/>
  </p:handoutMasterIdLst>
  <p:sldIdLst>
    <p:sldId id="320" r:id="rId5"/>
    <p:sldId id="2076137677" r:id="rId6"/>
    <p:sldId id="2076137678" r:id="rId7"/>
    <p:sldId id="2076137679" r:id="rId8"/>
    <p:sldId id="2076137682" r:id="rId9"/>
    <p:sldId id="2076137680" r:id="rId10"/>
    <p:sldId id="2076137685" r:id="rId11"/>
    <p:sldId id="2076137681" r:id="rId12"/>
    <p:sldId id="2076137683" r:id="rId13"/>
    <p:sldId id="2076137684" r:id="rId1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orient="horz" pos="482" userDrawn="1">
          <p15:clr>
            <a:srgbClr val="A4A3A4"/>
          </p15:clr>
        </p15:guide>
        <p15:guide id="5" orient="horz" pos="1253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  <p15:guide id="8" orient="horz" pos="391" userDrawn="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81" userDrawn="1">
          <p15:clr>
            <a:srgbClr val="A4A3A4"/>
          </p15:clr>
        </p15:guide>
        <p15:guide id="14" orient="horz" pos="5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" initials="1" lastIdx="1" clrIdx="0">
    <p:extLst>
      <p:ext uri="{19B8F6BF-5375-455C-9EA6-DF929625EA0E}">
        <p15:presenceInfo xmlns:p15="http://schemas.microsoft.com/office/powerpoint/2012/main" userId="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D6001C"/>
    <a:srgbClr val="005CC7"/>
    <a:srgbClr val="797979"/>
    <a:srgbClr val="B5B5B5"/>
    <a:srgbClr val="000000"/>
    <a:srgbClr val="D9D9D9"/>
    <a:srgbClr val="CC0000"/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7648F0-FC15-4CEE-92CA-C77EE03CF9BE}" v="177" dt="2026-09-21T00:51:31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81"/>
        <p:guide orient="horz" pos="55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문( LEE Seungmoon ) 전원구동반도체팀" userId="14ae0227-06c0-40e5-aff1-1ad4a95243ce" providerId="ADAL" clId="{7D2B8D81-D9B4-478F-A6E4-83ABDF4A0185}"/>
    <pc:docChg chg="undo redo custSel addSld delSld modSld">
      <pc:chgData name="이승문( LEE Seungmoon ) 전원구동반도체팀" userId="14ae0227-06c0-40e5-aff1-1ad4a95243ce" providerId="ADAL" clId="{7D2B8D81-D9B4-478F-A6E4-83ABDF4A0185}" dt="2026-09-18T04:09:08.897" v="9200" actId="20577"/>
      <pc:docMkLst>
        <pc:docMk/>
      </pc:docMkLst>
      <pc:sldChg chg="addSp delSp modSp mod">
        <pc:chgData name="이승문( LEE Seungmoon ) 전원구동반도체팀" userId="14ae0227-06c0-40e5-aff1-1ad4a95243ce" providerId="ADAL" clId="{7D2B8D81-D9B4-478F-A6E4-83ABDF4A0185}" dt="2026-09-18T00:37:55.192" v="8302" actId="20577"/>
        <pc:sldMkLst>
          <pc:docMk/>
          <pc:sldMk cId="2188201646" sldId="320"/>
        </pc:sldMkLst>
        <pc:spChg chg="mod">
          <ac:chgData name="이승문( LEE Seungmoon ) 전원구동반도체팀" userId="14ae0227-06c0-40e5-aff1-1ad4a95243ce" providerId="ADAL" clId="{7D2B8D81-D9B4-478F-A6E4-83ABDF4A0185}" dt="2026-09-18T00:37:55.192" v="8302" actId="20577"/>
          <ac:spMkLst>
            <pc:docMk/>
            <pc:sldMk cId="2188201646" sldId="320"/>
            <ac:spMk id="4" creationId="{8B23F666-6A80-916A-501E-B8965BB2E9AA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6:54.513" v="7" actId="20577"/>
          <ac:spMkLst>
            <pc:docMk/>
            <pc:sldMk cId="2188201646" sldId="320"/>
            <ac:spMk id="5" creationId="{93BF2738-42FD-9D68-A092-8385C068784B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7:19.028" v="88" actId="20577"/>
          <ac:spMkLst>
            <pc:docMk/>
            <pc:sldMk cId="2188201646" sldId="320"/>
            <ac:spMk id="16" creationId="{0C6BD3EE-6EBF-3196-3A11-97FA335A03B9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7:16.270" v="82" actId="20577"/>
          <ac:spMkLst>
            <pc:docMk/>
            <pc:sldMk cId="2188201646" sldId="320"/>
            <ac:spMk id="18" creationId="{63F96163-871D-E61A-0587-037AA254B6A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6:44.517" v="2" actId="167"/>
          <ac:spMkLst>
            <pc:docMk/>
            <pc:sldMk cId="2188201646" sldId="320"/>
            <ac:spMk id="32" creationId="{78683CC9-7BF3-F229-239D-74B0070FE346}"/>
          </ac:spMkLst>
        </pc:spChg>
      </pc:sldChg>
      <pc:sldChg chg="modSp new mod">
        <pc:chgData name="이승문( LEE Seungmoon ) 전원구동반도체팀" userId="14ae0227-06c0-40e5-aff1-1ad4a95243ce" providerId="ADAL" clId="{7D2B8D81-D9B4-478F-A6E4-83ABDF4A0185}" dt="2026-09-18T00:34:14.799" v="8284" actId="2710"/>
        <pc:sldMkLst>
          <pc:docMk/>
          <pc:sldMk cId="2402888150" sldId="2076137677"/>
        </pc:sldMkLst>
        <pc:spChg chg="mod">
          <ac:chgData name="이승문( LEE Seungmoon ) 전원구동반도체팀" userId="14ae0227-06c0-40e5-aff1-1ad4a95243ce" providerId="ADAL" clId="{7D2B8D81-D9B4-478F-A6E4-83ABDF4A0185}" dt="2026-09-17T05:57:38.728" v="98" actId="20577"/>
          <ac:spMkLst>
            <pc:docMk/>
            <pc:sldMk cId="2402888150" sldId="2076137677"/>
            <ac:spMk id="2" creationId="{7AB28977-E789-3271-EC04-250808B4CBE4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4:14.799" v="8284" actId="2710"/>
          <ac:spMkLst>
            <pc:docMk/>
            <pc:sldMk cId="2402888150" sldId="2076137677"/>
            <ac:spMk id="3" creationId="{B6B6F6EF-284F-DE34-8223-25D07A7F2F4B}"/>
          </ac:spMkLst>
        </pc:spChg>
      </pc:sldChg>
      <pc:sldChg chg="addSp delSp modSp new mod">
        <pc:chgData name="이승문( LEE Seungmoon ) 전원구동반도체팀" userId="14ae0227-06c0-40e5-aff1-1ad4a95243ce" providerId="ADAL" clId="{7D2B8D81-D9B4-478F-A6E4-83ABDF4A0185}" dt="2026-09-17T07:36:45.290" v="3530" actId="20577"/>
        <pc:sldMkLst>
          <pc:docMk/>
          <pc:sldMk cId="778996706" sldId="2076137678"/>
        </pc:sldMkLst>
        <pc:spChg chg="mod">
          <ac:chgData name="이승문( LEE Seungmoon ) 전원구동반도체팀" userId="14ae0227-06c0-40e5-aff1-1ad4a95243ce" providerId="ADAL" clId="{7D2B8D81-D9B4-478F-A6E4-83ABDF4A0185}" dt="2026-09-17T06:09:38.435" v="589"/>
          <ac:spMkLst>
            <pc:docMk/>
            <pc:sldMk cId="778996706" sldId="2076137678"/>
            <ac:spMk id="3" creationId="{B873F070-4F34-E761-F347-D706AC139445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36:45.290" v="3530" actId="20577"/>
          <ac:spMkLst>
            <pc:docMk/>
            <pc:sldMk cId="778996706" sldId="2076137678"/>
            <ac:spMk id="4" creationId="{EBC07E40-6BD4-E3FD-D376-9771954A0FE3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3" v="1132" actId="27636"/>
          <ac:spMkLst>
            <pc:docMk/>
            <pc:sldMk cId="778996706" sldId="2076137678"/>
            <ac:spMk id="10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0:01.389" v="1082" actId="2711"/>
          <ac:spMkLst>
            <pc:docMk/>
            <pc:sldMk cId="778996706" sldId="2076137678"/>
            <ac:spMk id="10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27" v="891" actId="26606"/>
          <ac:spMkLst>
            <pc:docMk/>
            <pc:sldMk cId="778996706" sldId="2076137678"/>
            <ac:spMk id="10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0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47" v="894" actId="27636"/>
          <ac:spMkLst>
            <pc:docMk/>
            <pc:sldMk cId="778996706" sldId="2076137678"/>
            <ac:spMk id="10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47" v="896" actId="27636"/>
          <ac:spMkLst>
            <pc:docMk/>
            <pc:sldMk cId="778996706" sldId="2076137678"/>
            <ac:spMk id="10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1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2" v="1138" actId="27636"/>
          <ac:spMkLst>
            <pc:docMk/>
            <pc:sldMk cId="778996706" sldId="2076137678"/>
            <ac:spMk id="11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6" v="1140" actId="27636"/>
          <ac:spMkLst>
            <pc:docMk/>
            <pc:sldMk cId="778996706" sldId="2076137678"/>
            <ac:spMk id="11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3" v="1144" actId="27636"/>
          <ac:spMkLst>
            <pc:docMk/>
            <pc:sldMk cId="778996706" sldId="2076137678"/>
            <ac:spMk id="113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80" v="1142" actId="27636"/>
          <ac:spMkLst>
            <pc:docMk/>
            <pc:sldMk cId="778996706" sldId="2076137678"/>
            <ac:spMk id="11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4" v="1139" actId="27636"/>
          <ac:spMkLst>
            <pc:docMk/>
            <pc:sldMk cId="778996706" sldId="2076137678"/>
            <ac:spMk id="11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2" v="1130" actId="27636"/>
          <ac:spMkLst>
            <pc:docMk/>
            <pc:sldMk cId="778996706" sldId="2076137678"/>
            <ac:spMk id="1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9" v="1128" actId="27636"/>
          <ac:spMkLst>
            <pc:docMk/>
            <pc:sldMk cId="778996706" sldId="2076137678"/>
            <ac:spMk id="11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6" v="1135" actId="27636"/>
          <ac:spMkLst>
            <pc:docMk/>
            <pc:sldMk cId="778996706" sldId="2076137678"/>
            <ac:spMk id="118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84" v="1145" actId="27636"/>
          <ac:spMkLst>
            <pc:docMk/>
            <pc:sldMk cId="778996706" sldId="2076137678"/>
            <ac:spMk id="11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0" v="1129" actId="27636"/>
          <ac:spMkLst>
            <pc:docMk/>
            <pc:sldMk cId="778996706" sldId="2076137678"/>
            <ac:spMk id="12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4" v="1133" actId="27636"/>
          <ac:spMkLst>
            <pc:docMk/>
            <pc:sldMk cId="778996706" sldId="2076137678"/>
            <ac:spMk id="12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9" v="1136" actId="27636"/>
          <ac:spMkLst>
            <pc:docMk/>
            <pc:sldMk cId="778996706" sldId="2076137678"/>
            <ac:spMk id="12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1" v="1137" actId="27636"/>
          <ac:spMkLst>
            <pc:docMk/>
            <pc:sldMk cId="778996706" sldId="2076137678"/>
            <ac:spMk id="12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7" v="1127" actId="27636"/>
          <ac:spMkLst>
            <pc:docMk/>
            <pc:sldMk cId="778996706" sldId="2076137678"/>
            <ac:spMk id="12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8" v="1141" actId="27636"/>
          <ac:spMkLst>
            <pc:docMk/>
            <pc:sldMk cId="778996706" sldId="2076137678"/>
            <ac:spMk id="12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2" v="1143" actId="27636"/>
          <ac:spMkLst>
            <pc:docMk/>
            <pc:sldMk cId="778996706" sldId="2076137678"/>
            <ac:spMk id="12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6" v="1146" actId="27636"/>
          <ac:spMkLst>
            <pc:docMk/>
            <pc:sldMk cId="778996706" sldId="2076137678"/>
            <ac:spMk id="12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9" v="1147" actId="27636"/>
          <ac:spMkLst>
            <pc:docMk/>
            <pc:sldMk cId="778996706" sldId="2076137678"/>
            <ac:spMk id="12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4" v="1099" actId="27636"/>
          <ac:spMkLst>
            <pc:docMk/>
            <pc:sldMk cId="778996706" sldId="2076137678"/>
            <ac:spMk id="12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6" v="1100" actId="27636"/>
          <ac:spMkLst>
            <pc:docMk/>
            <pc:sldMk cId="778996706" sldId="2076137678"/>
            <ac:spMk id="13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0" v="1096" actId="27636"/>
          <ac:spMkLst>
            <pc:docMk/>
            <pc:sldMk cId="778996706" sldId="2076137678"/>
            <ac:spMk id="13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6" v="1094" actId="27636"/>
          <ac:spMkLst>
            <pc:docMk/>
            <pc:sldMk cId="778996706" sldId="2076137678"/>
            <ac:spMk id="13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1" v="1091" actId="27636"/>
          <ac:spMkLst>
            <pc:docMk/>
            <pc:sldMk cId="778996706" sldId="2076137678"/>
            <ac:spMk id="13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8" v="1095" actId="27636"/>
          <ac:spMkLst>
            <pc:docMk/>
            <pc:sldMk cId="778996706" sldId="2076137678"/>
            <ac:spMk id="13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5" v="1134" actId="27636"/>
          <ac:spMkLst>
            <pc:docMk/>
            <pc:sldMk cId="778996706" sldId="2076137678"/>
            <ac:spMk id="13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99" v="1090" actId="27636"/>
          <ac:spMkLst>
            <pc:docMk/>
            <pc:sldMk cId="778996706" sldId="2076137678"/>
            <ac:spMk id="13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8" v="1109" actId="27636"/>
          <ac:spMkLst>
            <pc:docMk/>
            <pc:sldMk cId="778996706" sldId="2076137678"/>
            <ac:spMk id="13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3" v="1092" actId="27636"/>
          <ac:spMkLst>
            <pc:docMk/>
            <pc:sldMk cId="778996706" sldId="2076137678"/>
            <ac:spMk id="13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6" v="1107" actId="27636"/>
          <ac:spMkLst>
            <pc:docMk/>
            <pc:sldMk cId="778996706" sldId="2076137678"/>
            <ac:spMk id="13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3" v="1098" actId="27636"/>
          <ac:spMkLst>
            <pc:docMk/>
            <pc:sldMk cId="778996706" sldId="2076137678"/>
            <ac:spMk id="14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3" v="1112" actId="27636"/>
          <ac:spMkLst>
            <pc:docMk/>
            <pc:sldMk cId="778996706" sldId="2076137678"/>
            <ac:spMk id="14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0" v="1102" actId="27636"/>
          <ac:spMkLst>
            <pc:docMk/>
            <pc:sldMk cId="778996706" sldId="2076137678"/>
            <ac:spMk id="142" creationId="{00000000-0000-0000-0000-000000000000}"/>
          </ac:spMkLst>
        </pc:spChg>
        <pc:spChg chg="ad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5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70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04" v="1093" actId="27636"/>
          <ac:spMkLst>
            <pc:docMk/>
            <pc:sldMk cId="778996706" sldId="2076137678"/>
            <ac:spMk id="17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68" v="915" actId="27636"/>
          <ac:spMkLst>
            <pc:docMk/>
            <pc:sldMk cId="778996706" sldId="2076137678"/>
            <ac:spMk id="17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71" v="916" actId="27636"/>
          <ac:spMkLst>
            <pc:docMk/>
            <pc:sldMk cId="778996706" sldId="2076137678"/>
            <ac:spMk id="17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7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0" v="1116" actId="27636"/>
          <ac:spMkLst>
            <pc:docMk/>
            <pc:sldMk cId="778996706" sldId="2076137678"/>
            <ac:spMk id="17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1" v="1117" actId="27636"/>
          <ac:spMkLst>
            <pc:docMk/>
            <pc:sldMk cId="778996706" sldId="2076137678"/>
            <ac:spMk id="17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0" v="1123" actId="27636"/>
          <ac:spMkLst>
            <pc:docMk/>
            <pc:sldMk cId="778996706" sldId="2076137678"/>
            <ac:spMk id="17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9" v="1122" actId="27636"/>
          <ac:spMkLst>
            <pc:docMk/>
            <pc:sldMk cId="778996706" sldId="2076137678"/>
            <ac:spMk id="17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7" v="1121" actId="27636"/>
          <ac:spMkLst>
            <pc:docMk/>
            <pc:sldMk cId="778996706" sldId="2076137678"/>
            <ac:spMk id="18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0" v="1110" actId="27636"/>
          <ac:spMkLst>
            <pc:docMk/>
            <pc:sldMk cId="778996706" sldId="2076137678"/>
            <ac:spMk id="18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2" v="1104" actId="27636"/>
          <ac:spMkLst>
            <pc:docMk/>
            <pc:sldMk cId="778996706" sldId="2076137678"/>
            <ac:spMk id="18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9" v="1115" actId="27636"/>
          <ac:spMkLst>
            <pc:docMk/>
            <pc:sldMk cId="778996706" sldId="2076137678"/>
            <ac:spMk id="18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7" v="1108" actId="27636"/>
          <ac:spMkLst>
            <pc:docMk/>
            <pc:sldMk cId="778996706" sldId="2076137678"/>
            <ac:spMk id="18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2" v="1124" actId="27636"/>
          <ac:spMkLst>
            <pc:docMk/>
            <pc:sldMk cId="778996706" sldId="2076137678"/>
            <ac:spMk id="18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2" v="1105" actId="27636"/>
          <ac:spMkLst>
            <pc:docMk/>
            <pc:sldMk cId="778996706" sldId="2076137678"/>
            <ac:spMk id="186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31" v="1111" actId="27636"/>
          <ac:spMkLst>
            <pc:docMk/>
            <pc:sldMk cId="778996706" sldId="2076137678"/>
            <ac:spMk id="18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4" v="1119" actId="27636"/>
          <ac:spMkLst>
            <pc:docMk/>
            <pc:sldMk cId="778996706" sldId="2076137678"/>
            <ac:spMk id="188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43" v="1118" actId="27636"/>
          <ac:spMkLst>
            <pc:docMk/>
            <pc:sldMk cId="778996706" sldId="2076137678"/>
            <ac:spMk id="18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3" v="1106" actId="27636"/>
          <ac:spMkLst>
            <pc:docMk/>
            <pc:sldMk cId="778996706" sldId="2076137678"/>
            <ac:spMk id="190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55" v="1125" actId="27636"/>
          <ac:spMkLst>
            <pc:docMk/>
            <pc:sldMk cId="778996706" sldId="2076137678"/>
            <ac:spMk id="19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1" v="1097" actId="27636"/>
          <ac:spMkLst>
            <pc:docMk/>
            <pc:sldMk cId="778996706" sldId="2076137678"/>
            <ac:spMk id="19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6" v="1126" actId="27636"/>
          <ac:spMkLst>
            <pc:docMk/>
            <pc:sldMk cId="778996706" sldId="2076137678"/>
            <ac:spMk id="19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8" v="1101" actId="27636"/>
          <ac:spMkLst>
            <pc:docMk/>
            <pc:sldMk cId="778996706" sldId="2076137678"/>
            <ac:spMk id="19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7" v="1114" actId="27636"/>
          <ac:spMkLst>
            <pc:docMk/>
            <pc:sldMk cId="778996706" sldId="2076137678"/>
            <ac:spMk id="19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1" v="1103" actId="27636"/>
          <ac:spMkLst>
            <pc:docMk/>
            <pc:sldMk cId="778996706" sldId="2076137678"/>
            <ac:spMk id="19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6" v="1120" actId="27636"/>
          <ac:spMkLst>
            <pc:docMk/>
            <pc:sldMk cId="778996706" sldId="2076137678"/>
            <ac:spMk id="19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2" v="1131" actId="27636"/>
          <ac:spMkLst>
            <pc:docMk/>
            <pc:sldMk cId="778996706" sldId="2076137678"/>
            <ac:spMk id="19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5" v="1113" actId="27636"/>
          <ac:spMkLst>
            <pc:docMk/>
            <pc:sldMk cId="778996706" sldId="2076137678"/>
            <ac:spMk id="199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205" creationId="{00000000-0000-0000-0000-000000000000}"/>
          </ac:spMkLst>
        </pc:spChg>
      </pc:sldChg>
      <pc:sldChg chg="addSp delSp modSp add mod">
        <pc:chgData name="이승문( LEE Seungmoon ) 전원구동반도체팀" userId="14ae0227-06c0-40e5-aff1-1ad4a95243ce" providerId="ADAL" clId="{7D2B8D81-D9B4-478F-A6E4-83ABDF4A0185}" dt="2026-09-17T08:49:36.086" v="6889" actId="20577"/>
        <pc:sldMkLst>
          <pc:docMk/>
          <pc:sldMk cId="916129508" sldId="2076137679"/>
        </pc:sldMkLst>
        <pc:spChg chg="mod">
          <ac:chgData name="이승문( LEE Seungmoon ) 전원구동반도체팀" userId="14ae0227-06c0-40e5-aff1-1ad4a95243ce" providerId="ADAL" clId="{7D2B8D81-D9B4-478F-A6E4-83ABDF4A0185}" dt="2026-09-17T06:35:01.454" v="1152"/>
          <ac:spMkLst>
            <pc:docMk/>
            <pc:sldMk cId="916129508" sldId="2076137679"/>
            <ac:spMk id="3" creationId="{2FF85129-7161-49B8-19A4-F6EB9187784F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49:36.086" v="6889" actId="20577"/>
          <ac:spMkLst>
            <pc:docMk/>
            <pc:sldMk cId="916129508" sldId="2076137679"/>
            <ac:spMk id="4" creationId="{3D3A12AF-C3C1-C2B7-1E0A-575C43115B27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69" actId="27636"/>
          <ac:spMkLst>
            <pc:docMk/>
            <pc:sldMk cId="916129508" sldId="2076137679"/>
            <ac:spMk id="10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3:05.534" v="2127" actId="2711"/>
          <ac:spMkLst>
            <pc:docMk/>
            <pc:sldMk cId="916129508" sldId="2076137679"/>
            <ac:spMk id="101" creationId="{00000000-0000-0000-0000-000000000000}"/>
          </ac:spMkLst>
        </pc:spChg>
        <pc:spChg chg="add del">
          <ac:chgData name="이승문( LEE Seungmoon ) 전원구동반도체팀" userId="14ae0227-06c0-40e5-aff1-1ad4a95243ce" providerId="ADAL" clId="{7D2B8D81-D9B4-478F-A6E4-83ABDF4A0185}" dt="2026-09-17T06:57:34.050" v="1534" actId="26606"/>
          <ac:spMkLst>
            <pc:docMk/>
            <pc:sldMk cId="916129508" sldId="2076137679"/>
            <ac:spMk id="10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6:35.400" v="2647" actId="20577"/>
          <ac:spMkLst>
            <pc:docMk/>
            <pc:sldMk cId="916129508" sldId="2076137679"/>
            <ac:spMk id="104" creationId="{00000000-0000-0000-0000-000000000000}"/>
          </ac:spMkLst>
        </pc:spChg>
        <pc:spChg chg="del">
          <ac:chgData name="이승문( LEE Seungmoon ) 전원구동반도체팀" userId="14ae0227-06c0-40e5-aff1-1ad4a95243ce" providerId="ADAL" clId="{7D2B8D81-D9B4-478F-A6E4-83ABDF4A0185}" dt="2026-09-17T06:58:58.097" v="1578" actId="478"/>
          <ac:spMkLst>
            <pc:docMk/>
            <pc:sldMk cId="916129508" sldId="2076137679"/>
            <ac:spMk id="105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41" v="2063" actId="27636"/>
          <ac:spMkLst>
            <pc:docMk/>
            <pc:sldMk cId="916129508" sldId="2076137679"/>
            <ac:spMk id="107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08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09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1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11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12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13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14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05:31.280" v="1816" actId="478"/>
          <ac:spMkLst>
            <pc:docMk/>
            <pc:sldMk cId="916129508" sldId="2076137679"/>
            <ac:spMk id="115" creationId="{00000000-0000-0000-0000-000000000000}"/>
          </ac:spMkLst>
        </pc:spChg>
        <pc:spChg chg="del">
          <ac:chgData name="이승문( LEE Seungmoon ) 전원구동반도체팀" userId="14ae0227-06c0-40e5-aff1-1ad4a95243ce" providerId="ADAL" clId="{7D2B8D81-D9B4-478F-A6E4-83ABDF4A0185}" dt="2026-09-17T06:58:58.097" v="1578" actId="478"/>
          <ac:spMkLst>
            <pc:docMk/>
            <pc:sldMk cId="916129508" sldId="2076137679"/>
            <ac:spMk id="1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2:51.495" v="1775" actId="27636"/>
          <ac:spMkLst>
            <pc:docMk/>
            <pc:sldMk cId="916129508" sldId="2076137679"/>
            <ac:spMk id="11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0:19.033" v="2022" actId="26606"/>
          <ac:spMkLst>
            <pc:docMk/>
            <pc:sldMk cId="916129508" sldId="2076137679"/>
            <ac:spMk id="11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53" v="1624" actId="27636"/>
          <ac:spMkLst>
            <pc:docMk/>
            <pc:sldMk cId="916129508" sldId="2076137679"/>
            <ac:spMk id="12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503" v="1653" actId="27636"/>
          <ac:spMkLst>
            <pc:docMk/>
            <pc:sldMk cId="916129508" sldId="2076137679"/>
            <ac:spMk id="12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37" v="1609" actId="27636"/>
          <ac:spMkLst>
            <pc:docMk/>
            <pc:sldMk cId="916129508" sldId="2076137679"/>
            <ac:spMk id="12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501" v="1645" actId="27636"/>
          <ac:spMkLst>
            <pc:docMk/>
            <pc:sldMk cId="916129508" sldId="2076137679"/>
            <ac:spMk id="12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37" v="1615" actId="27636"/>
          <ac:spMkLst>
            <pc:docMk/>
            <pc:sldMk cId="916129508" sldId="2076137679"/>
            <ac:spMk id="12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05" v="1587" actId="27636"/>
          <ac:spMkLst>
            <pc:docMk/>
            <pc:sldMk cId="916129508" sldId="2076137679"/>
            <ac:spMk id="126" creationId="{00000000-0000-0000-0000-000000000000}"/>
          </ac:spMkLst>
        </pc:spChg>
        <pc:spChg chg="del">
          <ac:chgData name="이승문( LEE Seungmoon ) 전원구동반도체팀" userId="14ae0227-06c0-40e5-aff1-1ad4a95243ce" providerId="ADAL" clId="{7D2B8D81-D9B4-478F-A6E4-83ABDF4A0185}" dt="2026-09-17T06:58:58.097" v="1578" actId="478"/>
          <ac:spMkLst>
            <pc:docMk/>
            <pc:sldMk cId="916129508" sldId="2076137679"/>
            <ac:spMk id="12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2:55.525" v="1780" actId="27636"/>
          <ac:spMkLst>
            <pc:docMk/>
            <pc:sldMk cId="916129508" sldId="2076137679"/>
            <ac:spMk id="12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37" v="1607" actId="27636"/>
          <ac:spMkLst>
            <pc:docMk/>
            <pc:sldMk cId="916129508" sldId="2076137679"/>
            <ac:spMk id="13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23.848" v="1655" actId="1076"/>
          <ac:spMkLst>
            <pc:docMk/>
            <pc:sldMk cId="916129508" sldId="2076137679"/>
            <ac:spMk id="131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7:08:46.643" v="1819" actId="26606"/>
          <ac:spMkLst>
            <pc:docMk/>
            <pc:sldMk cId="916129508" sldId="2076137679"/>
            <ac:spMk id="13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3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22" v="1604" actId="27636"/>
          <ac:spMkLst>
            <pc:docMk/>
            <pc:sldMk cId="916129508" sldId="2076137679"/>
            <ac:spMk id="13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68" v="1629" actId="27636"/>
          <ac:spMkLst>
            <pc:docMk/>
            <pc:sldMk cId="916129508" sldId="2076137679"/>
            <ac:spMk id="135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3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11" v="1872" actId="27636"/>
          <ac:spMkLst>
            <pc:docMk/>
            <pc:sldMk cId="916129508" sldId="2076137679"/>
            <ac:spMk id="137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9:18.340" v="1944" actId="478"/>
          <ac:spMkLst>
            <pc:docMk/>
            <pc:sldMk cId="916129508" sldId="2076137679"/>
            <ac:spMk id="13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60" v="1904" actId="27636"/>
          <ac:spMkLst>
            <pc:docMk/>
            <pc:sldMk cId="916129508" sldId="2076137679"/>
            <ac:spMk id="139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663" v="1831" actId="27636"/>
          <ac:spMkLst>
            <pc:docMk/>
            <pc:sldMk cId="916129508" sldId="2076137679"/>
            <ac:spMk id="14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56" v="1901" actId="27636"/>
          <ac:spMkLst>
            <pc:docMk/>
            <pc:sldMk cId="916129508" sldId="2076137679"/>
            <ac:spMk id="141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4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22" v="1600" actId="27636"/>
          <ac:spMkLst>
            <pc:docMk/>
            <pc:sldMk cId="916129508" sldId="2076137679"/>
            <ac:spMk id="14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84" v="1637" actId="27636"/>
          <ac:spMkLst>
            <pc:docMk/>
            <pc:sldMk cId="916129508" sldId="2076137679"/>
            <ac:spMk id="145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6:59:25.789" v="1656" actId="478"/>
          <ac:spMkLst>
            <pc:docMk/>
            <pc:sldMk cId="916129508" sldId="2076137679"/>
            <ac:spMk id="14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84" v="1640" actId="27636"/>
          <ac:spMkLst>
            <pc:docMk/>
            <pc:sldMk cId="916129508" sldId="2076137679"/>
            <ac:spMk id="14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01" v="1584" actId="27636"/>
          <ac:spMkLst>
            <pc:docMk/>
            <pc:sldMk cId="916129508" sldId="2076137679"/>
            <ac:spMk id="14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503" v="1647" actId="27636"/>
          <ac:spMkLst>
            <pc:docMk/>
            <pc:sldMk cId="916129508" sldId="2076137679"/>
            <ac:spMk id="14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37" v="1608" actId="27636"/>
          <ac:spMkLst>
            <pc:docMk/>
            <pc:sldMk cId="916129508" sldId="2076137679"/>
            <ac:spMk id="150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22:41.324" v="2057" actId="26606"/>
          <ac:spMkLst>
            <pc:docMk/>
            <pc:sldMk cId="916129508" sldId="2076137679"/>
            <ac:spMk id="151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24" v="2057" actId="26606"/>
          <ac:spMkLst>
            <pc:docMk/>
            <pc:sldMk cId="916129508" sldId="2076137679"/>
            <ac:spMk id="15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79" actId="27636"/>
          <ac:spMkLst>
            <pc:docMk/>
            <pc:sldMk cId="916129508" sldId="2076137679"/>
            <ac:spMk id="153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7:22:41.371" v="2084" actId="27636"/>
          <ac:spMkLst>
            <pc:docMk/>
            <pc:sldMk cId="916129508" sldId="2076137679"/>
            <ac:spMk id="15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83" actId="27636"/>
          <ac:spMkLst>
            <pc:docMk/>
            <pc:sldMk cId="916129508" sldId="2076137679"/>
            <ac:spMk id="155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71" v="2087" actId="27636"/>
          <ac:spMkLst>
            <pc:docMk/>
            <pc:sldMk cId="916129508" sldId="2076137679"/>
            <ac:spMk id="15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82" actId="27636"/>
          <ac:spMkLst>
            <pc:docMk/>
            <pc:sldMk cId="916129508" sldId="2076137679"/>
            <ac:spMk id="157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22:41.356" v="2080" actId="27636"/>
          <ac:spMkLst>
            <pc:docMk/>
            <pc:sldMk cId="916129508" sldId="2076137679"/>
            <ac:spMk id="15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62" actId="27636"/>
          <ac:spMkLst>
            <pc:docMk/>
            <pc:sldMk cId="916129508" sldId="2076137679"/>
            <ac:spMk id="15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78" actId="27636"/>
          <ac:spMkLst>
            <pc:docMk/>
            <pc:sldMk cId="916129508" sldId="2076137679"/>
            <ac:spMk id="160" creationId="{00000000-0000-0000-0000-000000000000}"/>
          </ac:spMkLst>
        </pc:spChg>
        <pc:spChg chg="mod replId">
          <ac:chgData name="이승문( LEE Seungmoon ) 전원구동반도체팀" userId="14ae0227-06c0-40e5-aff1-1ad4a95243ce" providerId="ADAL" clId="{7D2B8D81-D9B4-478F-A6E4-83ABDF4A0185}" dt="2026-09-17T07:22:41.371" v="2085" actId="27636"/>
          <ac:spMkLst>
            <pc:docMk/>
            <pc:sldMk cId="916129508" sldId="2076137679"/>
            <ac:spMk id="16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60" actId="27636"/>
          <ac:spMkLst>
            <pc:docMk/>
            <pc:sldMk cId="916129508" sldId="2076137679"/>
            <ac:spMk id="162" creationId="{00000000-0000-0000-0000-000000000000}"/>
          </ac:spMkLst>
        </pc:spChg>
        <pc:spChg chg="del">
          <ac:chgData name="이승문( LEE Seungmoon ) 전원구동반도체팀" userId="14ae0227-06c0-40e5-aff1-1ad4a95243ce" providerId="ADAL" clId="{7D2B8D81-D9B4-478F-A6E4-83ABDF4A0185}" dt="2026-09-17T06:58:58.097" v="1578" actId="478"/>
          <ac:spMkLst>
            <pc:docMk/>
            <pc:sldMk cId="916129508" sldId="2076137679"/>
            <ac:spMk id="16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15:36.690" v="1952" actId="26606"/>
          <ac:spMkLst>
            <pc:docMk/>
            <pc:sldMk cId="916129508" sldId="2076137679"/>
            <ac:spMk id="16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501" v="1646" actId="27636"/>
          <ac:spMkLst>
            <pc:docMk/>
            <pc:sldMk cId="916129508" sldId="2076137679"/>
            <ac:spMk id="16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31.432" v="1657" actId="1076"/>
          <ac:spMkLst>
            <pc:docMk/>
            <pc:sldMk cId="916129508" sldId="2076137679"/>
            <ac:spMk id="167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6:59:25.789" v="1656" actId="478"/>
          <ac:spMkLst>
            <pc:docMk/>
            <pc:sldMk cId="916129508" sldId="2076137679"/>
            <ac:spMk id="16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37" v="1611" actId="27636"/>
          <ac:spMkLst>
            <pc:docMk/>
            <pc:sldMk cId="916129508" sldId="2076137679"/>
            <ac:spMk id="169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6:59:08.437" v="1612" actId="27636"/>
          <ac:spMkLst>
            <pc:docMk/>
            <pc:sldMk cId="916129508" sldId="2076137679"/>
            <ac:spMk id="17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9:18.340" v="1944" actId="478"/>
          <ac:spMkLst>
            <pc:docMk/>
            <pc:sldMk cId="916129508" sldId="2076137679"/>
            <ac:spMk id="17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74" v="1920" actId="27636"/>
          <ac:spMkLst>
            <pc:docMk/>
            <pc:sldMk cId="916129508" sldId="2076137679"/>
            <ac:spMk id="17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56" v="1902" actId="27636"/>
          <ac:spMkLst>
            <pc:docMk/>
            <pc:sldMk cId="916129508" sldId="2076137679"/>
            <ac:spMk id="173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08:46.766" v="1912" actId="27636"/>
          <ac:spMkLst>
            <pc:docMk/>
            <pc:sldMk cId="916129508" sldId="2076137679"/>
            <ac:spMk id="17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61" v="1906" actId="27636"/>
          <ac:spMkLst>
            <pc:docMk/>
            <pc:sldMk cId="916129508" sldId="2076137679"/>
            <ac:spMk id="17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74" v="1917" actId="27636"/>
          <ac:spMkLst>
            <pc:docMk/>
            <pc:sldMk cId="916129508" sldId="2076137679"/>
            <ac:spMk id="17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7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74" v="1844" actId="27636"/>
          <ac:spMkLst>
            <pc:docMk/>
            <pc:sldMk cId="916129508" sldId="2076137679"/>
            <ac:spMk id="178" creationId="{00000000-0000-0000-0000-000000000000}"/>
          </ac:spMkLst>
        </pc:spChg>
        <pc:spChg chg="add del mod replId">
          <ac:chgData name="이승문( LEE Seungmoon ) 전원구동반도체팀" userId="14ae0227-06c0-40e5-aff1-1ad4a95243ce" providerId="ADAL" clId="{7D2B8D81-D9B4-478F-A6E4-83ABDF4A0185}" dt="2026-09-17T07:08:46.674" v="1838" actId="27636"/>
          <ac:spMkLst>
            <pc:docMk/>
            <pc:sldMk cId="916129508" sldId="2076137679"/>
            <ac:spMk id="17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74" v="1841" actId="27636"/>
          <ac:spMkLst>
            <pc:docMk/>
            <pc:sldMk cId="916129508" sldId="2076137679"/>
            <ac:spMk id="18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8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74" v="1842" actId="27636"/>
          <ac:spMkLst>
            <pc:docMk/>
            <pc:sldMk cId="916129508" sldId="2076137679"/>
            <ac:spMk id="18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83" v="1845" actId="27636"/>
          <ac:spMkLst>
            <pc:docMk/>
            <pc:sldMk cId="916129508" sldId="2076137679"/>
            <ac:spMk id="18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63" v="1834" actId="27636"/>
          <ac:spMkLst>
            <pc:docMk/>
            <pc:sldMk cId="916129508" sldId="2076137679"/>
            <ac:spMk id="18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74" v="1837" actId="27636"/>
          <ac:spMkLst>
            <pc:docMk/>
            <pc:sldMk cId="916129508" sldId="2076137679"/>
            <ac:spMk id="185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8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91" v="1860" actId="27636"/>
          <ac:spMkLst>
            <pc:docMk/>
            <pc:sldMk cId="916129508" sldId="2076137679"/>
            <ac:spMk id="187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691" v="1857" actId="27636"/>
          <ac:spMkLst>
            <pc:docMk/>
            <pc:sldMk cId="916129508" sldId="2076137679"/>
            <ac:spMk id="188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683" v="1850" actId="27636"/>
          <ac:spMkLst>
            <pc:docMk/>
            <pc:sldMk cId="916129508" sldId="2076137679"/>
            <ac:spMk id="18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91" v="1856" actId="27636"/>
          <ac:spMkLst>
            <pc:docMk/>
            <pc:sldMk cId="916129508" sldId="2076137679"/>
            <ac:spMk id="19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9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192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56" v="2076" actId="27636"/>
          <ac:spMkLst>
            <pc:docMk/>
            <pc:sldMk cId="916129508" sldId="2076137679"/>
            <ac:spMk id="19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70" actId="27636"/>
          <ac:spMkLst>
            <pc:docMk/>
            <pc:sldMk cId="916129508" sldId="2076137679"/>
            <ac:spMk id="19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64" actId="27636"/>
          <ac:spMkLst>
            <pc:docMk/>
            <pc:sldMk cId="916129508" sldId="2076137679"/>
            <ac:spMk id="195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55" v="2068" actId="27636"/>
          <ac:spMkLst>
            <pc:docMk/>
            <pc:sldMk cId="916129508" sldId="2076137679"/>
            <ac:spMk id="196" creationId="{00000000-0000-0000-0000-000000000000}"/>
          </ac:spMkLst>
        </pc:spChg>
        <pc:spChg chg="mod replId">
          <ac:chgData name="이승문( LEE Seungmoon ) 전원구동반도체팀" userId="14ae0227-06c0-40e5-aff1-1ad4a95243ce" providerId="ADAL" clId="{7D2B8D81-D9B4-478F-A6E4-83ABDF4A0185}" dt="2026-09-17T07:22:41.356" v="2074" actId="27636"/>
          <ac:spMkLst>
            <pc:docMk/>
            <pc:sldMk cId="916129508" sldId="2076137679"/>
            <ac:spMk id="19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66" actId="27636"/>
          <ac:spMkLst>
            <pc:docMk/>
            <pc:sldMk cId="916129508" sldId="2076137679"/>
            <ac:spMk id="198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56" v="2081" actId="27636"/>
          <ac:spMkLst>
            <pc:docMk/>
            <pc:sldMk cId="916129508" sldId="2076137679"/>
            <ac:spMk id="19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71" v="2089" actId="27636"/>
          <ac:spMkLst>
            <pc:docMk/>
            <pc:sldMk cId="916129508" sldId="2076137679"/>
            <ac:spMk id="20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77" actId="27636"/>
          <ac:spMkLst>
            <pc:docMk/>
            <pc:sldMk cId="916129508" sldId="2076137679"/>
            <ac:spMk id="20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71" v="2090" actId="27636"/>
          <ac:spMkLst>
            <pc:docMk/>
            <pc:sldMk cId="916129508" sldId="2076137679"/>
            <ac:spMk id="20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67" actId="27636"/>
          <ac:spMkLst>
            <pc:docMk/>
            <pc:sldMk cId="916129508" sldId="2076137679"/>
            <ac:spMk id="20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46" v="1895" actId="27636"/>
          <ac:spMkLst>
            <pc:docMk/>
            <pc:sldMk cId="916129508" sldId="2076137679"/>
            <ac:spMk id="20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88" v="1931" actId="27636"/>
          <ac:spMkLst>
            <pc:docMk/>
            <pc:sldMk cId="916129508" sldId="2076137679"/>
            <ac:spMk id="20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39" v="1887" actId="27636"/>
          <ac:spMkLst>
            <pc:docMk/>
            <pc:sldMk cId="916129508" sldId="2076137679"/>
            <ac:spMk id="206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9:18.340" v="1944" actId="478"/>
          <ac:spMkLst>
            <pc:docMk/>
            <pc:sldMk cId="916129508" sldId="2076137679"/>
            <ac:spMk id="20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63" v="1826" actId="27636"/>
          <ac:spMkLst>
            <pc:docMk/>
            <pc:sldMk cId="916129508" sldId="2076137679"/>
            <ac:spMk id="208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20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21" v="1455" actId="27636"/>
          <ac:spMkLst>
            <pc:docMk/>
            <pc:sldMk cId="916129508" sldId="2076137679"/>
            <ac:spMk id="21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6:58:58.097" v="1578" actId="478"/>
          <ac:spMkLst>
            <pc:docMk/>
            <pc:sldMk cId="916129508" sldId="2076137679"/>
            <ac:spMk id="21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31.432" v="1657" actId="1076"/>
          <ac:spMkLst>
            <pc:docMk/>
            <pc:sldMk cId="916129508" sldId="2076137679"/>
            <ac:spMk id="212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1:26.604" v="1714" actId="478"/>
          <ac:spMkLst>
            <pc:docMk/>
            <pc:sldMk cId="916129508" sldId="2076137679"/>
            <ac:spMk id="21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05" v="1443" actId="27636"/>
          <ac:spMkLst>
            <pc:docMk/>
            <pc:sldMk cId="916129508" sldId="2076137679"/>
            <ac:spMk id="214" creationId="{00000000-0000-0000-0000-000000000000}"/>
          </ac:spMkLst>
        </pc:spChg>
        <pc:spChg chg="mod replId">
          <ac:chgData name="이승문( LEE Seungmoon ) 전원구동반도체팀" userId="14ae0227-06c0-40e5-aff1-1ad4a95243ce" providerId="ADAL" clId="{7D2B8D81-D9B4-478F-A6E4-83ABDF4A0185}" dt="2026-09-17T06:57:03.638" v="1438" actId="26606"/>
          <ac:spMkLst>
            <pc:docMk/>
            <pc:sldMk cId="916129508" sldId="2076137679"/>
            <ac:spMk id="21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0:33.925" v="1369" actId="27636"/>
          <ac:spMkLst>
            <pc:docMk/>
            <pc:sldMk cId="916129508" sldId="2076137679"/>
            <ac:spMk id="2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0:33.940" v="1375" actId="27636"/>
          <ac:spMkLst>
            <pc:docMk/>
            <pc:sldMk cId="916129508" sldId="2076137679"/>
            <ac:spMk id="217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26:46.447" v="2650" actId="1076"/>
          <ac:spMkLst>
            <pc:docMk/>
            <pc:sldMk cId="916129508" sldId="2076137679"/>
            <ac:spMk id="21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0:33.946" v="1377" actId="27636"/>
          <ac:spMkLst>
            <pc:docMk/>
            <pc:sldMk cId="916129508" sldId="2076137679"/>
            <ac:spMk id="21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0:33.948" v="1379" actId="27636"/>
          <ac:spMkLst>
            <pc:docMk/>
            <pc:sldMk cId="916129508" sldId="2076137679"/>
            <ac:spMk id="22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9:18.340" v="1944" actId="478"/>
          <ac:spMkLst>
            <pc:docMk/>
            <pc:sldMk cId="916129508" sldId="2076137679"/>
            <ac:spMk id="221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781" v="1923" actId="27636"/>
          <ac:spMkLst>
            <pc:docMk/>
            <pc:sldMk cId="916129508" sldId="2076137679"/>
            <ac:spMk id="22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94" v="1937" actId="27636"/>
          <ac:spMkLst>
            <pc:docMk/>
            <pc:sldMk cId="916129508" sldId="2076137679"/>
            <ac:spMk id="22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94" v="1935" actId="27636"/>
          <ac:spMkLst>
            <pc:docMk/>
            <pc:sldMk cId="916129508" sldId="2076137679"/>
            <ac:spMk id="22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88" v="1932" actId="27636"/>
          <ac:spMkLst>
            <pc:docMk/>
            <pc:sldMk cId="916129508" sldId="2076137679"/>
            <ac:spMk id="22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63" v="1827" actId="27636"/>
          <ac:spMkLst>
            <pc:docMk/>
            <pc:sldMk cId="916129508" sldId="2076137679"/>
            <ac:spMk id="22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68" v="1631" actId="27636"/>
          <ac:spMkLst>
            <pc:docMk/>
            <pc:sldMk cId="916129508" sldId="2076137679"/>
            <ac:spMk id="22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84" v="1641" actId="27636"/>
          <ac:spMkLst>
            <pc:docMk/>
            <pc:sldMk cId="916129508" sldId="2076137679"/>
            <ac:spMk id="22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84" v="1643" actId="27636"/>
          <ac:spMkLst>
            <pc:docMk/>
            <pc:sldMk cId="916129508" sldId="2076137679"/>
            <ac:spMk id="22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401" v="1586" actId="27636"/>
          <ac:spMkLst>
            <pc:docMk/>
            <pc:sldMk cId="916129508" sldId="2076137679"/>
            <ac:spMk id="23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392" v="1582" actId="27636"/>
          <ac:spMkLst>
            <pc:docMk/>
            <pc:sldMk cId="916129508" sldId="2076137679"/>
            <ac:spMk id="23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9:08.503" v="1650" actId="27636"/>
          <ac:spMkLst>
            <pc:docMk/>
            <pc:sldMk cId="916129508" sldId="2076137679"/>
            <ac:spMk id="232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15:36.717" v="1961" actId="27636"/>
          <ac:spMkLst>
            <pc:docMk/>
            <pc:sldMk cId="916129508" sldId="2076137679"/>
            <ac:spMk id="234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15:36.730" v="1967" actId="27636"/>
          <ac:spMkLst>
            <pc:docMk/>
            <pc:sldMk cId="916129508" sldId="2076137679"/>
            <ac:spMk id="23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59" actId="27636"/>
          <ac:spMkLst>
            <pc:docMk/>
            <pc:sldMk cId="916129508" sldId="2076137679"/>
            <ac:spMk id="236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41" v="2061" actId="27636"/>
          <ac:spMkLst>
            <pc:docMk/>
            <pc:sldMk cId="916129508" sldId="2076137679"/>
            <ac:spMk id="237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56" v="2072" actId="27636"/>
          <ac:spMkLst>
            <pc:docMk/>
            <pc:sldMk cId="916129508" sldId="2076137679"/>
            <ac:spMk id="238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56" v="2071" actId="27636"/>
          <ac:spMkLst>
            <pc:docMk/>
            <pc:sldMk cId="916129508" sldId="2076137679"/>
            <ac:spMk id="23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41" v="2058" actId="27636"/>
          <ac:spMkLst>
            <pc:docMk/>
            <pc:sldMk cId="916129508" sldId="2076137679"/>
            <ac:spMk id="24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41" v="2065" actId="27636"/>
          <ac:spMkLst>
            <pc:docMk/>
            <pc:sldMk cId="916129508" sldId="2076137679"/>
            <ac:spMk id="24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56" v="2073" actId="27636"/>
          <ac:spMkLst>
            <pc:docMk/>
            <pc:sldMk cId="916129508" sldId="2076137679"/>
            <ac:spMk id="242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56" v="2075" actId="27636"/>
          <ac:spMkLst>
            <pc:docMk/>
            <pc:sldMk cId="916129508" sldId="2076137679"/>
            <ac:spMk id="243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71" v="2086" actId="27636"/>
          <ac:spMkLst>
            <pc:docMk/>
            <pc:sldMk cId="916129508" sldId="2076137679"/>
            <ac:spMk id="24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71" v="2088" actId="27636"/>
          <ac:spMkLst>
            <pc:docMk/>
            <pc:sldMk cId="916129508" sldId="2076137679"/>
            <ac:spMk id="245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658" v="1823" actId="27636"/>
          <ac:spMkLst>
            <pc:docMk/>
            <pc:sldMk cId="916129508" sldId="2076137679"/>
            <ac:spMk id="246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746" v="1894" actId="27636"/>
          <ac:spMkLst>
            <pc:docMk/>
            <pc:sldMk cId="916129508" sldId="2076137679"/>
            <ac:spMk id="24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94" v="1939" actId="27636"/>
          <ac:spMkLst>
            <pc:docMk/>
            <pc:sldMk cId="916129508" sldId="2076137679"/>
            <ac:spMk id="24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04" v="1866" actId="27636"/>
          <ac:spMkLst>
            <pc:docMk/>
            <pc:sldMk cId="916129508" sldId="2076137679"/>
            <ac:spMk id="249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766" v="1909" actId="27636"/>
          <ac:spMkLst>
            <pc:docMk/>
            <pc:sldMk cId="916129508" sldId="2076137679"/>
            <ac:spMk id="250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22:41.324" v="2057" actId="26606"/>
          <ac:spMkLst>
            <pc:docMk/>
            <pc:sldMk cId="916129508" sldId="2076137679"/>
            <ac:spMk id="25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24" v="2057" actId="26606"/>
          <ac:spMkLst>
            <pc:docMk/>
            <pc:sldMk cId="916129508" sldId="2076137679"/>
            <ac:spMk id="25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11" v="1873" actId="27636"/>
          <ac:spMkLst>
            <pc:docMk/>
            <pc:sldMk cId="916129508" sldId="2076137679"/>
            <ac:spMk id="25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22:41.324" v="2057" actId="26606"/>
          <ac:spMkLst>
            <pc:docMk/>
            <pc:sldMk cId="916129508" sldId="2076137679"/>
            <ac:spMk id="25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18" v="1877" actId="27636"/>
          <ac:spMkLst>
            <pc:docMk/>
            <pc:sldMk cId="916129508" sldId="2076137679"/>
            <ac:spMk id="25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39" v="1888" actId="27636"/>
          <ac:spMkLst>
            <pc:docMk/>
            <pc:sldMk cId="916129508" sldId="2076137679"/>
            <ac:spMk id="25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18" v="1876" actId="27636"/>
          <ac:spMkLst>
            <pc:docMk/>
            <pc:sldMk cId="916129508" sldId="2076137679"/>
            <ac:spMk id="25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691" v="1858" actId="27636"/>
          <ac:spMkLst>
            <pc:docMk/>
            <pc:sldMk cId="916129508" sldId="2076137679"/>
            <ac:spMk id="25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18" v="1874" actId="27636"/>
          <ac:spMkLst>
            <pc:docMk/>
            <pc:sldMk cId="916129508" sldId="2076137679"/>
            <ac:spMk id="259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08:46.674" v="1840" actId="27636"/>
          <ac:spMkLst>
            <pc:docMk/>
            <pc:sldMk cId="916129508" sldId="2076137679"/>
            <ac:spMk id="26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52" v="1898" actId="27636"/>
          <ac:spMkLst>
            <pc:docMk/>
            <pc:sldMk cId="916129508" sldId="2076137679"/>
            <ac:spMk id="26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9:32.469" v="1945" actId="1076"/>
          <ac:spMkLst>
            <pc:docMk/>
            <pc:sldMk cId="916129508" sldId="2076137679"/>
            <ac:spMk id="26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05" v="1451" actId="27636"/>
          <ac:spMkLst>
            <pc:docMk/>
            <pc:sldMk cId="916129508" sldId="2076137679"/>
            <ac:spMk id="26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05" v="1453" actId="27636"/>
          <ac:spMkLst>
            <pc:docMk/>
            <pc:sldMk cId="916129508" sldId="2076137679"/>
            <ac:spMk id="26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05" v="1449" actId="27636"/>
          <ac:spMkLst>
            <pc:docMk/>
            <pc:sldMk cId="916129508" sldId="2076137679"/>
            <ac:spMk id="26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05" v="1447" actId="27636"/>
          <ac:spMkLst>
            <pc:docMk/>
            <pc:sldMk cId="916129508" sldId="2076137679"/>
            <ac:spMk id="26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57:03.905" v="1452" actId="27636"/>
          <ac:spMkLst>
            <pc:docMk/>
            <pc:sldMk cId="916129508" sldId="2076137679"/>
            <ac:spMk id="26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32" v="1883" actId="27636"/>
          <ac:spMkLst>
            <pc:docMk/>
            <pc:sldMk cId="916129508" sldId="2076137679"/>
            <ac:spMk id="27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30:59.220" v="6476" actId="1076"/>
          <ac:spMkLst>
            <pc:docMk/>
            <pc:sldMk cId="916129508" sldId="2076137679"/>
            <ac:spMk id="3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84" v="1926" actId="27636"/>
          <ac:spMkLst>
            <pc:docMk/>
            <pc:sldMk cId="916129508" sldId="2076137679"/>
            <ac:spMk id="317" creationId="{00000000-0000-0000-0000-000000000000}"/>
          </ac:spMkLst>
        </pc:spChg>
        <pc:spChg chg="del mod">
          <ac:chgData name="이승문( LEE Seungmoon ) 전원구동반도체팀" userId="14ae0227-06c0-40e5-aff1-1ad4a95243ce" providerId="ADAL" clId="{7D2B8D81-D9B4-478F-A6E4-83ABDF4A0185}" dt="2026-09-17T07:16:00.852" v="1988" actId="478"/>
          <ac:spMkLst>
            <pc:docMk/>
            <pc:sldMk cId="916129508" sldId="2076137679"/>
            <ac:spMk id="31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94" v="1936" actId="27636"/>
          <ac:spMkLst>
            <pc:docMk/>
            <pc:sldMk cId="916129508" sldId="2076137679"/>
            <ac:spMk id="324" creationId="{00000000-0000-0000-0000-000000000000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7T07:08:46.663" v="1825" actId="27636"/>
          <ac:spMkLst>
            <pc:docMk/>
            <pc:sldMk cId="916129508" sldId="2076137679"/>
            <ac:spMk id="32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94" v="1933" actId="27636"/>
          <ac:spMkLst>
            <pc:docMk/>
            <pc:sldMk cId="916129508" sldId="2076137679"/>
            <ac:spMk id="32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08:46.788" v="1929" actId="27636"/>
          <ac:spMkLst>
            <pc:docMk/>
            <pc:sldMk cId="916129508" sldId="2076137679"/>
            <ac:spMk id="328" creationId="{00000000-0000-0000-0000-000000000000}"/>
          </ac:spMkLst>
        </pc:spChg>
        <pc:cxnChg chg="mod">
          <ac:chgData name="이승문( LEE Seungmoon ) 전원구동반도체팀" userId="14ae0227-06c0-40e5-aff1-1ad4a95243ce" providerId="ADAL" clId="{7D2B8D81-D9B4-478F-A6E4-83ABDF4A0185}" dt="2026-09-17T07:09:32.469" v="1945" actId="1076"/>
          <ac:cxnSpMkLst>
            <pc:docMk/>
            <pc:sldMk cId="916129508" sldId="2076137679"/>
            <ac:cxnSpMk id="298" creationId="{00000000-0000-0000-0000-000000000000}"/>
          </ac:cxnSpMkLst>
        </pc:cxnChg>
        <pc:cxnChg chg="del">
          <ac:chgData name="이승문( LEE Seungmoon ) 전원구동반도체팀" userId="14ae0227-06c0-40e5-aff1-1ad4a95243ce" providerId="ADAL" clId="{7D2B8D81-D9B4-478F-A6E4-83ABDF4A0185}" dt="2026-09-17T07:15:59.602" v="1987" actId="478"/>
          <ac:cxnSpMkLst>
            <pc:docMk/>
            <pc:sldMk cId="916129508" sldId="2076137679"/>
            <ac:cxnSpMk id="319" creationId="{00000000-0000-0000-0000-000000000000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7T08:31:33.770" v="6596" actId="692"/>
          <ac:cxnSpMkLst>
            <pc:docMk/>
            <pc:sldMk cId="916129508" sldId="2076137679"/>
            <ac:cxnSpMk id="923" creationId="{2525480A-CFBC-7981-0790-A65B755001FB}"/>
          </ac:cxnSpMkLst>
        </pc:cxnChg>
      </pc:sldChg>
      <pc:sldChg chg="addSp delSp modSp add mod">
        <pc:chgData name="이승문( LEE Seungmoon ) 전원구동반도체팀" userId="14ae0227-06c0-40e5-aff1-1ad4a95243ce" providerId="ADAL" clId="{7D2B8D81-D9B4-478F-A6E4-83ABDF4A0185}" dt="2026-09-18T04:08:26.972" v="9178" actId="20577"/>
        <pc:sldMkLst>
          <pc:docMk/>
          <pc:sldMk cId="176515945" sldId="2076137680"/>
        </pc:sldMkLst>
        <pc:spChg chg="mod">
          <ac:chgData name="이승문( LEE Seungmoon ) 전원구동반도체팀" userId="14ae0227-06c0-40e5-aff1-1ad4a95243ce" providerId="ADAL" clId="{7D2B8D81-D9B4-478F-A6E4-83ABDF4A0185}" dt="2026-09-17T07:28:35.332" v="2774"/>
          <ac:spMkLst>
            <pc:docMk/>
            <pc:sldMk cId="176515945" sldId="2076137680"/>
            <ac:spMk id="3" creationId="{2EB3A85C-7F96-35F5-797E-A1DBF29DA8B8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1:33.664" v="8152" actId="1076"/>
          <ac:spMkLst>
            <pc:docMk/>
            <pc:sldMk cId="176515945" sldId="2076137680"/>
            <ac:spMk id="9" creationId="{5A0EAFBB-C03F-3448-4388-A809B907F3D3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2:21.724" v="8216" actId="1076"/>
          <ac:spMkLst>
            <pc:docMk/>
            <pc:sldMk cId="176515945" sldId="2076137680"/>
            <ac:spMk id="11" creationId="{E7AE95C1-E8F4-EE33-45EF-A46C748F6012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2:15.789" v="8215" actId="20577"/>
          <ac:spMkLst>
            <pc:docMk/>
            <pc:sldMk cId="176515945" sldId="2076137680"/>
            <ac:spMk id="13" creationId="{45B95A34-C992-1FAB-5173-723B4DE6F523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3:02.889" v="8276" actId="20577"/>
          <ac:spMkLst>
            <pc:docMk/>
            <pc:sldMk cId="176515945" sldId="2076137680"/>
            <ac:spMk id="100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23:47:00.973" v="7025" actId="26606"/>
          <ac:spMkLst>
            <pc:docMk/>
            <pc:sldMk cId="176515945" sldId="2076137680"/>
            <ac:spMk id="10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29:54.614" v="8084"/>
          <ac:spMkLst>
            <pc:docMk/>
            <pc:sldMk cId="176515945" sldId="2076137680"/>
            <ac:spMk id="10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3:00.891" v="8273" actId="1076"/>
          <ac:spMkLst>
            <pc:docMk/>
            <pc:sldMk cId="176515945" sldId="2076137680"/>
            <ac:spMk id="10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3:00.891" v="8273" actId="1076"/>
          <ac:spMkLst>
            <pc:docMk/>
            <pc:sldMk cId="176515945" sldId="2076137680"/>
            <ac:spMk id="105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3:16.025" v="8283" actId="1076"/>
          <ac:spMkLst>
            <pc:docMk/>
            <pc:sldMk cId="176515945" sldId="2076137680"/>
            <ac:spMk id="10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4:08:26.972" v="9178" actId="20577"/>
          <ac:spMkLst>
            <pc:docMk/>
            <pc:sldMk cId="176515945" sldId="2076137680"/>
            <ac:spMk id="107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3:07.461" v="8282" actId="20577"/>
          <ac:spMkLst>
            <pc:docMk/>
            <pc:sldMk cId="176515945" sldId="2076137680"/>
            <ac:spMk id="10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37:55.863" v="6846" actId="1076"/>
          <ac:spMkLst>
            <pc:docMk/>
            <pc:sldMk cId="176515945" sldId="2076137680"/>
            <ac:spMk id="111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2:21.724" v="8216" actId="1076"/>
          <ac:spMkLst>
            <pc:docMk/>
            <pc:sldMk cId="176515945" sldId="2076137680"/>
            <ac:spMk id="112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2:21.724" v="8216" actId="1076"/>
          <ac:spMkLst>
            <pc:docMk/>
            <pc:sldMk cId="176515945" sldId="2076137680"/>
            <ac:spMk id="11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1:33.664" v="8152" actId="1076"/>
          <ac:spMkLst>
            <pc:docMk/>
            <pc:sldMk cId="176515945" sldId="2076137680"/>
            <ac:spMk id="11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1:33.664" v="8152" actId="1076"/>
          <ac:spMkLst>
            <pc:docMk/>
            <pc:sldMk cId="176515945" sldId="2076137680"/>
            <ac:spMk id="11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2:50.037" v="8272" actId="1076"/>
          <ac:spMkLst>
            <pc:docMk/>
            <pc:sldMk cId="176515945" sldId="2076137680"/>
            <ac:spMk id="1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2:50.037" v="8272" actId="1076"/>
          <ac:spMkLst>
            <pc:docMk/>
            <pc:sldMk cId="176515945" sldId="2076137680"/>
            <ac:spMk id="117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32:50.037" v="8272" actId="1076"/>
          <ac:spMkLst>
            <pc:docMk/>
            <pc:sldMk cId="176515945" sldId="2076137680"/>
            <ac:spMk id="11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0:32:50.037" v="8272" actId="1076"/>
          <ac:spMkLst>
            <pc:docMk/>
            <pc:sldMk cId="176515945" sldId="2076137680"/>
            <ac:spMk id="11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38:24.507" v="6873" actId="20577"/>
          <ac:spMkLst>
            <pc:docMk/>
            <pc:sldMk cId="176515945" sldId="2076137680"/>
            <ac:spMk id="121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23:47:00.973" v="7025" actId="26606"/>
          <ac:spMkLst>
            <pc:docMk/>
            <pc:sldMk cId="176515945" sldId="2076137680"/>
            <ac:spMk id="12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38:02.315" v="6847" actId="1076"/>
          <ac:spMkLst>
            <pc:docMk/>
            <pc:sldMk cId="176515945" sldId="2076137680"/>
            <ac:spMk id="124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23:48:14.466" v="7106" actId="20577"/>
          <ac:spMkLst>
            <pc:docMk/>
            <pc:sldMk cId="176515945" sldId="2076137680"/>
            <ac:spMk id="126" creationId="{00000000-0000-0000-0000-000000000000}"/>
          </ac:spMkLst>
        </pc:spChg>
      </pc:sldChg>
      <pc:sldChg chg="addSp delSp modSp add mod">
        <pc:chgData name="이승문( LEE Seungmoon ) 전원구동반도체팀" userId="14ae0227-06c0-40e5-aff1-1ad4a95243ce" providerId="ADAL" clId="{7D2B8D81-D9B4-478F-A6E4-83ABDF4A0185}" dt="2026-09-17T09:06:41.189" v="7020" actId="26606"/>
        <pc:sldMkLst>
          <pc:docMk/>
          <pc:sldMk cId="2263717903" sldId="2076137681"/>
        </pc:sldMkLst>
        <pc:spChg chg="mod">
          <ac:chgData name="이승문( LEE Seungmoon ) 전원구동반도체팀" userId="14ae0227-06c0-40e5-aff1-1ad4a95243ce" providerId="ADAL" clId="{7D2B8D81-D9B4-478F-A6E4-83ABDF4A0185}" dt="2026-09-17T08:52:38.469" v="6929" actId="20577"/>
          <ac:spMkLst>
            <pc:docMk/>
            <pc:sldMk cId="2263717903" sldId="2076137681"/>
            <ac:spMk id="3" creationId="{BD7AA33C-C635-8435-BBD3-DEB7E73A5637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51:56.221" v="6897" actId="1076"/>
          <ac:spMkLst>
            <pc:docMk/>
            <pc:sldMk cId="2263717903" sldId="2076137681"/>
            <ac:spMk id="4" creationId="{DBBF88E9-0422-08C3-DC06-91668E992196}"/>
          </ac:spMkLst>
        </pc:sp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2263717903" sldId="2076137681"/>
            <ac:graphicFrameMk id="13" creationId="{ED854962-C068-0D1C-3C4F-D3F5B9FA14E1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2263717903" sldId="2076137681"/>
            <ac:graphicFrameMk id="14" creationId="{42B3B2CA-588D-F643-17C8-1E24E03694D8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2263717903" sldId="2076137681"/>
            <ac:graphicFrameMk id="15" creationId="{8D8DD7D9-014C-07C2-8CF1-26CFF7FD6F49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2263717903" sldId="2076137681"/>
            <ac:graphicFrameMk id="16" creationId="{A0348B00-9290-44C7-DE04-7D4AE98EF5A4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2263717903" sldId="2076137681"/>
            <ac:graphicFrameMk id="17" creationId="{3B38AF04-9C67-B7BC-F88A-700792DB42CA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2263717903" sldId="2076137681"/>
            <ac:graphicFrameMk id="18" creationId="{34B60EFB-AB6E-62BF-6825-5074A268B72A}"/>
          </ac:graphicFrameMkLst>
        </pc:graphicFrameChg>
        <pc:picChg chg="add mod">
          <ac:chgData name="이승문( LEE Seungmoon ) 전원구동반도체팀" userId="14ae0227-06c0-40e5-aff1-1ad4a95243ce" providerId="ADAL" clId="{7D2B8D81-D9B4-478F-A6E4-83ABDF4A0185}" dt="2026-09-17T09:06:41.189" v="7020" actId="26606"/>
          <ac:picMkLst>
            <pc:docMk/>
            <pc:sldMk cId="2263717903" sldId="2076137681"/>
            <ac:picMk id="8" creationId="{4BE2E20A-8361-72A2-84AE-AABE9F1ECCE7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7T09:06:41.189" v="7020" actId="26606"/>
          <ac:picMkLst>
            <pc:docMk/>
            <pc:sldMk cId="2263717903" sldId="2076137681"/>
            <ac:picMk id="10" creationId="{23992978-37FE-A02D-33D1-C8DEEF9A9C60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7T09:06:41.189" v="7020" actId="26606"/>
          <ac:picMkLst>
            <pc:docMk/>
            <pc:sldMk cId="2263717903" sldId="2076137681"/>
            <ac:picMk id="12" creationId="{8C7028F9-9D46-44B8-ED0E-D3E05C14AC31}"/>
          </ac:picMkLst>
        </pc:picChg>
      </pc:sldChg>
      <pc:sldChg chg="addSp delSp modSp add mod">
        <pc:chgData name="이승문( LEE Seungmoon ) 전원구동반도체팀" userId="14ae0227-06c0-40e5-aff1-1ad4a95243ce" providerId="ADAL" clId="{7D2B8D81-D9B4-478F-A6E4-83ABDF4A0185}" dt="2026-09-18T04:07:51.243" v="9168" actId="20577"/>
        <pc:sldMkLst>
          <pc:docMk/>
          <pc:sldMk cId="1600194611" sldId="2076137682"/>
        </pc:sldMkLst>
        <pc:spChg chg="add mod">
          <ac:chgData name="이승문( LEE Seungmoon ) 전원구동반도체팀" userId="14ae0227-06c0-40e5-aff1-1ad4a95243ce" providerId="ADAL" clId="{7D2B8D81-D9B4-478F-A6E4-83ABDF4A0185}" dt="2026-09-18T04:07:51.243" v="9168" actId="20577"/>
          <ac:spMkLst>
            <pc:docMk/>
            <pc:sldMk cId="1600194611" sldId="2076137682"/>
            <ac:spMk id="2" creationId="{9193D5E2-1524-55F5-A28A-085DDA02950F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7:56:08.010" v="4791" actId="27636"/>
          <ac:spMkLst>
            <pc:docMk/>
            <pc:sldMk cId="1600194611" sldId="2076137682"/>
            <ac:spMk id="4" creationId="{F1DB3643-2732-F977-F843-A619531D125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0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6" v="4897" actId="27636"/>
          <ac:spMkLst>
            <pc:docMk/>
            <pc:sldMk cId="1600194611" sldId="2076137682"/>
            <ac:spMk id="11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2:17.772" v="4812" actId="27636"/>
          <ac:spMkLst>
            <pc:docMk/>
            <pc:sldMk cId="1600194611" sldId="2076137682"/>
            <ac:spMk id="11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41" v="4866" actId="27636"/>
          <ac:spMkLst>
            <pc:docMk/>
            <pc:sldMk cId="1600194611" sldId="2076137682"/>
            <ac:spMk id="11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54" v="4879" actId="26606"/>
          <ac:spMkLst>
            <pc:docMk/>
            <pc:sldMk cId="1600194611" sldId="2076137682"/>
            <ac:spMk id="11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9" v="4902" actId="27636"/>
          <ac:spMkLst>
            <pc:docMk/>
            <pc:sldMk cId="1600194611" sldId="2076137682"/>
            <ac:spMk id="11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17" v="4890" actId="27636"/>
          <ac:spMkLst>
            <pc:docMk/>
            <pc:sldMk cId="1600194611" sldId="2076137682"/>
            <ac:spMk id="12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88" v="4880" actId="27636"/>
          <ac:spMkLst>
            <pc:docMk/>
            <pc:sldMk cId="1600194611" sldId="2076137682"/>
            <ac:spMk id="12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27" v="4856" actId="27636"/>
          <ac:spMkLst>
            <pc:docMk/>
            <pc:sldMk cId="1600194611" sldId="2076137682"/>
            <ac:spMk id="12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18" v="4891" actId="27636"/>
          <ac:spMkLst>
            <pc:docMk/>
            <pc:sldMk cId="1600194611" sldId="2076137682"/>
            <ac:spMk id="12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94" v="4881" actId="27636"/>
          <ac:spMkLst>
            <pc:docMk/>
            <pc:sldMk cId="1600194611" sldId="2076137682"/>
            <ac:spMk id="12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3" v="4894" actId="27636"/>
          <ac:spMkLst>
            <pc:docMk/>
            <pc:sldMk cId="1600194611" sldId="2076137682"/>
            <ac:spMk id="12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49" v="4874" actId="27636"/>
          <ac:spMkLst>
            <pc:docMk/>
            <pc:sldMk cId="1600194611" sldId="2076137682"/>
            <ac:spMk id="12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45" v="4912" actId="27636"/>
          <ac:spMkLst>
            <pc:docMk/>
            <pc:sldMk cId="1600194611" sldId="2076137682"/>
            <ac:spMk id="12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7" v="4922" actId="27636"/>
          <ac:spMkLst>
            <pc:docMk/>
            <pc:sldMk cId="1600194611" sldId="2076137682"/>
            <ac:spMk id="12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7" v="4921" actId="27636"/>
          <ac:spMkLst>
            <pc:docMk/>
            <pc:sldMk cId="1600194611" sldId="2076137682"/>
            <ac:spMk id="12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34" v="4862" actId="27636"/>
          <ac:spMkLst>
            <pc:docMk/>
            <pc:sldMk cId="1600194611" sldId="2076137682"/>
            <ac:spMk id="13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9" v="4901" actId="27636"/>
          <ac:spMkLst>
            <pc:docMk/>
            <pc:sldMk cId="1600194611" sldId="2076137682"/>
            <ac:spMk id="13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5" v="4896" actId="27636"/>
          <ac:spMkLst>
            <pc:docMk/>
            <pc:sldMk cId="1600194611" sldId="2076137682"/>
            <ac:spMk id="13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3" v="4916" actId="27636"/>
          <ac:spMkLst>
            <pc:docMk/>
            <pc:sldMk cId="1600194611" sldId="2076137682"/>
            <ac:spMk id="13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54" v="4879" actId="26606"/>
          <ac:spMkLst>
            <pc:docMk/>
            <pc:sldMk cId="1600194611" sldId="2076137682"/>
            <ac:spMk id="13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02" v="4884" actId="27636"/>
          <ac:spMkLst>
            <pc:docMk/>
            <pc:sldMk cId="1600194611" sldId="2076137682"/>
            <ac:spMk id="13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9" v="4903" actId="27636"/>
          <ac:spMkLst>
            <pc:docMk/>
            <pc:sldMk cId="1600194611" sldId="2076137682"/>
            <ac:spMk id="13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2" v="4893" actId="27636"/>
          <ac:spMkLst>
            <pc:docMk/>
            <pc:sldMk cId="1600194611" sldId="2076137682"/>
            <ac:spMk id="137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8:07:13.529" v="4900" actId="27636"/>
          <ac:spMkLst>
            <pc:docMk/>
            <pc:sldMk cId="1600194611" sldId="2076137682"/>
            <ac:spMk id="13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9" v="4905" actId="27636"/>
          <ac:spMkLst>
            <pc:docMk/>
            <pc:sldMk cId="1600194611" sldId="2076137682"/>
            <ac:spMk id="14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7" v="4898" actId="27636"/>
          <ac:spMkLst>
            <pc:docMk/>
            <pc:sldMk cId="1600194611" sldId="2076137682"/>
            <ac:spMk id="14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37" v="4909" actId="27636"/>
          <ac:spMkLst>
            <pc:docMk/>
            <pc:sldMk cId="1600194611" sldId="2076137682"/>
            <ac:spMk id="14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37" v="4910" actId="27636"/>
          <ac:spMkLst>
            <pc:docMk/>
            <pc:sldMk cId="1600194611" sldId="2076137682"/>
            <ac:spMk id="14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47" v="4914" actId="27636"/>
          <ac:spMkLst>
            <pc:docMk/>
            <pc:sldMk cId="1600194611" sldId="2076137682"/>
            <ac:spMk id="14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13" v="4844" actId="27636"/>
          <ac:spMkLst>
            <pc:docMk/>
            <pc:sldMk cId="1600194611" sldId="2076137682"/>
            <ac:spMk id="15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7" v="4923" actId="27636"/>
          <ac:spMkLst>
            <pc:docMk/>
            <pc:sldMk cId="1600194611" sldId="2076137682"/>
            <ac:spMk id="15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98" v="4882" actId="27636"/>
          <ac:spMkLst>
            <pc:docMk/>
            <pc:sldMk cId="1600194611" sldId="2076137682"/>
            <ac:spMk id="15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37" v="4908" actId="27636"/>
          <ac:spMkLst>
            <pc:docMk/>
            <pc:sldMk cId="1600194611" sldId="2076137682"/>
            <ac:spMk id="153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8:07:13.454" v="4879" actId="26606"/>
          <ac:spMkLst>
            <pc:docMk/>
            <pc:sldMk cId="1600194611" sldId="2076137682"/>
            <ac:spMk id="15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5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54" v="4879" actId="26606"/>
          <ac:spMkLst>
            <pc:docMk/>
            <pc:sldMk cId="1600194611" sldId="2076137682"/>
            <ac:spMk id="15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06" v="4838" actId="27636"/>
          <ac:spMkLst>
            <pc:docMk/>
            <pc:sldMk cId="1600194611" sldId="2076137682"/>
            <ac:spMk id="158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8:07:13.529" v="4906" actId="27636"/>
          <ac:spMkLst>
            <pc:docMk/>
            <pc:sldMk cId="1600194611" sldId="2076137682"/>
            <ac:spMk id="16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04" v="4834" actId="27636"/>
          <ac:spMkLst>
            <pc:docMk/>
            <pc:sldMk cId="1600194611" sldId="2076137682"/>
            <ac:spMk id="16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41" v="4871" actId="27636"/>
          <ac:spMkLst>
            <pc:docMk/>
            <pc:sldMk cId="1600194611" sldId="2076137682"/>
            <ac:spMk id="16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54" v="4879" actId="26606"/>
          <ac:spMkLst>
            <pc:docMk/>
            <pc:sldMk cId="1600194611" sldId="2076137682"/>
            <ac:spMk id="16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13" v="4842" actId="27636"/>
          <ac:spMkLst>
            <pc:docMk/>
            <pc:sldMk cId="1600194611" sldId="2076137682"/>
            <ac:spMk id="16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13" v="4889" actId="27636"/>
          <ac:spMkLst>
            <pc:docMk/>
            <pc:sldMk cId="1600194611" sldId="2076137682"/>
            <ac:spMk id="16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7" v="4919" actId="27636"/>
          <ac:spMkLst>
            <pc:docMk/>
            <pc:sldMk cId="1600194611" sldId="2076137682"/>
            <ac:spMk id="16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7" v="4920" actId="27636"/>
          <ac:spMkLst>
            <pc:docMk/>
            <pc:sldMk cId="1600194611" sldId="2076137682"/>
            <ac:spMk id="17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34" v="4864" actId="27636"/>
          <ac:spMkLst>
            <pc:docMk/>
            <pc:sldMk cId="1600194611" sldId="2076137682"/>
            <ac:spMk id="17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27" v="4852" actId="27636"/>
          <ac:spMkLst>
            <pc:docMk/>
            <pc:sldMk cId="1600194611" sldId="2076137682"/>
            <ac:spMk id="17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2:17.789" v="4825" actId="27636"/>
          <ac:spMkLst>
            <pc:docMk/>
            <pc:sldMk cId="1600194611" sldId="2076137682"/>
            <ac:spMk id="17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20" v="4845" actId="27636"/>
          <ac:spMkLst>
            <pc:docMk/>
            <pc:sldMk cId="1600194611" sldId="2076137682"/>
            <ac:spMk id="17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10" v="4887" actId="27636"/>
          <ac:spMkLst>
            <pc:docMk/>
            <pc:sldMk cId="1600194611" sldId="2076137682"/>
            <ac:spMk id="17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0" v="4915" actId="27636"/>
          <ac:spMkLst>
            <pc:docMk/>
            <pc:sldMk cId="1600194611" sldId="2076137682"/>
            <ac:spMk id="17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7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48" v="4873" actId="27636"/>
          <ac:spMkLst>
            <pc:docMk/>
            <pc:sldMk cId="1600194611" sldId="2076137682"/>
            <ac:spMk id="17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51" v="4876" actId="27636"/>
          <ac:spMkLst>
            <pc:docMk/>
            <pc:sldMk cId="1600194611" sldId="2076137682"/>
            <ac:spMk id="18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2:17.789" v="4828" actId="27636"/>
          <ac:spMkLst>
            <pc:docMk/>
            <pc:sldMk cId="1600194611" sldId="2076137682"/>
            <ac:spMk id="18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34" v="4859" actId="27636"/>
          <ac:spMkLst>
            <pc:docMk/>
            <pc:sldMk cId="1600194611" sldId="2076137682"/>
            <ac:spMk id="18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37" v="4911" actId="27636"/>
          <ac:spMkLst>
            <pc:docMk/>
            <pc:sldMk cId="1600194611" sldId="2076137682"/>
            <ac:spMk id="18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8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6" v="4918" actId="27636"/>
          <ac:spMkLst>
            <pc:docMk/>
            <pc:sldMk cId="1600194611" sldId="2076137682"/>
            <ac:spMk id="18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52" v="4877" actId="27636"/>
          <ac:spMkLst>
            <pc:docMk/>
            <pc:sldMk cId="1600194611" sldId="2076137682"/>
            <ac:spMk id="18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54" v="4879" actId="26606"/>
          <ac:spMkLst>
            <pc:docMk/>
            <pc:sldMk cId="1600194611" sldId="2076137682"/>
            <ac:spMk id="18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8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19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499" v="4883" actId="27636"/>
          <ac:spMkLst>
            <pc:docMk/>
            <pc:sldMk cId="1600194611" sldId="2076137682"/>
            <ac:spMk id="19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07" v="4886" actId="27636"/>
          <ac:spMkLst>
            <pc:docMk/>
            <pc:sldMk cId="1600194611" sldId="2076137682"/>
            <ac:spMk id="192" creationId="{00000000-0000-0000-0000-000000000000}"/>
          </ac:spMkLst>
        </pc:spChg>
        <pc:spChg chg="add">
          <ac:chgData name="이승문( LEE Seungmoon ) 전원구동반도체팀" userId="14ae0227-06c0-40e5-aff1-1ad4a95243ce" providerId="ADAL" clId="{7D2B8D81-D9B4-478F-A6E4-83ABDF4A0185}" dt="2026-09-17T08:02:17.750" v="4793" actId="26606"/>
          <ac:spMkLst>
            <pc:docMk/>
            <pc:sldMk cId="1600194611" sldId="2076137682"/>
            <ac:spMk id="19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4" v="4895" actId="27636"/>
          <ac:spMkLst>
            <pc:docMk/>
            <pc:sldMk cId="1600194611" sldId="2076137682"/>
            <ac:spMk id="19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41" v="4867" actId="27636"/>
          <ac:spMkLst>
            <pc:docMk/>
            <pc:sldMk cId="1600194611" sldId="2076137682"/>
            <ac:spMk id="19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13" v="4841" actId="27636"/>
          <ac:spMkLst>
            <pc:docMk/>
            <pc:sldMk cId="1600194611" sldId="2076137682"/>
            <ac:spMk id="19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2:17.789" v="4829" actId="27636"/>
          <ac:spMkLst>
            <pc:docMk/>
            <pc:sldMk cId="1600194611" sldId="2076137682"/>
            <ac:spMk id="19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27" v="4855" actId="27636"/>
          <ac:spMkLst>
            <pc:docMk/>
            <pc:sldMk cId="1600194611" sldId="2076137682"/>
            <ac:spMk id="19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13" v="4888" actId="27636"/>
          <ac:spMkLst>
            <pc:docMk/>
            <pc:sldMk cId="1600194611" sldId="2076137682"/>
            <ac:spMk id="19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54" v="4917" actId="27636"/>
          <ac:spMkLst>
            <pc:docMk/>
            <pc:sldMk cId="1600194611" sldId="2076137682"/>
            <ac:spMk id="20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1" v="4892" actId="27636"/>
          <ac:spMkLst>
            <pc:docMk/>
            <pc:sldMk cId="1600194611" sldId="2076137682"/>
            <ac:spMk id="20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20" v="4849" actId="27636"/>
          <ac:spMkLst>
            <pc:docMk/>
            <pc:sldMk cId="1600194611" sldId="2076137682"/>
            <ac:spMk id="20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5:07.806" v="4837" actId="27636"/>
          <ac:spMkLst>
            <pc:docMk/>
            <pc:sldMk cId="1600194611" sldId="2076137682"/>
            <ac:spMk id="20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20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8" v="4899" actId="27636"/>
          <ac:spMkLst>
            <pc:docMk/>
            <pc:sldMk cId="1600194611" sldId="2076137682"/>
            <ac:spMk id="20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20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13.529" v="4904" actId="27636"/>
          <ac:spMkLst>
            <pc:docMk/>
            <pc:sldMk cId="1600194611" sldId="2076137682"/>
            <ac:spMk id="20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07:35.004" v="4924" actId="1076"/>
          <ac:spMkLst>
            <pc:docMk/>
            <pc:sldMk cId="1600194611" sldId="2076137682"/>
            <ac:spMk id="211" creationId="{00000000-0000-0000-0000-000000000000}"/>
          </ac:spMkLst>
        </pc:spChg>
      </pc:sldChg>
      <pc:sldChg chg="addSp delSp modSp add mod">
        <pc:chgData name="이승문( LEE Seungmoon ) 전원구동반도체팀" userId="14ae0227-06c0-40e5-aff1-1ad4a95243ce" providerId="ADAL" clId="{7D2B8D81-D9B4-478F-A6E4-83ABDF4A0185}" dt="2026-09-17T23:49:02.766" v="7142" actId="1076"/>
        <pc:sldMkLst>
          <pc:docMk/>
          <pc:sldMk cId="111508374" sldId="2076137683"/>
        </pc:sldMkLst>
        <pc:spChg chg="mod">
          <ac:chgData name="이승문( LEE Seungmoon ) 전원구동반도체팀" userId="14ae0227-06c0-40e5-aff1-1ad4a95243ce" providerId="ADAL" clId="{7D2B8D81-D9B4-478F-A6E4-83ABDF4A0185}" dt="2026-09-17T08:32:27.102" v="6648" actId="20577"/>
          <ac:spMkLst>
            <pc:docMk/>
            <pc:sldMk cId="111508374" sldId="2076137683"/>
            <ac:spMk id="4" creationId="{ABD08469-FD64-D5C9-B7E4-A505E9D51548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8:52:52.849" v="6941" actId="20577"/>
          <ac:spMkLst>
            <pc:docMk/>
            <pc:sldMk cId="111508374" sldId="2076137683"/>
            <ac:spMk id="5" creationId="{0B894A1F-057F-64BE-A4B9-26F91A371D71}"/>
          </ac:spMkLst>
        </pc:sp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111508374" sldId="2076137683"/>
            <ac:graphicFrameMk id="13" creationId="{AC5CC5C1-9BC9-F792-41CB-73627C1E7A25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111508374" sldId="2076137683"/>
            <ac:graphicFrameMk id="14" creationId="{159086B3-2C97-FF4E-37CE-3E37C3496B71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111508374" sldId="2076137683"/>
            <ac:graphicFrameMk id="15" creationId="{C8CDEF51-9291-27A5-426A-43AD2D9B43E3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111508374" sldId="2076137683"/>
            <ac:graphicFrameMk id="16" creationId="{A39F202C-9269-F4FC-50C3-4650EDEE15AA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111508374" sldId="2076137683"/>
            <ac:graphicFrameMk id="17" creationId="{309C3B2B-BE60-1219-4A15-0D089FD78D3B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6:41.189" v="7020" actId="26606"/>
          <ac:graphicFrameMkLst>
            <pc:docMk/>
            <pc:sldMk cId="111508374" sldId="2076137683"/>
            <ac:graphicFrameMk id="18" creationId="{419C77BF-8AF4-493F-BC98-CB92AEF0BD43}"/>
          </ac:graphicFrameMkLst>
        </pc:graphicFrameChg>
        <pc:picChg chg="add mod">
          <ac:chgData name="이승문( LEE Seungmoon ) 전원구동반도체팀" userId="14ae0227-06c0-40e5-aff1-1ad4a95243ce" providerId="ADAL" clId="{7D2B8D81-D9B4-478F-A6E4-83ABDF4A0185}" dt="2026-09-17T09:06:41.189" v="7020" actId="26606"/>
          <ac:picMkLst>
            <pc:docMk/>
            <pc:sldMk cId="111508374" sldId="2076137683"/>
            <ac:picMk id="8" creationId="{13F762A1-3D6B-6F51-C5C3-C18AAD45A652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7T09:06:41.189" v="7020" actId="26606"/>
          <ac:picMkLst>
            <pc:docMk/>
            <pc:sldMk cId="111508374" sldId="2076137683"/>
            <ac:picMk id="10" creationId="{1EC7EE89-2A58-EBFB-A80A-7BB1AA9385CF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7T23:49:02.766" v="7142" actId="1076"/>
          <ac:picMkLst>
            <pc:docMk/>
            <pc:sldMk cId="111508374" sldId="2076137683"/>
            <ac:picMk id="12" creationId="{5AF3C414-7FF1-CBAD-A08D-811CBFEAF4EF}"/>
          </ac:picMkLst>
        </pc:picChg>
      </pc:sldChg>
      <pc:sldChg chg="addSp modSp add mod">
        <pc:chgData name="이승문( LEE Seungmoon ) 전원구동반도체팀" userId="14ae0227-06c0-40e5-aff1-1ad4a95243ce" providerId="ADAL" clId="{7D2B8D81-D9B4-478F-A6E4-83ABDF4A0185}" dt="2026-09-17T09:09:11.527" v="7021" actId="26606"/>
        <pc:sldMkLst>
          <pc:docMk/>
          <pc:sldMk cId="3223943304" sldId="2076137684"/>
        </pc:sldMkLst>
        <pc:spChg chg="mod">
          <ac:chgData name="이승문( LEE Seungmoon ) 전원구동반도체팀" userId="14ae0227-06c0-40e5-aff1-1ad4a95243ce" providerId="ADAL" clId="{7D2B8D81-D9B4-478F-A6E4-83ABDF4A0185}" dt="2026-09-17T08:52:57.121" v="6942"/>
          <ac:spMkLst>
            <pc:docMk/>
            <pc:sldMk cId="3223943304" sldId="2076137684"/>
            <ac:spMk id="3" creationId="{A217F01A-8F80-9242-4B9F-80F985B43DF4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8:35:32.728" v="6837" actId="20577"/>
          <ac:spMkLst>
            <pc:docMk/>
            <pc:sldMk cId="3223943304" sldId="2076137684"/>
            <ac:spMk id="4" creationId="{FD8A8F79-3F95-E9D9-7B1D-4D27470EBFA8}"/>
          </ac:spMkLst>
        </pc:spChg>
        <pc:graphicFrameChg chg="add mod">
          <ac:chgData name="이승문( LEE Seungmoon ) 전원구동반도체팀" userId="14ae0227-06c0-40e5-aff1-1ad4a95243ce" providerId="ADAL" clId="{7D2B8D81-D9B4-478F-A6E4-83ABDF4A0185}" dt="2026-09-17T09:09:11.527" v="7021" actId="26606"/>
          <ac:graphicFrameMkLst>
            <pc:docMk/>
            <pc:sldMk cId="3223943304" sldId="2076137684"/>
            <ac:graphicFrameMk id="8" creationId="{6051BD67-5F22-C8DF-E509-662C0857E84C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9:11.527" v="7021" actId="26606"/>
          <ac:graphicFrameMkLst>
            <pc:docMk/>
            <pc:sldMk cId="3223943304" sldId="2076137684"/>
            <ac:graphicFrameMk id="9" creationId="{361BF1FF-4CC6-61D5-2D5F-73C4CDB3913D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9:11.527" v="7021" actId="26606"/>
          <ac:graphicFrameMkLst>
            <pc:docMk/>
            <pc:sldMk cId="3223943304" sldId="2076137684"/>
            <ac:graphicFrameMk id="10" creationId="{5CB0E07B-14F2-F15E-59C4-B77B867EC52F}"/>
          </ac:graphicFrameMkLst>
        </pc:graphicFrameChg>
        <pc:graphicFrameChg chg="add mod">
          <ac:chgData name="이승문( LEE Seungmoon ) 전원구동반도체팀" userId="14ae0227-06c0-40e5-aff1-1ad4a95243ce" providerId="ADAL" clId="{7D2B8D81-D9B4-478F-A6E4-83ABDF4A0185}" dt="2026-09-17T09:09:11.527" v="7021" actId="26606"/>
          <ac:graphicFrameMkLst>
            <pc:docMk/>
            <pc:sldMk cId="3223943304" sldId="2076137684"/>
            <ac:graphicFrameMk id="11" creationId="{4C894EDF-7D0E-6924-D38C-77F88D3CABA5}"/>
          </ac:graphicFrameMkLst>
        </pc:graphicFrameChg>
        <pc:picChg chg="add mod">
          <ac:chgData name="이승문( LEE Seungmoon ) 전원구동반도체팀" userId="14ae0227-06c0-40e5-aff1-1ad4a95243ce" providerId="ADAL" clId="{7D2B8D81-D9B4-478F-A6E4-83ABDF4A0185}" dt="2026-09-17T09:09:11.527" v="7021" actId="26606"/>
          <ac:picMkLst>
            <pc:docMk/>
            <pc:sldMk cId="3223943304" sldId="2076137684"/>
            <ac:picMk id="5" creationId="{92699E5C-8227-13A9-58BC-5FFE5A33A7DA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7T09:09:11.527" v="7021" actId="26606"/>
          <ac:picMkLst>
            <pc:docMk/>
            <pc:sldMk cId="3223943304" sldId="2076137684"/>
            <ac:picMk id="7" creationId="{DBA28C73-77D6-69D5-5F9B-3D05A36025F7}"/>
          </ac:picMkLst>
        </pc:picChg>
      </pc:sldChg>
      <pc:sldChg chg="addSp delSp modSp add mod">
        <pc:chgData name="이승문( LEE Seungmoon ) 전원구동반도체팀" userId="14ae0227-06c0-40e5-aff1-1ad4a95243ce" providerId="ADAL" clId="{7D2B8D81-D9B4-478F-A6E4-83ABDF4A0185}" dt="2026-09-18T04:09:08.897" v="9200" actId="20577"/>
        <pc:sldMkLst>
          <pc:docMk/>
          <pc:sldMk cId="1775982210" sldId="2076137685"/>
        </pc:sldMkLst>
        <pc:spChg chg="add mod">
          <ac:chgData name="이승문( LEE Seungmoon ) 전원구동반도체팀" userId="14ae0227-06c0-40e5-aff1-1ad4a95243ce" providerId="ADAL" clId="{7D2B8D81-D9B4-478F-A6E4-83ABDF4A0185}" dt="2026-09-18T00:16:50.184" v="7606" actId="14100"/>
          <ac:spMkLst>
            <pc:docMk/>
            <pc:sldMk cId="1775982210" sldId="2076137685"/>
            <ac:spMk id="13" creationId="{AEFA402C-9BD3-7555-1247-22F98420A97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6:50.184" v="7606" actId="14100"/>
          <ac:spMkLst>
            <pc:docMk/>
            <pc:sldMk cId="1775982210" sldId="2076137685"/>
            <ac:spMk id="15" creationId="{90E40AA8-6627-9DCE-29F9-1F0C083AEF7D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6:55.625" v="7607" actId="14100"/>
          <ac:spMkLst>
            <pc:docMk/>
            <pc:sldMk cId="1775982210" sldId="2076137685"/>
            <ac:spMk id="16" creationId="{2262ED86-6B73-CDB4-F6A6-68637AF8C56F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6:55.625" v="7607" actId="14100"/>
          <ac:spMkLst>
            <pc:docMk/>
            <pc:sldMk cId="1775982210" sldId="2076137685"/>
            <ac:spMk id="17" creationId="{7B128DD5-4C85-9833-EB1A-4D31CA34013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9:15.010" v="7651" actId="1076"/>
          <ac:spMkLst>
            <pc:docMk/>
            <pc:sldMk cId="1775982210" sldId="2076137685"/>
            <ac:spMk id="26" creationId="{4860D63C-E410-FEE9-CAE4-D4CFF06B3B9B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9:28.594" v="7654" actId="1076"/>
          <ac:spMkLst>
            <pc:docMk/>
            <pc:sldMk cId="1775982210" sldId="2076137685"/>
            <ac:spMk id="28" creationId="{2489F912-1CAF-0DA4-64B6-21D0359B930D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9:38.047" v="7658" actId="1076"/>
          <ac:spMkLst>
            <pc:docMk/>
            <pc:sldMk cId="1775982210" sldId="2076137685"/>
            <ac:spMk id="30" creationId="{917BAF67-E0A1-AA22-5518-2ECCF6A8DA56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19:45.317" v="7660" actId="1076"/>
          <ac:spMkLst>
            <pc:docMk/>
            <pc:sldMk cId="1775982210" sldId="2076137685"/>
            <ac:spMk id="32" creationId="{F1725E51-C347-D328-60AF-D9E6AE88FF4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26:04.612" v="7758" actId="1076"/>
          <ac:spMkLst>
            <pc:docMk/>
            <pc:sldMk cId="1775982210" sldId="2076137685"/>
            <ac:spMk id="33" creationId="{24F1ECAF-4FA2-036B-2CF8-CC057BBEE57F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26:01.776" v="7757" actId="1076"/>
          <ac:spMkLst>
            <pc:docMk/>
            <pc:sldMk cId="1775982210" sldId="2076137685"/>
            <ac:spMk id="35" creationId="{DA7B8116-3057-124E-3E2A-BF9F9CE73143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29:24.191" v="8076" actId="1582"/>
          <ac:spMkLst>
            <pc:docMk/>
            <pc:sldMk cId="1775982210" sldId="2076137685"/>
            <ac:spMk id="63" creationId="{172A21BB-54F9-3069-A3EC-7B6A7670188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0:29:10.024" v="8074" actId="14100"/>
          <ac:spMkLst>
            <pc:docMk/>
            <pc:sldMk cId="1775982210" sldId="2076137685"/>
            <ac:spMk id="64" creationId="{BF4EBA7A-2DFE-D40B-D4C7-6165FEBDD60A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4:09:08.897" v="9200" actId="20577"/>
          <ac:spMkLst>
            <pc:docMk/>
            <pc:sldMk cId="1775982210" sldId="2076137685"/>
            <ac:spMk id="117" creationId="{CFA6EBD4-BC7D-3696-60EC-D5F62C4AAE35}"/>
          </ac:spMkLst>
        </pc:spChg>
        <pc:picChg chg="add mod">
          <ac:chgData name="이승문( LEE Seungmoon ) 전원구동반도체팀" userId="14ae0227-06c0-40e5-aff1-1ad4a95243ce" providerId="ADAL" clId="{7D2B8D81-D9B4-478F-A6E4-83ABDF4A0185}" dt="2026-09-18T00:21:36.172" v="7702" actId="1076"/>
          <ac:picMkLst>
            <pc:docMk/>
            <pc:sldMk cId="1775982210" sldId="2076137685"/>
            <ac:picMk id="4" creationId="{814F586E-3266-05F4-1F4E-44EB78969957}"/>
          </ac:picMkLst>
        </pc:picChg>
        <pc:picChg chg="add mod modCrop">
          <ac:chgData name="이승문( LEE Seungmoon ) 전원구동반도체팀" userId="14ae0227-06c0-40e5-aff1-1ad4a95243ce" providerId="ADAL" clId="{7D2B8D81-D9B4-478F-A6E4-83ABDF4A0185}" dt="2026-09-18T00:18:53.378" v="7643" actId="1076"/>
          <ac:picMkLst>
            <pc:docMk/>
            <pc:sldMk cId="1775982210" sldId="2076137685"/>
            <ac:picMk id="6" creationId="{2A92A0E0-E353-87ED-AEB3-4BBED355552C}"/>
          </ac:picMkLst>
        </pc:picChg>
        <pc:picChg chg="add mod modCrop">
          <ac:chgData name="이승문( LEE Seungmoon ) 전원구동반도체팀" userId="14ae0227-06c0-40e5-aff1-1ad4a95243ce" providerId="ADAL" clId="{7D2B8D81-D9B4-478F-A6E4-83ABDF4A0185}" dt="2026-09-18T00:19:34.291" v="7657" actId="1076"/>
          <ac:picMkLst>
            <pc:docMk/>
            <pc:sldMk cId="1775982210" sldId="2076137685"/>
            <ac:picMk id="8" creationId="{CBE7598C-7944-D48E-3740-1D1637F4BD1F}"/>
          </ac:picMkLst>
        </pc:picChg>
        <pc:picChg chg="add mod modCrop">
          <ac:chgData name="이승문( LEE Seungmoon ) 전원구동반도체팀" userId="14ae0227-06c0-40e5-aff1-1ad4a95243ce" providerId="ADAL" clId="{7D2B8D81-D9B4-478F-A6E4-83ABDF4A0185}" dt="2026-09-18T00:09:54.496" v="7476" actId="1076"/>
          <ac:picMkLst>
            <pc:docMk/>
            <pc:sldMk cId="1775982210" sldId="2076137685"/>
            <ac:picMk id="10" creationId="{B3886C8C-B9DC-46D7-BC28-49FDD8F0EA2A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09:57.644" v="7478" actId="1076"/>
          <ac:picMkLst>
            <pc:docMk/>
            <pc:sldMk cId="1775982210" sldId="2076137685"/>
            <ac:picMk id="12" creationId="{FA284D9E-7F4B-F29C-6313-6D3F9A3F9906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2:59.916" v="7741" actId="1076"/>
          <ac:picMkLst>
            <pc:docMk/>
            <pc:sldMk cId="1775982210" sldId="2076137685"/>
            <ac:picMk id="48" creationId="{2D715543-DE9F-6C97-C7B5-AD185A70DC2C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06.428" v="7743" actId="1076"/>
          <ac:picMkLst>
            <pc:docMk/>
            <pc:sldMk cId="1775982210" sldId="2076137685"/>
            <ac:picMk id="50" creationId="{242A5953-C994-E2C5-41CE-E5D74E043572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09.526" v="7745" actId="1076"/>
          <ac:picMkLst>
            <pc:docMk/>
            <pc:sldMk cId="1775982210" sldId="2076137685"/>
            <ac:picMk id="52" creationId="{4F1AC745-086B-BFCA-8D35-9977D1234723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14.374" v="7747" actId="1076"/>
          <ac:picMkLst>
            <pc:docMk/>
            <pc:sldMk cId="1775982210" sldId="2076137685"/>
            <ac:picMk id="54" creationId="{37639214-E112-5BE7-FFBB-C053CE89B74E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18.657" v="7749" actId="1076"/>
          <ac:picMkLst>
            <pc:docMk/>
            <pc:sldMk cId="1775982210" sldId="2076137685"/>
            <ac:picMk id="56" creationId="{E4620D64-5377-C74F-BFB2-A1D6EDD8DEC2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23.676" v="7751" actId="1076"/>
          <ac:picMkLst>
            <pc:docMk/>
            <pc:sldMk cId="1775982210" sldId="2076137685"/>
            <ac:picMk id="58" creationId="{11164F0A-E553-2065-6B38-31915C349E14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27.942" v="7753" actId="1076"/>
          <ac:picMkLst>
            <pc:docMk/>
            <pc:sldMk cId="1775982210" sldId="2076137685"/>
            <ac:picMk id="59" creationId="{36B48C82-4E5D-3D92-FB02-C5228AADDD83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28.161" v="7754"/>
          <ac:picMkLst>
            <pc:docMk/>
            <pc:sldMk cId="1775982210" sldId="2076137685"/>
            <ac:picMk id="60" creationId="{A553A1E8-186D-7CAF-7BBD-1362578F0856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28.430" v="7755"/>
          <ac:picMkLst>
            <pc:docMk/>
            <pc:sldMk cId="1775982210" sldId="2076137685"/>
            <ac:picMk id="61" creationId="{5218A462-4D5D-74FA-1727-2416902C828F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0:23:28.669" v="7756"/>
          <ac:picMkLst>
            <pc:docMk/>
            <pc:sldMk cId="1775982210" sldId="2076137685"/>
            <ac:picMk id="62" creationId="{AEACE640-E884-069C-F058-15E5CF8D71B2}"/>
          </ac:picMkLst>
        </pc:picChg>
        <pc:cxnChg chg="add mod">
          <ac:chgData name="이승문( LEE Seungmoon ) 전원구동반도체팀" userId="14ae0227-06c0-40e5-aff1-1ad4a95243ce" providerId="ADAL" clId="{7D2B8D81-D9B4-478F-A6E4-83ABDF4A0185}" dt="2026-09-18T00:22:19.188" v="7709" actId="1076"/>
          <ac:cxnSpMkLst>
            <pc:docMk/>
            <pc:sldMk cId="1775982210" sldId="2076137685"/>
            <ac:cxnSpMk id="37" creationId="{977C4503-0B5E-43D9-5F2E-79AC50CDC7BF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25.711" v="7711" actId="1076"/>
          <ac:cxnSpMkLst>
            <pc:docMk/>
            <pc:sldMk cId="1775982210" sldId="2076137685"/>
            <ac:cxnSpMk id="38" creationId="{4333D99B-F603-C6A9-C9EF-BC9DEB194F42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35.994" v="7718" actId="1038"/>
          <ac:cxnSpMkLst>
            <pc:docMk/>
            <pc:sldMk cId="1775982210" sldId="2076137685"/>
            <ac:cxnSpMk id="39" creationId="{C7FF66FF-E661-5F7D-B177-2866BF51BAEC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36.929" v="7719"/>
          <ac:cxnSpMkLst>
            <pc:docMk/>
            <pc:sldMk cId="1775982210" sldId="2076137685"/>
            <ac:cxnSpMk id="40" creationId="{246F21C2-ABC8-9CD9-9F49-D7C829F5BB96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6:14.205" v="7761" actId="1037"/>
          <ac:cxnSpMkLst>
            <pc:docMk/>
            <pc:sldMk cId="1775982210" sldId="2076137685"/>
            <ac:cxnSpMk id="41" creationId="{912742CD-30C2-FE08-A3FD-333D640A3697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6:12.255" v="7759" actId="1037"/>
          <ac:cxnSpMkLst>
            <pc:docMk/>
            <pc:sldMk cId="1775982210" sldId="2076137685"/>
            <ac:cxnSpMk id="42" creationId="{DFCA96D7-A1E8-106B-CB2F-6DD26F518E28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48.691" v="7739" actId="1037"/>
          <ac:cxnSpMkLst>
            <pc:docMk/>
            <pc:sldMk cId="1775982210" sldId="2076137685"/>
            <ac:cxnSpMk id="43" creationId="{E4E86108-4EC2-BE46-1CA5-C6D0AE342C63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46.805" v="7738" actId="1038"/>
          <ac:cxnSpMkLst>
            <pc:docMk/>
            <pc:sldMk cId="1775982210" sldId="2076137685"/>
            <ac:cxnSpMk id="44" creationId="{245CF90D-C2A1-277E-BFC8-FC1D2BBA6726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44.732" v="7735" actId="1037"/>
          <ac:cxnSpMkLst>
            <pc:docMk/>
            <pc:sldMk cId="1775982210" sldId="2076137685"/>
            <ac:cxnSpMk id="45" creationId="{720D3896-6B4C-76CE-B605-A9724C6EEAB1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0:22:41.222" v="7729" actId="1038"/>
          <ac:cxnSpMkLst>
            <pc:docMk/>
            <pc:sldMk cId="1775982210" sldId="2076137685"/>
            <ac:cxnSpMk id="46" creationId="{9F2C3DDD-0D94-187F-6107-85F35C754920}"/>
          </ac:cxnSpMkLst>
        </pc:cxnChg>
      </pc:sldChg>
      <pc:sldMasterChg chg="delSldLayout">
        <pc:chgData name="이승문( LEE Seungmoon ) 전원구동반도체팀" userId="14ae0227-06c0-40e5-aff1-1ad4a95243ce" providerId="ADAL" clId="{7D2B8D81-D9B4-478F-A6E4-83ABDF4A0185}" dt="2026-09-17T06:08:23.184" v="566" actId="47"/>
        <pc:sldMasterMkLst>
          <pc:docMk/>
          <pc:sldMasterMk cId="173609059" sldId="2147483731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FD006-3D59-49D3-BC2C-A1659E8F849F}" type="datetimeFigureOut">
              <a:rPr lang="ko-KR" altLang="en-US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2026-09-20</a:t>
            </a:fld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E827D-C523-472B-81F5-6AE841B249E3}" type="slidenum">
              <a:rPr lang="ko-KR" altLang="en-US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‹#›</a:t>
            </a:fld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83506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6" y="0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68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710"/>
            <a:ext cx="5438775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42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6" y="9428242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5087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2025.03.12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  <p:pic>
        <p:nvPicPr>
          <p:cNvPr id="5" name="그림 4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4579C2-35AF-A756-4708-32120C31BB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67" y="242017"/>
            <a:ext cx="2765310" cy="53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6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D8A3664-8736-84D1-A285-051D0DFFBE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331753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pos="60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n>
                  <a:solidFill>
                    <a:sysClr val="window" lastClr="FFFFFF">
                      <a:lumMod val="65000"/>
                      <a:alpha val="0"/>
                    </a:sys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ko-KR" altLang="en-US" sz="1400" kern="1200" baseline="0" dirty="0">
                <a:ln>
                  <a:solidFill>
                    <a:sysClr val="window" lastClr="FFFFFF">
                      <a:lumMod val="65000"/>
                      <a:alpha val="0"/>
                    </a:sys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1pPr>
          </a:lstStyle>
          <a:p>
            <a:pPr marL="0" lvl="0" indent="0" algn="ctr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</a:pPr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 hasCustomPrompt="1"/>
          </p:nvPr>
        </p:nvSpPr>
        <p:spPr>
          <a:xfrm>
            <a:off x="279774" y="2218664"/>
            <a:ext cx="4528764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4E496078-78B3-C8F6-26F4-7009EC60CE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385D51E1-0094-7C93-D89F-424B8D0C0F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94842" y="2218664"/>
            <a:ext cx="4528764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48484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fontAlgn="auto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fontAlgn="auto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 userDrawn="1"/>
        </p:nvSpPr>
        <p:spPr bwMode="gray">
          <a:xfrm rot="5400000">
            <a:off x="696539" y="4730406"/>
            <a:ext cx="1440000" cy="1944790"/>
          </a:xfrm>
          <a:prstGeom prst="homePlate">
            <a:avLst>
              <a:gd name="adj" fmla="val 17968"/>
            </a:avLst>
          </a:prstGeom>
          <a:solidFill>
            <a:schemeClr val="accent1">
              <a:lumMod val="90000"/>
              <a:alpha val="50196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오각형 7"/>
          <p:cNvSpPr/>
          <p:nvPr userDrawn="1"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chemeClr val="accent1">
              <a:lumMod val="90000"/>
              <a:alpha val="50196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오각형 8"/>
          <p:cNvSpPr/>
          <p:nvPr userDrawn="1"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chemeClr val="accent1">
              <a:lumMod val="90000"/>
              <a:alpha val="50196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fontAlgn="auto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 userDrawn="1"/>
        </p:nvSpPr>
        <p:spPr bwMode="gray">
          <a:xfrm rot="5400000">
            <a:off x="61920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이등변 삼각형 13"/>
          <p:cNvSpPr/>
          <p:nvPr userDrawn="1"/>
        </p:nvSpPr>
        <p:spPr bwMode="gray">
          <a:xfrm rot="5400000">
            <a:off x="61976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이등변 삼각형 14"/>
          <p:cNvSpPr/>
          <p:nvPr userDrawn="1"/>
        </p:nvSpPr>
        <p:spPr bwMode="gray">
          <a:xfrm rot="5400000">
            <a:off x="61920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140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0" lvl="0" indent="0" algn="ctr">
              <a:buNone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ko-KR" altLang="en-US" sz="1400" kern="1200" baseline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1pPr>
          </a:lstStyle>
          <a:p>
            <a:pPr marL="0" lvl="0" indent="0" algn="ctr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B4ED7A61-F21C-3E4D-605B-B7CA8D19EA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9E9F191E-F15B-9DDE-B204-3E1F1BB405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20751" y="2218664"/>
            <a:ext cx="3586261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16" name="텍스트 개체 틀 6">
            <a:extLst>
              <a:ext uri="{FF2B5EF4-FFF2-40B4-BE49-F238E27FC236}">
                <a16:creationId xmlns:a16="http://schemas.microsoft.com/office/drawing/2014/main" id="{1AB94C94-DAC8-6354-8E01-673349DE4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34085" y="2218664"/>
            <a:ext cx="3095454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4" name="텍스트 개체 틀 6">
            <a:extLst>
              <a:ext uri="{FF2B5EF4-FFF2-40B4-BE49-F238E27FC236}">
                <a16:creationId xmlns:a16="http://schemas.microsoft.com/office/drawing/2014/main" id="{55F40E66-C238-FCA5-3BE3-94617363AC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7923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6B025A-BEBC-9E7C-A778-B6EC0DC2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27969-D097-B89C-7A53-B5AC99D78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1D9A3B64-3417-46AE-8AF6-E62BE5CC6F07}" type="datetimeFigureOut">
              <a:rPr lang="ko-KR" altLang="en-US" smtClean="0"/>
              <a:pPr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204F9-6432-F2B9-8964-2AD2B4298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5B85CA-8DA6-6D8A-1EC6-3A33D6F47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DC64867A-AB8A-4C05-94D4-F797EFEC10E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FCFA674-EEB7-B69C-D8D4-C8F80DCFEF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14 -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B8B5691-1FE3-8390-2E94-79B2411BC27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73050" y="620688"/>
            <a:ext cx="9359900" cy="0"/>
          </a:xfrm>
          <a:prstGeom prst="line">
            <a:avLst/>
          </a:prstGeom>
          <a:noFill/>
          <a:ln w="19050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B1FB1-D9F7-42D5-835D-A3321A0145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  <p:extLst>
      <p:ext uri="{BB962C8B-B14F-4D97-AF65-F5344CB8AC3E}">
        <p14:creationId xmlns:p14="http://schemas.microsoft.com/office/powerpoint/2010/main" val="17360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6" r:id="rId3"/>
    <p:sldLayoutId id="2147483682" r:id="rId4"/>
    <p:sldLayoutId id="2147483749" r:id="rId5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60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10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5.emf"/><Relationship Id="rId2" Type="http://schemas.openxmlformats.org/officeDocument/2006/relationships/image" Target="../media/image9.png"/><Relationship Id="rId16" Type="http://schemas.openxmlformats.org/officeDocument/2006/relationships/image" Target="../media/image1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14.e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11.bin"/><Relationship Id="rId3" Type="http://schemas.openxmlformats.org/officeDocument/2006/relationships/image" Target="../media/image19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4.emf"/><Relationship Id="rId2" Type="http://schemas.openxmlformats.org/officeDocument/2006/relationships/image" Target="../media/image18.png"/><Relationship Id="rId16" Type="http://schemas.openxmlformats.org/officeDocument/2006/relationships/image" Target="../media/image26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23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28.png"/><Relationship Id="rId7" Type="http://schemas.openxmlformats.org/officeDocument/2006/relationships/image" Target="../media/image30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텍스트 개체 틀 56">
            <a:extLst>
              <a:ext uri="{FF2B5EF4-FFF2-40B4-BE49-F238E27FC236}">
                <a16:creationId xmlns:a16="http://schemas.microsoft.com/office/drawing/2014/main" id="{78683CC9-7BF3-F229-239D-74B0070FE346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57600" rIns="83969" bIns="41985" anchor="ctr" anchorCtr="0">
            <a:noAutofit/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8382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대외비</a:t>
            </a:r>
            <a:endParaRPr kumimoji="1" lang="en-US" altLang="ko-KR" sz="105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0000"/>
                  </a:gs>
                  <a:gs pos="100000">
                    <a:srgbClr val="FF0000"/>
                  </a:gs>
                </a:gsLst>
                <a:lin ang="5400000" scaled="1"/>
              </a:gra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  <a:p>
            <a:pPr marL="0" marR="0" lvl="0" indent="0" algn="ctr" defTabSz="8382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Restricted</a:t>
            </a:r>
            <a:endParaRPr kumimoji="1" lang="ko-KR" altLang="en-US" sz="105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0000"/>
                  </a:gs>
                  <a:gs pos="100000">
                    <a:srgbClr val="FF0000"/>
                  </a:gs>
                </a:gsLst>
                <a:lin ang="5400000" scaled="1"/>
              </a:gra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16" name="텍스트 개체 틀 1">
            <a:extLst>
              <a:ext uri="{FF2B5EF4-FFF2-40B4-BE49-F238E27FC236}">
                <a16:creationId xmlns:a16="http://schemas.microsoft.com/office/drawing/2014/main" id="{0C6BD3EE-6EBF-3196-3A11-97FA335A03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804501"/>
            <a:ext cx="1433758" cy="283079"/>
          </a:xfrm>
        </p:spPr>
        <p:txBody>
          <a:bodyPr/>
          <a:lstStyle/>
          <a:p>
            <a:r>
              <a:rPr lang="en-US" altLang="ko-KR"/>
              <a:t>2026.09.17</a:t>
            </a:r>
            <a:endParaRPr lang="ko-KR" altLang="en-US"/>
          </a:p>
        </p:txBody>
      </p: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63F96163-871D-E61A-0587-037AA254B6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이승문 연구원</a:t>
            </a:r>
          </a:p>
        </p:txBody>
      </p:sp>
      <p:sp>
        <p:nvSpPr>
          <p:cNvPr id="4" name="텍스트 개체 틀 13">
            <a:extLst>
              <a:ext uri="{FF2B5EF4-FFF2-40B4-BE49-F238E27FC236}">
                <a16:creationId xmlns:a16="http://schemas.microsoft.com/office/drawing/2014/main" id="{8B23F666-6A80-916A-501E-B8965BB2E9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2" y="1386109"/>
            <a:ext cx="8424936" cy="490904"/>
          </a:xfrm>
        </p:spPr>
        <p:txBody>
          <a:bodyPr/>
          <a:lstStyle/>
          <a:p>
            <a:r>
              <a:rPr lang="en-US" altLang="ko-KR"/>
              <a:t>Local Dimming Test Firmware Request</a:t>
            </a:r>
            <a:endParaRPr lang="ko-KR" altLang="en-US"/>
          </a:p>
        </p:txBody>
      </p:sp>
      <p:sp>
        <p:nvSpPr>
          <p:cNvPr id="5" name="텍스트 개체 틀 14">
            <a:extLst>
              <a:ext uri="{FF2B5EF4-FFF2-40B4-BE49-F238E27FC236}">
                <a16:creationId xmlns:a16="http://schemas.microsoft.com/office/drawing/2014/main" id="{93BF2738-42FD-9D68-A092-8385C06878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8424936" cy="433965"/>
          </a:xfrm>
        </p:spPr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B28977-E789-3271-EC04-250808B4CB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목 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B6F6EF-284F-DE34-8223-25D07A7F2F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3050" y="633724"/>
            <a:ext cx="9359900" cy="5929001"/>
          </a:xfrm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보드 구성 환경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Local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Dimming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Data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형식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MCU to IC603, SPI Local Dimming Data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전송 관련 요청 기능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테스트용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Local Dimming Frame</a:t>
            </a:r>
          </a:p>
        </p:txBody>
      </p:sp>
    </p:spTree>
    <p:extLst>
      <p:ext uri="{BB962C8B-B14F-4D97-AF65-F5344CB8AC3E}">
        <p14:creationId xmlns:p14="http://schemas.microsoft.com/office/powerpoint/2010/main" val="240288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73F070-4F34-E761-F347-D706AC1394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ko-KR" altLang="en-US"/>
              <a:t>테스트 보드 구성 환경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C07E40-6BD4-E3FD-D376-9771954A0FE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Daisy 5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 연결하여 테스트 진행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Daisy Chain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은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 연결하여 구성하거나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MCU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직결 구성하여 테스트 진행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LED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구동 시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Gate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(R/G/B </a:t>
            </a:r>
            <a:r>
              <a:rPr lang="ko-KR" altLang="en-US"/>
              <a:t>채널 구분 제어</a:t>
            </a:r>
            <a:r>
              <a:rPr lang="en-US" altLang="ko-KR"/>
              <a:t>)</a:t>
            </a:r>
            <a:r>
              <a:rPr lang="ko-KR" altLang="en-US"/>
              <a:t> 필요하여 </a:t>
            </a:r>
            <a:r>
              <a:rPr lang="en-US" altLang="ko-KR"/>
              <a:t>IC603</a:t>
            </a:r>
            <a:r>
              <a:rPr lang="ko-KR" altLang="en-US"/>
              <a:t>을 함께</a:t>
            </a:r>
            <a:r>
              <a:rPr lang="en-US" altLang="ko-KR"/>
              <a:t> </a:t>
            </a:r>
            <a:r>
              <a:rPr lang="ko-KR" altLang="en-US"/>
              <a:t>사용할 가능성이 높습니다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0" name="s100"/>
          <p:cNvSpPr/>
          <p:nvPr/>
        </p:nvSpPr>
        <p:spPr>
          <a:xfrm>
            <a:off x="560000" y="1580000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01" name="s101"/>
          <p:cNvSpPr txBox="1"/>
          <p:nvPr/>
        </p:nvSpPr>
        <p:spPr>
          <a:xfrm>
            <a:off x="680000" y="1580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IC603  –  ID601  Daisy Chain</a:t>
            </a:r>
          </a:p>
        </p:txBody>
      </p:sp>
      <p:sp>
        <p:nvSpPr>
          <p:cNvPr id="102" name="s102"/>
          <p:cNvSpPr/>
          <p:nvPr/>
        </p:nvSpPr>
        <p:spPr>
          <a:xfrm>
            <a:off x="560000" y="2490000"/>
            <a:ext cx="88000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200" b="1">
                <a:solidFill>
                  <a:srgbClr val="1F3864"/>
                </a:solidFill>
                <a:latin typeface="Malgun Gothic"/>
                <a:ea typeface="Malgun Gothic"/>
              </a:rPr>
              <a:t>PC</a:t>
            </a:r>
          </a:p>
        </p:txBody>
      </p:sp>
      <p:sp>
        <p:nvSpPr>
          <p:cNvPr id="103" name="s103"/>
          <p:cNvSpPr>
            <a:spLocks/>
          </p:cNvSpPr>
          <p:nvPr/>
        </p:nvSpPr>
        <p:spPr>
          <a:xfrm>
            <a:off x="1820000" y="2490000"/>
            <a:ext cx="88000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200" b="1">
                <a:solidFill>
                  <a:srgbClr val="1F3864"/>
                </a:solidFill>
                <a:latin typeface="Malgun Gothic"/>
                <a:ea typeface="Malgun Gothic"/>
              </a:rPr>
              <a:t>MCU</a:t>
            </a:r>
          </a:p>
        </p:txBody>
      </p:sp>
      <p:cxnSp>
        <p:nvCxnSpPr>
          <p:cNvPr id="104" name="c104"/>
          <p:cNvCxnSpPr/>
          <p:nvPr/>
        </p:nvCxnSpPr>
        <p:spPr>
          <a:xfrm>
            <a:off x="1460000" y="277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c105"/>
          <p:cNvCxnSpPr/>
          <p:nvPr/>
        </p:nvCxnSpPr>
        <p:spPr>
          <a:xfrm flipH="1">
            <a:off x="1460000" y="284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s106"/>
          <p:cNvSpPr txBox="1">
            <a:spLocks/>
          </p:cNvSpPr>
          <p:nvPr/>
        </p:nvSpPr>
        <p:spPr>
          <a:xfrm>
            <a:off x="1440000" y="2520000"/>
            <a:ext cx="3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0">
                <a:solidFill>
                  <a:srgbClr val="595959"/>
                </a:solidFill>
                <a:latin typeface="Malgun Gothic"/>
                <a:ea typeface="Malgun Gothic"/>
              </a:rPr>
              <a:t>Serial</a:t>
            </a:r>
          </a:p>
        </p:txBody>
      </p:sp>
      <p:cxnSp>
        <p:nvCxnSpPr>
          <p:cNvPr id="107" name="c107"/>
          <p:cNvCxnSpPr/>
          <p:nvPr/>
        </p:nvCxnSpPr>
        <p:spPr>
          <a:xfrm>
            <a:off x="2720000" y="277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c108"/>
          <p:cNvCxnSpPr/>
          <p:nvPr/>
        </p:nvCxnSpPr>
        <p:spPr>
          <a:xfrm flipH="1">
            <a:off x="2720000" y="284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s109"/>
          <p:cNvSpPr txBox="1"/>
          <p:nvPr/>
        </p:nvSpPr>
        <p:spPr>
          <a:xfrm>
            <a:off x="2700000" y="2520000"/>
            <a:ext cx="3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0">
                <a:solidFill>
                  <a:srgbClr val="595959"/>
                </a:solidFill>
                <a:latin typeface="Malgun Gothic"/>
                <a:ea typeface="Malgun Gothic"/>
              </a:rPr>
              <a:t>SPI</a:t>
            </a:r>
          </a:p>
        </p:txBody>
      </p:sp>
      <p:sp>
        <p:nvSpPr>
          <p:cNvPr id="110" name="s110"/>
          <p:cNvSpPr/>
          <p:nvPr/>
        </p:nvSpPr>
        <p:spPr>
          <a:xfrm>
            <a:off x="3080000" y="1940000"/>
            <a:ext cx="1010000" cy="166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IC603</a:t>
            </a:r>
          </a:p>
        </p:txBody>
      </p:sp>
      <p:sp>
        <p:nvSpPr>
          <p:cNvPr id="111" name="s111"/>
          <p:cNvSpPr txBox="1"/>
          <p:nvPr/>
        </p:nvSpPr>
        <p:spPr>
          <a:xfrm>
            <a:off x="3640000" y="203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1">
                <a:solidFill>
                  <a:srgbClr val="FFFFFF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12" name="s112"/>
          <p:cNvSpPr/>
          <p:nvPr/>
        </p:nvSpPr>
        <p:spPr>
          <a:xfrm>
            <a:off x="4060000" y="2058000"/>
            <a:ext cx="60000" cy="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3" name="s113"/>
          <p:cNvSpPr txBox="1"/>
          <p:nvPr/>
        </p:nvSpPr>
        <p:spPr>
          <a:xfrm>
            <a:off x="3640000" y="2126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14" name="s114"/>
          <p:cNvSpPr/>
          <p:nvPr/>
        </p:nvSpPr>
        <p:spPr>
          <a:xfrm>
            <a:off x="4060000" y="2150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5" name="s115"/>
          <p:cNvSpPr txBox="1"/>
          <p:nvPr/>
        </p:nvSpPr>
        <p:spPr>
          <a:xfrm>
            <a:off x="3640000" y="2218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16" name="s116"/>
          <p:cNvSpPr/>
          <p:nvPr/>
        </p:nvSpPr>
        <p:spPr>
          <a:xfrm>
            <a:off x="4060000" y="2242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7" name="s117"/>
          <p:cNvSpPr txBox="1"/>
          <p:nvPr/>
        </p:nvSpPr>
        <p:spPr>
          <a:xfrm>
            <a:off x="3640000" y="2310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18" name="s118"/>
          <p:cNvSpPr/>
          <p:nvPr/>
        </p:nvSpPr>
        <p:spPr>
          <a:xfrm>
            <a:off x="4060000" y="2334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9" name="s119"/>
          <p:cNvSpPr txBox="1"/>
          <p:nvPr/>
        </p:nvSpPr>
        <p:spPr>
          <a:xfrm>
            <a:off x="3640000" y="2402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20" name="s120"/>
          <p:cNvSpPr/>
          <p:nvPr/>
        </p:nvSpPr>
        <p:spPr>
          <a:xfrm>
            <a:off x="4060000" y="2426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1" name="s121"/>
          <p:cNvSpPr txBox="1"/>
          <p:nvPr/>
        </p:nvSpPr>
        <p:spPr>
          <a:xfrm>
            <a:off x="3640000" y="249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22" name="s122"/>
          <p:cNvSpPr/>
          <p:nvPr/>
        </p:nvSpPr>
        <p:spPr>
          <a:xfrm>
            <a:off x="4060000" y="2518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3" name="s123"/>
          <p:cNvSpPr txBox="1"/>
          <p:nvPr/>
        </p:nvSpPr>
        <p:spPr>
          <a:xfrm>
            <a:off x="3640000" y="2586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24" name="s124"/>
          <p:cNvSpPr/>
          <p:nvPr/>
        </p:nvSpPr>
        <p:spPr>
          <a:xfrm>
            <a:off x="4060000" y="2610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5" name="s125"/>
          <p:cNvSpPr txBox="1"/>
          <p:nvPr/>
        </p:nvSpPr>
        <p:spPr>
          <a:xfrm>
            <a:off x="3640000" y="2678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26" name="s126"/>
          <p:cNvSpPr/>
          <p:nvPr/>
        </p:nvSpPr>
        <p:spPr>
          <a:xfrm>
            <a:off x="4060000" y="2702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7" name="s127"/>
          <p:cNvSpPr txBox="1"/>
          <p:nvPr/>
        </p:nvSpPr>
        <p:spPr>
          <a:xfrm>
            <a:off x="3640000" y="2770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28" name="s128"/>
          <p:cNvSpPr/>
          <p:nvPr/>
        </p:nvSpPr>
        <p:spPr>
          <a:xfrm>
            <a:off x="4060000" y="2794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9" name="s129"/>
          <p:cNvSpPr txBox="1"/>
          <p:nvPr/>
        </p:nvSpPr>
        <p:spPr>
          <a:xfrm>
            <a:off x="3640000" y="2862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30" name="s130"/>
          <p:cNvSpPr/>
          <p:nvPr/>
        </p:nvSpPr>
        <p:spPr>
          <a:xfrm>
            <a:off x="4060000" y="2886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1" name="s131"/>
          <p:cNvSpPr txBox="1"/>
          <p:nvPr/>
        </p:nvSpPr>
        <p:spPr>
          <a:xfrm>
            <a:off x="3640000" y="295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CH11</a:t>
            </a:r>
          </a:p>
        </p:txBody>
      </p:sp>
      <p:sp>
        <p:nvSpPr>
          <p:cNvPr id="132" name="s132"/>
          <p:cNvSpPr/>
          <p:nvPr/>
        </p:nvSpPr>
        <p:spPr>
          <a:xfrm>
            <a:off x="4060000" y="2978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3" name="s133"/>
          <p:cNvSpPr txBox="1"/>
          <p:nvPr/>
        </p:nvSpPr>
        <p:spPr>
          <a:xfrm>
            <a:off x="3640000" y="3046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CH12</a:t>
            </a:r>
          </a:p>
        </p:txBody>
      </p:sp>
      <p:sp>
        <p:nvSpPr>
          <p:cNvPr id="134" name="s134"/>
          <p:cNvSpPr/>
          <p:nvPr/>
        </p:nvSpPr>
        <p:spPr>
          <a:xfrm>
            <a:off x="4060000" y="3070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5" name="s135"/>
          <p:cNvSpPr txBox="1"/>
          <p:nvPr/>
        </p:nvSpPr>
        <p:spPr>
          <a:xfrm>
            <a:off x="3640000" y="3138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CH13</a:t>
            </a:r>
          </a:p>
        </p:txBody>
      </p:sp>
      <p:sp>
        <p:nvSpPr>
          <p:cNvPr id="136" name="s136"/>
          <p:cNvSpPr/>
          <p:nvPr/>
        </p:nvSpPr>
        <p:spPr>
          <a:xfrm>
            <a:off x="4060000" y="3162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37" name="s137"/>
          <p:cNvSpPr txBox="1"/>
          <p:nvPr/>
        </p:nvSpPr>
        <p:spPr>
          <a:xfrm>
            <a:off x="3640000" y="3230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CH14</a:t>
            </a:r>
          </a:p>
        </p:txBody>
      </p:sp>
      <p:sp>
        <p:nvSpPr>
          <p:cNvPr id="138" name="s138"/>
          <p:cNvSpPr/>
          <p:nvPr/>
        </p:nvSpPr>
        <p:spPr>
          <a:xfrm>
            <a:off x="4060000" y="3254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39" name="s139"/>
          <p:cNvSpPr txBox="1"/>
          <p:nvPr/>
        </p:nvSpPr>
        <p:spPr>
          <a:xfrm>
            <a:off x="3640000" y="3322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CH15</a:t>
            </a:r>
          </a:p>
        </p:txBody>
      </p:sp>
      <p:sp>
        <p:nvSpPr>
          <p:cNvPr id="140" name="s140"/>
          <p:cNvSpPr/>
          <p:nvPr/>
        </p:nvSpPr>
        <p:spPr>
          <a:xfrm>
            <a:off x="4060000" y="3346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41" name="s141"/>
          <p:cNvSpPr txBox="1"/>
          <p:nvPr/>
        </p:nvSpPr>
        <p:spPr>
          <a:xfrm>
            <a:off x="3640000" y="341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CH16</a:t>
            </a:r>
          </a:p>
        </p:txBody>
      </p:sp>
      <p:sp>
        <p:nvSpPr>
          <p:cNvPr id="142" name="s142"/>
          <p:cNvSpPr/>
          <p:nvPr/>
        </p:nvSpPr>
        <p:spPr>
          <a:xfrm>
            <a:off x="4060000" y="3438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cxnSp>
        <p:nvCxnSpPr>
          <p:cNvPr id="143" name="c143"/>
          <p:cNvCxnSpPr/>
          <p:nvPr/>
        </p:nvCxnSpPr>
        <p:spPr>
          <a:xfrm>
            <a:off x="4120000" y="2080000"/>
            <a:ext cx="36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4" name="s144"/>
          <p:cNvSpPr/>
          <p:nvPr/>
        </p:nvSpPr>
        <p:spPr>
          <a:xfrm>
            <a:off x="44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45" name="c145"/>
          <p:cNvCxnSpPr/>
          <p:nvPr/>
        </p:nvCxnSpPr>
        <p:spPr>
          <a:xfrm>
            <a:off x="52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6" name="s146"/>
          <p:cNvSpPr/>
          <p:nvPr/>
        </p:nvSpPr>
        <p:spPr>
          <a:xfrm>
            <a:off x="55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47" name="c147"/>
          <p:cNvCxnSpPr/>
          <p:nvPr/>
        </p:nvCxnSpPr>
        <p:spPr>
          <a:xfrm>
            <a:off x="63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8" name="s148"/>
          <p:cNvSpPr/>
          <p:nvPr/>
        </p:nvSpPr>
        <p:spPr>
          <a:xfrm>
            <a:off x="66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49" name="c149"/>
          <p:cNvCxnSpPr/>
          <p:nvPr/>
        </p:nvCxnSpPr>
        <p:spPr>
          <a:xfrm>
            <a:off x="74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" name="s150"/>
          <p:cNvSpPr/>
          <p:nvPr/>
        </p:nvSpPr>
        <p:spPr>
          <a:xfrm>
            <a:off x="77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51" name="c151"/>
          <p:cNvCxnSpPr/>
          <p:nvPr/>
        </p:nvCxnSpPr>
        <p:spPr>
          <a:xfrm>
            <a:off x="85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2" name="s152"/>
          <p:cNvSpPr/>
          <p:nvPr/>
        </p:nvSpPr>
        <p:spPr>
          <a:xfrm>
            <a:off x="88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sp>
        <p:nvSpPr>
          <p:cNvPr id="153" name="s153"/>
          <p:cNvSpPr txBox="1"/>
          <p:nvPr/>
        </p:nvSpPr>
        <p:spPr>
          <a:xfrm>
            <a:off x="4480000" y="2445000"/>
            <a:ext cx="51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900" b="0">
                <a:solidFill>
                  <a:srgbClr val="595959"/>
                </a:solidFill>
                <a:latin typeface="Malgun Gothic"/>
                <a:ea typeface="Malgun Gothic"/>
              </a:rPr>
              <a:t>1 channel (CH1)  →  5 × ID601 daisy chain</a:t>
            </a:r>
          </a:p>
        </p:txBody>
      </p:sp>
      <p:cxnSp>
        <p:nvCxnSpPr>
          <p:cNvPr id="154" name="c154"/>
          <p:cNvCxnSpPr/>
          <p:nvPr/>
        </p:nvCxnSpPr>
        <p:spPr>
          <a:xfrm>
            <a:off x="4120000" y="2172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c155"/>
          <p:cNvCxnSpPr/>
          <p:nvPr/>
        </p:nvCxnSpPr>
        <p:spPr>
          <a:xfrm>
            <a:off x="4120000" y="2264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c156"/>
          <p:cNvCxnSpPr/>
          <p:nvPr/>
        </p:nvCxnSpPr>
        <p:spPr>
          <a:xfrm>
            <a:off x="4120000" y="2356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7" name="c157"/>
          <p:cNvCxnSpPr/>
          <p:nvPr/>
        </p:nvCxnSpPr>
        <p:spPr>
          <a:xfrm>
            <a:off x="4120000" y="2448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c158"/>
          <p:cNvCxnSpPr/>
          <p:nvPr/>
        </p:nvCxnSpPr>
        <p:spPr>
          <a:xfrm>
            <a:off x="4120000" y="2540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c159"/>
          <p:cNvCxnSpPr/>
          <p:nvPr/>
        </p:nvCxnSpPr>
        <p:spPr>
          <a:xfrm>
            <a:off x="4120000" y="2632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c160"/>
          <p:cNvCxnSpPr/>
          <p:nvPr/>
        </p:nvCxnSpPr>
        <p:spPr>
          <a:xfrm>
            <a:off x="4120000" y="2724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c161"/>
          <p:cNvCxnSpPr/>
          <p:nvPr/>
        </p:nvCxnSpPr>
        <p:spPr>
          <a:xfrm>
            <a:off x="4120000" y="2816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c162"/>
          <p:cNvCxnSpPr/>
          <p:nvPr/>
        </p:nvCxnSpPr>
        <p:spPr>
          <a:xfrm>
            <a:off x="4120000" y="2908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c163"/>
          <p:cNvCxnSpPr/>
          <p:nvPr/>
        </p:nvCxnSpPr>
        <p:spPr>
          <a:xfrm>
            <a:off x="4120000" y="3000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c164"/>
          <p:cNvCxnSpPr/>
          <p:nvPr/>
        </p:nvCxnSpPr>
        <p:spPr>
          <a:xfrm>
            <a:off x="4120000" y="3092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c165"/>
          <p:cNvCxnSpPr/>
          <p:nvPr/>
        </p:nvCxnSpPr>
        <p:spPr>
          <a:xfrm>
            <a:off x="4120000" y="3184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c166"/>
          <p:cNvCxnSpPr/>
          <p:nvPr/>
        </p:nvCxnSpPr>
        <p:spPr>
          <a:xfrm>
            <a:off x="4120000" y="3276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c167"/>
          <p:cNvCxnSpPr/>
          <p:nvPr/>
        </p:nvCxnSpPr>
        <p:spPr>
          <a:xfrm>
            <a:off x="4120000" y="3368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c168"/>
          <p:cNvCxnSpPr/>
          <p:nvPr/>
        </p:nvCxnSpPr>
        <p:spPr>
          <a:xfrm>
            <a:off x="4120000" y="3460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c169"/>
          <p:cNvCxnSpPr/>
          <p:nvPr/>
        </p:nvCxnSpPr>
        <p:spPr>
          <a:xfrm>
            <a:off x="4340000" y="2172000"/>
            <a:ext cx="0" cy="128800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0" name="s170"/>
          <p:cNvSpPr txBox="1"/>
          <p:nvPr/>
        </p:nvSpPr>
        <p:spPr>
          <a:xfrm>
            <a:off x="4390000" y="290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00" b="0">
                <a:solidFill>
                  <a:srgbClr val="808080"/>
                </a:solidFill>
                <a:latin typeface="Malgun Gothic"/>
                <a:ea typeface="Malgun Gothic"/>
              </a:rPr>
              <a:t>CH2 – CH16 : not used in this test</a:t>
            </a:r>
          </a:p>
        </p:txBody>
      </p:sp>
      <p:cxnSp>
        <p:nvCxnSpPr>
          <p:cNvPr id="171" name="c171"/>
          <p:cNvCxnSpPr/>
          <p:nvPr/>
        </p:nvCxnSpPr>
        <p:spPr>
          <a:xfrm>
            <a:off x="560000" y="3720000"/>
            <a:ext cx="8790000" cy="0"/>
          </a:xfrm>
          <a:prstGeom prst="line">
            <a:avLst/>
          </a:prstGeom>
          <a:ln w="9525" cap="rnd">
            <a:solidFill>
              <a:srgbClr val="D9D9D9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2" name="s172"/>
          <p:cNvSpPr>
            <a:spLocks/>
          </p:cNvSpPr>
          <p:nvPr/>
        </p:nvSpPr>
        <p:spPr>
          <a:xfrm>
            <a:off x="560000" y="3800000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73" name="s173"/>
          <p:cNvSpPr txBox="1">
            <a:spLocks/>
          </p:cNvSpPr>
          <p:nvPr/>
        </p:nvSpPr>
        <p:spPr>
          <a:xfrm>
            <a:off x="680000" y="3800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ID601  Channel  /  RGB  Data  Structure</a:t>
            </a:r>
          </a:p>
        </p:txBody>
      </p:sp>
      <p:sp>
        <p:nvSpPr>
          <p:cNvPr id="174" name="s174"/>
          <p:cNvSpPr>
            <a:spLocks/>
          </p:cNvSpPr>
          <p:nvPr/>
        </p:nvSpPr>
        <p:spPr>
          <a:xfrm>
            <a:off x="560000" y="4120000"/>
            <a:ext cx="1150000" cy="20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 lang="ko-KR" altLang="en-US"/>
          </a:p>
        </p:txBody>
      </p:sp>
      <p:sp>
        <p:nvSpPr>
          <p:cNvPr id="175" name="s175"/>
          <p:cNvSpPr txBox="1">
            <a:spLocks/>
          </p:cNvSpPr>
          <p:nvPr/>
        </p:nvSpPr>
        <p:spPr>
          <a:xfrm>
            <a:off x="560000" y="4160000"/>
            <a:ext cx="11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sp>
        <p:nvSpPr>
          <p:cNvPr id="176" name="s176"/>
          <p:cNvSpPr txBox="1"/>
          <p:nvPr/>
        </p:nvSpPr>
        <p:spPr>
          <a:xfrm>
            <a:off x="1210000" y="440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1">
                <a:solidFill>
                  <a:srgbClr val="1F3864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77" name="s177"/>
          <p:cNvSpPr/>
          <p:nvPr/>
        </p:nvSpPr>
        <p:spPr>
          <a:xfrm>
            <a:off x="1680000" y="4448000"/>
            <a:ext cx="60000" cy="44000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78" name="s178"/>
          <p:cNvSpPr txBox="1"/>
          <p:nvPr/>
        </p:nvSpPr>
        <p:spPr>
          <a:xfrm>
            <a:off x="1210000" y="454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79" name="s179"/>
          <p:cNvSpPr/>
          <p:nvPr/>
        </p:nvSpPr>
        <p:spPr>
          <a:xfrm>
            <a:off x="1680000" y="458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0" name="s180"/>
          <p:cNvSpPr txBox="1"/>
          <p:nvPr/>
        </p:nvSpPr>
        <p:spPr>
          <a:xfrm>
            <a:off x="1210000" y="468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81" name="s181"/>
          <p:cNvSpPr/>
          <p:nvPr/>
        </p:nvSpPr>
        <p:spPr>
          <a:xfrm>
            <a:off x="1680000" y="472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2" name="s182"/>
          <p:cNvSpPr txBox="1"/>
          <p:nvPr/>
        </p:nvSpPr>
        <p:spPr>
          <a:xfrm>
            <a:off x="1210000" y="482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83" name="s183"/>
          <p:cNvSpPr/>
          <p:nvPr/>
        </p:nvSpPr>
        <p:spPr>
          <a:xfrm>
            <a:off x="1680000" y="486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4" name="s184"/>
          <p:cNvSpPr txBox="1"/>
          <p:nvPr/>
        </p:nvSpPr>
        <p:spPr>
          <a:xfrm>
            <a:off x="1210000" y="496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85" name="s185"/>
          <p:cNvSpPr/>
          <p:nvPr/>
        </p:nvSpPr>
        <p:spPr>
          <a:xfrm>
            <a:off x="1680000" y="500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6" name="s186"/>
          <p:cNvSpPr txBox="1"/>
          <p:nvPr/>
        </p:nvSpPr>
        <p:spPr>
          <a:xfrm>
            <a:off x="1210000" y="510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87" name="s187"/>
          <p:cNvSpPr/>
          <p:nvPr/>
        </p:nvSpPr>
        <p:spPr>
          <a:xfrm>
            <a:off x="1680000" y="514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8" name="s188"/>
          <p:cNvSpPr txBox="1"/>
          <p:nvPr/>
        </p:nvSpPr>
        <p:spPr>
          <a:xfrm>
            <a:off x="1210000" y="524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89" name="s189"/>
          <p:cNvSpPr/>
          <p:nvPr/>
        </p:nvSpPr>
        <p:spPr>
          <a:xfrm>
            <a:off x="1680000" y="528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0" name="s190"/>
          <p:cNvSpPr txBox="1"/>
          <p:nvPr/>
        </p:nvSpPr>
        <p:spPr>
          <a:xfrm>
            <a:off x="1210000" y="538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91" name="s191"/>
          <p:cNvSpPr/>
          <p:nvPr/>
        </p:nvSpPr>
        <p:spPr>
          <a:xfrm>
            <a:off x="1680000" y="542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2" name="s192"/>
          <p:cNvSpPr txBox="1"/>
          <p:nvPr/>
        </p:nvSpPr>
        <p:spPr>
          <a:xfrm>
            <a:off x="1210000" y="552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93" name="s193"/>
          <p:cNvSpPr/>
          <p:nvPr/>
        </p:nvSpPr>
        <p:spPr>
          <a:xfrm>
            <a:off x="1680000" y="556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4" name="s194"/>
          <p:cNvSpPr txBox="1"/>
          <p:nvPr/>
        </p:nvSpPr>
        <p:spPr>
          <a:xfrm>
            <a:off x="1210000" y="566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95" name="s195"/>
          <p:cNvSpPr/>
          <p:nvPr/>
        </p:nvSpPr>
        <p:spPr>
          <a:xfrm>
            <a:off x="1680000" y="570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96" name="s196"/>
          <p:cNvSpPr txBox="1"/>
          <p:nvPr/>
        </p:nvSpPr>
        <p:spPr>
          <a:xfrm>
            <a:off x="1210000" y="580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CH11</a:t>
            </a:r>
          </a:p>
        </p:txBody>
      </p:sp>
      <p:sp>
        <p:nvSpPr>
          <p:cNvPr id="197" name="s197"/>
          <p:cNvSpPr/>
          <p:nvPr/>
        </p:nvSpPr>
        <p:spPr>
          <a:xfrm>
            <a:off x="1680000" y="584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98" name="s198"/>
          <p:cNvSpPr txBox="1"/>
          <p:nvPr/>
        </p:nvSpPr>
        <p:spPr>
          <a:xfrm>
            <a:off x="1210000" y="594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1">
                <a:solidFill>
                  <a:srgbClr val="1F3864"/>
                </a:solidFill>
                <a:latin typeface="Malgun Gothic"/>
                <a:ea typeface="Malgun Gothic"/>
              </a:rPr>
              <a:t>CH12</a:t>
            </a:r>
          </a:p>
        </p:txBody>
      </p:sp>
      <p:sp>
        <p:nvSpPr>
          <p:cNvPr id="199" name="s199"/>
          <p:cNvSpPr/>
          <p:nvPr/>
        </p:nvSpPr>
        <p:spPr>
          <a:xfrm>
            <a:off x="1680000" y="5988000"/>
            <a:ext cx="60000" cy="44000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cxnSp>
        <p:nvCxnSpPr>
          <p:cNvPr id="200" name="c200"/>
          <p:cNvCxnSpPr/>
          <p:nvPr/>
        </p:nvCxnSpPr>
        <p:spPr>
          <a:xfrm>
            <a:off x="1740000" y="4470000"/>
            <a:ext cx="98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c201"/>
          <p:cNvCxnSpPr/>
          <p:nvPr/>
        </p:nvCxnSpPr>
        <p:spPr>
          <a:xfrm>
            <a:off x="2720000" y="4230000"/>
            <a:ext cx="0" cy="48000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2" name="c202"/>
          <p:cNvCxnSpPr/>
          <p:nvPr/>
        </p:nvCxnSpPr>
        <p:spPr>
          <a:xfrm>
            <a:off x="2720000" y="423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3" name="s203"/>
          <p:cNvSpPr/>
          <p:nvPr/>
        </p:nvSpPr>
        <p:spPr>
          <a:xfrm>
            <a:off x="3050000" y="413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  :  12 or 14 bit</a:t>
            </a:r>
          </a:p>
        </p:txBody>
      </p:sp>
      <p:cxnSp>
        <p:nvCxnSpPr>
          <p:cNvPr id="204" name="c204"/>
          <p:cNvCxnSpPr/>
          <p:nvPr/>
        </p:nvCxnSpPr>
        <p:spPr>
          <a:xfrm>
            <a:off x="2720000" y="447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5" name="s205"/>
          <p:cNvSpPr/>
          <p:nvPr/>
        </p:nvSpPr>
        <p:spPr>
          <a:xfrm>
            <a:off x="3050000" y="437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  :  12 or 14 bit</a:t>
            </a:r>
          </a:p>
        </p:txBody>
      </p:sp>
      <p:cxnSp>
        <p:nvCxnSpPr>
          <p:cNvPr id="206" name="c206"/>
          <p:cNvCxnSpPr/>
          <p:nvPr/>
        </p:nvCxnSpPr>
        <p:spPr>
          <a:xfrm>
            <a:off x="2720000" y="471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7" name="s207"/>
          <p:cNvSpPr/>
          <p:nvPr/>
        </p:nvSpPr>
        <p:spPr>
          <a:xfrm>
            <a:off x="3050000" y="461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  :  12 or 14 bit</a:t>
            </a:r>
          </a:p>
        </p:txBody>
      </p:sp>
      <p:cxnSp>
        <p:nvCxnSpPr>
          <p:cNvPr id="208" name="c208"/>
          <p:cNvCxnSpPr/>
          <p:nvPr/>
        </p:nvCxnSpPr>
        <p:spPr>
          <a:xfrm>
            <a:off x="1740000" y="6010000"/>
            <a:ext cx="98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c209"/>
          <p:cNvCxnSpPr/>
          <p:nvPr/>
        </p:nvCxnSpPr>
        <p:spPr>
          <a:xfrm>
            <a:off x="2720000" y="5770000"/>
            <a:ext cx="0" cy="48000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c210"/>
          <p:cNvCxnSpPr/>
          <p:nvPr/>
        </p:nvCxnSpPr>
        <p:spPr>
          <a:xfrm>
            <a:off x="2720000" y="577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1" name="s211"/>
          <p:cNvSpPr/>
          <p:nvPr/>
        </p:nvSpPr>
        <p:spPr>
          <a:xfrm>
            <a:off x="3050000" y="567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  :  12 or 14 bit</a:t>
            </a:r>
          </a:p>
        </p:txBody>
      </p:sp>
      <p:cxnSp>
        <p:nvCxnSpPr>
          <p:cNvPr id="212" name="c212"/>
          <p:cNvCxnSpPr/>
          <p:nvPr/>
        </p:nvCxnSpPr>
        <p:spPr>
          <a:xfrm>
            <a:off x="2720000" y="601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3" name="s213"/>
          <p:cNvSpPr/>
          <p:nvPr/>
        </p:nvSpPr>
        <p:spPr>
          <a:xfrm>
            <a:off x="3050000" y="591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  :  12 or 14 bit</a:t>
            </a:r>
          </a:p>
        </p:txBody>
      </p:sp>
      <p:cxnSp>
        <p:nvCxnSpPr>
          <p:cNvPr id="214" name="c214"/>
          <p:cNvCxnSpPr/>
          <p:nvPr/>
        </p:nvCxnSpPr>
        <p:spPr>
          <a:xfrm>
            <a:off x="2720000" y="625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5" name="s215"/>
          <p:cNvSpPr/>
          <p:nvPr/>
        </p:nvSpPr>
        <p:spPr>
          <a:xfrm>
            <a:off x="3050000" y="615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  :  12 or 14 bit</a:t>
            </a:r>
          </a:p>
        </p:txBody>
      </p:sp>
      <p:cxnSp>
        <p:nvCxnSpPr>
          <p:cNvPr id="216" name="c216"/>
          <p:cNvCxnSpPr/>
          <p:nvPr/>
        </p:nvCxnSpPr>
        <p:spPr>
          <a:xfrm>
            <a:off x="1740000" y="461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c217"/>
          <p:cNvCxnSpPr/>
          <p:nvPr/>
        </p:nvCxnSpPr>
        <p:spPr>
          <a:xfrm>
            <a:off x="1740000" y="475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c218"/>
          <p:cNvCxnSpPr/>
          <p:nvPr/>
        </p:nvCxnSpPr>
        <p:spPr>
          <a:xfrm>
            <a:off x="1740000" y="489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9" name="c219"/>
          <p:cNvCxnSpPr/>
          <p:nvPr/>
        </p:nvCxnSpPr>
        <p:spPr>
          <a:xfrm>
            <a:off x="1740000" y="503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0" name="c220"/>
          <p:cNvCxnSpPr/>
          <p:nvPr/>
        </p:nvCxnSpPr>
        <p:spPr>
          <a:xfrm>
            <a:off x="1740000" y="517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c221"/>
          <p:cNvCxnSpPr/>
          <p:nvPr/>
        </p:nvCxnSpPr>
        <p:spPr>
          <a:xfrm>
            <a:off x="1740000" y="531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2" name="c222"/>
          <p:cNvCxnSpPr/>
          <p:nvPr/>
        </p:nvCxnSpPr>
        <p:spPr>
          <a:xfrm>
            <a:off x="1740000" y="545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3" name="c223"/>
          <p:cNvCxnSpPr/>
          <p:nvPr/>
        </p:nvCxnSpPr>
        <p:spPr>
          <a:xfrm>
            <a:off x="1740000" y="559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4" name="c224"/>
          <p:cNvCxnSpPr/>
          <p:nvPr/>
        </p:nvCxnSpPr>
        <p:spPr>
          <a:xfrm>
            <a:off x="1740000" y="573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5" name="c225"/>
          <p:cNvCxnSpPr/>
          <p:nvPr/>
        </p:nvCxnSpPr>
        <p:spPr>
          <a:xfrm>
            <a:off x="1740000" y="587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6" name="c226"/>
          <p:cNvCxnSpPr/>
          <p:nvPr/>
        </p:nvCxnSpPr>
        <p:spPr>
          <a:xfrm>
            <a:off x="2100000" y="4610000"/>
            <a:ext cx="0" cy="126000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c227"/>
          <p:cNvCxnSpPr/>
          <p:nvPr/>
        </p:nvCxnSpPr>
        <p:spPr>
          <a:xfrm>
            <a:off x="2100000" y="5240000"/>
            <a:ext cx="6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8" name="s228"/>
          <p:cNvSpPr/>
          <p:nvPr/>
        </p:nvSpPr>
        <p:spPr>
          <a:xfrm>
            <a:off x="2740000" y="5080000"/>
            <a:ext cx="2300000" cy="320000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0">
                <a:solidFill>
                  <a:srgbClr val="595959"/>
                </a:solidFill>
                <a:latin typeface="Malgun Gothic"/>
                <a:ea typeface="Malgun Gothic"/>
              </a:rPr>
              <a:t>CH2 – CH11 : same R / G / B</a:t>
            </a:r>
          </a:p>
        </p:txBody>
      </p:sp>
      <p:sp>
        <p:nvSpPr>
          <p:cNvPr id="229" name="s229"/>
          <p:cNvSpPr/>
          <p:nvPr/>
        </p:nvSpPr>
        <p:spPr>
          <a:xfrm>
            <a:off x="5400000" y="4700000"/>
            <a:ext cx="3950000" cy="1150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/>
          </a:p>
        </p:txBody>
      </p:sp>
      <p:sp>
        <p:nvSpPr>
          <p:cNvPr id="230" name="s230"/>
          <p:cNvSpPr txBox="1"/>
          <p:nvPr/>
        </p:nvSpPr>
        <p:spPr>
          <a:xfrm>
            <a:off x="5560000" y="4820000"/>
            <a:ext cx="363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0">
                <a:solidFill>
                  <a:srgbClr val="595959"/>
                </a:solidFill>
                <a:latin typeface="Malgun Gothic"/>
                <a:ea typeface="Malgun Gothic"/>
              </a:rPr>
              <a:t>Data per ID601</a:t>
            </a:r>
          </a:p>
        </p:txBody>
      </p:sp>
      <p:sp>
        <p:nvSpPr>
          <p:cNvPr id="231" name="s231"/>
          <p:cNvSpPr txBox="1"/>
          <p:nvPr/>
        </p:nvSpPr>
        <p:spPr>
          <a:xfrm>
            <a:off x="5560000" y="5110000"/>
            <a:ext cx="36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12 CH  ×  3 (R, G, B)  =  36 data</a:t>
            </a:r>
          </a:p>
        </p:txBody>
      </p:sp>
      <p:sp>
        <p:nvSpPr>
          <p:cNvPr id="232" name="s232"/>
          <p:cNvSpPr txBox="1"/>
          <p:nvPr/>
        </p:nvSpPr>
        <p:spPr>
          <a:xfrm>
            <a:off x="5560000" y="5490000"/>
            <a:ext cx="363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595959"/>
                </a:solidFill>
                <a:latin typeface="Malgun Gothic"/>
                <a:ea typeface="Malgun Gothic"/>
              </a:rPr>
              <a:t>each 12 or 14 bit</a:t>
            </a:r>
          </a:p>
        </p:txBody>
      </p:sp>
    </p:spTree>
    <p:extLst>
      <p:ext uri="{BB962C8B-B14F-4D97-AF65-F5344CB8AC3E}">
        <p14:creationId xmlns:p14="http://schemas.microsoft.com/office/powerpoint/2010/main" val="77899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5A79-D821-BC2C-7048-2A9A865C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85129-7161-49B8-19A4-F6EB918778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Local Dimming Data </a:t>
            </a:r>
            <a:r>
              <a:rPr lang="ko-KR" altLang="en-US"/>
              <a:t>형식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3A12AF-C3C1-C2B7-1E0A-575C43115B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 LD Buffer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 특성상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ID601 Daisy 5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Chain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데이터를 정상적으로 전송하기 위해서는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 Channel 10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 사용 필요</a:t>
            </a:r>
            <a:endParaRPr lang="ko-KR" altLang="en-US">
              <a:solidFill>
                <a:schemeClr val="bg1">
                  <a:lumMod val="65000"/>
                </a:schemeClr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Chain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 연결되지 않은 </a:t>
            </a:r>
            <a:r>
              <a:rPr lang="en-US" altLang="ko-KR"/>
              <a:t>IC603 CH2~10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CH Enable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Dummy LD Data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전송 필요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0" name="s100"/>
          <p:cNvSpPr/>
          <p:nvPr/>
        </p:nvSpPr>
        <p:spPr>
          <a:xfrm>
            <a:off x="560000" y="1560000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01" name="s101"/>
          <p:cNvSpPr txBox="1"/>
          <p:nvPr/>
        </p:nvSpPr>
        <p:spPr>
          <a:xfrm>
            <a:off x="680000" y="1560000"/>
            <a:ext cx="70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LD Data Structure / Stream Order</a:t>
            </a:r>
          </a:p>
        </p:txBody>
      </p:sp>
      <p:sp>
        <p:nvSpPr>
          <p:cNvPr id="103" name="s103"/>
          <p:cNvSpPr/>
          <p:nvPr/>
        </p:nvSpPr>
        <p:spPr>
          <a:xfrm>
            <a:off x="5150000" y="1785000"/>
            <a:ext cx="1380000" cy="20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1F3864"/>
                </a:solidFill>
                <a:latin typeface="Malgun Gothic"/>
                <a:ea typeface="Malgun Gothic"/>
              </a:rPr>
              <a:t>CH1 : LD data</a:t>
            </a:r>
          </a:p>
        </p:txBody>
      </p:sp>
      <p:sp>
        <p:nvSpPr>
          <p:cNvPr id="104" name="s104"/>
          <p:cNvSpPr>
            <a:spLocks/>
          </p:cNvSpPr>
          <p:nvPr/>
        </p:nvSpPr>
        <p:spPr>
          <a:xfrm>
            <a:off x="6600000" y="1785000"/>
            <a:ext cx="1380000" cy="205000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CH2 – CH10 : Dummy Data</a:t>
            </a:r>
          </a:p>
        </p:txBody>
      </p:sp>
      <p:sp>
        <p:nvSpPr>
          <p:cNvPr id="105" name="s105"/>
          <p:cNvSpPr/>
          <p:nvPr/>
        </p:nvSpPr>
        <p:spPr>
          <a:xfrm>
            <a:off x="8050000" y="1785000"/>
            <a:ext cx="1380000" cy="20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A6A6A6"/>
                </a:solidFill>
                <a:latin typeface="Malgun Gothic"/>
                <a:ea typeface="Malgun Gothic"/>
              </a:rPr>
              <a:t>CH11 – CH16 : no data</a:t>
            </a:r>
          </a:p>
        </p:txBody>
      </p:sp>
      <p:cxnSp>
        <p:nvCxnSpPr>
          <p:cNvPr id="106" name="c106"/>
          <p:cNvCxnSpPr/>
          <p:nvPr/>
        </p:nvCxnSpPr>
        <p:spPr>
          <a:xfrm>
            <a:off x="1540000" y="2130000"/>
            <a:ext cx="6720000" cy="0"/>
          </a:xfrm>
          <a:prstGeom prst="line">
            <a:avLst/>
          </a:prstGeom>
          <a:ln w="19050" cap="rnd">
            <a:solidFill>
              <a:srgbClr val="C55A11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s107"/>
          <p:cNvSpPr txBox="1"/>
          <p:nvPr/>
        </p:nvSpPr>
        <p:spPr>
          <a:xfrm>
            <a:off x="1500000" y="1995000"/>
            <a:ext cx="460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l"/>
            <a:r>
              <a:rPr lang="en-US" altLang="ko-KR" sz="800" b="1">
                <a:solidFill>
                  <a:srgbClr val="C55A11"/>
                </a:solidFill>
                <a:latin typeface="Malgun Gothic"/>
                <a:ea typeface="Malgun Gothic"/>
              </a:rPr>
              <a:t>SPI transmit direction   (CH1 → CH10)</a:t>
            </a:r>
          </a:p>
        </p:txBody>
      </p:sp>
      <p:sp>
        <p:nvSpPr>
          <p:cNvPr id="108" name="s108"/>
          <p:cNvSpPr txBox="1"/>
          <p:nvPr/>
        </p:nvSpPr>
        <p:spPr>
          <a:xfrm>
            <a:off x="560000" y="2200000"/>
            <a:ext cx="8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700" b="1">
                <a:solidFill>
                  <a:srgbClr val="595959"/>
                </a:solidFill>
                <a:latin typeface="Malgun Gothic"/>
                <a:ea typeface="Malgun Gothic"/>
              </a:rPr>
              <a:t>IC603</a:t>
            </a:r>
          </a:p>
        </p:txBody>
      </p:sp>
      <p:sp>
        <p:nvSpPr>
          <p:cNvPr id="109" name="s109"/>
          <p:cNvSpPr txBox="1"/>
          <p:nvPr/>
        </p:nvSpPr>
        <p:spPr>
          <a:xfrm>
            <a:off x="150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1">
                <a:solidFill>
                  <a:srgbClr val="1F3864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10" name="s110"/>
          <p:cNvSpPr txBox="1"/>
          <p:nvPr/>
        </p:nvSpPr>
        <p:spPr>
          <a:xfrm>
            <a:off x="232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11" name="s111"/>
          <p:cNvSpPr txBox="1"/>
          <p:nvPr/>
        </p:nvSpPr>
        <p:spPr>
          <a:xfrm>
            <a:off x="299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12" name="s112"/>
          <p:cNvSpPr txBox="1"/>
          <p:nvPr/>
        </p:nvSpPr>
        <p:spPr>
          <a:xfrm>
            <a:off x="366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13" name="s113"/>
          <p:cNvSpPr txBox="1"/>
          <p:nvPr/>
        </p:nvSpPr>
        <p:spPr>
          <a:xfrm>
            <a:off x="433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14" name="s114"/>
          <p:cNvSpPr txBox="1"/>
          <p:nvPr/>
        </p:nvSpPr>
        <p:spPr>
          <a:xfrm>
            <a:off x="500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15" name="s115"/>
          <p:cNvSpPr txBox="1"/>
          <p:nvPr/>
        </p:nvSpPr>
        <p:spPr>
          <a:xfrm>
            <a:off x="567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16" name="s116"/>
          <p:cNvSpPr txBox="1"/>
          <p:nvPr/>
        </p:nvSpPr>
        <p:spPr>
          <a:xfrm>
            <a:off x="634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17" name="s117"/>
          <p:cNvSpPr txBox="1">
            <a:spLocks/>
          </p:cNvSpPr>
          <p:nvPr/>
        </p:nvSpPr>
        <p:spPr>
          <a:xfrm>
            <a:off x="701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18" name="s118"/>
          <p:cNvSpPr txBox="1">
            <a:spLocks/>
          </p:cNvSpPr>
          <p:nvPr/>
        </p:nvSpPr>
        <p:spPr>
          <a:xfrm>
            <a:off x="7680000" y="2200000"/>
            <a:ext cx="6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21" name="s121"/>
          <p:cNvSpPr>
            <a:spLocks/>
          </p:cNvSpPr>
          <p:nvPr/>
        </p:nvSpPr>
        <p:spPr>
          <a:xfrm>
            <a:off x="1440000" y="2435000"/>
            <a:ext cx="740000" cy="16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 lang="ko-KR" altLang="en-US"/>
          </a:p>
        </p:txBody>
      </p:sp>
      <p:sp>
        <p:nvSpPr>
          <p:cNvPr id="122" name="s122"/>
          <p:cNvSpPr txBox="1">
            <a:spLocks/>
          </p:cNvSpPr>
          <p:nvPr/>
        </p:nvSpPr>
        <p:spPr>
          <a:xfrm>
            <a:off x="1440000" y="2460000"/>
            <a:ext cx="740000" cy="165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1">
                <a:solidFill>
                  <a:srgbClr val="1F3864"/>
                </a:solidFill>
                <a:latin typeface="Malgun Gothic"/>
                <a:ea typeface="Malgun Gothic"/>
              </a:rPr>
              <a:t>ID601  #1</a:t>
            </a:r>
          </a:p>
        </p:txBody>
      </p:sp>
      <p:sp>
        <p:nvSpPr>
          <p:cNvPr id="123" name="s123"/>
          <p:cNvSpPr>
            <a:spLocks/>
          </p:cNvSpPr>
          <p:nvPr/>
        </p:nvSpPr>
        <p:spPr>
          <a:xfrm>
            <a:off x="1500000" y="2640000"/>
            <a:ext cx="620000" cy="165000"/>
          </a:xfrm>
          <a:prstGeom prst="rect">
            <a:avLst/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C00000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24" name="s124"/>
          <p:cNvSpPr>
            <a:spLocks/>
          </p:cNvSpPr>
          <p:nvPr/>
        </p:nvSpPr>
        <p:spPr>
          <a:xfrm>
            <a:off x="232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25" name="s125"/>
          <p:cNvSpPr/>
          <p:nvPr/>
        </p:nvSpPr>
        <p:spPr>
          <a:xfrm>
            <a:off x="299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26" name="s126"/>
          <p:cNvSpPr>
            <a:spLocks/>
          </p:cNvSpPr>
          <p:nvPr/>
        </p:nvSpPr>
        <p:spPr>
          <a:xfrm>
            <a:off x="366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27" name="s127"/>
          <p:cNvSpPr/>
          <p:nvPr/>
        </p:nvSpPr>
        <p:spPr>
          <a:xfrm>
            <a:off x="433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28" name="s128"/>
          <p:cNvSpPr/>
          <p:nvPr/>
        </p:nvSpPr>
        <p:spPr>
          <a:xfrm>
            <a:off x="500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29" name="s129"/>
          <p:cNvSpPr/>
          <p:nvPr/>
        </p:nvSpPr>
        <p:spPr>
          <a:xfrm>
            <a:off x="567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30" name="s130"/>
          <p:cNvSpPr/>
          <p:nvPr/>
        </p:nvSpPr>
        <p:spPr>
          <a:xfrm>
            <a:off x="634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31" name="s131"/>
          <p:cNvSpPr/>
          <p:nvPr/>
        </p:nvSpPr>
        <p:spPr>
          <a:xfrm>
            <a:off x="701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32" name="s132"/>
          <p:cNvSpPr/>
          <p:nvPr/>
        </p:nvSpPr>
        <p:spPr>
          <a:xfrm>
            <a:off x="7680000" y="2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133" name="s133"/>
          <p:cNvSpPr/>
          <p:nvPr/>
        </p:nvSpPr>
        <p:spPr>
          <a:xfrm>
            <a:off x="1500000" y="2847000"/>
            <a:ext cx="620000" cy="165000"/>
          </a:xfrm>
          <a:prstGeom prst="rect">
            <a:avLst/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2E7D32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34" name="s134"/>
          <p:cNvSpPr/>
          <p:nvPr/>
        </p:nvSpPr>
        <p:spPr>
          <a:xfrm>
            <a:off x="232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35" name="s135"/>
          <p:cNvSpPr/>
          <p:nvPr/>
        </p:nvSpPr>
        <p:spPr>
          <a:xfrm>
            <a:off x="299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36" name="s136"/>
          <p:cNvSpPr/>
          <p:nvPr/>
        </p:nvSpPr>
        <p:spPr>
          <a:xfrm>
            <a:off x="366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37" name="s137"/>
          <p:cNvSpPr/>
          <p:nvPr/>
        </p:nvSpPr>
        <p:spPr>
          <a:xfrm>
            <a:off x="433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38" name="s138"/>
          <p:cNvSpPr/>
          <p:nvPr/>
        </p:nvSpPr>
        <p:spPr>
          <a:xfrm>
            <a:off x="500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39" name="s139"/>
          <p:cNvSpPr/>
          <p:nvPr/>
        </p:nvSpPr>
        <p:spPr>
          <a:xfrm>
            <a:off x="567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40" name="s140"/>
          <p:cNvSpPr/>
          <p:nvPr/>
        </p:nvSpPr>
        <p:spPr>
          <a:xfrm>
            <a:off x="634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41" name="s141"/>
          <p:cNvSpPr/>
          <p:nvPr/>
        </p:nvSpPr>
        <p:spPr>
          <a:xfrm>
            <a:off x="701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42" name="s142"/>
          <p:cNvSpPr/>
          <p:nvPr/>
        </p:nvSpPr>
        <p:spPr>
          <a:xfrm>
            <a:off x="7680000" y="2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143" name="s143"/>
          <p:cNvSpPr/>
          <p:nvPr/>
        </p:nvSpPr>
        <p:spPr>
          <a:xfrm>
            <a:off x="1500000" y="3054000"/>
            <a:ext cx="620000" cy="165000"/>
          </a:xfrm>
          <a:prstGeom prst="rect">
            <a:avLst/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1F4E9C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44" name="s144"/>
          <p:cNvSpPr/>
          <p:nvPr/>
        </p:nvSpPr>
        <p:spPr>
          <a:xfrm>
            <a:off x="232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45" name="s145"/>
          <p:cNvSpPr/>
          <p:nvPr/>
        </p:nvSpPr>
        <p:spPr>
          <a:xfrm>
            <a:off x="299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46" name="s146"/>
          <p:cNvSpPr/>
          <p:nvPr/>
        </p:nvSpPr>
        <p:spPr>
          <a:xfrm>
            <a:off x="366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47" name="s147"/>
          <p:cNvSpPr/>
          <p:nvPr/>
        </p:nvSpPr>
        <p:spPr>
          <a:xfrm>
            <a:off x="433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48" name="s148"/>
          <p:cNvSpPr/>
          <p:nvPr/>
        </p:nvSpPr>
        <p:spPr>
          <a:xfrm>
            <a:off x="500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49" name="s149"/>
          <p:cNvSpPr/>
          <p:nvPr/>
        </p:nvSpPr>
        <p:spPr>
          <a:xfrm>
            <a:off x="567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50" name="s150"/>
          <p:cNvSpPr/>
          <p:nvPr/>
        </p:nvSpPr>
        <p:spPr>
          <a:xfrm>
            <a:off x="634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51" name="s151"/>
          <p:cNvSpPr>
            <a:spLocks/>
          </p:cNvSpPr>
          <p:nvPr/>
        </p:nvSpPr>
        <p:spPr>
          <a:xfrm>
            <a:off x="701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52" name="s152"/>
          <p:cNvSpPr>
            <a:spLocks/>
          </p:cNvSpPr>
          <p:nvPr/>
        </p:nvSpPr>
        <p:spPr>
          <a:xfrm>
            <a:off x="7680000" y="3054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153" name="s153"/>
          <p:cNvSpPr txBox="1">
            <a:spLocks/>
          </p:cNvSpPr>
          <p:nvPr/>
        </p:nvSpPr>
        <p:spPr>
          <a:xfrm>
            <a:off x="150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54" name="s154"/>
          <p:cNvSpPr txBox="1"/>
          <p:nvPr/>
        </p:nvSpPr>
        <p:spPr>
          <a:xfrm>
            <a:off x="232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55" name="s155"/>
          <p:cNvSpPr txBox="1"/>
          <p:nvPr/>
        </p:nvSpPr>
        <p:spPr>
          <a:xfrm>
            <a:off x="299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56" name="s156"/>
          <p:cNvSpPr txBox="1"/>
          <p:nvPr/>
        </p:nvSpPr>
        <p:spPr>
          <a:xfrm>
            <a:off x="366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57" name="s157"/>
          <p:cNvSpPr txBox="1"/>
          <p:nvPr/>
        </p:nvSpPr>
        <p:spPr>
          <a:xfrm>
            <a:off x="433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58" name="s158"/>
          <p:cNvSpPr txBox="1"/>
          <p:nvPr/>
        </p:nvSpPr>
        <p:spPr>
          <a:xfrm>
            <a:off x="500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59" name="s159"/>
          <p:cNvSpPr txBox="1"/>
          <p:nvPr/>
        </p:nvSpPr>
        <p:spPr>
          <a:xfrm>
            <a:off x="567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60" name="s160"/>
          <p:cNvSpPr txBox="1"/>
          <p:nvPr/>
        </p:nvSpPr>
        <p:spPr>
          <a:xfrm>
            <a:off x="634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61" name="s161"/>
          <p:cNvSpPr txBox="1">
            <a:spLocks/>
          </p:cNvSpPr>
          <p:nvPr/>
        </p:nvSpPr>
        <p:spPr>
          <a:xfrm>
            <a:off x="701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62" name="s162"/>
          <p:cNvSpPr txBox="1">
            <a:spLocks/>
          </p:cNvSpPr>
          <p:nvPr/>
        </p:nvSpPr>
        <p:spPr>
          <a:xfrm>
            <a:off x="7680000" y="3261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63" name="s163"/>
          <p:cNvSpPr/>
          <p:nvPr/>
        </p:nvSpPr>
        <p:spPr>
          <a:xfrm>
            <a:off x="1500000" y="3433000"/>
            <a:ext cx="620000" cy="165000"/>
          </a:xfrm>
          <a:prstGeom prst="rect">
            <a:avLst/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C00000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64" name="s164"/>
          <p:cNvSpPr/>
          <p:nvPr/>
        </p:nvSpPr>
        <p:spPr>
          <a:xfrm>
            <a:off x="232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65" name="s165"/>
          <p:cNvSpPr/>
          <p:nvPr/>
        </p:nvSpPr>
        <p:spPr>
          <a:xfrm>
            <a:off x="299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66" name="s166"/>
          <p:cNvSpPr/>
          <p:nvPr/>
        </p:nvSpPr>
        <p:spPr>
          <a:xfrm>
            <a:off x="366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67" name="s167"/>
          <p:cNvSpPr>
            <a:spLocks/>
          </p:cNvSpPr>
          <p:nvPr/>
        </p:nvSpPr>
        <p:spPr>
          <a:xfrm>
            <a:off x="433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68" name="s168"/>
          <p:cNvSpPr/>
          <p:nvPr/>
        </p:nvSpPr>
        <p:spPr>
          <a:xfrm>
            <a:off x="500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69" name="s169"/>
          <p:cNvSpPr/>
          <p:nvPr/>
        </p:nvSpPr>
        <p:spPr>
          <a:xfrm>
            <a:off x="567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70" name="s170"/>
          <p:cNvSpPr/>
          <p:nvPr/>
        </p:nvSpPr>
        <p:spPr>
          <a:xfrm>
            <a:off x="634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71" name="s171"/>
          <p:cNvSpPr/>
          <p:nvPr/>
        </p:nvSpPr>
        <p:spPr>
          <a:xfrm>
            <a:off x="701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72" name="s172"/>
          <p:cNvSpPr/>
          <p:nvPr/>
        </p:nvSpPr>
        <p:spPr>
          <a:xfrm>
            <a:off x="7680000" y="343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173" name="s173"/>
          <p:cNvSpPr/>
          <p:nvPr/>
        </p:nvSpPr>
        <p:spPr>
          <a:xfrm>
            <a:off x="1500000" y="3640000"/>
            <a:ext cx="620000" cy="165000"/>
          </a:xfrm>
          <a:prstGeom prst="rect">
            <a:avLst/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2E7D32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74" name="s174"/>
          <p:cNvSpPr/>
          <p:nvPr/>
        </p:nvSpPr>
        <p:spPr>
          <a:xfrm>
            <a:off x="232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75" name="s175"/>
          <p:cNvSpPr/>
          <p:nvPr/>
        </p:nvSpPr>
        <p:spPr>
          <a:xfrm>
            <a:off x="299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76" name="s176"/>
          <p:cNvSpPr/>
          <p:nvPr/>
        </p:nvSpPr>
        <p:spPr>
          <a:xfrm>
            <a:off x="366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77" name="s177"/>
          <p:cNvSpPr/>
          <p:nvPr/>
        </p:nvSpPr>
        <p:spPr>
          <a:xfrm>
            <a:off x="433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78" name="s178"/>
          <p:cNvSpPr>
            <a:spLocks/>
          </p:cNvSpPr>
          <p:nvPr/>
        </p:nvSpPr>
        <p:spPr>
          <a:xfrm>
            <a:off x="500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79" name="s179"/>
          <p:cNvSpPr>
            <a:spLocks/>
          </p:cNvSpPr>
          <p:nvPr/>
        </p:nvSpPr>
        <p:spPr>
          <a:xfrm>
            <a:off x="567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80" name="s180"/>
          <p:cNvSpPr>
            <a:spLocks/>
          </p:cNvSpPr>
          <p:nvPr/>
        </p:nvSpPr>
        <p:spPr>
          <a:xfrm>
            <a:off x="634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81" name="s181"/>
          <p:cNvSpPr>
            <a:spLocks/>
          </p:cNvSpPr>
          <p:nvPr/>
        </p:nvSpPr>
        <p:spPr>
          <a:xfrm>
            <a:off x="701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82" name="s182"/>
          <p:cNvSpPr>
            <a:spLocks/>
          </p:cNvSpPr>
          <p:nvPr/>
        </p:nvSpPr>
        <p:spPr>
          <a:xfrm>
            <a:off x="7680000" y="3640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183" name="s183"/>
          <p:cNvSpPr>
            <a:spLocks/>
          </p:cNvSpPr>
          <p:nvPr/>
        </p:nvSpPr>
        <p:spPr>
          <a:xfrm>
            <a:off x="1500000" y="3847000"/>
            <a:ext cx="620000" cy="165000"/>
          </a:xfrm>
          <a:prstGeom prst="rect">
            <a:avLst/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1F4E9C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84" name="s184"/>
          <p:cNvSpPr>
            <a:spLocks/>
          </p:cNvSpPr>
          <p:nvPr/>
        </p:nvSpPr>
        <p:spPr>
          <a:xfrm>
            <a:off x="232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85" name="s185"/>
          <p:cNvSpPr>
            <a:spLocks/>
          </p:cNvSpPr>
          <p:nvPr/>
        </p:nvSpPr>
        <p:spPr>
          <a:xfrm>
            <a:off x="299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86" name="s186"/>
          <p:cNvSpPr>
            <a:spLocks/>
          </p:cNvSpPr>
          <p:nvPr/>
        </p:nvSpPr>
        <p:spPr>
          <a:xfrm>
            <a:off x="366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87" name="s187"/>
          <p:cNvSpPr>
            <a:spLocks/>
          </p:cNvSpPr>
          <p:nvPr/>
        </p:nvSpPr>
        <p:spPr>
          <a:xfrm>
            <a:off x="433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88" name="s188"/>
          <p:cNvSpPr/>
          <p:nvPr/>
        </p:nvSpPr>
        <p:spPr>
          <a:xfrm>
            <a:off x="500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89" name="s189"/>
          <p:cNvSpPr/>
          <p:nvPr/>
        </p:nvSpPr>
        <p:spPr>
          <a:xfrm>
            <a:off x="567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90" name="s190"/>
          <p:cNvSpPr/>
          <p:nvPr/>
        </p:nvSpPr>
        <p:spPr>
          <a:xfrm>
            <a:off x="634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91" name="s191"/>
          <p:cNvSpPr>
            <a:spLocks/>
          </p:cNvSpPr>
          <p:nvPr/>
        </p:nvSpPr>
        <p:spPr>
          <a:xfrm>
            <a:off x="701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92" name="s192"/>
          <p:cNvSpPr>
            <a:spLocks/>
          </p:cNvSpPr>
          <p:nvPr/>
        </p:nvSpPr>
        <p:spPr>
          <a:xfrm>
            <a:off x="7680000" y="3847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193" name="s193"/>
          <p:cNvSpPr txBox="1"/>
          <p:nvPr/>
        </p:nvSpPr>
        <p:spPr>
          <a:xfrm>
            <a:off x="150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94" name="s194"/>
          <p:cNvSpPr txBox="1">
            <a:spLocks/>
          </p:cNvSpPr>
          <p:nvPr/>
        </p:nvSpPr>
        <p:spPr>
          <a:xfrm>
            <a:off x="232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95" name="s195"/>
          <p:cNvSpPr txBox="1">
            <a:spLocks/>
          </p:cNvSpPr>
          <p:nvPr/>
        </p:nvSpPr>
        <p:spPr>
          <a:xfrm>
            <a:off x="299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96" name="s196"/>
          <p:cNvSpPr txBox="1">
            <a:spLocks/>
          </p:cNvSpPr>
          <p:nvPr/>
        </p:nvSpPr>
        <p:spPr>
          <a:xfrm>
            <a:off x="366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97" name="s197"/>
          <p:cNvSpPr txBox="1">
            <a:spLocks/>
          </p:cNvSpPr>
          <p:nvPr/>
        </p:nvSpPr>
        <p:spPr>
          <a:xfrm>
            <a:off x="433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98" name="s198"/>
          <p:cNvSpPr txBox="1">
            <a:spLocks/>
          </p:cNvSpPr>
          <p:nvPr/>
        </p:nvSpPr>
        <p:spPr>
          <a:xfrm>
            <a:off x="500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199" name="s199"/>
          <p:cNvSpPr txBox="1">
            <a:spLocks/>
          </p:cNvSpPr>
          <p:nvPr/>
        </p:nvSpPr>
        <p:spPr>
          <a:xfrm>
            <a:off x="567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00" name="s200"/>
          <p:cNvSpPr txBox="1">
            <a:spLocks/>
          </p:cNvSpPr>
          <p:nvPr/>
        </p:nvSpPr>
        <p:spPr>
          <a:xfrm>
            <a:off x="634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01" name="s201"/>
          <p:cNvSpPr txBox="1">
            <a:spLocks/>
          </p:cNvSpPr>
          <p:nvPr/>
        </p:nvSpPr>
        <p:spPr>
          <a:xfrm>
            <a:off x="701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02" name="s202"/>
          <p:cNvSpPr txBox="1">
            <a:spLocks/>
          </p:cNvSpPr>
          <p:nvPr/>
        </p:nvSpPr>
        <p:spPr>
          <a:xfrm>
            <a:off x="7680000" y="4114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BFBFBF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03" name="s203"/>
          <p:cNvSpPr txBox="1">
            <a:spLocks/>
          </p:cNvSpPr>
          <p:nvPr/>
        </p:nvSpPr>
        <p:spPr>
          <a:xfrm>
            <a:off x="1440000" y="4114000"/>
            <a:ext cx="74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7500" lnSpcReduction="20000"/>
          </a:bodyPr>
          <a:lstStyle/>
          <a:p>
            <a:pPr algn="ctr"/>
            <a:r>
              <a:rPr lang="en-US" altLang="ko-KR" sz="900" b="0">
                <a:solidFill>
                  <a:srgbClr val="1F3864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04" name="s204"/>
          <p:cNvSpPr/>
          <p:nvPr/>
        </p:nvSpPr>
        <p:spPr>
          <a:xfrm>
            <a:off x="1440000" y="4294000"/>
            <a:ext cx="740000" cy="16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 lang="ko-KR" altLang="en-US"/>
          </a:p>
        </p:txBody>
      </p:sp>
      <p:sp>
        <p:nvSpPr>
          <p:cNvPr id="205" name="s205"/>
          <p:cNvSpPr txBox="1">
            <a:spLocks/>
          </p:cNvSpPr>
          <p:nvPr/>
        </p:nvSpPr>
        <p:spPr>
          <a:xfrm>
            <a:off x="1440000" y="4319000"/>
            <a:ext cx="740000" cy="165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50" b="1">
                <a:solidFill>
                  <a:srgbClr val="1F3864"/>
                </a:solidFill>
                <a:latin typeface="Malgun Gothic"/>
                <a:ea typeface="Malgun Gothic"/>
              </a:rPr>
              <a:t>ID601  #5</a:t>
            </a:r>
          </a:p>
        </p:txBody>
      </p:sp>
      <p:sp>
        <p:nvSpPr>
          <p:cNvPr id="206" name="s206"/>
          <p:cNvSpPr/>
          <p:nvPr/>
        </p:nvSpPr>
        <p:spPr>
          <a:xfrm>
            <a:off x="1500000" y="4499000"/>
            <a:ext cx="620000" cy="165000"/>
          </a:xfrm>
          <a:prstGeom prst="rect">
            <a:avLst/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C00000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07" name="s207"/>
          <p:cNvSpPr/>
          <p:nvPr/>
        </p:nvSpPr>
        <p:spPr>
          <a:xfrm>
            <a:off x="232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08" name="s208"/>
          <p:cNvSpPr/>
          <p:nvPr/>
        </p:nvSpPr>
        <p:spPr>
          <a:xfrm>
            <a:off x="299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09" name="s209"/>
          <p:cNvSpPr/>
          <p:nvPr/>
        </p:nvSpPr>
        <p:spPr>
          <a:xfrm>
            <a:off x="366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0" name="s210"/>
          <p:cNvSpPr/>
          <p:nvPr/>
        </p:nvSpPr>
        <p:spPr>
          <a:xfrm>
            <a:off x="433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1" name="s211"/>
          <p:cNvSpPr/>
          <p:nvPr/>
        </p:nvSpPr>
        <p:spPr>
          <a:xfrm>
            <a:off x="500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2" name="s212"/>
          <p:cNvSpPr/>
          <p:nvPr/>
        </p:nvSpPr>
        <p:spPr>
          <a:xfrm>
            <a:off x="567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3" name="s213"/>
          <p:cNvSpPr/>
          <p:nvPr/>
        </p:nvSpPr>
        <p:spPr>
          <a:xfrm>
            <a:off x="634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4" name="s214"/>
          <p:cNvSpPr/>
          <p:nvPr/>
        </p:nvSpPr>
        <p:spPr>
          <a:xfrm>
            <a:off x="701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5" name="s215"/>
          <p:cNvSpPr/>
          <p:nvPr/>
        </p:nvSpPr>
        <p:spPr>
          <a:xfrm>
            <a:off x="7680000" y="4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R</a:t>
            </a:r>
          </a:p>
        </p:txBody>
      </p:sp>
      <p:sp>
        <p:nvSpPr>
          <p:cNvPr id="216" name="s216"/>
          <p:cNvSpPr/>
          <p:nvPr/>
        </p:nvSpPr>
        <p:spPr>
          <a:xfrm>
            <a:off x="1500000" y="4706000"/>
            <a:ext cx="620000" cy="165000"/>
          </a:xfrm>
          <a:prstGeom prst="rect">
            <a:avLst/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2E7D32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17" name="s217"/>
          <p:cNvSpPr/>
          <p:nvPr/>
        </p:nvSpPr>
        <p:spPr>
          <a:xfrm>
            <a:off x="232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18" name="s218"/>
          <p:cNvSpPr/>
          <p:nvPr/>
        </p:nvSpPr>
        <p:spPr>
          <a:xfrm>
            <a:off x="299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19" name="s219"/>
          <p:cNvSpPr/>
          <p:nvPr/>
        </p:nvSpPr>
        <p:spPr>
          <a:xfrm>
            <a:off x="366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0" name="s220"/>
          <p:cNvSpPr/>
          <p:nvPr/>
        </p:nvSpPr>
        <p:spPr>
          <a:xfrm>
            <a:off x="433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1" name="s221"/>
          <p:cNvSpPr/>
          <p:nvPr/>
        </p:nvSpPr>
        <p:spPr>
          <a:xfrm>
            <a:off x="500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2" name="s222"/>
          <p:cNvSpPr/>
          <p:nvPr/>
        </p:nvSpPr>
        <p:spPr>
          <a:xfrm>
            <a:off x="567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3" name="s223"/>
          <p:cNvSpPr/>
          <p:nvPr/>
        </p:nvSpPr>
        <p:spPr>
          <a:xfrm>
            <a:off x="634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4" name="s224"/>
          <p:cNvSpPr/>
          <p:nvPr/>
        </p:nvSpPr>
        <p:spPr>
          <a:xfrm>
            <a:off x="701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5" name="s225"/>
          <p:cNvSpPr/>
          <p:nvPr/>
        </p:nvSpPr>
        <p:spPr>
          <a:xfrm>
            <a:off x="7680000" y="4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G</a:t>
            </a:r>
          </a:p>
        </p:txBody>
      </p:sp>
      <p:sp>
        <p:nvSpPr>
          <p:cNvPr id="226" name="s226"/>
          <p:cNvSpPr/>
          <p:nvPr/>
        </p:nvSpPr>
        <p:spPr>
          <a:xfrm>
            <a:off x="1500000" y="4913000"/>
            <a:ext cx="620000" cy="165000"/>
          </a:xfrm>
          <a:prstGeom prst="rect">
            <a:avLst/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1F4E9C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27" name="s227"/>
          <p:cNvSpPr/>
          <p:nvPr/>
        </p:nvSpPr>
        <p:spPr>
          <a:xfrm>
            <a:off x="232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28" name="s228"/>
          <p:cNvSpPr/>
          <p:nvPr/>
        </p:nvSpPr>
        <p:spPr>
          <a:xfrm>
            <a:off x="299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29" name="s229"/>
          <p:cNvSpPr/>
          <p:nvPr/>
        </p:nvSpPr>
        <p:spPr>
          <a:xfrm>
            <a:off x="366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0" name="s230"/>
          <p:cNvSpPr/>
          <p:nvPr/>
        </p:nvSpPr>
        <p:spPr>
          <a:xfrm>
            <a:off x="433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1" name="s231"/>
          <p:cNvSpPr/>
          <p:nvPr/>
        </p:nvSpPr>
        <p:spPr>
          <a:xfrm>
            <a:off x="500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2" name="s232"/>
          <p:cNvSpPr/>
          <p:nvPr/>
        </p:nvSpPr>
        <p:spPr>
          <a:xfrm>
            <a:off x="567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3" name="s233"/>
          <p:cNvSpPr/>
          <p:nvPr/>
        </p:nvSpPr>
        <p:spPr>
          <a:xfrm>
            <a:off x="634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4" name="s234"/>
          <p:cNvSpPr>
            <a:spLocks/>
          </p:cNvSpPr>
          <p:nvPr/>
        </p:nvSpPr>
        <p:spPr>
          <a:xfrm>
            <a:off x="701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5" name="s235"/>
          <p:cNvSpPr>
            <a:spLocks/>
          </p:cNvSpPr>
          <p:nvPr/>
        </p:nvSpPr>
        <p:spPr>
          <a:xfrm>
            <a:off x="7680000" y="4913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  B</a:t>
            </a:r>
          </a:p>
        </p:txBody>
      </p:sp>
      <p:sp>
        <p:nvSpPr>
          <p:cNvPr id="236" name="s236"/>
          <p:cNvSpPr txBox="1">
            <a:spLocks/>
          </p:cNvSpPr>
          <p:nvPr/>
        </p:nvSpPr>
        <p:spPr>
          <a:xfrm>
            <a:off x="150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37" name="s237"/>
          <p:cNvSpPr txBox="1">
            <a:spLocks/>
          </p:cNvSpPr>
          <p:nvPr/>
        </p:nvSpPr>
        <p:spPr>
          <a:xfrm>
            <a:off x="232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38" name="s238"/>
          <p:cNvSpPr txBox="1"/>
          <p:nvPr/>
        </p:nvSpPr>
        <p:spPr>
          <a:xfrm>
            <a:off x="299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39" name="s239"/>
          <p:cNvSpPr txBox="1"/>
          <p:nvPr/>
        </p:nvSpPr>
        <p:spPr>
          <a:xfrm>
            <a:off x="366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0" name="s240"/>
          <p:cNvSpPr txBox="1"/>
          <p:nvPr/>
        </p:nvSpPr>
        <p:spPr>
          <a:xfrm>
            <a:off x="433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1" name="s241"/>
          <p:cNvSpPr txBox="1"/>
          <p:nvPr/>
        </p:nvSpPr>
        <p:spPr>
          <a:xfrm>
            <a:off x="500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2" name="s242"/>
          <p:cNvSpPr txBox="1"/>
          <p:nvPr/>
        </p:nvSpPr>
        <p:spPr>
          <a:xfrm>
            <a:off x="567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3" name="s243"/>
          <p:cNvSpPr txBox="1"/>
          <p:nvPr/>
        </p:nvSpPr>
        <p:spPr>
          <a:xfrm>
            <a:off x="634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4" name="s244"/>
          <p:cNvSpPr txBox="1">
            <a:spLocks/>
          </p:cNvSpPr>
          <p:nvPr/>
        </p:nvSpPr>
        <p:spPr>
          <a:xfrm>
            <a:off x="701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5" name="s245"/>
          <p:cNvSpPr txBox="1">
            <a:spLocks/>
          </p:cNvSpPr>
          <p:nvPr/>
        </p:nvSpPr>
        <p:spPr>
          <a:xfrm>
            <a:off x="7680000" y="5120000"/>
            <a:ext cx="62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92500" lnSpcReduction="20000"/>
          </a:bodyPr>
          <a:lstStyle/>
          <a:p>
            <a:pPr algn="ctr"/>
            <a:r>
              <a:rPr lang="en-US" altLang="ko-KR" sz="800" b="0">
                <a:solidFill>
                  <a:srgbClr val="D9D9D9"/>
                </a:solidFill>
                <a:latin typeface="Malgun Gothic"/>
                <a:ea typeface="Malgun Gothic"/>
              </a:rPr>
              <a:t>⋮</a:t>
            </a:r>
          </a:p>
        </p:txBody>
      </p:sp>
      <p:sp>
        <p:nvSpPr>
          <p:cNvPr id="246" name="s246"/>
          <p:cNvSpPr>
            <a:spLocks/>
          </p:cNvSpPr>
          <p:nvPr/>
        </p:nvSpPr>
        <p:spPr>
          <a:xfrm>
            <a:off x="1500000" y="5292000"/>
            <a:ext cx="620000" cy="165000"/>
          </a:xfrm>
          <a:prstGeom prst="rect">
            <a:avLst/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C00000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47" name="s247"/>
          <p:cNvSpPr>
            <a:spLocks/>
          </p:cNvSpPr>
          <p:nvPr/>
        </p:nvSpPr>
        <p:spPr>
          <a:xfrm>
            <a:off x="232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48" name="s248"/>
          <p:cNvSpPr>
            <a:spLocks/>
          </p:cNvSpPr>
          <p:nvPr/>
        </p:nvSpPr>
        <p:spPr>
          <a:xfrm>
            <a:off x="299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49" name="s249"/>
          <p:cNvSpPr>
            <a:spLocks/>
          </p:cNvSpPr>
          <p:nvPr/>
        </p:nvSpPr>
        <p:spPr>
          <a:xfrm>
            <a:off x="366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0" name="s250"/>
          <p:cNvSpPr>
            <a:spLocks/>
          </p:cNvSpPr>
          <p:nvPr/>
        </p:nvSpPr>
        <p:spPr>
          <a:xfrm>
            <a:off x="433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1" name="s251"/>
          <p:cNvSpPr>
            <a:spLocks/>
          </p:cNvSpPr>
          <p:nvPr/>
        </p:nvSpPr>
        <p:spPr>
          <a:xfrm>
            <a:off x="500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2" name="s252"/>
          <p:cNvSpPr>
            <a:spLocks/>
          </p:cNvSpPr>
          <p:nvPr/>
        </p:nvSpPr>
        <p:spPr>
          <a:xfrm>
            <a:off x="567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3" name="s253"/>
          <p:cNvSpPr>
            <a:spLocks/>
          </p:cNvSpPr>
          <p:nvPr/>
        </p:nvSpPr>
        <p:spPr>
          <a:xfrm>
            <a:off x="634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4" name="s254"/>
          <p:cNvSpPr>
            <a:spLocks/>
          </p:cNvSpPr>
          <p:nvPr/>
        </p:nvSpPr>
        <p:spPr>
          <a:xfrm>
            <a:off x="701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5" name="s255"/>
          <p:cNvSpPr/>
          <p:nvPr/>
        </p:nvSpPr>
        <p:spPr>
          <a:xfrm>
            <a:off x="7680000" y="5292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R</a:t>
            </a:r>
          </a:p>
        </p:txBody>
      </p:sp>
      <p:sp>
        <p:nvSpPr>
          <p:cNvPr id="256" name="s256"/>
          <p:cNvSpPr/>
          <p:nvPr/>
        </p:nvSpPr>
        <p:spPr>
          <a:xfrm>
            <a:off x="1500000" y="5499000"/>
            <a:ext cx="620000" cy="165000"/>
          </a:xfrm>
          <a:prstGeom prst="rect">
            <a:avLst/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2E7D32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57" name="s257"/>
          <p:cNvSpPr/>
          <p:nvPr/>
        </p:nvSpPr>
        <p:spPr>
          <a:xfrm>
            <a:off x="232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58" name="s258"/>
          <p:cNvSpPr/>
          <p:nvPr/>
        </p:nvSpPr>
        <p:spPr>
          <a:xfrm>
            <a:off x="299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59" name="s259"/>
          <p:cNvSpPr/>
          <p:nvPr/>
        </p:nvSpPr>
        <p:spPr>
          <a:xfrm>
            <a:off x="366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0" name="s260"/>
          <p:cNvSpPr/>
          <p:nvPr/>
        </p:nvSpPr>
        <p:spPr>
          <a:xfrm>
            <a:off x="433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1" name="s261"/>
          <p:cNvSpPr>
            <a:spLocks/>
          </p:cNvSpPr>
          <p:nvPr/>
        </p:nvSpPr>
        <p:spPr>
          <a:xfrm>
            <a:off x="500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2" name="s262"/>
          <p:cNvSpPr/>
          <p:nvPr/>
        </p:nvSpPr>
        <p:spPr>
          <a:xfrm>
            <a:off x="567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3" name="s263"/>
          <p:cNvSpPr/>
          <p:nvPr/>
        </p:nvSpPr>
        <p:spPr>
          <a:xfrm>
            <a:off x="634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4" name="s264"/>
          <p:cNvSpPr>
            <a:spLocks/>
          </p:cNvSpPr>
          <p:nvPr/>
        </p:nvSpPr>
        <p:spPr>
          <a:xfrm>
            <a:off x="701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5" name="s265"/>
          <p:cNvSpPr/>
          <p:nvPr/>
        </p:nvSpPr>
        <p:spPr>
          <a:xfrm>
            <a:off x="7680000" y="5499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G</a:t>
            </a:r>
          </a:p>
        </p:txBody>
      </p:sp>
      <p:sp>
        <p:nvSpPr>
          <p:cNvPr id="266" name="s266"/>
          <p:cNvSpPr/>
          <p:nvPr/>
        </p:nvSpPr>
        <p:spPr>
          <a:xfrm>
            <a:off x="1500000" y="5706000"/>
            <a:ext cx="620000" cy="165000"/>
          </a:xfrm>
          <a:prstGeom prst="rect">
            <a:avLst/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1F4E9C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67" name="s267"/>
          <p:cNvSpPr/>
          <p:nvPr/>
        </p:nvSpPr>
        <p:spPr>
          <a:xfrm>
            <a:off x="232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68" name="s268"/>
          <p:cNvSpPr/>
          <p:nvPr/>
        </p:nvSpPr>
        <p:spPr>
          <a:xfrm>
            <a:off x="299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69" name="s269"/>
          <p:cNvSpPr/>
          <p:nvPr/>
        </p:nvSpPr>
        <p:spPr>
          <a:xfrm>
            <a:off x="366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70" name="s270"/>
          <p:cNvSpPr/>
          <p:nvPr/>
        </p:nvSpPr>
        <p:spPr>
          <a:xfrm>
            <a:off x="433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71" name="s271"/>
          <p:cNvSpPr/>
          <p:nvPr/>
        </p:nvSpPr>
        <p:spPr>
          <a:xfrm>
            <a:off x="500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72" name="s272"/>
          <p:cNvSpPr/>
          <p:nvPr/>
        </p:nvSpPr>
        <p:spPr>
          <a:xfrm>
            <a:off x="567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73" name="s273"/>
          <p:cNvSpPr/>
          <p:nvPr/>
        </p:nvSpPr>
        <p:spPr>
          <a:xfrm>
            <a:off x="634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74" name="s274"/>
          <p:cNvSpPr/>
          <p:nvPr/>
        </p:nvSpPr>
        <p:spPr>
          <a:xfrm>
            <a:off x="701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sp>
        <p:nvSpPr>
          <p:cNvPr id="275" name="s275"/>
          <p:cNvSpPr/>
          <p:nvPr/>
        </p:nvSpPr>
        <p:spPr>
          <a:xfrm>
            <a:off x="7680000" y="5706000"/>
            <a:ext cx="620000" cy="165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650" b="0">
                <a:solidFill>
                  <a:srgbClr val="A6A6A6"/>
                </a:solidFill>
                <a:latin typeface="Malgun Gothic"/>
                <a:ea typeface="Malgun Gothic"/>
              </a:rPr>
              <a:t>CH12  B</a:t>
            </a:r>
          </a:p>
        </p:txBody>
      </p:sp>
      <p:cxnSp>
        <p:nvCxnSpPr>
          <p:cNvPr id="276" name="c276"/>
          <p:cNvCxnSpPr/>
          <p:nvPr/>
        </p:nvCxnSpPr>
        <p:spPr>
          <a:xfrm>
            <a:off x="8325000" y="2722500"/>
            <a:ext cx="95000" cy="0"/>
          </a:xfrm>
          <a:prstGeom prst="line">
            <a:avLst/>
          </a:prstGeom>
          <a:ln w="12700" cap="rnd">
            <a:solidFill>
              <a:srgbClr val="C55A11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7" name="c277"/>
          <p:cNvCxnSpPr/>
          <p:nvPr/>
        </p:nvCxnSpPr>
        <p:spPr>
          <a:xfrm>
            <a:off x="8420000" y="2722500"/>
            <a:ext cx="0" cy="103500"/>
          </a:xfrm>
          <a:prstGeom prst="line">
            <a:avLst/>
          </a:prstGeom>
          <a:ln w="12700" cap="rnd">
            <a:solidFill>
              <a:srgbClr val="C55A11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8" name="c278"/>
          <p:cNvCxnSpPr/>
          <p:nvPr/>
        </p:nvCxnSpPr>
        <p:spPr>
          <a:xfrm flipH="1">
            <a:off x="1390000" y="2826000"/>
            <a:ext cx="7030000" cy="0"/>
          </a:xfrm>
          <a:prstGeom prst="line">
            <a:avLst/>
          </a:prstGeom>
          <a:ln w="12700" cap="rnd">
            <a:solidFill>
              <a:srgbClr val="C55A11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9" name="c279"/>
          <p:cNvCxnSpPr/>
          <p:nvPr/>
        </p:nvCxnSpPr>
        <p:spPr>
          <a:xfrm>
            <a:off x="1390000" y="2826000"/>
            <a:ext cx="0" cy="103500"/>
          </a:xfrm>
          <a:prstGeom prst="line">
            <a:avLst/>
          </a:prstGeom>
          <a:ln w="12700" cap="rnd">
            <a:solidFill>
              <a:srgbClr val="C55A11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0" name="c280"/>
          <p:cNvCxnSpPr/>
          <p:nvPr/>
        </p:nvCxnSpPr>
        <p:spPr>
          <a:xfrm>
            <a:off x="1390000" y="2929500"/>
            <a:ext cx="92000" cy="0"/>
          </a:xfrm>
          <a:prstGeom prst="line">
            <a:avLst/>
          </a:prstGeom>
          <a:ln w="12700" cap="rnd">
            <a:solidFill>
              <a:srgbClr val="C55A11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1" name="c281"/>
          <p:cNvCxnSpPr/>
          <p:nvPr/>
        </p:nvCxnSpPr>
        <p:spPr>
          <a:xfrm>
            <a:off x="8325000" y="2929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2" name="c282"/>
          <p:cNvCxnSpPr/>
          <p:nvPr/>
        </p:nvCxnSpPr>
        <p:spPr>
          <a:xfrm>
            <a:off x="8420000" y="2929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3" name="c283"/>
          <p:cNvCxnSpPr/>
          <p:nvPr/>
        </p:nvCxnSpPr>
        <p:spPr>
          <a:xfrm flipH="1">
            <a:off x="1390000" y="3033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4" name="c284"/>
          <p:cNvCxnSpPr/>
          <p:nvPr/>
        </p:nvCxnSpPr>
        <p:spPr>
          <a:xfrm>
            <a:off x="1390000" y="3033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5" name="c285"/>
          <p:cNvCxnSpPr/>
          <p:nvPr/>
        </p:nvCxnSpPr>
        <p:spPr>
          <a:xfrm>
            <a:off x="1390000" y="3136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6" name="c286"/>
          <p:cNvCxnSpPr/>
          <p:nvPr/>
        </p:nvCxnSpPr>
        <p:spPr>
          <a:xfrm>
            <a:off x="8325000" y="3515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7" name="c287"/>
          <p:cNvCxnSpPr/>
          <p:nvPr/>
        </p:nvCxnSpPr>
        <p:spPr>
          <a:xfrm>
            <a:off x="8420000" y="3515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8" name="c288"/>
          <p:cNvCxnSpPr/>
          <p:nvPr/>
        </p:nvCxnSpPr>
        <p:spPr>
          <a:xfrm flipH="1">
            <a:off x="1390000" y="3619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9" name="c289"/>
          <p:cNvCxnSpPr/>
          <p:nvPr/>
        </p:nvCxnSpPr>
        <p:spPr>
          <a:xfrm>
            <a:off x="1390000" y="3619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0" name="c290"/>
          <p:cNvCxnSpPr/>
          <p:nvPr/>
        </p:nvCxnSpPr>
        <p:spPr>
          <a:xfrm>
            <a:off x="1390000" y="3722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1" name="c291"/>
          <p:cNvCxnSpPr/>
          <p:nvPr/>
        </p:nvCxnSpPr>
        <p:spPr>
          <a:xfrm>
            <a:off x="8325000" y="3722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2" name="c292"/>
          <p:cNvCxnSpPr/>
          <p:nvPr/>
        </p:nvCxnSpPr>
        <p:spPr>
          <a:xfrm>
            <a:off x="8420000" y="3722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3" name="c293"/>
          <p:cNvCxnSpPr/>
          <p:nvPr/>
        </p:nvCxnSpPr>
        <p:spPr>
          <a:xfrm flipH="1">
            <a:off x="1390000" y="3826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4" name="c294"/>
          <p:cNvCxnSpPr/>
          <p:nvPr/>
        </p:nvCxnSpPr>
        <p:spPr>
          <a:xfrm>
            <a:off x="1390000" y="3826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5" name="c295"/>
          <p:cNvCxnSpPr/>
          <p:nvPr/>
        </p:nvCxnSpPr>
        <p:spPr>
          <a:xfrm>
            <a:off x="1390000" y="3929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6" name="c296"/>
          <p:cNvCxnSpPr/>
          <p:nvPr/>
        </p:nvCxnSpPr>
        <p:spPr>
          <a:xfrm>
            <a:off x="8325000" y="4581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7" name="c297"/>
          <p:cNvCxnSpPr/>
          <p:nvPr/>
        </p:nvCxnSpPr>
        <p:spPr>
          <a:xfrm>
            <a:off x="8420000" y="4581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8" name="c298"/>
          <p:cNvCxnSpPr/>
          <p:nvPr/>
        </p:nvCxnSpPr>
        <p:spPr>
          <a:xfrm flipH="1">
            <a:off x="1390000" y="4685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9" name="c299"/>
          <p:cNvCxnSpPr/>
          <p:nvPr/>
        </p:nvCxnSpPr>
        <p:spPr>
          <a:xfrm>
            <a:off x="1390000" y="4685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0" name="c300"/>
          <p:cNvCxnSpPr/>
          <p:nvPr/>
        </p:nvCxnSpPr>
        <p:spPr>
          <a:xfrm>
            <a:off x="1390000" y="4788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1" name="c301"/>
          <p:cNvCxnSpPr/>
          <p:nvPr/>
        </p:nvCxnSpPr>
        <p:spPr>
          <a:xfrm>
            <a:off x="8325000" y="4788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2" name="c302"/>
          <p:cNvCxnSpPr/>
          <p:nvPr/>
        </p:nvCxnSpPr>
        <p:spPr>
          <a:xfrm>
            <a:off x="8420000" y="4788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3" name="c303"/>
          <p:cNvCxnSpPr/>
          <p:nvPr/>
        </p:nvCxnSpPr>
        <p:spPr>
          <a:xfrm flipH="1">
            <a:off x="1390000" y="4892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4" name="c304"/>
          <p:cNvCxnSpPr/>
          <p:nvPr/>
        </p:nvCxnSpPr>
        <p:spPr>
          <a:xfrm>
            <a:off x="1390000" y="4892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5" name="c305"/>
          <p:cNvCxnSpPr/>
          <p:nvPr/>
        </p:nvCxnSpPr>
        <p:spPr>
          <a:xfrm>
            <a:off x="1390000" y="4995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6" name="c306"/>
          <p:cNvCxnSpPr/>
          <p:nvPr/>
        </p:nvCxnSpPr>
        <p:spPr>
          <a:xfrm>
            <a:off x="8325000" y="5374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7" name="c307"/>
          <p:cNvCxnSpPr/>
          <p:nvPr/>
        </p:nvCxnSpPr>
        <p:spPr>
          <a:xfrm>
            <a:off x="8420000" y="5374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8" name="c308"/>
          <p:cNvCxnSpPr/>
          <p:nvPr/>
        </p:nvCxnSpPr>
        <p:spPr>
          <a:xfrm flipH="1">
            <a:off x="1390000" y="5478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9" name="c309"/>
          <p:cNvCxnSpPr/>
          <p:nvPr/>
        </p:nvCxnSpPr>
        <p:spPr>
          <a:xfrm>
            <a:off x="1390000" y="5478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0" name="c310"/>
          <p:cNvCxnSpPr/>
          <p:nvPr/>
        </p:nvCxnSpPr>
        <p:spPr>
          <a:xfrm>
            <a:off x="1390000" y="5581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1" name="c311"/>
          <p:cNvCxnSpPr/>
          <p:nvPr/>
        </p:nvCxnSpPr>
        <p:spPr>
          <a:xfrm>
            <a:off x="8325000" y="5581500"/>
            <a:ext cx="95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2" name="c312"/>
          <p:cNvCxnSpPr/>
          <p:nvPr/>
        </p:nvCxnSpPr>
        <p:spPr>
          <a:xfrm>
            <a:off x="8420000" y="55815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3" name="c313"/>
          <p:cNvCxnSpPr/>
          <p:nvPr/>
        </p:nvCxnSpPr>
        <p:spPr>
          <a:xfrm flipH="1">
            <a:off x="1390000" y="5685000"/>
            <a:ext cx="7030000" cy="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4" name="c314"/>
          <p:cNvCxnSpPr/>
          <p:nvPr/>
        </p:nvCxnSpPr>
        <p:spPr>
          <a:xfrm>
            <a:off x="1390000" y="5685000"/>
            <a:ext cx="0" cy="103500"/>
          </a:xfrm>
          <a:prstGeom prst="line">
            <a:avLst/>
          </a:prstGeom>
          <a:ln w="6350" cap="rnd">
            <a:solidFill>
              <a:srgbClr val="E8A87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5" name="c315"/>
          <p:cNvCxnSpPr/>
          <p:nvPr/>
        </p:nvCxnSpPr>
        <p:spPr>
          <a:xfrm>
            <a:off x="1390000" y="5788500"/>
            <a:ext cx="92000" cy="0"/>
          </a:xfrm>
          <a:prstGeom prst="line">
            <a:avLst/>
          </a:prstGeom>
          <a:ln w="6350" cap="rnd">
            <a:solidFill>
              <a:srgbClr val="E8A87C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6" name="s316"/>
          <p:cNvSpPr>
            <a:spLocks/>
          </p:cNvSpPr>
          <p:nvPr/>
        </p:nvSpPr>
        <p:spPr>
          <a:xfrm>
            <a:off x="520000" y="2557985"/>
            <a:ext cx="780000" cy="329031"/>
          </a:xfrm>
          <a:prstGeom prst="roundRect">
            <a:avLst>
              <a:gd name="adj" fmla="val 25000"/>
            </a:avLst>
          </a:prstGeom>
          <a:solidFill>
            <a:srgbClr val="C55A11"/>
          </a:solidFill>
          <a:ln w="9525">
            <a:solidFill>
              <a:srgbClr val="C55A11"/>
            </a:solidFill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Malgun Gothic"/>
                <a:ea typeface="Malgun Gothic"/>
              </a:rPr>
              <a:t>START</a:t>
            </a:r>
          </a:p>
          <a:p>
            <a:pPr algn="ctr"/>
            <a:r>
              <a:rPr lang="en-US" altLang="ko-KR" sz="800" b="1">
                <a:solidFill>
                  <a:srgbClr val="FFFFFF"/>
                </a:solidFill>
                <a:latin typeface="Malgun Gothic"/>
                <a:ea typeface="Malgun Gothic"/>
              </a:rPr>
              <a:t>(Header)</a:t>
            </a:r>
          </a:p>
        </p:txBody>
      </p:sp>
      <p:sp>
        <p:nvSpPr>
          <p:cNvPr id="317" name="s317"/>
          <p:cNvSpPr txBox="1">
            <a:spLocks/>
          </p:cNvSpPr>
          <p:nvPr/>
        </p:nvSpPr>
        <p:spPr>
          <a:xfrm>
            <a:off x="8560000" y="2200000"/>
            <a:ext cx="79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A6A6A6"/>
                </a:solidFill>
                <a:latin typeface="Malgun Gothic"/>
                <a:ea typeface="Malgun Gothic"/>
              </a:rPr>
              <a:t>CH11 – CH16</a:t>
            </a:r>
          </a:p>
        </p:txBody>
      </p:sp>
      <p:sp>
        <p:nvSpPr>
          <p:cNvPr id="318" name="s318"/>
          <p:cNvSpPr/>
          <p:nvPr/>
        </p:nvSpPr>
        <p:spPr>
          <a:xfrm>
            <a:off x="8560000" y="2435000"/>
            <a:ext cx="790000" cy="34880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A6A6A6"/>
                </a:solidFill>
                <a:latin typeface="Malgun Gothic"/>
                <a:ea typeface="Malgun Gothic"/>
              </a:rPr>
              <a:t>not used</a:t>
            </a:r>
          </a:p>
          <a:p>
            <a:pPr algn="ctr"/>
            <a:endParaRPr lang="en-US" altLang="ko-KR" sz="700" b="0">
              <a:solidFill>
                <a:srgbClr val="A6A6A6"/>
              </a:solidFill>
              <a:latin typeface="Malgun Gothic"/>
              <a:ea typeface="Malgun Gothic"/>
            </a:endParaRPr>
          </a:p>
          <a:p>
            <a:pPr algn="ctr"/>
            <a:r>
              <a:rPr lang="en-US" altLang="ko-KR" sz="700" b="0">
                <a:solidFill>
                  <a:srgbClr val="A6A6A6"/>
                </a:solidFill>
                <a:latin typeface="Malgun Gothic"/>
                <a:ea typeface="Malgun Gothic"/>
              </a:rPr>
              <a:t>no data</a:t>
            </a:r>
          </a:p>
          <a:p>
            <a:pPr algn="ctr"/>
            <a:r>
              <a:rPr lang="en-US" altLang="ko-KR" sz="700" b="0">
                <a:solidFill>
                  <a:srgbClr val="A6A6A6"/>
                </a:solidFill>
                <a:latin typeface="Malgun Gothic"/>
                <a:ea typeface="Malgun Gothic"/>
              </a:rPr>
              <a:t>transmitted</a:t>
            </a:r>
          </a:p>
        </p:txBody>
      </p:sp>
      <p:cxnSp>
        <p:nvCxnSpPr>
          <p:cNvPr id="319" name="c319"/>
          <p:cNvCxnSpPr/>
          <p:nvPr/>
        </p:nvCxnSpPr>
        <p:spPr>
          <a:xfrm>
            <a:off x="8325000" y="5788500"/>
            <a:ext cx="95000" cy="0"/>
          </a:xfrm>
          <a:prstGeom prst="line">
            <a:avLst/>
          </a:prstGeom>
          <a:ln w="12700" cap="rnd">
            <a:solidFill>
              <a:srgbClr val="1F3864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0" name="c320"/>
          <p:cNvCxnSpPr/>
          <p:nvPr/>
        </p:nvCxnSpPr>
        <p:spPr>
          <a:xfrm>
            <a:off x="8420000" y="5788500"/>
            <a:ext cx="0" cy="159500"/>
          </a:xfrm>
          <a:prstGeom prst="line">
            <a:avLst/>
          </a:prstGeom>
          <a:ln w="12700" cap="rnd">
            <a:solidFill>
              <a:srgbClr val="1F3864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1" name="c321"/>
          <p:cNvCxnSpPr/>
          <p:nvPr/>
        </p:nvCxnSpPr>
        <p:spPr>
          <a:xfrm flipH="1">
            <a:off x="1410000" y="5948000"/>
            <a:ext cx="7010000" cy="0"/>
          </a:xfrm>
          <a:prstGeom prst="line">
            <a:avLst/>
          </a:prstGeom>
          <a:ln w="12700" cap="rnd">
            <a:solidFill>
              <a:srgbClr val="1F3864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2" name="c322"/>
          <p:cNvCxnSpPr/>
          <p:nvPr/>
        </p:nvCxnSpPr>
        <p:spPr>
          <a:xfrm>
            <a:off x="1410000" y="5948000"/>
            <a:ext cx="0" cy="175000"/>
          </a:xfrm>
          <a:prstGeom prst="line">
            <a:avLst/>
          </a:prstGeom>
          <a:ln w="12700" cap="rnd">
            <a:solidFill>
              <a:srgbClr val="1F3864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3" name="c323"/>
          <p:cNvCxnSpPr/>
          <p:nvPr/>
        </p:nvCxnSpPr>
        <p:spPr>
          <a:xfrm>
            <a:off x="1410000" y="6123000"/>
            <a:ext cx="75000" cy="0"/>
          </a:xfrm>
          <a:prstGeom prst="line">
            <a:avLst/>
          </a:prstGeom>
          <a:ln w="12700" cap="rnd">
            <a:solidFill>
              <a:srgbClr val="1F3864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4" name="s324"/>
          <p:cNvSpPr/>
          <p:nvPr/>
        </p:nvSpPr>
        <p:spPr>
          <a:xfrm>
            <a:off x="1500000" y="6003000"/>
            <a:ext cx="2600000" cy="24000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Malgun Gothic"/>
                <a:ea typeface="Malgun Gothic"/>
              </a:rPr>
              <a:t>16-bit CRC  (if enabled)</a:t>
            </a:r>
          </a:p>
        </p:txBody>
      </p:sp>
      <p:cxnSp>
        <p:nvCxnSpPr>
          <p:cNvPr id="325" name="c325"/>
          <p:cNvCxnSpPr/>
          <p:nvPr/>
        </p:nvCxnSpPr>
        <p:spPr>
          <a:xfrm>
            <a:off x="4115000" y="6123000"/>
            <a:ext cx="170000" cy="0"/>
          </a:xfrm>
          <a:prstGeom prst="line">
            <a:avLst/>
          </a:prstGeom>
          <a:ln w="12700" cap="rnd">
            <a:solidFill>
              <a:srgbClr val="1F3864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6" name="s326"/>
          <p:cNvSpPr>
            <a:spLocks/>
          </p:cNvSpPr>
          <p:nvPr/>
        </p:nvSpPr>
        <p:spPr>
          <a:xfrm>
            <a:off x="4300000" y="6003000"/>
            <a:ext cx="800000" cy="24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END</a:t>
            </a:r>
          </a:p>
        </p:txBody>
      </p:sp>
      <p:sp>
        <p:nvSpPr>
          <p:cNvPr id="327" name="s327"/>
          <p:cNvSpPr txBox="1"/>
          <p:nvPr/>
        </p:nvSpPr>
        <p:spPr>
          <a:xfrm>
            <a:off x="1440000" y="6303000"/>
            <a:ext cx="800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700" b="0">
                <a:solidFill>
                  <a:srgbClr val="808080"/>
                </a:solidFill>
                <a:latin typeface="Malgun Gothic"/>
                <a:ea typeface="Malgun Gothic"/>
              </a:rPr>
              <a:t>ID601 #2 – #4 : same structure (12 CH × R / G / B = 36 data each)</a:t>
            </a:r>
          </a:p>
        </p:txBody>
      </p:sp>
      <p:sp>
        <p:nvSpPr>
          <p:cNvPr id="328" name="s328"/>
          <p:cNvSpPr txBox="1"/>
          <p:nvPr/>
        </p:nvSpPr>
        <p:spPr>
          <a:xfrm>
            <a:off x="1440000" y="6483000"/>
            <a:ext cx="800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700" b="1">
                <a:solidFill>
                  <a:srgbClr val="C55A11"/>
                </a:solidFill>
                <a:latin typeface="Malgun Gothic"/>
                <a:ea typeface="Malgun Gothic"/>
              </a:rPr>
              <a:t>after CH10 → wrap to the next data and start again at CH1</a:t>
            </a:r>
          </a:p>
        </p:txBody>
      </p:sp>
      <p:cxnSp>
        <p:nvCxnSpPr>
          <p:cNvPr id="923" name="c276">
            <a:extLst>
              <a:ext uri="{FF2B5EF4-FFF2-40B4-BE49-F238E27FC236}">
                <a16:creationId xmlns:a16="http://schemas.microsoft.com/office/drawing/2014/main" id="{2525480A-CFBC-7981-0790-A65B755001FB}"/>
              </a:ext>
            </a:extLst>
          </p:cNvPr>
          <p:cNvCxnSpPr>
            <a:cxnSpLocks/>
          </p:cNvCxnSpPr>
          <p:nvPr/>
        </p:nvCxnSpPr>
        <p:spPr>
          <a:xfrm>
            <a:off x="1312301" y="2717737"/>
            <a:ext cx="187699" cy="0"/>
          </a:xfrm>
          <a:prstGeom prst="line">
            <a:avLst/>
          </a:prstGeom>
          <a:ln w="12700" cap="rnd">
            <a:solidFill>
              <a:srgbClr val="C55A11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12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14EB-D40A-9D1F-ED1F-6D068FE1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B94B24-723B-95EC-4FC8-66A5755216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Local Dimming Data </a:t>
            </a:r>
            <a:r>
              <a:rPr lang="ko-KR" altLang="en-US"/>
              <a:t>형식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B3643-2732-F977-F843-A619531D125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에서 사용하는 채널의 개수가 달라지거나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한 채널 당 사용하는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LD Data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개수가 </a:t>
            </a:r>
            <a:r>
              <a:rPr lang="ko-KR" altLang="en-US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커스텀되는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설정 사용 경우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한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Daisy Chain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 필요로 하는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LD Data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개수가 달라질 수 있음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0" name="s100"/>
          <p:cNvSpPr txBox="1"/>
          <p:nvPr/>
        </p:nvSpPr>
        <p:spPr>
          <a:xfrm>
            <a:off x="6600000" y="1540302"/>
            <a:ext cx="9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700" b="1">
                <a:solidFill>
                  <a:srgbClr val="595959"/>
                </a:solidFill>
                <a:latin typeface="Malgun Gothic"/>
                <a:ea typeface="Malgun Gothic"/>
              </a:rPr>
              <a:t>ID601 chain</a:t>
            </a:r>
          </a:p>
        </p:txBody>
      </p:sp>
      <p:sp>
        <p:nvSpPr>
          <p:cNvPr id="101" name="s101"/>
          <p:cNvSpPr/>
          <p:nvPr/>
        </p:nvSpPr>
        <p:spPr>
          <a:xfrm>
            <a:off x="7600000" y="1540302"/>
            <a:ext cx="320000" cy="2000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1">
                <a:solidFill>
                  <a:srgbClr val="1F3864"/>
                </a:solidFill>
                <a:latin typeface="Malgun Gothic"/>
                <a:ea typeface="Malgun Gothic"/>
              </a:rPr>
              <a:t>#1</a:t>
            </a:r>
          </a:p>
        </p:txBody>
      </p:sp>
      <p:cxnSp>
        <p:nvCxnSpPr>
          <p:cNvPr id="102" name="c102"/>
          <p:cNvCxnSpPr/>
          <p:nvPr/>
        </p:nvCxnSpPr>
        <p:spPr>
          <a:xfrm>
            <a:off x="7920000" y="1640302"/>
            <a:ext cx="40000" cy="0"/>
          </a:xfrm>
          <a:prstGeom prst="line">
            <a:avLst/>
          </a:prstGeom>
          <a:ln w="952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" name="s103"/>
          <p:cNvSpPr/>
          <p:nvPr/>
        </p:nvSpPr>
        <p:spPr>
          <a:xfrm>
            <a:off x="7960000" y="1540302"/>
            <a:ext cx="320000" cy="20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1F3864"/>
                </a:solidFill>
                <a:latin typeface="Malgun Gothic"/>
                <a:ea typeface="Malgun Gothic"/>
              </a:rPr>
              <a:t>#2</a:t>
            </a:r>
          </a:p>
        </p:txBody>
      </p:sp>
      <p:cxnSp>
        <p:nvCxnSpPr>
          <p:cNvPr id="104" name="c104"/>
          <p:cNvCxnSpPr/>
          <p:nvPr/>
        </p:nvCxnSpPr>
        <p:spPr>
          <a:xfrm>
            <a:off x="8280000" y="1640302"/>
            <a:ext cx="40000" cy="0"/>
          </a:xfrm>
          <a:prstGeom prst="line">
            <a:avLst/>
          </a:prstGeom>
          <a:ln w="952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" name="s105"/>
          <p:cNvSpPr/>
          <p:nvPr/>
        </p:nvSpPr>
        <p:spPr>
          <a:xfrm>
            <a:off x="8320000" y="1540302"/>
            <a:ext cx="320000" cy="20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1F3864"/>
                </a:solidFill>
                <a:latin typeface="Malgun Gothic"/>
                <a:ea typeface="Malgun Gothic"/>
              </a:rPr>
              <a:t>#3</a:t>
            </a:r>
          </a:p>
        </p:txBody>
      </p:sp>
      <p:cxnSp>
        <p:nvCxnSpPr>
          <p:cNvPr id="106" name="c106"/>
          <p:cNvCxnSpPr/>
          <p:nvPr/>
        </p:nvCxnSpPr>
        <p:spPr>
          <a:xfrm>
            <a:off x="8640000" y="1640302"/>
            <a:ext cx="40000" cy="0"/>
          </a:xfrm>
          <a:prstGeom prst="line">
            <a:avLst/>
          </a:prstGeom>
          <a:ln w="952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s107"/>
          <p:cNvSpPr/>
          <p:nvPr/>
        </p:nvSpPr>
        <p:spPr>
          <a:xfrm>
            <a:off x="8680000" y="1540302"/>
            <a:ext cx="320000" cy="20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1F3864"/>
                </a:solidFill>
                <a:latin typeface="Malgun Gothic"/>
                <a:ea typeface="Malgun Gothic"/>
              </a:rPr>
              <a:t>#4</a:t>
            </a:r>
          </a:p>
        </p:txBody>
      </p:sp>
      <p:cxnSp>
        <p:nvCxnSpPr>
          <p:cNvPr id="108" name="c108"/>
          <p:cNvCxnSpPr/>
          <p:nvPr/>
        </p:nvCxnSpPr>
        <p:spPr>
          <a:xfrm>
            <a:off x="9000000" y="1640302"/>
            <a:ext cx="40000" cy="0"/>
          </a:xfrm>
          <a:prstGeom prst="line">
            <a:avLst/>
          </a:prstGeom>
          <a:ln w="952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s109"/>
          <p:cNvSpPr/>
          <p:nvPr/>
        </p:nvSpPr>
        <p:spPr>
          <a:xfrm>
            <a:off x="9040000" y="1540302"/>
            <a:ext cx="320000" cy="20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1F3864"/>
                </a:solidFill>
                <a:latin typeface="Malgun Gothic"/>
                <a:ea typeface="Malgun Gothic"/>
              </a:rPr>
              <a:t>#5</a:t>
            </a:r>
          </a:p>
        </p:txBody>
      </p:sp>
      <p:sp>
        <p:nvSpPr>
          <p:cNvPr id="110" name="s110"/>
          <p:cNvSpPr/>
          <p:nvPr/>
        </p:nvSpPr>
        <p:spPr>
          <a:xfrm>
            <a:off x="560000" y="1850302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11" name="s111"/>
          <p:cNvSpPr txBox="1"/>
          <p:nvPr/>
        </p:nvSpPr>
        <p:spPr>
          <a:xfrm>
            <a:off x="680000" y="1850302"/>
            <a:ext cx="406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200" b="1">
                <a:solidFill>
                  <a:srgbClr val="1F3864"/>
                </a:solidFill>
                <a:latin typeface="Malgun Gothic"/>
                <a:ea typeface="Malgun Gothic"/>
              </a:rPr>
              <a:t>Case 1  —  Half channels OFF</a:t>
            </a:r>
          </a:p>
        </p:txBody>
      </p:sp>
      <p:sp>
        <p:nvSpPr>
          <p:cNvPr id="112" name="s112"/>
          <p:cNvSpPr txBox="1"/>
          <p:nvPr/>
        </p:nvSpPr>
        <p:spPr>
          <a:xfrm>
            <a:off x="560000" y="2100302"/>
            <a:ext cx="418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750" b="0">
                <a:solidFill>
                  <a:srgbClr val="595959"/>
                </a:solidFill>
                <a:latin typeface="Malgun Gothic"/>
                <a:ea typeface="Malgun Gothic"/>
              </a:rPr>
              <a:t>CH1 – CH5 : R / G / B     |     CH6 – CH12 : OFF</a:t>
            </a:r>
          </a:p>
        </p:txBody>
      </p:sp>
      <p:sp>
        <p:nvSpPr>
          <p:cNvPr id="113" name="s113"/>
          <p:cNvSpPr>
            <a:spLocks/>
          </p:cNvSpPr>
          <p:nvPr/>
        </p:nvSpPr>
        <p:spPr>
          <a:xfrm>
            <a:off x="660000" y="2370302"/>
            <a:ext cx="3550000" cy="26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 lang="ko-KR" altLang="en-US"/>
          </a:p>
        </p:txBody>
      </p:sp>
      <p:sp>
        <p:nvSpPr>
          <p:cNvPr id="114" name="s114"/>
          <p:cNvSpPr txBox="1"/>
          <p:nvPr/>
        </p:nvSpPr>
        <p:spPr>
          <a:xfrm>
            <a:off x="660000" y="2405302"/>
            <a:ext cx="35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ID601  #1</a:t>
            </a:r>
          </a:p>
        </p:txBody>
      </p:sp>
      <p:sp>
        <p:nvSpPr>
          <p:cNvPr id="115" name="s115"/>
          <p:cNvSpPr txBox="1">
            <a:spLocks/>
          </p:cNvSpPr>
          <p:nvPr/>
        </p:nvSpPr>
        <p:spPr>
          <a:xfrm>
            <a:off x="1460000" y="2600302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16" name="s116"/>
          <p:cNvSpPr txBox="1">
            <a:spLocks/>
          </p:cNvSpPr>
          <p:nvPr/>
        </p:nvSpPr>
        <p:spPr>
          <a:xfrm>
            <a:off x="2350000" y="2600302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17" name="s117"/>
          <p:cNvSpPr txBox="1">
            <a:spLocks/>
          </p:cNvSpPr>
          <p:nvPr/>
        </p:nvSpPr>
        <p:spPr>
          <a:xfrm>
            <a:off x="3240000" y="2600302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18" name="s118"/>
          <p:cNvSpPr txBox="1">
            <a:spLocks/>
          </p:cNvSpPr>
          <p:nvPr/>
        </p:nvSpPr>
        <p:spPr>
          <a:xfrm>
            <a:off x="780000" y="2800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19" name="s119"/>
          <p:cNvSpPr/>
          <p:nvPr/>
        </p:nvSpPr>
        <p:spPr>
          <a:xfrm>
            <a:off x="1460000" y="280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20" name="s120"/>
          <p:cNvSpPr>
            <a:spLocks/>
          </p:cNvSpPr>
          <p:nvPr/>
        </p:nvSpPr>
        <p:spPr>
          <a:xfrm>
            <a:off x="2350000" y="280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21" name="s121"/>
          <p:cNvSpPr/>
          <p:nvPr/>
        </p:nvSpPr>
        <p:spPr>
          <a:xfrm>
            <a:off x="3240000" y="280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22" name="s122"/>
          <p:cNvSpPr txBox="1">
            <a:spLocks/>
          </p:cNvSpPr>
          <p:nvPr/>
        </p:nvSpPr>
        <p:spPr>
          <a:xfrm>
            <a:off x="780000" y="2982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23" name="s123"/>
          <p:cNvSpPr/>
          <p:nvPr/>
        </p:nvSpPr>
        <p:spPr>
          <a:xfrm>
            <a:off x="1460000" y="298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24" name="s124"/>
          <p:cNvSpPr>
            <a:spLocks/>
          </p:cNvSpPr>
          <p:nvPr/>
        </p:nvSpPr>
        <p:spPr>
          <a:xfrm>
            <a:off x="2350000" y="298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25" name="s125"/>
          <p:cNvSpPr/>
          <p:nvPr/>
        </p:nvSpPr>
        <p:spPr>
          <a:xfrm>
            <a:off x="3240000" y="298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26" name="s126"/>
          <p:cNvSpPr txBox="1">
            <a:spLocks/>
          </p:cNvSpPr>
          <p:nvPr/>
        </p:nvSpPr>
        <p:spPr>
          <a:xfrm>
            <a:off x="780000" y="3164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27" name="s127"/>
          <p:cNvSpPr/>
          <p:nvPr/>
        </p:nvSpPr>
        <p:spPr>
          <a:xfrm>
            <a:off x="1460000" y="316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28" name="s128"/>
          <p:cNvSpPr>
            <a:spLocks/>
          </p:cNvSpPr>
          <p:nvPr/>
        </p:nvSpPr>
        <p:spPr>
          <a:xfrm>
            <a:off x="2350000" y="316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29" name="s129"/>
          <p:cNvSpPr/>
          <p:nvPr/>
        </p:nvSpPr>
        <p:spPr>
          <a:xfrm>
            <a:off x="3240000" y="316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30" name="s130"/>
          <p:cNvSpPr txBox="1">
            <a:spLocks/>
          </p:cNvSpPr>
          <p:nvPr/>
        </p:nvSpPr>
        <p:spPr>
          <a:xfrm>
            <a:off x="780000" y="3346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31" name="s131"/>
          <p:cNvSpPr/>
          <p:nvPr/>
        </p:nvSpPr>
        <p:spPr>
          <a:xfrm>
            <a:off x="1460000" y="334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32" name="s132"/>
          <p:cNvSpPr>
            <a:spLocks/>
          </p:cNvSpPr>
          <p:nvPr/>
        </p:nvSpPr>
        <p:spPr>
          <a:xfrm>
            <a:off x="2350000" y="334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33" name="s133"/>
          <p:cNvSpPr/>
          <p:nvPr/>
        </p:nvSpPr>
        <p:spPr>
          <a:xfrm>
            <a:off x="3240000" y="334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34" name="s134"/>
          <p:cNvSpPr txBox="1">
            <a:spLocks/>
          </p:cNvSpPr>
          <p:nvPr/>
        </p:nvSpPr>
        <p:spPr>
          <a:xfrm>
            <a:off x="780000" y="3528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35" name="s135"/>
          <p:cNvSpPr/>
          <p:nvPr/>
        </p:nvSpPr>
        <p:spPr>
          <a:xfrm>
            <a:off x="1460000" y="352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36" name="s136"/>
          <p:cNvSpPr>
            <a:spLocks/>
          </p:cNvSpPr>
          <p:nvPr/>
        </p:nvSpPr>
        <p:spPr>
          <a:xfrm>
            <a:off x="2350000" y="352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37" name="s137"/>
          <p:cNvSpPr/>
          <p:nvPr/>
        </p:nvSpPr>
        <p:spPr>
          <a:xfrm>
            <a:off x="3240000" y="352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38" name="s138"/>
          <p:cNvSpPr txBox="1"/>
          <p:nvPr/>
        </p:nvSpPr>
        <p:spPr>
          <a:xfrm>
            <a:off x="780000" y="3710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39" name="s139"/>
          <p:cNvSpPr/>
          <p:nvPr/>
        </p:nvSpPr>
        <p:spPr>
          <a:xfrm>
            <a:off x="1460000" y="3710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40" name="s140"/>
          <p:cNvSpPr txBox="1"/>
          <p:nvPr/>
        </p:nvSpPr>
        <p:spPr>
          <a:xfrm>
            <a:off x="780000" y="3892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41" name="s141"/>
          <p:cNvSpPr/>
          <p:nvPr/>
        </p:nvSpPr>
        <p:spPr>
          <a:xfrm>
            <a:off x="1460000" y="3892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42" name="s142"/>
          <p:cNvSpPr txBox="1"/>
          <p:nvPr/>
        </p:nvSpPr>
        <p:spPr>
          <a:xfrm>
            <a:off x="780000" y="4074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43" name="s143"/>
          <p:cNvSpPr/>
          <p:nvPr/>
        </p:nvSpPr>
        <p:spPr>
          <a:xfrm>
            <a:off x="1460000" y="4074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44" name="s144"/>
          <p:cNvSpPr txBox="1"/>
          <p:nvPr/>
        </p:nvSpPr>
        <p:spPr>
          <a:xfrm>
            <a:off x="780000" y="4256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45" name="s145"/>
          <p:cNvSpPr/>
          <p:nvPr/>
        </p:nvSpPr>
        <p:spPr>
          <a:xfrm>
            <a:off x="1460000" y="4256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46" name="s146"/>
          <p:cNvSpPr txBox="1"/>
          <p:nvPr/>
        </p:nvSpPr>
        <p:spPr>
          <a:xfrm>
            <a:off x="780000" y="4438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47" name="s147"/>
          <p:cNvSpPr/>
          <p:nvPr/>
        </p:nvSpPr>
        <p:spPr>
          <a:xfrm>
            <a:off x="1460000" y="4438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48" name="s148"/>
          <p:cNvSpPr txBox="1"/>
          <p:nvPr/>
        </p:nvSpPr>
        <p:spPr>
          <a:xfrm>
            <a:off x="780000" y="4620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CH11</a:t>
            </a:r>
          </a:p>
        </p:txBody>
      </p:sp>
      <p:sp>
        <p:nvSpPr>
          <p:cNvPr id="149" name="s149"/>
          <p:cNvSpPr/>
          <p:nvPr/>
        </p:nvSpPr>
        <p:spPr>
          <a:xfrm>
            <a:off x="1460000" y="4620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50" name="s150"/>
          <p:cNvSpPr txBox="1">
            <a:spLocks/>
          </p:cNvSpPr>
          <p:nvPr/>
        </p:nvSpPr>
        <p:spPr>
          <a:xfrm>
            <a:off x="780000" y="4802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0">
                <a:solidFill>
                  <a:srgbClr val="BFBFBF"/>
                </a:solidFill>
                <a:latin typeface="Malgun Gothic"/>
                <a:ea typeface="Malgun Gothic"/>
              </a:rPr>
              <a:t>CH12</a:t>
            </a:r>
          </a:p>
        </p:txBody>
      </p:sp>
      <p:sp>
        <p:nvSpPr>
          <p:cNvPr id="151" name="s151"/>
          <p:cNvSpPr/>
          <p:nvPr/>
        </p:nvSpPr>
        <p:spPr>
          <a:xfrm>
            <a:off x="1460000" y="4802302"/>
            <a:ext cx="2630000" cy="170000"/>
          </a:xfrm>
          <a:prstGeom prst="roundRect">
            <a:avLst>
              <a:gd name="adj" fmla="val 22000"/>
            </a:avLst>
          </a:prstGeom>
          <a:solidFill>
            <a:srgbClr val="FAFAFA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750" b="1">
                <a:solidFill>
                  <a:srgbClr val="BFBFB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152" name="s152"/>
          <p:cNvSpPr>
            <a:spLocks/>
          </p:cNvSpPr>
          <p:nvPr/>
        </p:nvSpPr>
        <p:spPr>
          <a:xfrm>
            <a:off x="560000" y="5114302"/>
            <a:ext cx="4180000" cy="3000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5 CH × 3 = 15 data / ID601</a:t>
            </a:r>
          </a:p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chain (5 × ID601) = 75 data</a:t>
            </a:r>
          </a:p>
        </p:txBody>
      </p:sp>
      <p:sp>
        <p:nvSpPr>
          <p:cNvPr id="153" name="s153"/>
          <p:cNvSpPr>
            <a:spLocks/>
          </p:cNvSpPr>
          <p:nvPr/>
        </p:nvSpPr>
        <p:spPr>
          <a:xfrm>
            <a:off x="5170000" y="1850302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54" name="s154"/>
          <p:cNvSpPr txBox="1"/>
          <p:nvPr/>
        </p:nvSpPr>
        <p:spPr>
          <a:xfrm>
            <a:off x="5290000" y="1850302"/>
            <a:ext cx="406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200" b="1">
                <a:solidFill>
                  <a:srgbClr val="1F3864"/>
                </a:solidFill>
                <a:latin typeface="Malgun Gothic"/>
                <a:ea typeface="Malgun Gothic"/>
              </a:rPr>
              <a:t>Case 2  —  Custom data mode</a:t>
            </a:r>
          </a:p>
        </p:txBody>
      </p:sp>
      <p:sp>
        <p:nvSpPr>
          <p:cNvPr id="155" name="s155"/>
          <p:cNvSpPr txBox="1"/>
          <p:nvPr/>
        </p:nvSpPr>
        <p:spPr>
          <a:xfrm>
            <a:off x="5170000" y="2100302"/>
            <a:ext cx="418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750" b="0">
                <a:solidFill>
                  <a:srgbClr val="595959"/>
                </a:solidFill>
                <a:latin typeface="Malgun Gothic"/>
                <a:ea typeface="Malgun Gothic"/>
              </a:rPr>
              <a:t>odd CH : R only     |     even CH : G / B</a:t>
            </a:r>
          </a:p>
        </p:txBody>
      </p:sp>
      <p:sp>
        <p:nvSpPr>
          <p:cNvPr id="156" name="s156"/>
          <p:cNvSpPr>
            <a:spLocks/>
          </p:cNvSpPr>
          <p:nvPr/>
        </p:nvSpPr>
        <p:spPr>
          <a:xfrm>
            <a:off x="5270000" y="2370302"/>
            <a:ext cx="3550000" cy="26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 lang="ko-KR" altLang="en-US"/>
          </a:p>
        </p:txBody>
      </p:sp>
      <p:sp>
        <p:nvSpPr>
          <p:cNvPr id="157" name="s157"/>
          <p:cNvSpPr txBox="1">
            <a:spLocks/>
          </p:cNvSpPr>
          <p:nvPr/>
        </p:nvSpPr>
        <p:spPr>
          <a:xfrm>
            <a:off x="5270000" y="2405302"/>
            <a:ext cx="35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ID601  #1</a:t>
            </a:r>
          </a:p>
        </p:txBody>
      </p:sp>
      <p:sp>
        <p:nvSpPr>
          <p:cNvPr id="158" name="s158"/>
          <p:cNvSpPr txBox="1">
            <a:spLocks/>
          </p:cNvSpPr>
          <p:nvPr/>
        </p:nvSpPr>
        <p:spPr>
          <a:xfrm>
            <a:off x="6070000" y="2600302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59" name="s159"/>
          <p:cNvSpPr txBox="1">
            <a:spLocks/>
          </p:cNvSpPr>
          <p:nvPr/>
        </p:nvSpPr>
        <p:spPr>
          <a:xfrm>
            <a:off x="6960000" y="2600302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60" name="s160"/>
          <p:cNvSpPr txBox="1">
            <a:spLocks/>
          </p:cNvSpPr>
          <p:nvPr/>
        </p:nvSpPr>
        <p:spPr>
          <a:xfrm>
            <a:off x="7850000" y="2600302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61" name="s161"/>
          <p:cNvSpPr txBox="1">
            <a:spLocks/>
          </p:cNvSpPr>
          <p:nvPr/>
        </p:nvSpPr>
        <p:spPr>
          <a:xfrm>
            <a:off x="5390000" y="2800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62" name="s162"/>
          <p:cNvSpPr/>
          <p:nvPr/>
        </p:nvSpPr>
        <p:spPr>
          <a:xfrm>
            <a:off x="6070000" y="280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63" name="s163"/>
          <p:cNvSpPr/>
          <p:nvPr/>
        </p:nvSpPr>
        <p:spPr>
          <a:xfrm>
            <a:off x="6960000" y="280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64" name="s164"/>
          <p:cNvSpPr>
            <a:spLocks/>
          </p:cNvSpPr>
          <p:nvPr/>
        </p:nvSpPr>
        <p:spPr>
          <a:xfrm>
            <a:off x="7850000" y="280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65" name="s165"/>
          <p:cNvSpPr txBox="1">
            <a:spLocks/>
          </p:cNvSpPr>
          <p:nvPr/>
        </p:nvSpPr>
        <p:spPr>
          <a:xfrm>
            <a:off x="5390000" y="2982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66" name="s166"/>
          <p:cNvSpPr/>
          <p:nvPr/>
        </p:nvSpPr>
        <p:spPr>
          <a:xfrm>
            <a:off x="6070000" y="298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67" name="s167"/>
          <p:cNvSpPr/>
          <p:nvPr/>
        </p:nvSpPr>
        <p:spPr>
          <a:xfrm>
            <a:off x="6960000" y="298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68" name="s168"/>
          <p:cNvSpPr>
            <a:spLocks/>
          </p:cNvSpPr>
          <p:nvPr/>
        </p:nvSpPr>
        <p:spPr>
          <a:xfrm>
            <a:off x="7850000" y="298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69" name="s169"/>
          <p:cNvSpPr txBox="1">
            <a:spLocks/>
          </p:cNvSpPr>
          <p:nvPr/>
        </p:nvSpPr>
        <p:spPr>
          <a:xfrm>
            <a:off x="5390000" y="3164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70" name="s170"/>
          <p:cNvSpPr/>
          <p:nvPr/>
        </p:nvSpPr>
        <p:spPr>
          <a:xfrm>
            <a:off x="6070000" y="316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71" name="s171"/>
          <p:cNvSpPr/>
          <p:nvPr/>
        </p:nvSpPr>
        <p:spPr>
          <a:xfrm>
            <a:off x="6960000" y="316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72" name="s172"/>
          <p:cNvSpPr>
            <a:spLocks/>
          </p:cNvSpPr>
          <p:nvPr/>
        </p:nvSpPr>
        <p:spPr>
          <a:xfrm>
            <a:off x="7850000" y="316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73" name="s173"/>
          <p:cNvSpPr txBox="1">
            <a:spLocks/>
          </p:cNvSpPr>
          <p:nvPr/>
        </p:nvSpPr>
        <p:spPr>
          <a:xfrm>
            <a:off x="5390000" y="3346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74" name="s174"/>
          <p:cNvSpPr/>
          <p:nvPr/>
        </p:nvSpPr>
        <p:spPr>
          <a:xfrm>
            <a:off x="6070000" y="334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75" name="s175"/>
          <p:cNvSpPr/>
          <p:nvPr/>
        </p:nvSpPr>
        <p:spPr>
          <a:xfrm>
            <a:off x="6960000" y="334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76" name="s176"/>
          <p:cNvSpPr>
            <a:spLocks/>
          </p:cNvSpPr>
          <p:nvPr/>
        </p:nvSpPr>
        <p:spPr>
          <a:xfrm>
            <a:off x="7850000" y="334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77" name="s177"/>
          <p:cNvSpPr txBox="1">
            <a:spLocks/>
          </p:cNvSpPr>
          <p:nvPr/>
        </p:nvSpPr>
        <p:spPr>
          <a:xfrm>
            <a:off x="5390000" y="3528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78" name="s178"/>
          <p:cNvSpPr/>
          <p:nvPr/>
        </p:nvSpPr>
        <p:spPr>
          <a:xfrm>
            <a:off x="6070000" y="352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79" name="s179"/>
          <p:cNvSpPr/>
          <p:nvPr/>
        </p:nvSpPr>
        <p:spPr>
          <a:xfrm>
            <a:off x="6960000" y="352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80" name="s180"/>
          <p:cNvSpPr>
            <a:spLocks/>
          </p:cNvSpPr>
          <p:nvPr/>
        </p:nvSpPr>
        <p:spPr>
          <a:xfrm>
            <a:off x="7850000" y="352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81" name="s181"/>
          <p:cNvSpPr txBox="1">
            <a:spLocks/>
          </p:cNvSpPr>
          <p:nvPr/>
        </p:nvSpPr>
        <p:spPr>
          <a:xfrm>
            <a:off x="5390000" y="3710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82" name="s182"/>
          <p:cNvSpPr/>
          <p:nvPr/>
        </p:nvSpPr>
        <p:spPr>
          <a:xfrm>
            <a:off x="6070000" y="371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83" name="s183"/>
          <p:cNvSpPr/>
          <p:nvPr/>
        </p:nvSpPr>
        <p:spPr>
          <a:xfrm>
            <a:off x="6960000" y="371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84" name="s184"/>
          <p:cNvSpPr>
            <a:spLocks/>
          </p:cNvSpPr>
          <p:nvPr/>
        </p:nvSpPr>
        <p:spPr>
          <a:xfrm>
            <a:off x="7850000" y="371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85" name="s185"/>
          <p:cNvSpPr txBox="1">
            <a:spLocks/>
          </p:cNvSpPr>
          <p:nvPr/>
        </p:nvSpPr>
        <p:spPr>
          <a:xfrm>
            <a:off x="5390000" y="3892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86" name="s186"/>
          <p:cNvSpPr/>
          <p:nvPr/>
        </p:nvSpPr>
        <p:spPr>
          <a:xfrm>
            <a:off x="6070000" y="389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87" name="s187"/>
          <p:cNvSpPr/>
          <p:nvPr/>
        </p:nvSpPr>
        <p:spPr>
          <a:xfrm>
            <a:off x="6960000" y="389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88" name="s188"/>
          <p:cNvSpPr>
            <a:spLocks/>
          </p:cNvSpPr>
          <p:nvPr/>
        </p:nvSpPr>
        <p:spPr>
          <a:xfrm>
            <a:off x="7850000" y="389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89" name="s189"/>
          <p:cNvSpPr txBox="1">
            <a:spLocks/>
          </p:cNvSpPr>
          <p:nvPr/>
        </p:nvSpPr>
        <p:spPr>
          <a:xfrm>
            <a:off x="5390000" y="4074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90" name="s190"/>
          <p:cNvSpPr/>
          <p:nvPr/>
        </p:nvSpPr>
        <p:spPr>
          <a:xfrm>
            <a:off x="6070000" y="407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91" name="s191"/>
          <p:cNvSpPr/>
          <p:nvPr/>
        </p:nvSpPr>
        <p:spPr>
          <a:xfrm>
            <a:off x="6960000" y="407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192" name="s192"/>
          <p:cNvSpPr>
            <a:spLocks/>
          </p:cNvSpPr>
          <p:nvPr/>
        </p:nvSpPr>
        <p:spPr>
          <a:xfrm>
            <a:off x="7850000" y="4074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93" name="s193"/>
          <p:cNvSpPr txBox="1">
            <a:spLocks/>
          </p:cNvSpPr>
          <p:nvPr/>
        </p:nvSpPr>
        <p:spPr>
          <a:xfrm>
            <a:off x="5390000" y="4256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94" name="s194"/>
          <p:cNvSpPr/>
          <p:nvPr/>
        </p:nvSpPr>
        <p:spPr>
          <a:xfrm>
            <a:off x="6070000" y="425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195" name="s195"/>
          <p:cNvSpPr/>
          <p:nvPr/>
        </p:nvSpPr>
        <p:spPr>
          <a:xfrm>
            <a:off x="6960000" y="425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96" name="s196"/>
          <p:cNvSpPr>
            <a:spLocks/>
          </p:cNvSpPr>
          <p:nvPr/>
        </p:nvSpPr>
        <p:spPr>
          <a:xfrm>
            <a:off x="7850000" y="4256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97" name="s197"/>
          <p:cNvSpPr txBox="1">
            <a:spLocks/>
          </p:cNvSpPr>
          <p:nvPr/>
        </p:nvSpPr>
        <p:spPr>
          <a:xfrm>
            <a:off x="5390000" y="4438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98" name="s198"/>
          <p:cNvSpPr/>
          <p:nvPr/>
        </p:nvSpPr>
        <p:spPr>
          <a:xfrm>
            <a:off x="6070000" y="443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199" name="s199"/>
          <p:cNvSpPr/>
          <p:nvPr/>
        </p:nvSpPr>
        <p:spPr>
          <a:xfrm>
            <a:off x="6960000" y="443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200" name="s200"/>
          <p:cNvSpPr>
            <a:spLocks/>
          </p:cNvSpPr>
          <p:nvPr/>
        </p:nvSpPr>
        <p:spPr>
          <a:xfrm>
            <a:off x="7850000" y="4438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201" name="s201"/>
          <p:cNvSpPr txBox="1">
            <a:spLocks/>
          </p:cNvSpPr>
          <p:nvPr/>
        </p:nvSpPr>
        <p:spPr>
          <a:xfrm>
            <a:off x="5390000" y="4620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CH11</a:t>
            </a:r>
          </a:p>
        </p:txBody>
      </p:sp>
      <p:sp>
        <p:nvSpPr>
          <p:cNvPr id="202" name="s202"/>
          <p:cNvSpPr/>
          <p:nvPr/>
        </p:nvSpPr>
        <p:spPr>
          <a:xfrm>
            <a:off x="6070000" y="462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</a:t>
            </a:r>
          </a:p>
        </p:txBody>
      </p:sp>
      <p:sp>
        <p:nvSpPr>
          <p:cNvPr id="203" name="s203"/>
          <p:cNvSpPr/>
          <p:nvPr/>
        </p:nvSpPr>
        <p:spPr>
          <a:xfrm>
            <a:off x="6960000" y="462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204" name="s204"/>
          <p:cNvSpPr/>
          <p:nvPr/>
        </p:nvSpPr>
        <p:spPr>
          <a:xfrm>
            <a:off x="7850000" y="4620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205" name="s205"/>
          <p:cNvSpPr txBox="1">
            <a:spLocks/>
          </p:cNvSpPr>
          <p:nvPr/>
        </p:nvSpPr>
        <p:spPr>
          <a:xfrm>
            <a:off x="5390000" y="4802302"/>
            <a:ext cx="64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CH12</a:t>
            </a:r>
          </a:p>
        </p:txBody>
      </p:sp>
      <p:sp>
        <p:nvSpPr>
          <p:cNvPr id="206" name="s206"/>
          <p:cNvSpPr/>
          <p:nvPr/>
        </p:nvSpPr>
        <p:spPr>
          <a:xfrm>
            <a:off x="6070000" y="480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700" b="0">
                <a:solidFill>
                  <a:srgbClr val="D9D9D9"/>
                </a:solidFill>
                <a:latin typeface="Malgun Gothic"/>
                <a:ea typeface="Malgun Gothic"/>
              </a:rPr>
              <a:t>–</a:t>
            </a:r>
          </a:p>
        </p:txBody>
      </p:sp>
      <p:sp>
        <p:nvSpPr>
          <p:cNvPr id="207" name="s207"/>
          <p:cNvSpPr>
            <a:spLocks/>
          </p:cNvSpPr>
          <p:nvPr/>
        </p:nvSpPr>
        <p:spPr>
          <a:xfrm>
            <a:off x="6960000" y="480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</a:t>
            </a:r>
          </a:p>
        </p:txBody>
      </p:sp>
      <p:sp>
        <p:nvSpPr>
          <p:cNvPr id="208" name="s208"/>
          <p:cNvSpPr/>
          <p:nvPr/>
        </p:nvSpPr>
        <p:spPr>
          <a:xfrm>
            <a:off x="7850000" y="4802302"/>
            <a:ext cx="850000" cy="170000"/>
          </a:xfrm>
          <a:prstGeom prst="roundRect">
            <a:avLst>
              <a:gd name="adj" fmla="val 22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209" name="s209"/>
          <p:cNvSpPr/>
          <p:nvPr/>
        </p:nvSpPr>
        <p:spPr>
          <a:xfrm>
            <a:off x="5170000" y="5114302"/>
            <a:ext cx="4180000" cy="3000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 w="9525">
            <a:solidFill>
              <a:srgbClr val="2E75B6"/>
            </a:solidFill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6 CH × 1 + 6 CH × 2 = 18 data / ID601</a:t>
            </a:r>
          </a:p>
          <a:p>
            <a:pPr algn="ctr"/>
            <a:r>
              <a:rPr lang="en-US" altLang="ko-KR" sz="800" b="1">
                <a:solidFill>
                  <a:srgbClr val="1F3864"/>
                </a:solidFill>
                <a:latin typeface="Malgun Gothic"/>
                <a:ea typeface="Malgun Gothic"/>
              </a:rPr>
              <a:t>chain (5 × ID601) = 90 data</a:t>
            </a:r>
          </a:p>
        </p:txBody>
      </p:sp>
      <p:cxnSp>
        <p:nvCxnSpPr>
          <p:cNvPr id="210" name="c210"/>
          <p:cNvCxnSpPr/>
          <p:nvPr/>
        </p:nvCxnSpPr>
        <p:spPr>
          <a:xfrm>
            <a:off x="5050000" y="1850302"/>
            <a:ext cx="0" cy="3504000"/>
          </a:xfrm>
          <a:prstGeom prst="line">
            <a:avLst/>
          </a:prstGeom>
          <a:ln w="9525" cap="rnd">
            <a:solidFill>
              <a:srgbClr val="E6E6E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1" name="s211"/>
          <p:cNvSpPr txBox="1"/>
          <p:nvPr/>
        </p:nvSpPr>
        <p:spPr>
          <a:xfrm>
            <a:off x="560000" y="5454302"/>
            <a:ext cx="88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750" b="0">
                <a:solidFill>
                  <a:srgbClr val="808080"/>
                </a:solidFill>
                <a:latin typeface="Malgun Gothic"/>
                <a:ea typeface="Malgun Gothic"/>
              </a:rPr>
              <a:t>* all ID601 in the chain use the same setting   →   LD data count per chain changes with channel usage / data mode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93D5E2-1524-55F5-A28A-085DDA02950F}"/>
              </a:ext>
            </a:extLst>
          </p:cNvPr>
          <p:cNvSpPr txBox="1"/>
          <p:nvPr/>
        </p:nvSpPr>
        <p:spPr>
          <a:xfrm>
            <a:off x="209006" y="5822470"/>
            <a:ext cx="9150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기능안전 기능 검증의 경우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>
                <a:highlight>
                  <a:srgbClr val="FFFF00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ID601 </a:t>
            </a:r>
            <a:r>
              <a:rPr lang="ko-KR" altLang="en-US" sz="1200">
                <a:highlight>
                  <a:srgbClr val="FFFF00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한 채널당 </a:t>
            </a:r>
            <a:r>
              <a:rPr lang="en-US" altLang="ko-KR" sz="1200">
                <a:highlight>
                  <a:srgbClr val="FFFF00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3 </a:t>
            </a:r>
            <a:r>
              <a:rPr lang="ko-KR" altLang="en-US" sz="1200">
                <a:highlight>
                  <a:srgbClr val="FFFF00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시분할</a:t>
            </a:r>
            <a:r>
              <a:rPr lang="en-US" altLang="ko-KR" sz="1200">
                <a:highlight>
                  <a:srgbClr val="FFFF00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, 12</a:t>
            </a:r>
            <a:r>
              <a:rPr lang="ko-KR" altLang="en-US" sz="1200">
                <a:highlight>
                  <a:srgbClr val="FFFF00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채널 전체 사용 환경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에서만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진행하는 것을 전제로 합니다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  <a:b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하지만 기본 기능 검증 시에는 위의 설정 변경 대응이 필요하고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b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의도치 않은 동작으로 인해 타 환경으로 설정하여 진행하여야 하는 경우가 발생할 수 있으므로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b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미리 대응해 주시면 좋을 것 같습니다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0194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9BE5-7464-4560-3E70-ECA45875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3A85C-7F96-35F5-797E-A1DBF29DA8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MCU to IC603, SPI Local Dimming Data </a:t>
            </a:r>
            <a:r>
              <a:rPr lang="ko-KR" altLang="en-US"/>
              <a:t>전송 관련 요청 기능</a:t>
            </a:r>
          </a:p>
        </p:txBody>
      </p:sp>
      <p:sp>
        <p:nvSpPr>
          <p:cNvPr id="100" name="s100"/>
          <p:cNvSpPr txBox="1">
            <a:spLocks/>
          </p:cNvSpPr>
          <p:nvPr/>
        </p:nvSpPr>
        <p:spPr>
          <a:xfrm>
            <a:off x="620000" y="1250000"/>
            <a:ext cx="41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600" b="1">
                <a:solidFill>
                  <a:srgbClr val="1F3864"/>
                </a:solidFill>
                <a:latin typeface="현대하모니 M"/>
                <a:ea typeface="현대하모니 M"/>
              </a:rPr>
              <a:t>LD </a:t>
            </a:r>
            <a:r>
              <a:rPr lang="en-US" altLang="ko-KR" sz="1600" b="1" err="1">
                <a:solidFill>
                  <a:srgbClr val="1F3864"/>
                </a:solidFill>
                <a:latin typeface="현대하모니 M"/>
                <a:ea typeface="현대하모니 M"/>
              </a:rPr>
              <a:t>데이터</a:t>
            </a:r>
            <a:r>
              <a:rPr lang="en-US" altLang="ko-KR" sz="1600" b="1">
                <a:solidFill>
                  <a:srgbClr val="1F3864"/>
                </a:solidFill>
                <a:latin typeface="현대하모니 M"/>
                <a:ea typeface="현대하모니 M"/>
              </a:rPr>
              <a:t> 구성</a:t>
            </a:r>
          </a:p>
        </p:txBody>
      </p:sp>
      <p:cxnSp>
        <p:nvCxnSpPr>
          <p:cNvPr id="101" name="c101"/>
          <p:cNvCxnSpPr/>
          <p:nvPr/>
        </p:nvCxnSpPr>
        <p:spPr>
          <a:xfrm>
            <a:off x="620000" y="1650000"/>
            <a:ext cx="4180000" cy="0"/>
          </a:xfrm>
          <a:prstGeom prst="line">
            <a:avLst/>
          </a:prstGeom>
          <a:ln w="9525" cap="rnd">
            <a:solidFill>
              <a:srgbClr val="C9D2D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2" name="s102"/>
          <p:cNvSpPr txBox="1">
            <a:spLocks/>
          </p:cNvSpPr>
          <p:nvPr/>
        </p:nvSpPr>
        <p:spPr>
          <a:xfrm>
            <a:off x="620000" y="1805000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03" name="s103"/>
          <p:cNvSpPr txBox="1">
            <a:spLocks/>
          </p:cNvSpPr>
          <p:nvPr/>
        </p:nvSpPr>
        <p:spPr>
          <a:xfrm>
            <a:off x="1140000" y="1790000"/>
            <a:ext cx="36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b="0" err="1">
                <a:solidFill>
                  <a:srgbClr val="262626"/>
                </a:solidFill>
                <a:latin typeface="현대하모니 M"/>
                <a:ea typeface="현대하모니 M"/>
              </a:rPr>
              <a:t>후술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된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 테스트용 Local Dimming Frame을 전송할 수 있는 기능</a:t>
            </a:r>
          </a:p>
        </p:txBody>
      </p:sp>
      <p:sp>
        <p:nvSpPr>
          <p:cNvPr id="104" name="s104"/>
          <p:cNvSpPr txBox="1"/>
          <p:nvPr/>
        </p:nvSpPr>
        <p:spPr>
          <a:xfrm>
            <a:off x="620000" y="2402279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s105"/>
              <p:cNvSpPr txBox="1">
                <a:spLocks/>
              </p:cNvSpPr>
              <p:nvPr/>
            </p:nvSpPr>
            <p:spPr>
              <a:xfrm>
                <a:off x="1140000" y="2387279"/>
                <a:ext cx="3660000" cy="115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000" tIns="18000" rIns="36000" bIns="18000" anchor="t">
                <a:normAutofit/>
              </a:bodyPr>
              <a:lstStyle/>
              <a:p>
                <a:pPr algn="l"/>
                <a:r>
                  <a:rPr lang="en-US" altLang="ko-KR" sz="1400" b="0">
                    <a:solidFill>
                      <a:srgbClr val="262626"/>
                    </a:solidFill>
                    <a:latin typeface="현대하모니 M"/>
                    <a:ea typeface="현대하모니 M"/>
                  </a:rPr>
                  <a:t>하나의 Daisy Chain에 대한 데이터(LD Data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현대하모니 M"/>
                      </a:rPr>
                      <m:t>𝑥</m:t>
                    </m:r>
                  </m:oMath>
                </a14:m>
                <a:r>
                  <a:rPr lang="en-US" altLang="ko-KR" sz="1400" b="0">
                    <a:solidFill>
                      <a:srgbClr val="262626"/>
                    </a:solidFill>
                    <a:latin typeface="현대하모니 M"/>
                    <a:ea typeface="현대하모니 M"/>
                  </a:rPr>
                  <a:t>개)를 커스텀으로 입력하고, 해당 데이터를 IC603의 타 채널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현대하모니 M"/>
                      </a:rPr>
                      <m:t>𝑁</m:t>
                    </m:r>
                  </m:oMath>
                </a14:m>
                <a:r>
                  <a:rPr lang="en-US" altLang="ko-KR" sz="1400" b="0">
                    <a:solidFill>
                      <a:srgbClr val="262626"/>
                    </a:solidFill>
                    <a:latin typeface="현대하모니 M"/>
                    <a:ea typeface="현대하모니 M"/>
                  </a:rPr>
                  <a:t>개에 복사하여 입력할 수 있는 기능</a:t>
                </a:r>
              </a:p>
            </p:txBody>
          </p:sp>
        </mc:Choice>
        <mc:Fallback>
          <p:sp>
            <p:nvSpPr>
              <p:cNvPr id="105" name="s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00" y="2387279"/>
                <a:ext cx="3660000" cy="1150000"/>
              </a:xfrm>
              <a:prstGeom prst="rect">
                <a:avLst/>
              </a:prstGeom>
              <a:blipFill>
                <a:blip r:embed="rId2"/>
                <a:stretch>
                  <a:fillRect l="-2000" t="-4255" r="-8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s106"/>
          <p:cNvSpPr txBox="1"/>
          <p:nvPr/>
        </p:nvSpPr>
        <p:spPr>
          <a:xfrm>
            <a:off x="620000" y="3265000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</a:p>
        </p:txBody>
      </p:sp>
      <p:sp>
        <p:nvSpPr>
          <p:cNvPr id="107" name="s107"/>
          <p:cNvSpPr txBox="1">
            <a:spLocks/>
          </p:cNvSpPr>
          <p:nvPr/>
        </p:nvSpPr>
        <p:spPr>
          <a:xfrm>
            <a:off x="1140000" y="3250000"/>
            <a:ext cx="36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LD Data 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전체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를 커스텀하여 입력할 수 있는 기능</a:t>
            </a:r>
          </a:p>
        </p:txBody>
      </p:sp>
      <p:sp>
        <p:nvSpPr>
          <p:cNvPr id="108" name="s108"/>
          <p:cNvSpPr txBox="1"/>
          <p:nvPr/>
        </p:nvSpPr>
        <p:spPr>
          <a:xfrm>
            <a:off x="5170000" y="1250000"/>
            <a:ext cx="41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600" b="1">
                <a:solidFill>
                  <a:srgbClr val="1F3864"/>
                </a:solidFill>
                <a:latin typeface="현대하모니 M"/>
                <a:ea typeface="현대하모니 M"/>
              </a:rPr>
              <a:t>LD 제어</a:t>
            </a:r>
          </a:p>
        </p:txBody>
      </p:sp>
      <p:cxnSp>
        <p:nvCxnSpPr>
          <p:cNvPr id="109" name="c109"/>
          <p:cNvCxnSpPr/>
          <p:nvPr/>
        </p:nvCxnSpPr>
        <p:spPr>
          <a:xfrm>
            <a:off x="5170000" y="1650000"/>
            <a:ext cx="4180000" cy="0"/>
          </a:xfrm>
          <a:prstGeom prst="line">
            <a:avLst/>
          </a:prstGeom>
          <a:ln w="9525" cap="rnd">
            <a:solidFill>
              <a:srgbClr val="C9D2DC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s110"/>
          <p:cNvSpPr txBox="1"/>
          <p:nvPr/>
        </p:nvSpPr>
        <p:spPr>
          <a:xfrm>
            <a:off x="5170000" y="1805000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11" name="s111"/>
          <p:cNvSpPr txBox="1">
            <a:spLocks/>
          </p:cNvSpPr>
          <p:nvPr/>
        </p:nvSpPr>
        <p:spPr>
          <a:xfrm>
            <a:off x="5690000" y="1790000"/>
            <a:ext cx="36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매 Vsync마다 설정된 LD Data를 전송하는 기능</a:t>
            </a:r>
          </a:p>
        </p:txBody>
      </p:sp>
      <p:sp>
        <p:nvSpPr>
          <p:cNvPr id="112" name="s112"/>
          <p:cNvSpPr txBox="1"/>
          <p:nvPr/>
        </p:nvSpPr>
        <p:spPr>
          <a:xfrm>
            <a:off x="5170000" y="2389999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13" name="s113"/>
          <p:cNvSpPr txBox="1">
            <a:spLocks/>
          </p:cNvSpPr>
          <p:nvPr/>
        </p:nvSpPr>
        <p:spPr>
          <a:xfrm>
            <a:off x="5690000" y="2374999"/>
            <a:ext cx="36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LD Data 전송을 중단 / 재개 제어하는 기능</a:t>
            </a:r>
          </a:p>
        </p:txBody>
      </p:sp>
      <p:sp>
        <p:nvSpPr>
          <p:cNvPr id="114" name="s114"/>
          <p:cNvSpPr txBox="1"/>
          <p:nvPr/>
        </p:nvSpPr>
        <p:spPr>
          <a:xfrm>
            <a:off x="5170000" y="3025001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15" name="s115"/>
          <p:cNvSpPr txBox="1">
            <a:spLocks/>
          </p:cNvSpPr>
          <p:nvPr/>
        </p:nvSpPr>
        <p:spPr>
          <a:xfrm>
            <a:off x="5690000" y="3010001"/>
            <a:ext cx="36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Vsync 신호 전송을 중단 / 재개 제어하는 기능</a:t>
            </a:r>
          </a:p>
        </p:txBody>
      </p:sp>
      <p:sp>
        <p:nvSpPr>
          <p:cNvPr id="116" name="s116"/>
          <p:cNvSpPr txBox="1"/>
          <p:nvPr/>
        </p:nvSpPr>
        <p:spPr>
          <a:xfrm>
            <a:off x="5170000" y="3670000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</a:p>
        </p:txBody>
      </p:sp>
      <p:sp>
        <p:nvSpPr>
          <p:cNvPr id="117" name="s117"/>
          <p:cNvSpPr txBox="1">
            <a:spLocks/>
          </p:cNvSpPr>
          <p:nvPr/>
        </p:nvSpPr>
        <p:spPr>
          <a:xfrm>
            <a:off x="5690000" y="3655000"/>
            <a:ext cx="36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두 Vsync 동안 같은 LD Data를 보내고, 이후 Vsync만 계속 </a:t>
            </a:r>
            <a:r>
              <a:rPr lang="en-US" altLang="ko-KR" sz="1400" b="0" err="1">
                <a:solidFill>
                  <a:srgbClr val="262626"/>
                </a:solidFill>
                <a:latin typeface="현대하모니 M"/>
                <a:ea typeface="현대하모니 M"/>
              </a:rPr>
              <a:t>보내는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기능 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(</a:t>
            </a:r>
            <a:r>
              <a:rPr lang="ko-KR" altLang="en-US" sz="1400" b="0" err="1">
                <a:solidFill>
                  <a:srgbClr val="262626"/>
                </a:solidFill>
                <a:latin typeface="현대하모니 M"/>
                <a:ea typeface="현대하모니 M"/>
              </a:rPr>
              <a:t>뒷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 슬라이드 참고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)</a:t>
            </a:r>
          </a:p>
        </p:txBody>
      </p:sp>
      <p:sp>
        <p:nvSpPr>
          <p:cNvPr id="118" name="s118"/>
          <p:cNvSpPr txBox="1">
            <a:spLocks/>
          </p:cNvSpPr>
          <p:nvPr/>
        </p:nvSpPr>
        <p:spPr>
          <a:xfrm>
            <a:off x="5750000" y="4152500"/>
            <a:ext cx="3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 fontScale="92500" lnSpcReduction="20000"/>
          </a:bodyPr>
          <a:lstStyle/>
          <a:p>
            <a:pPr algn="l"/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- ID601에서 하나의 LD Data에 대한 출력만 반복하도록 </a:t>
            </a:r>
            <a:r>
              <a:rPr lang="en-US" altLang="ko-KR" sz="1150" b="0" err="1">
                <a:solidFill>
                  <a:srgbClr val="767171"/>
                </a:solidFill>
                <a:latin typeface="현대하모니 M"/>
                <a:ea typeface="현대하모니 M"/>
              </a:rPr>
              <a:t>하는</a:t>
            </a:r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150" b="0" err="1">
                <a:solidFill>
                  <a:srgbClr val="767171"/>
                </a:solidFill>
                <a:latin typeface="현대하모니 M"/>
                <a:ea typeface="현대하모니 M"/>
              </a:rPr>
              <a:t>방법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입니다</a:t>
            </a:r>
            <a:endParaRPr lang="en-US" altLang="ko-KR" sz="1150" b="0">
              <a:solidFill>
                <a:srgbClr val="767171"/>
              </a:solidFill>
              <a:latin typeface="현대하모니 M"/>
              <a:ea typeface="현대하모니 M"/>
            </a:endParaRPr>
          </a:p>
        </p:txBody>
      </p:sp>
      <p:sp>
        <p:nvSpPr>
          <p:cNvPr id="119" name="s119"/>
          <p:cNvSpPr txBox="1"/>
          <p:nvPr/>
        </p:nvSpPr>
        <p:spPr>
          <a:xfrm>
            <a:off x="5750000" y="4524559"/>
            <a:ext cx="3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 fontScale="92500" lnSpcReduction="20000"/>
          </a:bodyPr>
          <a:lstStyle/>
          <a:p>
            <a:pPr algn="l"/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- </a:t>
            </a:r>
            <a:r>
              <a:rPr lang="ko-KR" altLang="en-US" sz="1150">
                <a:solidFill>
                  <a:srgbClr val="767171"/>
                </a:solidFill>
                <a:latin typeface="현대하모니 M"/>
                <a:ea typeface="현대하모니 M"/>
              </a:rPr>
              <a:t>하나</a:t>
            </a:r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의 LD Data 전송 명령에 대한 결과 / 동작을 확인할 수 </a:t>
            </a:r>
            <a:r>
              <a:rPr lang="en-US" altLang="ko-KR" sz="1150" b="0" err="1">
                <a:solidFill>
                  <a:srgbClr val="767171"/>
                </a:solidFill>
                <a:latin typeface="현대하모니 M"/>
                <a:ea typeface="현대하모니 M"/>
              </a:rPr>
              <a:t>있는</a:t>
            </a:r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150" b="0" err="1">
                <a:solidFill>
                  <a:srgbClr val="767171"/>
                </a:solidFill>
                <a:latin typeface="현대하모니 M"/>
                <a:ea typeface="현대하모니 M"/>
              </a:rPr>
              <a:t>방법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입니다</a:t>
            </a:r>
            <a:endParaRPr lang="en-US" altLang="ko-KR" sz="1150" b="0">
              <a:solidFill>
                <a:srgbClr val="767171"/>
              </a:solidFill>
              <a:latin typeface="현대하모니 M"/>
              <a:ea typeface="현대하모니 M"/>
            </a:endParaRPr>
          </a:p>
        </p:txBody>
      </p:sp>
      <p:cxnSp>
        <p:nvCxnSpPr>
          <p:cNvPr id="120" name="c120"/>
          <p:cNvCxnSpPr/>
          <p:nvPr/>
        </p:nvCxnSpPr>
        <p:spPr>
          <a:xfrm>
            <a:off x="620000" y="6140000"/>
            <a:ext cx="8730000" cy="0"/>
          </a:xfrm>
          <a:prstGeom prst="line">
            <a:avLst/>
          </a:prstGeom>
          <a:ln w="9525" cap="rnd">
            <a:solidFill>
              <a:srgbClr val="E2E6EA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s121"/>
          <p:cNvSpPr txBox="1"/>
          <p:nvPr/>
        </p:nvSpPr>
        <p:spPr>
          <a:xfrm>
            <a:off x="6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22" name="s122"/>
          <p:cNvSpPr txBox="1"/>
          <p:nvPr/>
        </p:nvSpPr>
        <p:spPr>
          <a:xfrm>
            <a:off x="10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개발 요청 및 기능 확인에 필수</a:t>
            </a:r>
          </a:p>
        </p:txBody>
      </p:sp>
      <p:sp>
        <p:nvSpPr>
          <p:cNvPr id="123" name="s123"/>
          <p:cNvSpPr txBox="1"/>
          <p:nvPr/>
        </p:nvSpPr>
        <p:spPr>
          <a:xfrm>
            <a:off x="35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</a:p>
        </p:txBody>
      </p:sp>
      <p:sp>
        <p:nvSpPr>
          <p:cNvPr id="124" name="s124"/>
          <p:cNvSpPr txBox="1"/>
          <p:nvPr/>
        </p:nvSpPr>
        <p:spPr>
          <a:xfrm>
            <a:off x="39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가급적 구현되면 좋음</a:t>
            </a:r>
          </a:p>
        </p:txBody>
      </p:sp>
      <p:sp>
        <p:nvSpPr>
          <p:cNvPr id="125" name="s125"/>
          <p:cNvSpPr txBox="1"/>
          <p:nvPr/>
        </p:nvSpPr>
        <p:spPr>
          <a:xfrm>
            <a:off x="64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</a:p>
        </p:txBody>
      </p:sp>
      <p:sp>
        <p:nvSpPr>
          <p:cNvPr id="126" name="s126"/>
          <p:cNvSpPr txBox="1">
            <a:spLocks/>
          </p:cNvSpPr>
          <p:nvPr/>
        </p:nvSpPr>
        <p:spPr>
          <a:xfrm>
            <a:off x="68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구현 시 </a:t>
            </a:r>
            <a:r>
              <a:rPr lang="ko-KR" altLang="en-US" sz="950" b="0">
                <a:solidFill>
                  <a:srgbClr val="8A8A8A"/>
                </a:solidFill>
                <a:latin typeface="현대하모니 M"/>
                <a:ea typeface="현대하모니 M"/>
              </a:rPr>
              <a:t>유용할 수 있음</a:t>
            </a:r>
            <a:endParaRPr lang="en-US" altLang="ko-KR" sz="950" b="0">
              <a:solidFill>
                <a:srgbClr val="8A8A8A"/>
              </a:solidFill>
              <a:latin typeface="현대하모니 M"/>
              <a:ea typeface="현대하모니 M"/>
            </a:endParaRPr>
          </a:p>
        </p:txBody>
      </p:sp>
      <p:sp>
        <p:nvSpPr>
          <p:cNvPr id="9" name="s118">
            <a:extLst>
              <a:ext uri="{FF2B5EF4-FFF2-40B4-BE49-F238E27FC236}">
                <a16:creationId xmlns:a16="http://schemas.microsoft.com/office/drawing/2014/main" id="{5A0EAFBB-C03F-3448-4388-A809B907F3D3}"/>
              </a:ext>
            </a:extLst>
          </p:cNvPr>
          <p:cNvSpPr txBox="1">
            <a:spLocks/>
          </p:cNvSpPr>
          <p:nvPr/>
        </p:nvSpPr>
        <p:spPr>
          <a:xfrm>
            <a:off x="5640000" y="3262501"/>
            <a:ext cx="3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- </a:t>
            </a:r>
            <a:r>
              <a:rPr lang="en-US" altLang="ko-KR" sz="1150" b="0" err="1">
                <a:solidFill>
                  <a:srgbClr val="767171"/>
                </a:solidFill>
                <a:latin typeface="현대하모니 M"/>
                <a:ea typeface="현대하모니 M"/>
              </a:rPr>
              <a:t>Vsync</a:t>
            </a:r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 Missing 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등 </a:t>
            </a:r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Fault 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확인에 필요합니다</a:t>
            </a:r>
            <a:endParaRPr lang="en-US" altLang="ko-KR" sz="1150" b="0">
              <a:solidFill>
                <a:srgbClr val="767171"/>
              </a:solidFill>
              <a:latin typeface="현대하모니 M"/>
              <a:ea typeface="현대하모니 M"/>
            </a:endParaRPr>
          </a:p>
        </p:txBody>
      </p:sp>
      <p:sp>
        <p:nvSpPr>
          <p:cNvPr id="11" name="s118">
            <a:extLst>
              <a:ext uri="{FF2B5EF4-FFF2-40B4-BE49-F238E27FC236}">
                <a16:creationId xmlns:a16="http://schemas.microsoft.com/office/drawing/2014/main" id="{E7AE95C1-E8F4-EE33-45EF-A46C748F6012}"/>
              </a:ext>
            </a:extLst>
          </p:cNvPr>
          <p:cNvSpPr txBox="1">
            <a:spLocks/>
          </p:cNvSpPr>
          <p:nvPr/>
        </p:nvSpPr>
        <p:spPr>
          <a:xfrm>
            <a:off x="5640000" y="2613750"/>
            <a:ext cx="3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- Watchdog Timeout 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등 </a:t>
            </a:r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Fault 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확인에 필요합니다</a:t>
            </a:r>
            <a:endParaRPr lang="en-US" altLang="ko-KR" sz="1150" b="0">
              <a:solidFill>
                <a:srgbClr val="767171"/>
              </a:solidFill>
              <a:latin typeface="현대하모니 M"/>
              <a:ea typeface="현대하모니 M"/>
            </a:endParaRPr>
          </a:p>
        </p:txBody>
      </p:sp>
      <p:sp>
        <p:nvSpPr>
          <p:cNvPr id="13" name="s118">
            <a:extLst>
              <a:ext uri="{FF2B5EF4-FFF2-40B4-BE49-F238E27FC236}">
                <a16:creationId xmlns:a16="http://schemas.microsoft.com/office/drawing/2014/main" id="{45B95A34-C992-1FAB-5173-723B4DE6F523}"/>
              </a:ext>
            </a:extLst>
          </p:cNvPr>
          <p:cNvSpPr txBox="1">
            <a:spLocks/>
          </p:cNvSpPr>
          <p:nvPr/>
        </p:nvSpPr>
        <p:spPr>
          <a:xfrm>
            <a:off x="5640000" y="2044999"/>
            <a:ext cx="3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150" b="0">
                <a:solidFill>
                  <a:srgbClr val="767171"/>
                </a:solidFill>
                <a:latin typeface="현대하모니 M"/>
                <a:ea typeface="현대하모니 M"/>
              </a:rPr>
              <a:t>- </a:t>
            </a:r>
            <a:r>
              <a:rPr lang="ko-KR" altLang="en-US" sz="1150" b="0">
                <a:solidFill>
                  <a:srgbClr val="767171"/>
                </a:solidFill>
                <a:latin typeface="현대하모니 M"/>
                <a:ea typeface="현대하모니 M"/>
              </a:rPr>
              <a:t>일반 동작 컨셉입니다</a:t>
            </a:r>
            <a:endParaRPr lang="en-US" altLang="ko-KR" sz="1150" b="0">
              <a:solidFill>
                <a:srgbClr val="767171"/>
              </a:solidFill>
              <a:latin typeface="현대하모니 M"/>
              <a:ea typeface="현대하모니 M"/>
            </a:endParaRPr>
          </a:p>
        </p:txBody>
      </p:sp>
    </p:spTree>
    <p:extLst>
      <p:ext uri="{BB962C8B-B14F-4D97-AF65-F5344CB8AC3E}">
        <p14:creationId xmlns:p14="http://schemas.microsoft.com/office/powerpoint/2010/main" val="176515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3358-878B-45F9-23FA-AA1FDFF0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15F9D4-9499-62A8-FA21-6DD2589AF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MCU to IC603, SPI Local Dimming Data </a:t>
            </a:r>
            <a:r>
              <a:rPr lang="ko-KR" altLang="en-US"/>
              <a:t>전송 관련 요청 기능</a:t>
            </a:r>
          </a:p>
        </p:txBody>
      </p:sp>
      <p:sp>
        <p:nvSpPr>
          <p:cNvPr id="117" name="s117">
            <a:extLst>
              <a:ext uri="{FF2B5EF4-FFF2-40B4-BE49-F238E27FC236}">
                <a16:creationId xmlns:a16="http://schemas.microsoft.com/office/drawing/2014/main" id="{CFA6EBD4-BC7D-3696-60EC-D5F62C4AAE35}"/>
              </a:ext>
            </a:extLst>
          </p:cNvPr>
          <p:cNvSpPr txBox="1">
            <a:spLocks/>
          </p:cNvSpPr>
          <p:nvPr/>
        </p:nvSpPr>
        <p:spPr>
          <a:xfrm>
            <a:off x="279773" y="698405"/>
            <a:ext cx="9353175" cy="7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두 Vsync 동안 같은 LD Data를 보내고, 이후 Vsync만 계속 </a:t>
            </a:r>
            <a:r>
              <a:rPr lang="en-US" altLang="ko-KR" sz="1400" b="0" err="1">
                <a:solidFill>
                  <a:srgbClr val="262626"/>
                </a:solidFill>
                <a:latin typeface="현대하모니 M"/>
                <a:ea typeface="현대하모니 M"/>
              </a:rPr>
              <a:t>보내는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 b="0" err="1">
                <a:solidFill>
                  <a:srgbClr val="262626"/>
                </a:solidFill>
                <a:latin typeface="현대하모니 M"/>
                <a:ea typeface="현대하모니 M"/>
              </a:rPr>
              <a:t>시나리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오 요청 배경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LD Data 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전송 없이 </a:t>
            </a:r>
            <a:r>
              <a:rPr lang="en-US" altLang="ko-KR" sz="1400" b="0" err="1">
                <a:solidFill>
                  <a:srgbClr val="262626"/>
                </a:solidFill>
                <a:latin typeface="현대하모니 M"/>
                <a:ea typeface="현대하모니 M"/>
              </a:rPr>
              <a:t>Vsync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만 보내는 경우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,</a:t>
            </a:r>
            <a:b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</a:b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ID601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은 직전 수신한 두 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LD Data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를 교대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/</a:t>
            </a:r>
            <a:r>
              <a:rPr lang="ko-KR" altLang="en-US" sz="1400" b="0">
                <a:solidFill>
                  <a:srgbClr val="262626"/>
                </a:solidFill>
                <a:latin typeface="현대하모니 M"/>
                <a:ea typeface="현대하모니 M"/>
              </a:rPr>
              <a:t>반복하여 출력</a:t>
            </a:r>
            <a:endParaRPr lang="en-US" altLang="ko-KR" sz="1400" b="0">
              <a:solidFill>
                <a:srgbClr val="262626"/>
              </a:solidFill>
              <a:latin typeface="현대하모니 M"/>
              <a:ea typeface="현대하모니 M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4F586E-3266-05F4-1F4E-44EB78969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9885"/>
            <a:ext cx="9906000" cy="19952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92A0E0-E353-87ED-AEB3-4BBED35555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" r="16978" b="1031"/>
          <a:stretch>
            <a:fillRect/>
          </a:stretch>
        </p:blipFill>
        <p:spPr>
          <a:xfrm>
            <a:off x="1319874" y="1427105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E7598C-7944-D48E-3740-1D1637F4BD1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0" t="160" r="15217" b="543"/>
          <a:stretch>
            <a:fillRect/>
          </a:stretch>
        </p:blipFill>
        <p:spPr>
          <a:xfrm>
            <a:off x="2365437" y="1427105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886C8C-B9DC-46D7-BC28-49FDD8F0EA2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5492750" y="1427105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A284D9E-7F4B-F29C-6313-6D3F9A3F990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6330000" y="1427105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FA402C-9BD3-7555-1247-22F98420A970}"/>
              </a:ext>
            </a:extLst>
          </p:cNvPr>
          <p:cNvSpPr/>
          <p:nvPr/>
        </p:nvSpPr>
        <p:spPr>
          <a:xfrm>
            <a:off x="1657349" y="2539885"/>
            <a:ext cx="211187" cy="1105015"/>
          </a:xfrm>
          <a:prstGeom prst="rect">
            <a:avLst/>
          </a:prstGeom>
          <a:noFill/>
          <a:ln w="28575">
            <a:solidFill>
              <a:srgbClr val="D60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E40AA8-6627-9DCE-29F9-1F0C083AEF7D}"/>
              </a:ext>
            </a:extLst>
          </p:cNvPr>
          <p:cNvSpPr/>
          <p:nvPr/>
        </p:nvSpPr>
        <p:spPr>
          <a:xfrm>
            <a:off x="2019299" y="2539885"/>
            <a:ext cx="211187" cy="1105015"/>
          </a:xfrm>
          <a:prstGeom prst="rect">
            <a:avLst/>
          </a:prstGeom>
          <a:noFill/>
          <a:ln w="28575">
            <a:solidFill>
              <a:srgbClr val="D60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62ED86-6B73-CDB4-F6A6-68637AF8C56F}"/>
              </a:ext>
            </a:extLst>
          </p:cNvPr>
          <p:cNvSpPr/>
          <p:nvPr/>
        </p:nvSpPr>
        <p:spPr>
          <a:xfrm>
            <a:off x="5130799" y="2546235"/>
            <a:ext cx="211187" cy="1092315"/>
          </a:xfrm>
          <a:prstGeom prst="rect">
            <a:avLst/>
          </a:prstGeom>
          <a:noFill/>
          <a:ln w="28575">
            <a:solidFill>
              <a:srgbClr val="D60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128DD5-4C85-9833-EB1A-4D31CA340130}"/>
              </a:ext>
            </a:extLst>
          </p:cNvPr>
          <p:cNvSpPr/>
          <p:nvPr/>
        </p:nvSpPr>
        <p:spPr>
          <a:xfrm>
            <a:off x="5924549" y="2539885"/>
            <a:ext cx="211187" cy="1092315"/>
          </a:xfrm>
          <a:prstGeom prst="rect">
            <a:avLst/>
          </a:prstGeom>
          <a:noFill/>
          <a:ln w="28575">
            <a:solidFill>
              <a:srgbClr val="D60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4860D63C-E410-FEE9-CAE4-D4CFF06B3B9B}"/>
              </a:ext>
            </a:extLst>
          </p:cNvPr>
          <p:cNvSpPr/>
          <p:nvPr/>
        </p:nvSpPr>
        <p:spPr>
          <a:xfrm>
            <a:off x="1269060" y="1715548"/>
            <a:ext cx="475050" cy="1583113"/>
          </a:xfrm>
          <a:prstGeom prst="arc">
            <a:avLst>
              <a:gd name="adj1" fmla="val 16200000"/>
              <a:gd name="adj2" fmla="val 654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2489F912-1CAF-0DA4-64B6-21D0359B930D}"/>
              </a:ext>
            </a:extLst>
          </p:cNvPr>
          <p:cNvSpPr/>
          <p:nvPr/>
        </p:nvSpPr>
        <p:spPr>
          <a:xfrm flipH="1">
            <a:off x="2113012" y="1715548"/>
            <a:ext cx="504850" cy="1583113"/>
          </a:xfrm>
          <a:prstGeom prst="arc">
            <a:avLst>
              <a:gd name="adj1" fmla="val 16200000"/>
              <a:gd name="adj2" fmla="val 654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917BAF67-E0A1-AA22-5518-2ECCF6A8DA56}"/>
              </a:ext>
            </a:extLst>
          </p:cNvPr>
          <p:cNvSpPr/>
          <p:nvPr/>
        </p:nvSpPr>
        <p:spPr>
          <a:xfrm flipH="1">
            <a:off x="5225435" y="1703329"/>
            <a:ext cx="504850" cy="1583113"/>
          </a:xfrm>
          <a:prstGeom prst="arc">
            <a:avLst>
              <a:gd name="adj1" fmla="val 16200000"/>
              <a:gd name="adj2" fmla="val 654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원호 31">
            <a:extLst>
              <a:ext uri="{FF2B5EF4-FFF2-40B4-BE49-F238E27FC236}">
                <a16:creationId xmlns:a16="http://schemas.microsoft.com/office/drawing/2014/main" id="{F1725E51-C347-D328-60AF-D9E6AE88FF4C}"/>
              </a:ext>
            </a:extLst>
          </p:cNvPr>
          <p:cNvSpPr/>
          <p:nvPr/>
        </p:nvSpPr>
        <p:spPr>
          <a:xfrm flipH="1">
            <a:off x="6060423" y="1715548"/>
            <a:ext cx="504850" cy="1583113"/>
          </a:xfrm>
          <a:prstGeom prst="arc">
            <a:avLst>
              <a:gd name="adj1" fmla="val 16200000"/>
              <a:gd name="adj2" fmla="val 654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F1ECAF-4FA2-036B-2CF8-CC057BBEE57F}"/>
              </a:ext>
            </a:extLst>
          </p:cNvPr>
          <p:cNvSpPr txBox="1"/>
          <p:nvPr/>
        </p:nvSpPr>
        <p:spPr>
          <a:xfrm>
            <a:off x="228385" y="1715548"/>
            <a:ext cx="84510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전송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/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7B8116-3057-124E-3E2A-BF9F9CE73143}"/>
              </a:ext>
            </a:extLst>
          </p:cNvPr>
          <p:cNvSpPr txBox="1"/>
          <p:nvPr/>
        </p:nvSpPr>
        <p:spPr>
          <a:xfrm>
            <a:off x="228386" y="5154969"/>
            <a:ext cx="8451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</a:t>
            </a:r>
          </a:p>
          <a:p>
            <a:pPr algn="ctr"/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/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77C4503-0B5E-43D9-5F2E-79AC50CDC7BF}"/>
              </a:ext>
            </a:extLst>
          </p:cNvPr>
          <p:cNvCxnSpPr/>
          <p:nvPr/>
        </p:nvCxnSpPr>
        <p:spPr>
          <a:xfrm>
            <a:off x="1967047" y="2229393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333D99B-F603-C6A9-C9EF-BC9DEB194F42}"/>
              </a:ext>
            </a:extLst>
          </p:cNvPr>
          <p:cNvCxnSpPr/>
          <p:nvPr/>
        </p:nvCxnSpPr>
        <p:spPr>
          <a:xfrm>
            <a:off x="2763881" y="2277290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7FF66FF-E661-5F7D-B177-2866BF51BAEC}"/>
              </a:ext>
            </a:extLst>
          </p:cNvPr>
          <p:cNvCxnSpPr/>
          <p:nvPr/>
        </p:nvCxnSpPr>
        <p:spPr>
          <a:xfrm>
            <a:off x="3552006" y="2290351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6F21C2-ABC8-9CD9-9F49-D7C829F5BB96}"/>
              </a:ext>
            </a:extLst>
          </p:cNvPr>
          <p:cNvCxnSpPr/>
          <p:nvPr/>
        </p:nvCxnSpPr>
        <p:spPr>
          <a:xfrm>
            <a:off x="4340131" y="2303412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12742CD-30C2-FE08-A3FD-333D640A3697}"/>
              </a:ext>
            </a:extLst>
          </p:cNvPr>
          <p:cNvCxnSpPr/>
          <p:nvPr/>
        </p:nvCxnSpPr>
        <p:spPr>
          <a:xfrm>
            <a:off x="5119547" y="2325182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CA96D7-A1E8-106B-CB2F-6DD26F518E28}"/>
              </a:ext>
            </a:extLst>
          </p:cNvPr>
          <p:cNvCxnSpPr/>
          <p:nvPr/>
        </p:nvCxnSpPr>
        <p:spPr>
          <a:xfrm>
            <a:off x="5907672" y="2329534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4E86108-4EC2-BE46-1CA5-C6D0AE342C63}"/>
              </a:ext>
            </a:extLst>
          </p:cNvPr>
          <p:cNvCxnSpPr/>
          <p:nvPr/>
        </p:nvCxnSpPr>
        <p:spPr>
          <a:xfrm>
            <a:off x="6695797" y="2342595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45CF90D-C2A1-277E-BFC8-FC1D2BBA6726}"/>
              </a:ext>
            </a:extLst>
          </p:cNvPr>
          <p:cNvCxnSpPr/>
          <p:nvPr/>
        </p:nvCxnSpPr>
        <p:spPr>
          <a:xfrm>
            <a:off x="7483922" y="2355656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20D3896-6B4C-76CE-B605-A9724C6EEAB1}"/>
              </a:ext>
            </a:extLst>
          </p:cNvPr>
          <p:cNvCxnSpPr/>
          <p:nvPr/>
        </p:nvCxnSpPr>
        <p:spPr>
          <a:xfrm>
            <a:off x="8263338" y="2368717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F2C3DDD-0D94-187F-6107-85F35C754920}"/>
              </a:ext>
            </a:extLst>
          </p:cNvPr>
          <p:cNvCxnSpPr/>
          <p:nvPr/>
        </p:nvCxnSpPr>
        <p:spPr>
          <a:xfrm>
            <a:off x="9051463" y="2381778"/>
            <a:ext cx="0" cy="4005943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2D715543-DE9F-6C97-C7B5-AD185A70DC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" r="16978" b="1031"/>
          <a:stretch>
            <a:fillRect/>
          </a:stretch>
        </p:blipFill>
        <p:spPr>
          <a:xfrm>
            <a:off x="2290880" y="4575254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42A5953-C994-E2C5-41CE-E5D74E04357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0" t="160" r="15217" b="543"/>
          <a:stretch>
            <a:fillRect/>
          </a:stretch>
        </p:blipFill>
        <p:spPr>
          <a:xfrm>
            <a:off x="3092602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F1AC745-086B-BFCA-8D35-9977D12347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" r="16978" b="1031"/>
          <a:stretch>
            <a:fillRect/>
          </a:stretch>
        </p:blipFill>
        <p:spPr>
          <a:xfrm>
            <a:off x="3844095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37639214-E112-5BE7-FFBB-C053CE89B74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0" t="160" r="15217" b="543"/>
          <a:stretch>
            <a:fillRect/>
          </a:stretch>
        </p:blipFill>
        <p:spPr>
          <a:xfrm>
            <a:off x="4632219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E4620D64-5377-C74F-BFB2-A1D6EDD8DE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" r="16978" b="1031"/>
          <a:stretch>
            <a:fillRect/>
          </a:stretch>
        </p:blipFill>
        <p:spPr>
          <a:xfrm>
            <a:off x="5418167" y="4597024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1164F0A-E553-2065-6B38-31915C349E1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6229198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6B48C82-4E5D-3D92-FB02-C5228AADDD8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6999860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553A1E8-186D-7CAF-7BBD-1362578F085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7770522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218A462-4D5D-74FA-1727-2416902C82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8541184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AEACE640-E884-069C-F058-15E5CF8D71B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t="160" r="12697" b="1227"/>
          <a:stretch>
            <a:fillRect/>
          </a:stretch>
        </p:blipFill>
        <p:spPr>
          <a:xfrm>
            <a:off x="9311846" y="4592671"/>
            <a:ext cx="180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72A21BB-54F9-3069-A3EC-7B6A76701887}"/>
              </a:ext>
            </a:extLst>
          </p:cNvPr>
          <p:cNvSpPr txBox="1"/>
          <p:nvPr/>
        </p:nvSpPr>
        <p:spPr>
          <a:xfrm>
            <a:off x="6737989" y="1029064"/>
            <a:ext cx="2922595" cy="1200329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깜빡거림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발생하는 경우</a:t>
            </a:r>
            <a:endParaRPr lang="en-US" altLang="ko-KR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두 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LD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전송 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Frame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중 하나 이상</a:t>
            </a:r>
            <a:endParaRPr lang="en-US" altLang="ko-KR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Frame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출력이 예상과 다른 경우</a:t>
            </a:r>
            <a:endParaRPr lang="en-US" altLang="ko-KR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두 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LD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전송 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Frame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모두 이상</a:t>
            </a:r>
            <a:endParaRPr lang="en-US" altLang="ko-KR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예상대로 출력</a:t>
            </a:r>
            <a:endParaRPr lang="en-US" altLang="ko-KR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두 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LD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전송 </a:t>
            </a:r>
            <a:r>
              <a:rPr lang="en-US" altLang="ko-KR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Frame 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모두 정상</a:t>
            </a:r>
            <a:endParaRPr lang="en-US" altLang="ko-KR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F4EBA7A-2DFE-D40B-D4C7-6165FEBDD60A}"/>
              </a:ext>
            </a:extLst>
          </p:cNvPr>
          <p:cNvSpPr/>
          <p:nvPr/>
        </p:nvSpPr>
        <p:spPr>
          <a:xfrm>
            <a:off x="4955041" y="1389012"/>
            <a:ext cx="1690831" cy="2312132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982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696B-9816-CAA4-08A9-6440CAC1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7AA33C-C635-8435-BBD3-DEB7E73A56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ko-KR" altLang="en-US"/>
              <a:t>테스트용 </a:t>
            </a:r>
            <a:r>
              <a:rPr lang="en-US" altLang="ko-KR"/>
              <a:t>Local Dimming Frame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BF88E9-0422-08C3-DC06-91668E9921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단색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 (R / G / B)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E2E20A-8361-72A2-84AE-AABE9F1ECC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72" b="18872"/>
          <a:stretch>
            <a:fillRect/>
          </a:stretch>
        </p:blipFill>
        <p:spPr>
          <a:xfrm>
            <a:off x="10010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3992978-37FE-A02D-33D1-C8DEEF9A9C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72" b="18872"/>
          <a:stretch>
            <a:fillRect/>
          </a:stretch>
        </p:blipFill>
        <p:spPr>
          <a:xfrm>
            <a:off x="43030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C7028F9-9D46-44B8-ED0E-D3E05C14AC3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72" b="18872"/>
          <a:stretch>
            <a:fillRect/>
          </a:stretch>
        </p:blipFill>
        <p:spPr>
          <a:xfrm>
            <a:off x="76050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ED854962-C068-0D1C-3C4F-D3F5B9FA1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52779"/>
              </p:ext>
            </p:extLst>
          </p:nvPr>
        </p:nvGraphicFramePr>
        <p:xfrm>
          <a:off x="936625" y="4900000"/>
          <a:ext cx="14287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428902" imgH="514350" progId="Package">
                  <p:embed/>
                </p:oleObj>
              </mc:Choice>
              <mc:Fallback>
                <p:oleObj name="포장기 셸 개체" showAsIcon="1" r:id="rId5" imgW="1428902" imgH="514350" progId="Package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ED854962-C068-0D1C-3C4F-D3F5B9FA1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6625" y="4900000"/>
                        <a:ext cx="14287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42B3B2CA-588D-F643-17C8-1E24E03694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758991"/>
              </p:ext>
            </p:extLst>
          </p:nvPr>
        </p:nvGraphicFramePr>
        <p:xfrm>
          <a:off x="4233863" y="4900000"/>
          <a:ext cx="14382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1438351" imgH="514350" progId="Package">
                  <p:embed/>
                </p:oleObj>
              </mc:Choice>
              <mc:Fallback>
                <p:oleObj name="포장기 셸 개체" showAsIcon="1" r:id="rId7" imgW="1438351" imgH="514350" progId="Package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42B3B2CA-588D-F643-17C8-1E24E03694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33863" y="4900000"/>
                        <a:ext cx="14382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개체 14">
            <a:extLst>
              <a:ext uri="{FF2B5EF4-FFF2-40B4-BE49-F238E27FC236}">
                <a16:creationId xmlns:a16="http://schemas.microsoft.com/office/drawing/2014/main" id="{8D8DD7D9-014C-07C2-8CF1-26CFF7FD6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065031"/>
              </p:ext>
            </p:extLst>
          </p:nvPr>
        </p:nvGraphicFramePr>
        <p:xfrm>
          <a:off x="7540625" y="4900000"/>
          <a:ext cx="14287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9" imgW="1428902" imgH="514350" progId="Package">
                  <p:embed/>
                </p:oleObj>
              </mc:Choice>
              <mc:Fallback>
                <p:oleObj name="포장기 셸 개체" showAsIcon="1" r:id="rId9" imgW="1428902" imgH="514350" progId="Package">
                  <p:embed/>
                  <p:pic>
                    <p:nvPicPr>
                      <p:cNvPr id="15" name="개체 14">
                        <a:extLst>
                          <a:ext uri="{FF2B5EF4-FFF2-40B4-BE49-F238E27FC236}">
                            <a16:creationId xmlns:a16="http://schemas.microsoft.com/office/drawing/2014/main" id="{8D8DD7D9-014C-07C2-8CF1-26CFF7FD6F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40625" y="4900000"/>
                        <a:ext cx="14287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A0348B00-9290-44C7-DE04-7D4AE98EF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94341"/>
              </p:ext>
            </p:extLst>
          </p:nvPr>
        </p:nvGraphicFramePr>
        <p:xfrm>
          <a:off x="936625" y="5620000"/>
          <a:ext cx="14287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1" imgW="1428902" imgH="514350" progId="Package">
                  <p:embed/>
                </p:oleObj>
              </mc:Choice>
              <mc:Fallback>
                <p:oleObj name="포장기 셸 개체" showAsIcon="1" r:id="rId11" imgW="1428902" imgH="514350" progId="Package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A0348B00-9290-44C7-DE04-7D4AE98EF5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6625" y="5620000"/>
                        <a:ext cx="14287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3B38AF04-9C67-B7BC-F88A-700792DB4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165996"/>
              </p:ext>
            </p:extLst>
          </p:nvPr>
        </p:nvGraphicFramePr>
        <p:xfrm>
          <a:off x="4233863" y="5620000"/>
          <a:ext cx="14382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3" imgW="1438351" imgH="514350" progId="Package">
                  <p:embed/>
                </p:oleObj>
              </mc:Choice>
              <mc:Fallback>
                <p:oleObj name="포장기 셸 개체" showAsIcon="1" r:id="rId13" imgW="1438351" imgH="514350" progId="Package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3B38AF04-9C67-B7BC-F88A-700792DB42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33863" y="5620000"/>
                        <a:ext cx="14382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34B60EFB-AB6E-62BF-6825-5074A268B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552567"/>
              </p:ext>
            </p:extLst>
          </p:nvPr>
        </p:nvGraphicFramePr>
        <p:xfrm>
          <a:off x="7540625" y="5620000"/>
          <a:ext cx="14287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5" imgW="1428902" imgH="514350" progId="Package">
                  <p:embed/>
                </p:oleObj>
              </mc:Choice>
              <mc:Fallback>
                <p:oleObj name="포장기 셸 개체" showAsIcon="1" r:id="rId15" imgW="1428902" imgH="514350" progId="Package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34B60EFB-AB6E-62BF-6825-5074A268B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40625" y="5620000"/>
                        <a:ext cx="14287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371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953E-57A8-E553-E01F-0F5EEEA3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D08469-FD64-D5C9-B7E4-A505E9D51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흰색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 (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밝기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Low / Mid / High)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894A1F-057F-64BE-A4B9-26F91A371D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6869963" cy="432643"/>
          </a:xfrm>
        </p:spPr>
        <p:txBody>
          <a:bodyPr>
            <a:normAutofit/>
          </a:bodyPr>
          <a:lstStyle/>
          <a:p>
            <a:r>
              <a:rPr lang="ko-KR" altLang="en-US"/>
              <a:t>테스트용 </a:t>
            </a:r>
            <a:r>
              <a:rPr lang="en-US" altLang="ko-KR"/>
              <a:t>Local Dimming Frame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F762A1-3D6B-6F51-C5C3-C18AAD45A6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72" b="18872"/>
          <a:stretch>
            <a:fillRect/>
          </a:stretch>
        </p:blipFill>
        <p:spPr>
          <a:xfrm>
            <a:off x="10010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EC7EE89-2A58-EBFB-A80A-7BB1AA9385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72" b="18872"/>
          <a:stretch>
            <a:fillRect/>
          </a:stretch>
        </p:blipFill>
        <p:spPr>
          <a:xfrm>
            <a:off x="43030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AF3C414-7FF1-CBAD-A08D-811CBFEAF4E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000" y="1150000"/>
            <a:ext cx="12996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AC5CC5C1-9BC9-F792-41CB-73627C1E7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76343"/>
              </p:ext>
            </p:extLst>
          </p:nvPr>
        </p:nvGraphicFramePr>
        <p:xfrm>
          <a:off x="7416800" y="4900000"/>
          <a:ext cx="1676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676400" imgH="514350" progId="Package">
                  <p:embed/>
                </p:oleObj>
              </mc:Choice>
              <mc:Fallback>
                <p:oleObj name="포장기 셸 개체" showAsIcon="1" r:id="rId5" imgW="1676400" imgH="514350" progId="Package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AC5CC5C1-9BC9-F792-41CB-73627C1E7A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16800" y="4900000"/>
                        <a:ext cx="16764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159086B3-2C97-FF4E-37CE-3E37C3496B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300871"/>
              </p:ext>
            </p:extLst>
          </p:nvPr>
        </p:nvGraphicFramePr>
        <p:xfrm>
          <a:off x="855663" y="4900613"/>
          <a:ext cx="15906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1590751" imgH="514350" progId="Package">
                  <p:embed/>
                </p:oleObj>
              </mc:Choice>
              <mc:Fallback>
                <p:oleObj name="포장기 셸 개체" showAsIcon="1" r:id="rId7" imgW="1590751" imgH="514350" progId="Package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159086B3-2C97-FF4E-37CE-3E37C3496B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5663" y="4900613"/>
                        <a:ext cx="15906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개체 14">
            <a:extLst>
              <a:ext uri="{FF2B5EF4-FFF2-40B4-BE49-F238E27FC236}">
                <a16:creationId xmlns:a16="http://schemas.microsoft.com/office/drawing/2014/main" id="{C8CDEF51-9291-27A5-426A-43AD2D9B4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655385"/>
              </p:ext>
            </p:extLst>
          </p:nvPr>
        </p:nvGraphicFramePr>
        <p:xfrm>
          <a:off x="4157663" y="4900000"/>
          <a:ext cx="15906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9" imgW="1590751" imgH="514350" progId="Package">
                  <p:embed/>
                </p:oleObj>
              </mc:Choice>
              <mc:Fallback>
                <p:oleObj name="포장기 셸 개체" showAsIcon="1" r:id="rId9" imgW="1590751" imgH="514350" progId="Package">
                  <p:embed/>
                  <p:pic>
                    <p:nvPicPr>
                      <p:cNvPr id="15" name="개체 14">
                        <a:extLst>
                          <a:ext uri="{FF2B5EF4-FFF2-40B4-BE49-F238E27FC236}">
                            <a16:creationId xmlns:a16="http://schemas.microsoft.com/office/drawing/2014/main" id="{C8CDEF51-9291-27A5-426A-43AD2D9B43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7663" y="4900000"/>
                        <a:ext cx="15906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A39F202C-9269-F4FC-50C3-4650EDEE1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279917"/>
              </p:ext>
            </p:extLst>
          </p:nvPr>
        </p:nvGraphicFramePr>
        <p:xfrm>
          <a:off x="855663" y="5620000"/>
          <a:ext cx="15906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1" imgW="1590751" imgH="514350" progId="Package">
                  <p:embed/>
                </p:oleObj>
              </mc:Choice>
              <mc:Fallback>
                <p:oleObj name="포장기 셸 개체" showAsIcon="1" r:id="rId11" imgW="1590751" imgH="514350" progId="Package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A39F202C-9269-F4FC-50C3-4650EDEE1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5663" y="5620000"/>
                        <a:ext cx="15906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309C3B2B-BE60-1219-4A15-0D089FD78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743128"/>
              </p:ext>
            </p:extLst>
          </p:nvPr>
        </p:nvGraphicFramePr>
        <p:xfrm>
          <a:off x="4157663" y="5620000"/>
          <a:ext cx="15906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3" imgW="1590751" imgH="514350" progId="Package">
                  <p:embed/>
                </p:oleObj>
              </mc:Choice>
              <mc:Fallback>
                <p:oleObj name="포장기 셸 개체" showAsIcon="1" r:id="rId13" imgW="1590751" imgH="514350" progId="Package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309C3B2B-BE60-1219-4A15-0D089FD78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57663" y="5620000"/>
                        <a:ext cx="15906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419C77BF-8AF4-493F-BC98-CB92AEF0B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268675"/>
              </p:ext>
            </p:extLst>
          </p:nvPr>
        </p:nvGraphicFramePr>
        <p:xfrm>
          <a:off x="7416800" y="5620000"/>
          <a:ext cx="1676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5" imgW="1676400" imgH="514350" progId="Package">
                  <p:embed/>
                </p:oleObj>
              </mc:Choice>
              <mc:Fallback>
                <p:oleObj name="포장기 셸 개체" showAsIcon="1" r:id="rId15" imgW="1676400" imgH="514350" progId="Package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419C77BF-8AF4-493F-BC98-CB92AEF0BD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16800" y="5620000"/>
                        <a:ext cx="16764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508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B1C9-ADF8-907B-B158-AD559BA7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17F01A-8F80-9242-4B9F-80F985B43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ko-KR" altLang="en-US"/>
              <a:t>테스트용 </a:t>
            </a:r>
            <a:r>
              <a:rPr lang="en-US" altLang="ko-KR"/>
              <a:t>Local Dimming Frame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8A8F79-3F95-E9D9-7B1D-4D27470EBF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그라데이션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 (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흑백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컬러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) –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위치별 매핑 확인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699E5C-8227-13A9-58BC-5FFE5A33A7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>
          <a:xfrm>
            <a:off x="18265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A28C73-77D6-69D5-5F9B-3D05A36025F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8" r="10078"/>
          <a:stretch>
            <a:fillRect/>
          </a:stretch>
        </p:blipFill>
        <p:spPr>
          <a:xfrm>
            <a:off x="6779500" y="1150000"/>
            <a:ext cx="1300000" cy="3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6051BD67-5F22-C8DF-E509-662C0857E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201875"/>
              </p:ext>
            </p:extLst>
          </p:nvPr>
        </p:nvGraphicFramePr>
        <p:xfrm>
          <a:off x="1276350" y="4900000"/>
          <a:ext cx="2400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4" imgW="2400300" imgH="514350" progId="Package">
                  <p:embed/>
                </p:oleObj>
              </mc:Choice>
              <mc:Fallback>
                <p:oleObj name="포장기 셸 개체" showAsIcon="1" r:id="rId4" imgW="2400300" imgH="514350" progId="Package">
                  <p:embed/>
                  <p:pic>
                    <p:nvPicPr>
                      <p:cNvPr id="8" name="개체 7">
                        <a:extLst>
                          <a:ext uri="{FF2B5EF4-FFF2-40B4-BE49-F238E27FC236}">
                            <a16:creationId xmlns:a16="http://schemas.microsoft.com/office/drawing/2014/main" id="{6051BD67-5F22-C8DF-E509-662C0857E8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76350" y="4900000"/>
                        <a:ext cx="24003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361BF1FF-4CC6-61D5-2D5F-73C4CDB3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11586"/>
              </p:ext>
            </p:extLst>
          </p:nvPr>
        </p:nvGraphicFramePr>
        <p:xfrm>
          <a:off x="1276350" y="5620000"/>
          <a:ext cx="2400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6" imgW="2400300" imgH="514350" progId="Package">
                  <p:embed/>
                </p:oleObj>
              </mc:Choice>
              <mc:Fallback>
                <p:oleObj name="포장기 셸 개체" showAsIcon="1" r:id="rId6" imgW="2400300" imgH="514350" progId="Packag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361BF1FF-4CC6-61D5-2D5F-73C4CDB3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76350" y="5620000"/>
                        <a:ext cx="24003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5CB0E07B-14F2-F15E-59C4-B77B867EC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302071"/>
              </p:ext>
            </p:extLst>
          </p:nvPr>
        </p:nvGraphicFramePr>
        <p:xfrm>
          <a:off x="6205538" y="4900000"/>
          <a:ext cx="2447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8" imgW="2447849" imgH="514350" progId="Package">
                  <p:embed/>
                </p:oleObj>
              </mc:Choice>
              <mc:Fallback>
                <p:oleObj name="포장기 셸 개체" showAsIcon="1" r:id="rId8" imgW="2447849" imgH="514350" progId="Package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5CB0E07B-14F2-F15E-59C4-B77B867EC5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05538" y="4900000"/>
                        <a:ext cx="24479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4C894EDF-7D0E-6924-D38C-77F88D3CA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634938"/>
              </p:ext>
            </p:extLst>
          </p:nvPr>
        </p:nvGraphicFramePr>
        <p:xfrm>
          <a:off x="6205538" y="5620000"/>
          <a:ext cx="2447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0" imgW="2447849" imgH="514350" progId="Package">
                  <p:embed/>
                </p:oleObj>
              </mc:Choice>
              <mc:Fallback>
                <p:oleObj name="포장기 셸 개체" showAsIcon="1" r:id="rId10" imgW="2447849" imgH="514350" progId="Package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4C894EDF-7D0E-6924-D38C-77F88D3CAB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05538" y="5620000"/>
                        <a:ext cx="24479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394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3">
      <a:dk1>
        <a:srgbClr val="000000"/>
      </a:dk1>
      <a:lt1>
        <a:srgbClr val="FFFFFF"/>
      </a:lt1>
      <a:dk2>
        <a:srgbClr val="002C5F"/>
      </a:dk2>
      <a:lt2>
        <a:srgbClr val="E4DCD3"/>
      </a:lt2>
      <a:accent1>
        <a:srgbClr val="F2F2F2"/>
      </a:accent1>
      <a:accent2>
        <a:srgbClr val="9A9A9A"/>
      </a:accent2>
      <a:accent3>
        <a:srgbClr val="D6001C"/>
      </a:accent3>
      <a:accent4>
        <a:srgbClr val="3090FF"/>
      </a:accent4>
      <a:accent5>
        <a:srgbClr val="5F84A2"/>
      </a:accent5>
      <a:accent6>
        <a:srgbClr val="003F89"/>
      </a:accent6>
      <a:hlink>
        <a:srgbClr val="004595"/>
      </a:hlink>
      <a:folHlink>
        <a:srgbClr val="4A2467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프레젠테이션1" id="{F5368B61-475A-4CBA-847A-3F98291EB405}" vid="{6E7C8814-456E-43AF-9CC1-896222910403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Props1.xml><?xml version="1.0" encoding="utf-8"?>
<ds:datastoreItem xmlns:ds="http://schemas.openxmlformats.org/officeDocument/2006/customXml" ds:itemID="{ED0AC773-75A6-4727-834C-C6FA5EFE20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2224A6-CE16-4306-BA7C-AC067FA5424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DAE6704-7D95-4F69-9AAE-D29271AFE82F}">
  <ds:schemaRefs>
    <ds:schemaRef ds:uri="08c1b195-5742-4223-9bf1-70aee3e5c75a"/>
    <ds:schemaRef ds:uri="3fdc42ba-1aa3-4966-a9b1-c4c8f01b5ffd"/>
    <ds:schemaRef ds:uri="43b0edd0-9f28-4056-b7a7-128691df75fa"/>
    <ds:schemaRef ds:uri="8dcd1b5c-0876-4094-8400-c39239df45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01. 일반보고서_가로형_new vision_AnyUser</Template>
  <Application>Microsoft Office PowerPoint</Application>
  <PresentationFormat>A4 Paper (210x297 mm)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이승문( LEE Seungmoon ) 전원구동반도체팀</dc:creator>
  <cp:revision>1</cp:revision>
  <cp:lastPrinted>2024-10-24T06:56:18Z</cp:lastPrinted>
  <dcterms:created xsi:type="dcterms:W3CDTF">2026-09-17T05:54:53Z</dcterms:created>
  <dcterms:modified xsi:type="dcterms:W3CDTF">2026-09-21T00:52:21Z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MSIP_Label_6c8052f8-6d20-481e-a88c-2a23f34d153f_Enabled">
    <vt:lpwstr>True</vt:lpwstr>
  </property>
  <property fmtid="{D5CDD505-2E9C-101B-9397-08002B2CF9AE}" pid="4" name="MSIP_Label_6c8052f8-6d20-481e-a88c-2a23f34d153f_SiteId">
    <vt:lpwstr>7cf932c0-bced-4490-b11f-48d23b1fe0d9</vt:lpwstr>
  </property>
  <property fmtid="{D5CDD505-2E9C-101B-9397-08002B2CF9AE}" pid="5" name="MSIP_Label_6c8052f8-6d20-481e-a88c-2a23f34d153f_SetDate">
    <vt:lpwstr>2024-06-12T02:30:17Z</vt:lpwstr>
  </property>
  <property fmtid="{D5CDD505-2E9C-101B-9397-08002B2CF9AE}" pid="6" name="MSIP_Label_6c8052f8-6d20-481e-a88c-2a23f34d153f_Name">
    <vt:lpwstr>대외비(Restricted) \ Employee Only</vt:lpwstr>
  </property>
  <property fmtid="{D5CDD505-2E9C-101B-9397-08002B2CF9AE}" pid="7" name="MSIP_Label_6c8052f8-6d20-481e-a88c-2a23f34d153f_Extended_MSFT_Method">
    <vt:lpwstr>Standard</vt:lpwstr>
  </property>
  <property fmtid="{D5CDD505-2E9C-101B-9397-08002B2CF9AE}" pid="8" name="ClassificationContentMarkingFooterLocations">
    <vt:lpwstr>Office 테마:10</vt:lpwstr>
  </property>
  <property fmtid="{D5CDD505-2E9C-101B-9397-08002B2CF9AE}" pid="9" name="ClassificationContentMarkingFooterText">
    <vt:lpwstr>인예림( In YeRim ) EX솔루션개발팀 / A1107720@mobis-partners.com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10" name="ClassificationWatermarkLocations">
    <vt:lpwstr>Office 테마:11</vt:lpwstr>
  </property>
  <property fmtid="{D5CDD505-2E9C-101B-9397-08002B2CF9AE}" pid="11" name="ClassificationWatermarkText">
    <vt:lpwstr>Hyundai Mobis Restricted</vt:lpwstr>
  </property>
  <property fmtid="{D5CDD505-2E9C-101B-9397-08002B2CF9AE}" pid="12" name="ContentTypeId">
    <vt:lpwstr>0x010100FDBF66C731B6F34ABEFE5E14910FE0A4</vt:lpwstr>
  </property>
</Properties>
</file>