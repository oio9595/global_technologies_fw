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31" r:id="rId4"/>
  </p:sldMasterIdLst>
  <p:notesMasterIdLst>
    <p:notesMasterId r:id="rId14"/>
  </p:notesMasterIdLst>
  <p:handoutMasterIdLst>
    <p:handoutMasterId r:id="rId15"/>
  </p:handoutMasterIdLst>
  <p:sldIdLst>
    <p:sldId id="320" r:id="rId5"/>
    <p:sldId id="2076137677" r:id="rId6"/>
    <p:sldId id="2076137678" r:id="rId7"/>
    <p:sldId id="2076137684" r:id="rId8"/>
    <p:sldId id="2076137679" r:id="rId9"/>
    <p:sldId id="2076137681" r:id="rId10"/>
    <p:sldId id="2076137680" r:id="rId11"/>
    <p:sldId id="2076137682" r:id="rId12"/>
    <p:sldId id="2076137683" r:id="rId13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orient="horz" pos="482" userDrawn="1">
          <p15:clr>
            <a:srgbClr val="A4A3A4"/>
          </p15:clr>
        </p15:guide>
        <p15:guide id="5" orient="horz" pos="1253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  <p15:guide id="8" orient="horz" pos="391" userDrawn="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81" userDrawn="1">
          <p15:clr>
            <a:srgbClr val="A4A3A4"/>
          </p15:clr>
        </p15:guide>
        <p15:guide id="14" orient="horz" pos="5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" initials="1" lastIdx="1" clrIdx="0">
    <p:extLst>
      <p:ext uri="{19B8F6BF-5375-455C-9EA6-DF929625EA0E}">
        <p15:presenceInfo xmlns:p15="http://schemas.microsoft.com/office/powerpoint/2012/main" userId="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1C"/>
    <a:srgbClr val="797979"/>
    <a:srgbClr val="B5B5B5"/>
    <a:srgbClr val="005CC7"/>
    <a:srgbClr val="000000"/>
    <a:srgbClr val="D9D9D9"/>
    <a:srgbClr val="CCECFF"/>
    <a:srgbClr val="CC0000"/>
    <a:srgbClr val="FFFF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4DDFE4-CB85-4987-85C5-D8B80C539A53}" v="1442" dt="2026-09-21T02:11:25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578" y="114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81"/>
        <p:guide orient="horz" pos="5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승문( LEE Seungmoon ) 전원구동반도체팀" userId="14ae0227-06c0-40e5-aff1-1ad4a95243ce" providerId="ADAL" clId="{7D2B8D81-D9B4-478F-A6E4-83ABDF4A0185}"/>
    <pc:docChg chg="undo redo custSel addSld delSld modSld sldOrd">
      <pc:chgData name="이승문( LEE Seungmoon ) 전원구동반도체팀" userId="14ae0227-06c0-40e5-aff1-1ad4a95243ce" providerId="ADAL" clId="{7D2B8D81-D9B4-478F-A6E4-83ABDF4A0185}" dt="2026-09-21T02:11:25.929" v="13012" actId="20577"/>
      <pc:docMkLst>
        <pc:docMk/>
      </pc:docMkLst>
      <pc:sldChg chg="addSp delSp modSp mod">
        <pc:chgData name="이승문( LEE Seungmoon ) 전원구동반도체팀" userId="14ae0227-06c0-40e5-aff1-1ad4a95243ce" providerId="ADAL" clId="{7D2B8D81-D9B4-478F-A6E4-83ABDF4A0185}" dt="2026-09-18T00:38:24.437" v="7053" actId="20577"/>
        <pc:sldMkLst>
          <pc:docMk/>
          <pc:sldMk cId="2188201646" sldId="320"/>
        </pc:sldMkLst>
        <pc:spChg chg="mod">
          <ac:chgData name="이승문( LEE Seungmoon ) 전원구동반도체팀" userId="14ae0227-06c0-40e5-aff1-1ad4a95243ce" providerId="ADAL" clId="{7D2B8D81-D9B4-478F-A6E4-83ABDF4A0185}" dt="2026-09-18T00:38:24.437" v="7053" actId="20577"/>
          <ac:spMkLst>
            <pc:docMk/>
            <pc:sldMk cId="2188201646" sldId="320"/>
            <ac:spMk id="4" creationId="{8B23F666-6A80-916A-501E-B8965BB2E9AA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5:56:54.513" v="7" actId="20577"/>
          <ac:spMkLst>
            <pc:docMk/>
            <pc:sldMk cId="2188201646" sldId="320"/>
            <ac:spMk id="5" creationId="{93BF2738-42FD-9D68-A092-8385C068784B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5:57:19.028" v="88" actId="20577"/>
          <ac:spMkLst>
            <pc:docMk/>
            <pc:sldMk cId="2188201646" sldId="320"/>
            <ac:spMk id="16" creationId="{0C6BD3EE-6EBF-3196-3A11-97FA335A03B9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5:57:16.270" v="82" actId="20577"/>
          <ac:spMkLst>
            <pc:docMk/>
            <pc:sldMk cId="2188201646" sldId="320"/>
            <ac:spMk id="18" creationId="{63F96163-871D-E61A-0587-037AA254B6A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5:56:44.517" v="2" actId="167"/>
          <ac:spMkLst>
            <pc:docMk/>
            <pc:sldMk cId="2188201646" sldId="320"/>
            <ac:spMk id="32" creationId="{78683CC9-7BF3-F229-239D-74B0070FE346}"/>
          </ac:spMkLst>
        </pc:spChg>
      </pc:sldChg>
      <pc:sldChg chg="modSp new mod">
        <pc:chgData name="이승문( LEE Seungmoon ) 전원구동반도체팀" userId="14ae0227-06c0-40e5-aff1-1ad4a95243ce" providerId="ADAL" clId="{7D2B8D81-D9B4-478F-A6E4-83ABDF4A0185}" dt="2026-09-21T01:48:16.790" v="12197" actId="20577"/>
        <pc:sldMkLst>
          <pc:docMk/>
          <pc:sldMk cId="2402888150" sldId="2076137677"/>
        </pc:sldMkLst>
        <pc:spChg chg="mod">
          <ac:chgData name="이승문( LEE Seungmoon ) 전원구동반도체팀" userId="14ae0227-06c0-40e5-aff1-1ad4a95243ce" providerId="ADAL" clId="{7D2B8D81-D9B4-478F-A6E4-83ABDF4A0185}" dt="2026-09-17T05:57:38.728" v="98" actId="20577"/>
          <ac:spMkLst>
            <pc:docMk/>
            <pc:sldMk cId="2402888150" sldId="2076137677"/>
            <ac:spMk id="2" creationId="{7AB28977-E789-3271-EC04-250808B4CBE4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21T01:48:16.790" v="12197" actId="20577"/>
          <ac:spMkLst>
            <pc:docMk/>
            <pc:sldMk cId="2402888150" sldId="2076137677"/>
            <ac:spMk id="3" creationId="{B6B6F6EF-284F-DE34-8223-25D07A7F2F4B}"/>
          </ac:spMkLst>
        </pc:spChg>
      </pc:sldChg>
      <pc:sldChg chg="addSp delSp modSp new mod">
        <pc:chgData name="이승문( LEE Seungmoon ) 전원구동반도체팀" userId="14ae0227-06c0-40e5-aff1-1ad4a95243ce" providerId="ADAL" clId="{7D2B8D81-D9B4-478F-A6E4-83ABDF4A0185}" dt="2026-09-18T03:57:36.900" v="7135" actId="20577"/>
        <pc:sldMkLst>
          <pc:docMk/>
          <pc:sldMk cId="778996706" sldId="2076137678"/>
        </pc:sldMkLst>
        <pc:spChg chg="mod">
          <ac:chgData name="이승문( LEE Seungmoon ) 전원구동반도체팀" userId="14ae0227-06c0-40e5-aff1-1ad4a95243ce" providerId="ADAL" clId="{7D2B8D81-D9B4-478F-A6E4-83ABDF4A0185}" dt="2026-09-17T06:09:38.435" v="589"/>
          <ac:spMkLst>
            <pc:docMk/>
            <pc:sldMk cId="778996706" sldId="2076137678"/>
            <ac:spMk id="3" creationId="{B873F070-4F34-E761-F347-D706AC139445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18T03:57:36.900" v="7135" actId="20577"/>
          <ac:spMkLst>
            <pc:docMk/>
            <pc:sldMk cId="778996706" sldId="2076137678"/>
            <ac:spMk id="4" creationId="{EBC07E40-6BD4-E3FD-D376-9771954A0FE3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3" v="1132" actId="27636"/>
          <ac:spMkLst>
            <pc:docMk/>
            <pc:sldMk cId="778996706" sldId="2076137678"/>
            <ac:spMk id="10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0:01.389" v="1082" actId="2711"/>
          <ac:spMkLst>
            <pc:docMk/>
            <pc:sldMk cId="778996706" sldId="2076137678"/>
            <ac:spMk id="10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28:43.627" v="891" actId="26606"/>
          <ac:spMkLst>
            <pc:docMk/>
            <pc:sldMk cId="778996706" sldId="2076137678"/>
            <ac:spMk id="10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583" v="1089" actId="26606"/>
          <ac:spMkLst>
            <pc:docMk/>
            <pc:sldMk cId="778996706" sldId="2076137678"/>
            <ac:spMk id="10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28:43.647" v="894" actId="27636"/>
          <ac:spMkLst>
            <pc:docMk/>
            <pc:sldMk cId="778996706" sldId="2076137678"/>
            <ac:spMk id="10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28:43.647" v="896" actId="27636"/>
          <ac:spMkLst>
            <pc:docMk/>
            <pc:sldMk cId="778996706" sldId="2076137678"/>
            <ac:spMk id="10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583" v="1089" actId="26606"/>
          <ac:spMkLst>
            <pc:docMk/>
            <pc:sldMk cId="778996706" sldId="2076137678"/>
            <ac:spMk id="11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72" v="1138" actId="27636"/>
          <ac:spMkLst>
            <pc:docMk/>
            <pc:sldMk cId="778996706" sldId="2076137678"/>
            <ac:spMk id="11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76" v="1140" actId="27636"/>
          <ac:spMkLst>
            <pc:docMk/>
            <pc:sldMk cId="778996706" sldId="2076137678"/>
            <ac:spMk id="11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83" v="1144" actId="27636"/>
          <ac:spMkLst>
            <pc:docMk/>
            <pc:sldMk cId="778996706" sldId="2076137678"/>
            <ac:spMk id="113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680" v="1142" actId="27636"/>
          <ac:spMkLst>
            <pc:docMk/>
            <pc:sldMk cId="778996706" sldId="2076137678"/>
            <ac:spMk id="11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74" v="1139" actId="27636"/>
          <ac:spMkLst>
            <pc:docMk/>
            <pc:sldMk cId="778996706" sldId="2076137678"/>
            <ac:spMk id="11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2" v="1130" actId="27636"/>
          <ac:spMkLst>
            <pc:docMk/>
            <pc:sldMk cId="778996706" sldId="2076137678"/>
            <ac:spMk id="11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59" v="1128" actId="27636"/>
          <ac:spMkLst>
            <pc:docMk/>
            <pc:sldMk cId="778996706" sldId="2076137678"/>
            <ac:spMk id="11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6" v="1135" actId="27636"/>
          <ac:spMkLst>
            <pc:docMk/>
            <pc:sldMk cId="778996706" sldId="2076137678"/>
            <ac:spMk id="118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684" v="1145" actId="27636"/>
          <ac:spMkLst>
            <pc:docMk/>
            <pc:sldMk cId="778996706" sldId="2076137678"/>
            <ac:spMk id="11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0" v="1129" actId="27636"/>
          <ac:spMkLst>
            <pc:docMk/>
            <pc:sldMk cId="778996706" sldId="2076137678"/>
            <ac:spMk id="12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4" v="1133" actId="27636"/>
          <ac:spMkLst>
            <pc:docMk/>
            <pc:sldMk cId="778996706" sldId="2076137678"/>
            <ac:spMk id="12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9" v="1136" actId="27636"/>
          <ac:spMkLst>
            <pc:docMk/>
            <pc:sldMk cId="778996706" sldId="2076137678"/>
            <ac:spMk id="12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71" v="1137" actId="27636"/>
          <ac:spMkLst>
            <pc:docMk/>
            <pc:sldMk cId="778996706" sldId="2076137678"/>
            <ac:spMk id="12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57" v="1127" actId="27636"/>
          <ac:spMkLst>
            <pc:docMk/>
            <pc:sldMk cId="778996706" sldId="2076137678"/>
            <ac:spMk id="12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78" v="1141" actId="27636"/>
          <ac:spMkLst>
            <pc:docMk/>
            <pc:sldMk cId="778996706" sldId="2076137678"/>
            <ac:spMk id="12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82" v="1143" actId="27636"/>
          <ac:spMkLst>
            <pc:docMk/>
            <pc:sldMk cId="778996706" sldId="2076137678"/>
            <ac:spMk id="12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86" v="1146" actId="27636"/>
          <ac:spMkLst>
            <pc:docMk/>
            <pc:sldMk cId="778996706" sldId="2076137678"/>
            <ac:spMk id="12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89" v="1147" actId="27636"/>
          <ac:spMkLst>
            <pc:docMk/>
            <pc:sldMk cId="778996706" sldId="2076137678"/>
            <ac:spMk id="12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14" v="1099" actId="27636"/>
          <ac:spMkLst>
            <pc:docMk/>
            <pc:sldMk cId="778996706" sldId="2076137678"/>
            <ac:spMk id="12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16" v="1100" actId="27636"/>
          <ac:spMkLst>
            <pc:docMk/>
            <pc:sldMk cId="778996706" sldId="2076137678"/>
            <ac:spMk id="13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10" v="1096" actId="27636"/>
          <ac:spMkLst>
            <pc:docMk/>
            <pc:sldMk cId="778996706" sldId="2076137678"/>
            <ac:spMk id="13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06" v="1094" actId="27636"/>
          <ac:spMkLst>
            <pc:docMk/>
            <pc:sldMk cId="778996706" sldId="2076137678"/>
            <ac:spMk id="13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01" v="1091" actId="27636"/>
          <ac:spMkLst>
            <pc:docMk/>
            <pc:sldMk cId="778996706" sldId="2076137678"/>
            <ac:spMk id="13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08" v="1095" actId="27636"/>
          <ac:spMkLst>
            <pc:docMk/>
            <pc:sldMk cId="778996706" sldId="2076137678"/>
            <ac:spMk id="13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5" v="1134" actId="27636"/>
          <ac:spMkLst>
            <pc:docMk/>
            <pc:sldMk cId="778996706" sldId="2076137678"/>
            <ac:spMk id="13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599" v="1090" actId="27636"/>
          <ac:spMkLst>
            <pc:docMk/>
            <pc:sldMk cId="778996706" sldId="2076137678"/>
            <ac:spMk id="13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8" v="1109" actId="27636"/>
          <ac:spMkLst>
            <pc:docMk/>
            <pc:sldMk cId="778996706" sldId="2076137678"/>
            <ac:spMk id="13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03" v="1092" actId="27636"/>
          <ac:spMkLst>
            <pc:docMk/>
            <pc:sldMk cId="778996706" sldId="2076137678"/>
            <ac:spMk id="13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6" v="1107" actId="27636"/>
          <ac:spMkLst>
            <pc:docMk/>
            <pc:sldMk cId="778996706" sldId="2076137678"/>
            <ac:spMk id="13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13" v="1098" actId="27636"/>
          <ac:spMkLst>
            <pc:docMk/>
            <pc:sldMk cId="778996706" sldId="2076137678"/>
            <ac:spMk id="14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33" v="1112" actId="27636"/>
          <ac:spMkLst>
            <pc:docMk/>
            <pc:sldMk cId="778996706" sldId="2076137678"/>
            <ac:spMk id="14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0" v="1102" actId="27636"/>
          <ac:spMkLst>
            <pc:docMk/>
            <pc:sldMk cId="778996706" sldId="2076137678"/>
            <ac:spMk id="142" creationId="{00000000-0000-0000-0000-000000000000}"/>
          </ac:spMkLst>
        </pc:spChg>
        <pc:spChg chg="add">
          <ac:chgData name="이승문( LEE Seungmoon ) 전원구동반도체팀" userId="14ae0227-06c0-40e5-aff1-1ad4a95243ce" providerId="ADAL" clId="{7D2B8D81-D9B4-478F-A6E4-83ABDF4A0185}" dt="2026-09-17T06:33:52.583" v="1089" actId="26606"/>
          <ac:spMkLst>
            <pc:docMk/>
            <pc:sldMk cId="778996706" sldId="2076137678"/>
            <ac:spMk id="15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583" v="1089" actId="26606"/>
          <ac:spMkLst>
            <pc:docMk/>
            <pc:sldMk cId="778996706" sldId="2076137678"/>
            <ac:spMk id="170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604" v="1093" actId="27636"/>
          <ac:spMkLst>
            <pc:docMk/>
            <pc:sldMk cId="778996706" sldId="2076137678"/>
            <ac:spMk id="17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28:43.668" v="915" actId="27636"/>
          <ac:spMkLst>
            <pc:docMk/>
            <pc:sldMk cId="778996706" sldId="2076137678"/>
            <ac:spMk id="17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28:43.671" v="916" actId="27636"/>
          <ac:spMkLst>
            <pc:docMk/>
            <pc:sldMk cId="778996706" sldId="2076137678"/>
            <ac:spMk id="17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583" v="1089" actId="26606"/>
          <ac:spMkLst>
            <pc:docMk/>
            <pc:sldMk cId="778996706" sldId="2076137678"/>
            <ac:spMk id="17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40" v="1116" actId="27636"/>
          <ac:spMkLst>
            <pc:docMk/>
            <pc:sldMk cId="778996706" sldId="2076137678"/>
            <ac:spMk id="17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41" v="1117" actId="27636"/>
          <ac:spMkLst>
            <pc:docMk/>
            <pc:sldMk cId="778996706" sldId="2076137678"/>
            <ac:spMk id="17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50" v="1123" actId="27636"/>
          <ac:spMkLst>
            <pc:docMk/>
            <pc:sldMk cId="778996706" sldId="2076137678"/>
            <ac:spMk id="17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49" v="1122" actId="27636"/>
          <ac:spMkLst>
            <pc:docMk/>
            <pc:sldMk cId="778996706" sldId="2076137678"/>
            <ac:spMk id="17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47" v="1121" actId="27636"/>
          <ac:spMkLst>
            <pc:docMk/>
            <pc:sldMk cId="778996706" sldId="2076137678"/>
            <ac:spMk id="180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30" v="1110" actId="27636"/>
          <ac:spMkLst>
            <pc:docMk/>
            <pc:sldMk cId="778996706" sldId="2076137678"/>
            <ac:spMk id="18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2" v="1104" actId="27636"/>
          <ac:spMkLst>
            <pc:docMk/>
            <pc:sldMk cId="778996706" sldId="2076137678"/>
            <ac:spMk id="18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39" v="1115" actId="27636"/>
          <ac:spMkLst>
            <pc:docMk/>
            <pc:sldMk cId="778996706" sldId="2076137678"/>
            <ac:spMk id="18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7" v="1108" actId="27636"/>
          <ac:spMkLst>
            <pc:docMk/>
            <pc:sldMk cId="778996706" sldId="2076137678"/>
            <ac:spMk id="18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52" v="1124" actId="27636"/>
          <ac:spMkLst>
            <pc:docMk/>
            <pc:sldMk cId="778996706" sldId="2076137678"/>
            <ac:spMk id="18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2" v="1105" actId="27636"/>
          <ac:spMkLst>
            <pc:docMk/>
            <pc:sldMk cId="778996706" sldId="2076137678"/>
            <ac:spMk id="186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631" v="1111" actId="27636"/>
          <ac:spMkLst>
            <pc:docMk/>
            <pc:sldMk cId="778996706" sldId="2076137678"/>
            <ac:spMk id="18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44" v="1119" actId="27636"/>
          <ac:spMkLst>
            <pc:docMk/>
            <pc:sldMk cId="778996706" sldId="2076137678"/>
            <ac:spMk id="188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643" v="1118" actId="27636"/>
          <ac:spMkLst>
            <pc:docMk/>
            <pc:sldMk cId="778996706" sldId="2076137678"/>
            <ac:spMk id="189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3" v="1106" actId="27636"/>
          <ac:spMkLst>
            <pc:docMk/>
            <pc:sldMk cId="778996706" sldId="2076137678"/>
            <ac:spMk id="190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655" v="1125" actId="27636"/>
          <ac:spMkLst>
            <pc:docMk/>
            <pc:sldMk cId="778996706" sldId="2076137678"/>
            <ac:spMk id="191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11" v="1097" actId="27636"/>
          <ac:spMkLst>
            <pc:docMk/>
            <pc:sldMk cId="778996706" sldId="2076137678"/>
            <ac:spMk id="192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56" v="1126" actId="27636"/>
          <ac:spMkLst>
            <pc:docMk/>
            <pc:sldMk cId="778996706" sldId="2076137678"/>
            <ac:spMk id="193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18" v="1101" actId="27636"/>
          <ac:spMkLst>
            <pc:docMk/>
            <pc:sldMk cId="778996706" sldId="2076137678"/>
            <ac:spMk id="194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37" v="1114" actId="27636"/>
          <ac:spMkLst>
            <pc:docMk/>
            <pc:sldMk cId="778996706" sldId="2076137678"/>
            <ac:spMk id="195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21" v="1103" actId="27636"/>
          <ac:spMkLst>
            <pc:docMk/>
            <pc:sldMk cId="778996706" sldId="2076137678"/>
            <ac:spMk id="196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46" v="1120" actId="27636"/>
          <ac:spMkLst>
            <pc:docMk/>
            <pc:sldMk cId="778996706" sldId="2076137678"/>
            <ac:spMk id="197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62" v="1131" actId="27636"/>
          <ac:spMkLst>
            <pc:docMk/>
            <pc:sldMk cId="778996706" sldId="2076137678"/>
            <ac:spMk id="198" creationId="{00000000-0000-0000-0000-00000000000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7T06:33:52.635" v="1113" actId="27636"/>
          <ac:spMkLst>
            <pc:docMk/>
            <pc:sldMk cId="778996706" sldId="2076137678"/>
            <ac:spMk id="199" creationId="{00000000-0000-0000-0000-00000000000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7T06:33:52.583" v="1089" actId="26606"/>
          <ac:spMkLst>
            <pc:docMk/>
            <pc:sldMk cId="778996706" sldId="2076137678"/>
            <ac:spMk id="205" creationId="{00000000-0000-0000-0000-000000000000}"/>
          </ac:spMkLst>
        </pc:spChg>
      </pc:sldChg>
      <pc:sldChg chg="addSp delSp modSp add mod">
        <pc:chgData name="이승문( LEE Seungmoon ) 전원구동반도체팀" userId="14ae0227-06c0-40e5-aff1-1ad4a95243ce" providerId="ADAL" clId="{7D2B8D81-D9B4-478F-A6E4-83ABDF4A0185}" dt="2026-09-18T05:41:32.285" v="9288" actId="20577"/>
        <pc:sldMkLst>
          <pc:docMk/>
          <pc:sldMk cId="2858782107" sldId="2076137679"/>
        </pc:sldMkLst>
        <pc:spChg chg="mod">
          <ac:chgData name="이승문( LEE Seungmoon ) 전원구동반도체팀" userId="14ae0227-06c0-40e5-aff1-1ad4a95243ce" providerId="ADAL" clId="{7D2B8D81-D9B4-478F-A6E4-83ABDF4A0185}" dt="2026-09-18T04:00:03.841" v="7170" actId="20577"/>
          <ac:spMkLst>
            <pc:docMk/>
            <pc:sldMk cId="2858782107" sldId="2076137679"/>
            <ac:spMk id="3" creationId="{D23C6D18-324B-F45C-F3A9-18C9190E8999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4:52:25.547" v="7630" actId="13926"/>
          <ac:spMkLst>
            <pc:docMk/>
            <pc:sldMk cId="2858782107" sldId="2076137679"/>
            <ac:spMk id="5" creationId="{FD1EA776-9B62-EB57-B90D-9064054B4607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16:15.406" v="7686" actId="14100"/>
          <ac:spMkLst>
            <pc:docMk/>
            <pc:sldMk cId="2858782107" sldId="2076137679"/>
            <ac:spMk id="28" creationId="{E367D9FA-668A-FCD3-B875-BCF7CF7B97D6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18:06.194" v="7734" actId="1076"/>
          <ac:spMkLst>
            <pc:docMk/>
            <pc:sldMk cId="2858782107" sldId="2076137679"/>
            <ac:spMk id="30" creationId="{1D26EDC5-9FB6-3443-75CE-6127434C2F9F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18:06.194" v="7734" actId="1076"/>
          <ac:spMkLst>
            <pc:docMk/>
            <pc:sldMk cId="2858782107" sldId="2076137679"/>
            <ac:spMk id="32" creationId="{71AAFC1C-6839-C9DA-4ABA-01D0344101AC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18:06.194" v="7734" actId="1076"/>
          <ac:spMkLst>
            <pc:docMk/>
            <pc:sldMk cId="2858782107" sldId="2076137679"/>
            <ac:spMk id="34" creationId="{724EA072-ABC2-04F9-88BC-23027A92D83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18:06.194" v="7734" actId="1076"/>
          <ac:spMkLst>
            <pc:docMk/>
            <pc:sldMk cId="2858782107" sldId="2076137679"/>
            <ac:spMk id="36" creationId="{21B80680-6BF3-B522-ECE5-18FA0274989B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18:06.194" v="7734" actId="1076"/>
          <ac:spMkLst>
            <pc:docMk/>
            <pc:sldMk cId="2858782107" sldId="2076137679"/>
            <ac:spMk id="38" creationId="{54635C16-0996-9029-79A4-66AAEE30F2DA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18:06.194" v="7734" actId="1076"/>
          <ac:spMkLst>
            <pc:docMk/>
            <pc:sldMk cId="2858782107" sldId="2076137679"/>
            <ac:spMk id="40" creationId="{2B11F938-4EFC-8230-D5E5-E0763B35C235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17:35.157" v="7722" actId="20577"/>
          <ac:spMkLst>
            <pc:docMk/>
            <pc:sldMk cId="2858782107" sldId="2076137679"/>
            <ac:spMk id="42" creationId="{B3CFE8C0-3640-8C65-D21F-72527E844CA9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18:06.194" v="7734" actId="1076"/>
          <ac:spMkLst>
            <pc:docMk/>
            <pc:sldMk cId="2858782107" sldId="2076137679"/>
            <ac:spMk id="44" creationId="{1445373A-F7B7-A209-1C2A-A07BEFDBAB3B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18:06.194" v="7734" actId="1076"/>
          <ac:spMkLst>
            <pc:docMk/>
            <pc:sldMk cId="2858782107" sldId="2076137679"/>
            <ac:spMk id="46" creationId="{979B0074-4EB0-98F8-BE9F-6413B3A3B959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18:06.194" v="7734" actId="1076"/>
          <ac:spMkLst>
            <pc:docMk/>
            <pc:sldMk cId="2858782107" sldId="2076137679"/>
            <ac:spMk id="48" creationId="{49EB7AFA-DC78-74D9-95CF-21CEEED29A59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18:06.194" v="7734" actId="1076"/>
          <ac:spMkLst>
            <pc:docMk/>
            <pc:sldMk cId="2858782107" sldId="2076137679"/>
            <ac:spMk id="50" creationId="{3EA32765-F22E-80D4-89BD-ADA813A08D73}"/>
          </ac:spMkLst>
        </pc:spChg>
        <pc:graphicFrameChg chg="add mod modGraphic">
          <ac:chgData name="이승문( LEE Seungmoon ) 전원구동반도체팀" userId="14ae0227-06c0-40e5-aff1-1ad4a95243ce" providerId="ADAL" clId="{7D2B8D81-D9B4-478F-A6E4-83ABDF4A0185}" dt="2026-09-18T05:41:22.441" v="9276" actId="20577"/>
          <ac:graphicFrameMkLst>
            <pc:docMk/>
            <pc:sldMk cId="2858782107" sldId="2076137679"/>
            <ac:graphicFrameMk id="51" creationId="{F5268B4B-2F83-988E-E1C5-34728151368A}"/>
          </ac:graphicFrameMkLst>
        </pc:graphicFrameChg>
        <pc:graphicFrameChg chg="add mod modGraphic">
          <ac:chgData name="이승문( LEE Seungmoon ) 전원구동반도체팀" userId="14ae0227-06c0-40e5-aff1-1ad4a95243ce" providerId="ADAL" clId="{7D2B8D81-D9B4-478F-A6E4-83ABDF4A0185}" dt="2026-09-18T05:41:32.285" v="9288" actId="20577"/>
          <ac:graphicFrameMkLst>
            <pc:docMk/>
            <pc:sldMk cId="2858782107" sldId="2076137679"/>
            <ac:graphicFrameMk id="53" creationId="{079A488C-5795-4E43-0FF1-8749F3C5A33B}"/>
          </ac:graphicFrameMkLst>
        </pc:graphicFrameChg>
        <pc:picChg chg="add mod">
          <ac:chgData name="이승문( LEE Seungmoon ) 전원구동반도체팀" userId="14ae0227-06c0-40e5-aff1-1ad4a95243ce" providerId="ADAL" clId="{7D2B8D81-D9B4-478F-A6E4-83ABDF4A0185}" dt="2026-09-18T05:13:12.580" v="7635" actId="1076"/>
          <ac:picMkLst>
            <pc:docMk/>
            <pc:sldMk cId="2858782107" sldId="2076137679"/>
            <ac:picMk id="10" creationId="{C7F318F8-B33C-17EF-7BD9-973AB7A77CBB}"/>
          </ac:picMkLst>
        </pc:picChg>
        <pc:cxnChg chg="add mod">
          <ac:chgData name="이승문( LEE Seungmoon ) 전원구동반도체팀" userId="14ae0227-06c0-40e5-aff1-1ad4a95243ce" providerId="ADAL" clId="{7D2B8D81-D9B4-478F-A6E4-83ABDF4A0185}" dt="2026-09-18T05:14:01.398" v="7642" actId="1076"/>
          <ac:cxnSpMkLst>
            <pc:docMk/>
            <pc:sldMk cId="2858782107" sldId="2076137679"/>
            <ac:cxnSpMk id="14" creationId="{AB025612-35FB-F27E-8C47-0F76623D49F6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5:14:08.920" v="7644" actId="1076"/>
          <ac:cxnSpMkLst>
            <pc:docMk/>
            <pc:sldMk cId="2858782107" sldId="2076137679"/>
            <ac:cxnSpMk id="15" creationId="{1D51F2BD-3598-53F0-5E3C-C902EE7D3F11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5:14:16.316" v="7647" actId="1076"/>
          <ac:cxnSpMkLst>
            <pc:docMk/>
            <pc:sldMk cId="2858782107" sldId="2076137679"/>
            <ac:cxnSpMk id="17" creationId="{DECAFF79-774C-B1C7-6672-A65F36D44724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5:14:20.694" v="7649" actId="1076"/>
          <ac:cxnSpMkLst>
            <pc:docMk/>
            <pc:sldMk cId="2858782107" sldId="2076137679"/>
            <ac:cxnSpMk id="18" creationId="{F8C69E1A-6EF1-57B6-C835-97B2F7653681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5:14:27.129" v="7651" actId="1076"/>
          <ac:cxnSpMkLst>
            <pc:docMk/>
            <pc:sldMk cId="2858782107" sldId="2076137679"/>
            <ac:cxnSpMk id="19" creationId="{FC5CA005-7AFE-1361-4BE0-CDE7CD584586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5:14:32.371" v="7653" actId="1076"/>
          <ac:cxnSpMkLst>
            <pc:docMk/>
            <pc:sldMk cId="2858782107" sldId="2076137679"/>
            <ac:cxnSpMk id="20" creationId="{FD25DA60-99C2-3D0E-B3C7-BB68B0EED9CA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5:14:36.723" v="7655" actId="1076"/>
          <ac:cxnSpMkLst>
            <pc:docMk/>
            <pc:sldMk cId="2858782107" sldId="2076137679"/>
            <ac:cxnSpMk id="21" creationId="{9A34D80A-C755-9022-14C2-C6D68B700F0A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5:15:11.443" v="7661" actId="1076"/>
          <ac:cxnSpMkLst>
            <pc:docMk/>
            <pc:sldMk cId="2858782107" sldId="2076137679"/>
            <ac:cxnSpMk id="22" creationId="{16839078-DEBC-85DE-C24B-2F69EE945605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5:15:08.430" v="7660" actId="1076"/>
          <ac:cxnSpMkLst>
            <pc:docMk/>
            <pc:sldMk cId="2858782107" sldId="2076137679"/>
            <ac:cxnSpMk id="23" creationId="{0D651A60-6A50-D731-50D3-C75CB8904295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5:15:19.077" v="7663" actId="1076"/>
          <ac:cxnSpMkLst>
            <pc:docMk/>
            <pc:sldMk cId="2858782107" sldId="2076137679"/>
            <ac:cxnSpMk id="24" creationId="{D01E17CB-ABA0-CD46-4FEA-AD4E1C2BA5AF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5:15:25.242" v="7665" actId="1076"/>
          <ac:cxnSpMkLst>
            <pc:docMk/>
            <pc:sldMk cId="2858782107" sldId="2076137679"/>
            <ac:cxnSpMk id="25" creationId="{80460B4E-BF3C-A778-2E32-C81929B2AE6C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5:15:28.267" v="7667" actId="1076"/>
          <ac:cxnSpMkLst>
            <pc:docMk/>
            <pc:sldMk cId="2858782107" sldId="2076137679"/>
            <ac:cxnSpMk id="26" creationId="{674C41AC-28BD-3042-0BF7-E50ED2F5C87F}"/>
          </ac:cxnSpMkLst>
        </pc:cxnChg>
        <pc:cxnChg chg="add mod">
          <ac:chgData name="이승문( LEE Seungmoon ) 전원구동반도체팀" userId="14ae0227-06c0-40e5-aff1-1ad4a95243ce" providerId="ADAL" clId="{7D2B8D81-D9B4-478F-A6E4-83ABDF4A0185}" dt="2026-09-18T05:15:31.316" v="7669" actId="1076"/>
          <ac:cxnSpMkLst>
            <pc:docMk/>
            <pc:sldMk cId="2858782107" sldId="2076137679"/>
            <ac:cxnSpMk id="27" creationId="{9A7CB12E-FF98-D6A1-8052-48D0F0078911}"/>
          </ac:cxnSpMkLst>
        </pc:cxnChg>
      </pc:sldChg>
      <pc:sldChg chg="addSp delSp modSp add mod">
        <pc:chgData name="이승문( LEE Seungmoon ) 전원구동반도체팀" userId="14ae0227-06c0-40e5-aff1-1ad4a95243ce" providerId="ADAL" clId="{7D2B8D81-D9B4-478F-A6E4-83ABDF4A0185}" dt="2026-09-18T05:49:44.776" v="9967" actId="1076"/>
        <pc:sldMkLst>
          <pc:docMk/>
          <pc:sldMk cId="788403793" sldId="2076137680"/>
        </pc:sldMkLst>
        <pc:spChg chg="mod">
          <ac:chgData name="이승문( LEE Seungmoon ) 전원구동반도체팀" userId="14ae0227-06c0-40e5-aff1-1ad4a95243ce" providerId="ADAL" clId="{7D2B8D81-D9B4-478F-A6E4-83ABDF4A0185}" dt="2026-09-18T04:51:03.620" v="7612" actId="20577"/>
          <ac:spMkLst>
            <pc:docMk/>
            <pc:sldMk cId="788403793" sldId="2076137680"/>
            <ac:spMk id="3" creationId="{F17CC7E3-139D-901E-FE07-B6F57533F5B0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5:42:44.392" v="9511" actId="20577"/>
          <ac:spMkLst>
            <pc:docMk/>
            <pc:sldMk cId="788403793" sldId="2076137680"/>
            <ac:spMk id="5" creationId="{25F7EFD0-B297-3BF7-8136-062150D9E857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44:46.423" v="9546" actId="1076"/>
          <ac:spMkLst>
            <pc:docMk/>
            <pc:sldMk cId="788403793" sldId="2076137680"/>
            <ac:spMk id="12" creationId="{53EE7D38-60E3-585A-EDBA-12B5EEFD70CC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45:25.507" v="9653" actId="1076"/>
          <ac:spMkLst>
            <pc:docMk/>
            <pc:sldMk cId="788403793" sldId="2076137680"/>
            <ac:spMk id="13" creationId="{02B18D63-9687-273F-7771-76264292CAD7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47:59.232" v="9674" actId="20577"/>
          <ac:spMkLst>
            <pc:docMk/>
            <pc:sldMk cId="788403793" sldId="2076137680"/>
            <ac:spMk id="15" creationId="{061F5BD6-4ECF-B4DA-EFE8-1C207A97A18A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49:44.776" v="9967" actId="1076"/>
          <ac:spMkLst>
            <pc:docMk/>
            <pc:sldMk cId="788403793" sldId="2076137680"/>
            <ac:spMk id="23" creationId="{503E6E3C-18AB-F84F-26A5-81305D8B467C}"/>
          </ac:spMkLst>
        </pc:spChg>
        <pc:picChg chg="add mod">
          <ac:chgData name="이승문( LEE Seungmoon ) 전원구동반도체팀" userId="14ae0227-06c0-40e5-aff1-1ad4a95243ce" providerId="ADAL" clId="{7D2B8D81-D9B4-478F-A6E4-83ABDF4A0185}" dt="2026-09-18T05:48:12.329" v="9677" actId="1076"/>
          <ac:picMkLst>
            <pc:docMk/>
            <pc:sldMk cId="788403793" sldId="2076137680"/>
            <ac:picMk id="11" creationId="{CF1C0058-9DF7-1C5F-BD92-156E26447150}"/>
          </ac:picMkLst>
        </pc:picChg>
        <pc:picChg chg="add mod">
          <ac:chgData name="이승문( LEE Seungmoon ) 전원구동반도체팀" userId="14ae0227-06c0-40e5-aff1-1ad4a95243ce" providerId="ADAL" clId="{7D2B8D81-D9B4-478F-A6E4-83ABDF4A0185}" dt="2026-09-18T05:46:14.819" v="9670" actId="14100"/>
          <ac:picMkLst>
            <pc:docMk/>
            <pc:sldMk cId="788403793" sldId="2076137680"/>
            <ac:picMk id="21" creationId="{A5502985-17C5-BB97-2825-E386A3229EC3}"/>
          </ac:picMkLst>
        </pc:picChg>
      </pc:sldChg>
      <pc:sldChg chg="addSp delSp modSp add mod">
        <pc:chgData name="이승문( LEE Seungmoon ) 전원구동반도체팀" userId="14ae0227-06c0-40e5-aff1-1ad4a95243ce" providerId="ADAL" clId="{7D2B8D81-D9B4-478F-A6E4-83ABDF4A0185}" dt="2026-09-21T02:11:25.929" v="13012" actId="20577"/>
        <pc:sldMkLst>
          <pc:docMk/>
          <pc:sldMk cId="1672863264" sldId="2076137681"/>
        </pc:sldMkLst>
        <pc:spChg chg="add mod">
          <ac:chgData name="이승문( LEE Seungmoon ) 전원구동반도체팀" userId="14ae0227-06c0-40e5-aff1-1ad4a95243ce" providerId="ADAL" clId="{7D2B8D81-D9B4-478F-A6E4-83ABDF4A0185}" dt="2026-09-18T05:32:38.387" v="8268"/>
          <ac:spMkLst>
            <pc:docMk/>
            <pc:sldMk cId="1672863264" sldId="2076137681"/>
            <ac:spMk id="9" creationId="{3C1A602A-2B9A-A6FF-4375-18EC2BF8D96C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32:38.387" v="8268"/>
          <ac:spMkLst>
            <pc:docMk/>
            <pc:sldMk cId="1672863264" sldId="2076137681"/>
            <ac:spMk id="11" creationId="{64413229-4983-DF41-4910-B2B552DCCF1C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32:38.387" v="8268"/>
          <ac:spMkLst>
            <pc:docMk/>
            <pc:sldMk cId="1672863264" sldId="2076137681"/>
            <ac:spMk id="12" creationId="{57955603-2D37-E98F-6DF9-9A2D7B676933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32:38.387" v="8268"/>
          <ac:spMkLst>
            <pc:docMk/>
            <pc:sldMk cId="1672863264" sldId="2076137681"/>
            <ac:spMk id="13" creationId="{7F5A69EC-231B-9C3E-1ADD-1057817042DC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32:38.387" v="8268"/>
          <ac:spMkLst>
            <pc:docMk/>
            <pc:sldMk cId="1672863264" sldId="2076137681"/>
            <ac:spMk id="16" creationId="{DDA8C230-78D6-EB48-214D-F4254FA2617A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32:38.387" v="8268"/>
          <ac:spMkLst>
            <pc:docMk/>
            <pc:sldMk cId="1672863264" sldId="2076137681"/>
            <ac:spMk id="29" creationId="{AF2D7B8D-F187-9478-9F14-45F944EAEE4C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0:43:30.623" v="11731"/>
          <ac:spMkLst>
            <pc:docMk/>
            <pc:sldMk cId="1672863264" sldId="2076137681"/>
            <ac:spMk id="33" creationId="{9C417864-AF9F-D49B-E8DA-52C62C8F833E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2:11:23.813" v="13010" actId="20577"/>
          <ac:spMkLst>
            <pc:docMk/>
            <pc:sldMk cId="1672863264" sldId="2076137681"/>
            <ac:spMk id="37" creationId="{D82A6CD8-8CAA-B704-BC95-86B169C300B8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40:40.141" v="9252" actId="1076"/>
          <ac:spMkLst>
            <pc:docMk/>
            <pc:sldMk cId="1672863264" sldId="2076137681"/>
            <ac:spMk id="41" creationId="{6E0A468B-8B6B-B1A0-85D0-258A92A55C3B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2:11:25.929" v="13012" actId="20577"/>
          <ac:spMkLst>
            <pc:docMk/>
            <pc:sldMk cId="1672863264" sldId="2076137681"/>
            <ac:spMk id="45" creationId="{57E367E6-7DF5-CD56-6E54-ADD95D983523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40:00.913" v="9118" actId="1076"/>
          <ac:spMkLst>
            <pc:docMk/>
            <pc:sldMk cId="1672863264" sldId="2076137681"/>
            <ac:spMk id="49" creationId="{F5F1EB95-6A33-BA51-0850-0669CC765252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0:29:39.877" v="11635" actId="20577"/>
          <ac:spMkLst>
            <pc:docMk/>
            <pc:sldMk cId="1672863264" sldId="2076137681"/>
            <ac:spMk id="54" creationId="{64113764-F026-9437-8887-1AAA1C2F26FD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0:43:33.368" v="11732"/>
          <ac:spMkLst>
            <pc:docMk/>
            <pc:sldMk cId="1672863264" sldId="2076137681"/>
            <ac:spMk id="56" creationId="{151D428B-92F4-7766-8CE9-AF3719ECA262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40:33.787" v="9251" actId="14100"/>
          <ac:spMkLst>
            <pc:docMk/>
            <pc:sldMk cId="1672863264" sldId="2076137681"/>
            <ac:spMk id="58" creationId="{FF4D944C-E290-B488-87A2-0D45E9B7C030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40:58.134" v="9254" actId="1076"/>
          <ac:spMkLst>
            <pc:docMk/>
            <pc:sldMk cId="1672863264" sldId="2076137681"/>
            <ac:spMk id="60" creationId="{21B76157-B0D1-7524-233B-DA575153157E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41:11.633" v="9259" actId="6549"/>
          <ac:spMkLst>
            <pc:docMk/>
            <pc:sldMk cId="1672863264" sldId="2076137681"/>
            <ac:spMk id="62" creationId="{450F59EC-6DB6-9428-D333-74007237BA75}"/>
          </ac:spMkLst>
        </pc:spChg>
        <pc:picChg chg="add mod">
          <ac:chgData name="이승문( LEE Seungmoon ) 전원구동반도체팀" userId="14ae0227-06c0-40e5-aff1-1ad4a95243ce" providerId="ADAL" clId="{7D2B8D81-D9B4-478F-A6E4-83ABDF4A0185}" dt="2026-09-18T05:35:44.184" v="8669" actId="1076"/>
          <ac:picMkLst>
            <pc:docMk/>
            <pc:sldMk cId="1672863264" sldId="2076137681"/>
            <ac:picMk id="4" creationId="{D125C73A-88FA-E361-5305-D704BB4F8389}"/>
          </ac:picMkLst>
        </pc:picChg>
        <pc:cxnChg chg="add mod">
          <ac:chgData name="이승문( LEE Seungmoon ) 전원구동반도체팀" userId="14ae0227-06c0-40e5-aff1-1ad4a95243ce" providerId="ADAL" clId="{7D2B8D81-D9B4-478F-A6E4-83ABDF4A0185}" dt="2026-09-18T05:32:38.387" v="8268"/>
          <ac:cxnSpMkLst>
            <pc:docMk/>
            <pc:sldMk cId="1672863264" sldId="2076137681"/>
            <ac:cxnSpMk id="8" creationId="{766B6845-EB91-DB5E-B480-31F33D88962D}"/>
          </ac:cxnSpMkLst>
        </pc:cxnChg>
      </pc:sldChg>
      <pc:sldChg chg="addSp delSp modSp add mod">
        <pc:chgData name="이승문( LEE Seungmoon ) 전원구동반도체팀" userId="14ae0227-06c0-40e5-aff1-1ad4a95243ce" providerId="ADAL" clId="{7D2B8D81-D9B4-478F-A6E4-83ABDF4A0185}" dt="2026-09-18T05:53:47.663" v="10529" actId="27636"/>
        <pc:sldMkLst>
          <pc:docMk/>
          <pc:sldMk cId="90047699" sldId="2076137682"/>
        </pc:sldMkLst>
        <pc:spChg chg="add mod">
          <ac:chgData name="이승문( LEE Seungmoon ) 전원구동반도체팀" userId="14ae0227-06c0-40e5-aff1-1ad4a95243ce" providerId="ADAL" clId="{7D2B8D81-D9B4-478F-A6E4-83ABDF4A0185}" dt="2026-09-18T05:50:05.868" v="9972"/>
          <ac:spMkLst>
            <pc:docMk/>
            <pc:sldMk cId="90047699" sldId="2076137682"/>
            <ac:spMk id="7" creationId="{4CF0341B-AB67-441C-3F2D-AA39DA21D7AD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50:05.868" v="9972"/>
          <ac:spMkLst>
            <pc:docMk/>
            <pc:sldMk cId="90047699" sldId="2076137682"/>
            <ac:spMk id="8" creationId="{385A27F6-75CA-7CF7-5EBA-9BAFBF5BFF16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50:05.868" v="9972"/>
          <ac:spMkLst>
            <pc:docMk/>
            <pc:sldMk cId="90047699" sldId="2076137682"/>
            <ac:spMk id="9" creationId="{77DD8A3C-BAB4-12E4-FD28-C2114185CFAD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50:05.868" v="9972"/>
          <ac:spMkLst>
            <pc:docMk/>
            <pc:sldMk cId="90047699" sldId="2076137682"/>
            <ac:spMk id="10" creationId="{37626D15-4995-09AA-AC0D-7138CE3DD027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50:05.868" v="9972"/>
          <ac:spMkLst>
            <pc:docMk/>
            <pc:sldMk cId="90047699" sldId="2076137682"/>
            <ac:spMk id="14" creationId="{0397E185-35F8-0160-A2A1-82ABC325D632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50:05.868" v="9972"/>
          <ac:spMkLst>
            <pc:docMk/>
            <pc:sldMk cId="90047699" sldId="2076137682"/>
            <ac:spMk id="16" creationId="{A838B007-48BA-B4AF-E512-D6492418DAAB}"/>
          </ac:spMkLst>
        </pc:spChg>
        <pc:spChg chg="add">
          <ac:chgData name="이승문( LEE Seungmoon ) 전원구동반도체팀" userId="14ae0227-06c0-40e5-aff1-1ad4a95243ce" providerId="ADAL" clId="{7D2B8D81-D9B4-478F-A6E4-83ABDF4A0185}" dt="2026-09-18T05:50:10.954" v="9973" actId="22"/>
          <ac:spMkLst>
            <pc:docMk/>
            <pc:sldMk cId="90047699" sldId="2076137682"/>
            <ac:spMk id="18" creationId="{63CF2B96-8223-5E58-9CAE-610A537D1E64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53:42.323" v="10524" actId="20577"/>
          <ac:spMkLst>
            <pc:docMk/>
            <pc:sldMk cId="90047699" sldId="2076137682"/>
            <ac:spMk id="20" creationId="{F909E9DF-A47B-DB2F-86AD-FF6AE13A4E57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52:57.596" v="10359" actId="1076"/>
          <ac:spMkLst>
            <pc:docMk/>
            <pc:sldMk cId="90047699" sldId="2076137682"/>
            <ac:spMk id="24" creationId="{1E9176AF-C761-ED44-F4BE-7EA6D2B174C4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53:47.663" v="10529" actId="27636"/>
          <ac:spMkLst>
            <pc:docMk/>
            <pc:sldMk cId="90047699" sldId="2076137682"/>
            <ac:spMk id="26" creationId="{912A68CD-10C7-44C8-598C-C61FA7670473}"/>
          </ac:spMkLst>
        </pc:spChg>
        <pc:cxnChg chg="add mod">
          <ac:chgData name="이승문( LEE Seungmoon ) 전원구동반도체팀" userId="14ae0227-06c0-40e5-aff1-1ad4a95243ce" providerId="ADAL" clId="{7D2B8D81-D9B4-478F-A6E4-83ABDF4A0185}" dt="2026-09-18T05:50:05.868" v="9972"/>
          <ac:cxnSpMkLst>
            <pc:docMk/>
            <pc:sldMk cId="90047699" sldId="2076137682"/>
            <ac:cxnSpMk id="6" creationId="{35EF9764-70FF-0141-6A9F-01BBC0F127EA}"/>
          </ac:cxnSpMkLst>
        </pc:cxnChg>
      </pc:sldChg>
      <pc:sldChg chg="addSp delSp modSp add mod">
        <pc:chgData name="이승문( LEE Seungmoon ) 전원구동반도체팀" userId="14ae0227-06c0-40e5-aff1-1ad4a95243ce" providerId="ADAL" clId="{7D2B8D81-D9B4-478F-A6E4-83ABDF4A0185}" dt="2026-09-21T01:39:07.853" v="11934" actId="20577"/>
        <pc:sldMkLst>
          <pc:docMk/>
          <pc:sldMk cId="3717661310" sldId="2076137683"/>
        </pc:sldMkLst>
        <pc:spChg chg="add mod">
          <ac:chgData name="이승문( LEE Seungmoon ) 전원구동반도체팀" userId="14ae0227-06c0-40e5-aff1-1ad4a95243ce" providerId="ADAL" clId="{7D2B8D81-D9B4-478F-A6E4-83ABDF4A0185}" dt="2026-09-18T05:56:41.675" v="10709" actId="20577"/>
          <ac:spMkLst>
            <pc:docMk/>
            <pc:sldMk cId="3717661310" sldId="2076137683"/>
            <ac:spMk id="2" creationId="{19DBBDB4-EB43-1E5D-A91A-7210F8C99F7A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18T05:55:18.622" v="10561" actId="20577"/>
          <ac:spMkLst>
            <pc:docMk/>
            <pc:sldMk cId="3717661310" sldId="2076137683"/>
            <ac:spMk id="3" creationId="{4AFA3595-5FD9-CCF6-BBE3-FAAD0077C04A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18T05:58:42.118" v="10970" actId="1076"/>
          <ac:spMkLst>
            <pc:docMk/>
            <pc:sldMk cId="3717661310" sldId="2076137683"/>
            <ac:spMk id="5" creationId="{2D2B9563-6ACF-20A5-DBE9-9B91C4673347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0:34:38.048" v="11730"/>
          <ac:spMkLst>
            <pc:docMk/>
            <pc:sldMk cId="3717661310" sldId="2076137683"/>
            <ac:spMk id="11" creationId="{86107B50-FF92-9BFE-2B4D-720615E0F2DF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1:39:02.009" v="11917" actId="20577"/>
          <ac:spMkLst>
            <pc:docMk/>
            <pc:sldMk cId="3717661310" sldId="2076137683"/>
            <ac:spMk id="12" creationId="{9739F13D-C0D7-7444-2FEE-89572E19C1F7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0:34:22.728" v="11729" actId="1076"/>
          <ac:spMkLst>
            <pc:docMk/>
            <pc:sldMk cId="3717661310" sldId="2076137683"/>
            <ac:spMk id="15" creationId="{D562A17C-DB7E-9C7F-284A-E7621FE36982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0:49:02.339" v="11781" actId="20577"/>
          <ac:spMkLst>
            <pc:docMk/>
            <pc:sldMk cId="3717661310" sldId="2076137683"/>
            <ac:spMk id="17" creationId="{99BCD79A-7E7B-1112-756C-8F7FF90E01A8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1:39:07.853" v="11934" actId="20577"/>
          <ac:spMkLst>
            <pc:docMk/>
            <pc:sldMk cId="3717661310" sldId="2076137683"/>
            <ac:spMk id="19" creationId="{FE89CF15-6031-5FA4-067C-3294533D2964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0:34:22.728" v="11729" actId="1076"/>
          <ac:spMkLst>
            <pc:docMk/>
            <pc:sldMk cId="3717661310" sldId="2076137683"/>
            <ac:spMk id="22" creationId="{A585FC66-62B7-536D-3B51-B0B15AE2849D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0:34:22.728" v="11729" actId="1076"/>
          <ac:spMkLst>
            <pc:docMk/>
            <pc:sldMk cId="3717661310" sldId="2076137683"/>
            <ac:spMk id="25" creationId="{CD77AD2D-2F74-CE4D-CFAD-C982F4581356}"/>
          </ac:spMkLst>
        </pc:spChg>
        <pc:picChg chg="add mod">
          <ac:chgData name="이승문( LEE Seungmoon ) 전원구동반도체팀" userId="14ae0227-06c0-40e5-aff1-1ad4a95243ce" providerId="ADAL" clId="{7D2B8D81-D9B4-478F-A6E4-83ABDF4A0185}" dt="2026-09-21T00:34:00.925" v="11725" actId="1076"/>
          <ac:picMkLst>
            <pc:docMk/>
            <pc:sldMk cId="3717661310" sldId="2076137683"/>
            <ac:picMk id="1026" creationId="{21003979-65E4-5CEC-05CF-B266B980C4E8}"/>
          </ac:picMkLst>
        </pc:picChg>
      </pc:sldChg>
      <pc:sldChg chg="addSp delSp modSp new mod ord">
        <pc:chgData name="이승문( LEE Seungmoon ) 전원구동반도체팀" userId="14ae0227-06c0-40e5-aff1-1ad4a95243ce" providerId="ADAL" clId="{7D2B8D81-D9B4-478F-A6E4-83ABDF4A0185}" dt="2026-09-21T02:07:46.220" v="13001" actId="20577"/>
        <pc:sldMkLst>
          <pc:docMk/>
          <pc:sldMk cId="3869141656" sldId="2076137684"/>
        </pc:sldMkLst>
        <pc:spChg chg="del">
          <ac:chgData name="이승문( LEE Seungmoon ) 전원구동반도체팀" userId="14ae0227-06c0-40e5-aff1-1ad4a95243ce" providerId="ADAL" clId="{7D2B8D81-D9B4-478F-A6E4-83ABDF4A0185}" dt="2026-09-21T01:37:14.027" v="11836" actId="478"/>
          <ac:spMkLst>
            <pc:docMk/>
            <pc:sldMk cId="3869141656" sldId="2076137684"/>
            <ac:spMk id="2" creationId="{DB62A8F8-A39E-AB0C-7128-9B348BCD2C48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21T01:48:21.548" v="12211" actId="20577"/>
          <ac:spMkLst>
            <pc:docMk/>
            <pc:sldMk cId="3869141656" sldId="2076137684"/>
            <ac:spMk id="3" creationId="{89CA00FF-6A78-74E8-4125-6F78DB1F64E5}"/>
          </ac:spMkLst>
        </pc:spChg>
        <pc:spChg chg="mod">
          <ac:chgData name="이승문( LEE Seungmoon ) 전원구동반도체팀" userId="14ae0227-06c0-40e5-aff1-1ad4a95243ce" providerId="ADAL" clId="{7D2B8D81-D9B4-478F-A6E4-83ABDF4A0185}" dt="2026-09-21T02:07:46.220" v="13001" actId="20577"/>
          <ac:spMkLst>
            <pc:docMk/>
            <pc:sldMk cId="3869141656" sldId="2076137684"/>
            <ac:spMk id="4" creationId="{AF86A5EF-2501-A7B2-5428-9FD9161228EF}"/>
          </ac:spMkLst>
        </pc:spChg>
        <pc:spChg chg="add del mod">
          <ac:chgData name="이승문( LEE Seungmoon ) 전원구동반도체팀" userId="14ae0227-06c0-40e5-aff1-1ad4a95243ce" providerId="ADAL" clId="{7D2B8D81-D9B4-478F-A6E4-83ABDF4A0185}" dt="2026-09-21T02:04:00.265" v="12923" actId="478"/>
          <ac:spMkLst>
            <pc:docMk/>
            <pc:sldMk cId="3869141656" sldId="2076137684"/>
            <ac:spMk id="6" creationId="{6BA33DE1-D93C-F908-6204-A194779CB302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2:07:06.674" v="12932" actId="1076"/>
          <ac:spMkLst>
            <pc:docMk/>
            <pc:sldMk cId="3869141656" sldId="2076137684"/>
            <ac:spMk id="8" creationId="{35A91399-9839-0CB3-3A83-89CB29DB6078}"/>
          </ac:spMkLst>
        </pc:spChg>
        <pc:spChg chg="add mod">
          <ac:chgData name="이승문( LEE Seungmoon ) 전원구동반도체팀" userId="14ae0227-06c0-40e5-aff1-1ad4a95243ce" providerId="ADAL" clId="{7D2B8D81-D9B4-478F-A6E4-83ABDF4A0185}" dt="2026-09-21T02:07:06.674" v="12932" actId="1076"/>
          <ac:spMkLst>
            <pc:docMk/>
            <pc:sldMk cId="3869141656" sldId="2076137684"/>
            <ac:spMk id="10" creationId="{4D1EED74-B2D8-7571-CDFE-E1069D3649A5}"/>
          </ac:spMkLst>
        </pc:spChg>
      </pc:sldChg>
      <pc:sldMasterChg chg="delSldLayout">
        <pc:chgData name="이승문( LEE Seungmoon ) 전원구동반도체팀" userId="14ae0227-06c0-40e5-aff1-1ad4a95243ce" providerId="ADAL" clId="{7D2B8D81-D9B4-478F-A6E4-83ABDF4A0185}" dt="2026-09-17T06:08:23.184" v="566" actId="47"/>
        <pc:sldMasterMkLst>
          <pc:docMk/>
          <pc:sldMasterMk cId="173609059" sldId="2147483731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FD006-3D59-49D3-BC2C-A1659E8F849F}" type="datetimeFigureOut">
              <a:rPr lang="ko-KR" altLang="en-US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2026-09-21</a:t>
            </a:fld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242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242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E827D-C523-472B-81F5-6AE841B249E3}" type="slidenum">
              <a:rPr lang="ko-KR" altLang="en-US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‹#›</a:t>
            </a:fld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983506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4813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6" y="0"/>
            <a:ext cx="2944813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686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5710"/>
            <a:ext cx="5438775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42"/>
            <a:ext cx="2944813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6" y="9428242"/>
            <a:ext cx="2944813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25087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2025.03.12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  <p:pic>
        <p:nvPicPr>
          <p:cNvPr id="5" name="그림 4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74579C2-35AF-A756-4708-32120C31BB8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367" y="242017"/>
            <a:ext cx="2765310" cy="53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6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DD8A3664-8736-84D1-A285-051D0DFFBE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3050" y="633724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300"/>
              </a:spcBef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180000" indent="0">
              <a:lnSpc>
                <a:spcPct val="120000"/>
              </a:lnSpc>
              <a:spcBef>
                <a:spcPts val="300"/>
              </a:spcBef>
              <a:buFont typeface="현대산스 Head" panose="020B0600000101010101" pitchFamily="50" charset="-127"/>
              <a:buNone/>
              <a:defRPr lang="ko-KR" altLang="en-US" sz="1400" kern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en-US" altLang="ko-KR"/>
              <a:t>- </a:t>
            </a:r>
            <a:r>
              <a:rPr lang="ko-KR" altLang="en-US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331753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pos="60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n>
                  <a:solidFill>
                    <a:sysClr val="window" lastClr="FFFFFF">
                      <a:lumMod val="65000"/>
                      <a:alpha val="0"/>
                    </a:sys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lang="ko-KR" altLang="en-US" sz="1400" kern="1200" baseline="0" dirty="0">
                <a:ln>
                  <a:solidFill>
                    <a:sysClr val="window" lastClr="FFFFFF">
                      <a:lumMod val="65000"/>
                      <a:alpha val="0"/>
                    </a:sys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1pPr>
          </a:lstStyle>
          <a:p>
            <a:pPr marL="0" lvl="0" indent="0" algn="ctr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</a:pPr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 hasCustomPrompt="1"/>
          </p:nvPr>
        </p:nvSpPr>
        <p:spPr>
          <a:xfrm>
            <a:off x="279774" y="2218664"/>
            <a:ext cx="4528764" cy="694342"/>
          </a:xfrm>
          <a:prstGeom prst="rect">
            <a:avLst/>
          </a:prstGeom>
        </p:spPr>
        <p:txBody>
          <a:bodyPr lIns="144000"/>
          <a:lstStyle>
            <a:lvl1pPr marL="0" indent="14400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  <a:lvl2pPr marL="108000" indent="144000">
              <a:lnSpc>
                <a:spcPct val="110000"/>
              </a:lnSpc>
              <a:spcBef>
                <a:spcPts val="300"/>
              </a:spcBef>
              <a:buFont typeface="현대산스 Head" panose="020B0600000101010101" pitchFamily="50" charset="-127"/>
              <a:buChar char="－"/>
              <a:defRPr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4E496078-78B3-C8F6-26F4-7009EC60CE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3050" y="633724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300"/>
              </a:spcBef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180000" indent="0">
              <a:lnSpc>
                <a:spcPct val="120000"/>
              </a:lnSpc>
              <a:spcBef>
                <a:spcPts val="300"/>
              </a:spcBef>
              <a:buFont typeface="현대산스 Head" panose="020B0600000101010101" pitchFamily="50" charset="-127"/>
              <a:buNone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en-US" altLang="ko-KR"/>
              <a:t>- </a:t>
            </a:r>
            <a:r>
              <a:rPr lang="ko-KR" altLang="en-US"/>
              <a:t>둘째 수준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385D51E1-0094-7C93-D89F-424B8D0C0F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94842" y="2218664"/>
            <a:ext cx="4528764" cy="694342"/>
          </a:xfrm>
          <a:prstGeom prst="rect">
            <a:avLst/>
          </a:prstGeom>
        </p:spPr>
        <p:txBody>
          <a:bodyPr lIns="144000"/>
          <a:lstStyle>
            <a:lvl1pPr marL="0" indent="14400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  <a:lvl2pPr marL="108000" indent="144000">
              <a:lnSpc>
                <a:spcPct val="110000"/>
              </a:lnSpc>
              <a:spcBef>
                <a:spcPts val="300"/>
              </a:spcBef>
              <a:buFont typeface="현대산스 Head" panose="020B0600000101010101" pitchFamily="50" charset="-127"/>
              <a:buChar char="－"/>
              <a:defRPr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248484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fontAlgn="auto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fontAlgn="auto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 userDrawn="1"/>
        </p:nvSpPr>
        <p:spPr bwMode="gray">
          <a:xfrm rot="5400000">
            <a:off x="696539" y="4730406"/>
            <a:ext cx="1440000" cy="1944790"/>
          </a:xfrm>
          <a:prstGeom prst="homePlate">
            <a:avLst>
              <a:gd name="adj" fmla="val 17968"/>
            </a:avLst>
          </a:prstGeom>
          <a:solidFill>
            <a:schemeClr val="accent1">
              <a:lumMod val="90000"/>
              <a:alpha val="50196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8" name="오각형 7"/>
          <p:cNvSpPr/>
          <p:nvPr userDrawn="1"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chemeClr val="accent1">
              <a:lumMod val="90000"/>
              <a:alpha val="50196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9" name="오각형 8"/>
          <p:cNvSpPr/>
          <p:nvPr userDrawn="1"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chemeClr val="accent1">
              <a:lumMod val="90000"/>
              <a:alpha val="50196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fontAlgn="auto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 userDrawn="1"/>
        </p:nvSpPr>
        <p:spPr bwMode="gray">
          <a:xfrm rot="5400000">
            <a:off x="61920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4" name="이등변 삼각형 13"/>
          <p:cNvSpPr/>
          <p:nvPr userDrawn="1"/>
        </p:nvSpPr>
        <p:spPr bwMode="gray">
          <a:xfrm rot="5400000">
            <a:off x="61976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5" name="이등변 삼각형 14"/>
          <p:cNvSpPr/>
          <p:nvPr userDrawn="1"/>
        </p:nvSpPr>
        <p:spPr bwMode="gray">
          <a:xfrm rot="5400000">
            <a:off x="61920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sz="140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0" lvl="0" indent="0" algn="ctr">
              <a:buNone/>
            </a:pPr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lang="ko-KR" altLang="en-US" sz="1400" kern="1200" baseline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lvl1pPr>
          </a:lstStyle>
          <a:p>
            <a:pPr marL="0" lvl="0" indent="0" algn="ctr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</a:pPr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B4ED7A61-F21C-3E4D-605B-B7CA8D19EA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3050" y="633724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300"/>
              </a:spcBef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180000" indent="0">
              <a:lnSpc>
                <a:spcPct val="120000"/>
              </a:lnSpc>
              <a:spcBef>
                <a:spcPts val="300"/>
              </a:spcBef>
              <a:buFont typeface="현대산스 Head" panose="020B0600000101010101" pitchFamily="50" charset="-127"/>
              <a:buNone/>
              <a:defRPr lang="ko-KR" altLang="en-US" sz="1400" kern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en-US" altLang="ko-KR"/>
              <a:t>- </a:t>
            </a:r>
            <a:r>
              <a:rPr lang="ko-KR" altLang="en-US"/>
              <a:t>둘째 수준</a:t>
            </a: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9E9F191E-F15B-9DDE-B204-3E1F1BB405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20751" y="2218664"/>
            <a:ext cx="3586261" cy="694342"/>
          </a:xfrm>
          <a:prstGeom prst="rect">
            <a:avLst/>
          </a:prstGeom>
        </p:spPr>
        <p:txBody>
          <a:bodyPr lIns="144000"/>
          <a:lstStyle>
            <a:lvl1pPr marL="0" indent="14400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  <a:lvl2pPr marL="108000" indent="144000">
              <a:lnSpc>
                <a:spcPct val="110000"/>
              </a:lnSpc>
              <a:spcBef>
                <a:spcPts val="300"/>
              </a:spcBef>
              <a:buFont typeface="현대산스 Head" panose="020B0600000101010101" pitchFamily="50" charset="-127"/>
              <a:buChar char="－"/>
              <a:defRPr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16" name="텍스트 개체 틀 6">
            <a:extLst>
              <a:ext uri="{FF2B5EF4-FFF2-40B4-BE49-F238E27FC236}">
                <a16:creationId xmlns:a16="http://schemas.microsoft.com/office/drawing/2014/main" id="{1AB94C94-DAC8-6354-8E01-673349DE4D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534085" y="2218664"/>
            <a:ext cx="3095454" cy="694342"/>
          </a:xfrm>
          <a:prstGeom prst="rect">
            <a:avLst/>
          </a:prstGeom>
        </p:spPr>
        <p:txBody>
          <a:bodyPr lIns="144000"/>
          <a:lstStyle>
            <a:lvl1pPr marL="0" indent="14400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  <a:lvl2pPr marL="108000" indent="144000">
              <a:lnSpc>
                <a:spcPct val="110000"/>
              </a:lnSpc>
              <a:spcBef>
                <a:spcPts val="300"/>
              </a:spcBef>
              <a:buFont typeface="현대산스 Head" panose="020B0600000101010101" pitchFamily="50" charset="-127"/>
              <a:buChar char="－"/>
              <a:defRPr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4" name="텍스트 개체 틀 6">
            <a:extLst>
              <a:ext uri="{FF2B5EF4-FFF2-40B4-BE49-F238E27FC236}">
                <a16:creationId xmlns:a16="http://schemas.microsoft.com/office/drawing/2014/main" id="{55F40E66-C238-FCA5-3BE3-94617363AC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3050" y="633724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300"/>
              </a:spcBef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180000" indent="0">
              <a:lnSpc>
                <a:spcPct val="120000"/>
              </a:lnSpc>
              <a:spcBef>
                <a:spcPts val="300"/>
              </a:spcBef>
              <a:buFont typeface="현대산스 Head" panose="020B0600000101010101" pitchFamily="50" charset="-127"/>
              <a:buNone/>
              <a:defRPr lang="ko-KR" altLang="en-US" sz="1400" kern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en-US" altLang="ko-KR"/>
              <a:t>- </a:t>
            </a:r>
            <a:r>
              <a:rPr lang="ko-KR" altLang="en-US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7923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6B025A-BEBC-9E7C-A778-B6EC0DC22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327969-D097-B89C-7A53-B5AC99D78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fld id="{1D9A3B64-3417-46AE-8AF6-E62BE5CC6F07}" type="datetimeFigureOut">
              <a:rPr lang="ko-KR" altLang="en-US" smtClean="0"/>
              <a:pPr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6204F9-6432-F2B9-8964-2AD2B4298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5B85CA-8DA6-6D8A-1EC6-3A33D6F47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fld id="{DC64867A-AB8A-4C05-94D4-F797EFEC10E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5FCFA674-EEB7-B69C-D8D4-C8F80DCFEF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14 -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B8B5691-1FE3-8390-2E94-79B2411BC27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73050" y="620688"/>
            <a:ext cx="9359900" cy="0"/>
          </a:xfrm>
          <a:prstGeom prst="line">
            <a:avLst/>
          </a:prstGeom>
          <a:noFill/>
          <a:ln w="19050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0B1FB1-D9F7-42D5-835D-A3321A0145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  <p:extLst>
      <p:ext uri="{BB962C8B-B14F-4D97-AF65-F5344CB8AC3E}">
        <p14:creationId xmlns:p14="http://schemas.microsoft.com/office/powerpoint/2010/main" val="173609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6" r:id="rId3"/>
    <p:sldLayoutId id="2147483682" r:id="rId4"/>
    <p:sldLayoutId id="2147483749" r:id="rId5"/>
  </p:sldLayoutIdLst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현대하모니 L" panose="02020603020101020101" pitchFamily="18" charset="-127"/>
          <a:ea typeface="현대하모니 L" panose="02020603020101020101" pitchFamily="18" charset="-127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현대하모니 L" panose="02020603020101020101" pitchFamily="18" charset="-127"/>
          <a:ea typeface="현대하모니 L" panose="02020603020101020101" pitchFamily="18" charset="-127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현대하모니 L" panose="02020603020101020101" pitchFamily="18" charset="-127"/>
          <a:ea typeface="현대하모니 L" panose="02020603020101020101" pitchFamily="18" charset="-127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현대하모니 L" panose="02020603020101020101" pitchFamily="18" charset="-127"/>
          <a:ea typeface="현대하모니 L" panose="02020603020101020101" pitchFamily="18" charset="-127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현대하모니 L" panose="02020603020101020101" pitchFamily="18" charset="-127"/>
          <a:ea typeface="현대하모니 L" panose="02020603020101020101" pitchFamily="18" charset="-127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60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텍스트 개체 틀 56">
            <a:extLst>
              <a:ext uri="{FF2B5EF4-FFF2-40B4-BE49-F238E27FC236}">
                <a16:creationId xmlns:a16="http://schemas.microsoft.com/office/drawing/2014/main" id="{78683CC9-7BF3-F229-239D-74B0070FE346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57600" rIns="83969" bIns="41985" anchor="ctr" anchorCtr="0">
            <a:noAutofit/>
          </a:bodyPr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8382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대외비</a:t>
            </a:r>
            <a:endParaRPr kumimoji="1" lang="en-US" altLang="ko-KR" sz="105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0000"/>
                  </a:gs>
                  <a:gs pos="100000">
                    <a:srgbClr val="FF0000"/>
                  </a:gs>
                </a:gsLst>
                <a:lin ang="5400000" scaled="1"/>
              </a:gra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  <a:p>
            <a:pPr marL="0" marR="0" lvl="0" indent="0" algn="ctr" defTabSz="8382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Restricted</a:t>
            </a:r>
            <a:endParaRPr kumimoji="1" lang="ko-KR" altLang="en-US" sz="105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0000"/>
                  </a:gs>
                  <a:gs pos="100000">
                    <a:srgbClr val="FF0000"/>
                  </a:gs>
                </a:gsLst>
                <a:lin ang="5400000" scaled="1"/>
              </a:gra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  <p:sp>
        <p:nvSpPr>
          <p:cNvPr id="16" name="텍스트 개체 틀 1">
            <a:extLst>
              <a:ext uri="{FF2B5EF4-FFF2-40B4-BE49-F238E27FC236}">
                <a16:creationId xmlns:a16="http://schemas.microsoft.com/office/drawing/2014/main" id="{0C6BD3EE-6EBF-3196-3A11-97FA335A03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804501"/>
            <a:ext cx="1433758" cy="283079"/>
          </a:xfrm>
        </p:spPr>
        <p:txBody>
          <a:bodyPr/>
          <a:lstStyle/>
          <a:p>
            <a:r>
              <a:rPr lang="en-US" altLang="ko-KR"/>
              <a:t>2026.09.17</a:t>
            </a:r>
            <a:endParaRPr lang="ko-KR" altLang="en-US"/>
          </a:p>
        </p:txBody>
      </p:sp>
      <p:sp>
        <p:nvSpPr>
          <p:cNvPr id="18" name="텍스트 개체 틀 3">
            <a:extLst>
              <a:ext uri="{FF2B5EF4-FFF2-40B4-BE49-F238E27FC236}">
                <a16:creationId xmlns:a16="http://schemas.microsoft.com/office/drawing/2014/main" id="{63F96163-871D-E61A-0587-037AA254B6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이승문 연구원</a:t>
            </a:r>
          </a:p>
        </p:txBody>
      </p:sp>
      <p:sp>
        <p:nvSpPr>
          <p:cNvPr id="4" name="텍스트 개체 틀 13">
            <a:extLst>
              <a:ext uri="{FF2B5EF4-FFF2-40B4-BE49-F238E27FC236}">
                <a16:creationId xmlns:a16="http://schemas.microsoft.com/office/drawing/2014/main" id="{8B23F666-6A80-916A-501E-B8965BB2E9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2" y="1386109"/>
            <a:ext cx="8424936" cy="490904"/>
          </a:xfrm>
        </p:spPr>
        <p:txBody>
          <a:bodyPr/>
          <a:lstStyle/>
          <a:p>
            <a:r>
              <a:rPr lang="en-US" altLang="ko-KR"/>
              <a:t>Communication Test Firmware Request</a:t>
            </a:r>
            <a:endParaRPr lang="ko-KR" altLang="en-US"/>
          </a:p>
        </p:txBody>
      </p:sp>
      <p:sp>
        <p:nvSpPr>
          <p:cNvPr id="5" name="텍스트 개체 틀 14">
            <a:extLst>
              <a:ext uri="{FF2B5EF4-FFF2-40B4-BE49-F238E27FC236}">
                <a16:creationId xmlns:a16="http://schemas.microsoft.com/office/drawing/2014/main" id="{93BF2738-42FD-9D68-A092-8385C06878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8424936" cy="433965"/>
          </a:xfrm>
        </p:spPr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20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B28977-E789-3271-EC04-250808B4CB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목 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B6F6EF-284F-DE34-8223-25D07A7F2F4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73050" y="633724"/>
            <a:ext cx="9359900" cy="5929001"/>
          </a:xfrm>
        </p:spPr>
        <p:txBody>
          <a:bodyPr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 보드 구성 환경</a:t>
            </a:r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일반 통신 기능 확인</a:t>
            </a:r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Local Read / Write 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스크립트</a:t>
            </a:r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통신 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CRC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Abnormal 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통신 전송</a:t>
            </a:r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288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73F070-4F34-E761-F347-D706AC1394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ko-KR" altLang="en-US"/>
              <a:t>테스트 보드 구성 환경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C07E40-6BD4-E3FD-D376-9771954A0FE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ID601 Daisy 5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 연결하여 테스트 진행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ID601 Daisy Chain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은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IC603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 연결하여 구성하거나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MCU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와 직결 구성하여 테스트 진행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0" name="s100"/>
          <p:cNvSpPr/>
          <p:nvPr/>
        </p:nvSpPr>
        <p:spPr>
          <a:xfrm>
            <a:off x="560000" y="1580000"/>
            <a:ext cx="72000" cy="2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36000" tIns="18000" rIns="36000" bIns="1800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01" name="s101"/>
          <p:cNvSpPr txBox="1"/>
          <p:nvPr/>
        </p:nvSpPr>
        <p:spPr>
          <a:xfrm>
            <a:off x="680000" y="1580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300" b="1">
                <a:solidFill>
                  <a:srgbClr val="1F3864"/>
                </a:solidFill>
                <a:latin typeface="Malgun Gothic"/>
                <a:ea typeface="Malgun Gothic"/>
              </a:rPr>
              <a:t>IC603  –  ID601  Daisy Chain</a:t>
            </a:r>
          </a:p>
        </p:txBody>
      </p:sp>
      <p:sp>
        <p:nvSpPr>
          <p:cNvPr id="102" name="s102"/>
          <p:cNvSpPr/>
          <p:nvPr/>
        </p:nvSpPr>
        <p:spPr>
          <a:xfrm>
            <a:off x="560000" y="2490000"/>
            <a:ext cx="880000" cy="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200" b="1">
                <a:solidFill>
                  <a:srgbClr val="1F3864"/>
                </a:solidFill>
                <a:latin typeface="Malgun Gothic"/>
                <a:ea typeface="Malgun Gothic"/>
              </a:rPr>
              <a:t>PC</a:t>
            </a:r>
          </a:p>
        </p:txBody>
      </p:sp>
      <p:sp>
        <p:nvSpPr>
          <p:cNvPr id="103" name="s103"/>
          <p:cNvSpPr>
            <a:spLocks/>
          </p:cNvSpPr>
          <p:nvPr/>
        </p:nvSpPr>
        <p:spPr>
          <a:xfrm>
            <a:off x="1820000" y="2490000"/>
            <a:ext cx="880000" cy="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200" b="1">
                <a:solidFill>
                  <a:srgbClr val="1F3864"/>
                </a:solidFill>
                <a:latin typeface="Malgun Gothic"/>
                <a:ea typeface="Malgun Gothic"/>
              </a:rPr>
              <a:t>MCU</a:t>
            </a:r>
          </a:p>
        </p:txBody>
      </p:sp>
      <p:cxnSp>
        <p:nvCxnSpPr>
          <p:cNvPr id="104" name="c104"/>
          <p:cNvCxnSpPr/>
          <p:nvPr/>
        </p:nvCxnSpPr>
        <p:spPr>
          <a:xfrm>
            <a:off x="1460000" y="2770000"/>
            <a:ext cx="340000" cy="0"/>
          </a:xfrm>
          <a:prstGeom prst="line">
            <a:avLst/>
          </a:prstGeom>
          <a:ln w="15875" cap="rnd">
            <a:solidFill>
              <a:srgbClr val="595959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" name="c105"/>
          <p:cNvCxnSpPr/>
          <p:nvPr/>
        </p:nvCxnSpPr>
        <p:spPr>
          <a:xfrm flipH="1">
            <a:off x="1460000" y="2840000"/>
            <a:ext cx="340000" cy="0"/>
          </a:xfrm>
          <a:prstGeom prst="line">
            <a:avLst/>
          </a:prstGeom>
          <a:ln w="15875" cap="rnd">
            <a:solidFill>
              <a:srgbClr val="595959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6" name="s106"/>
          <p:cNvSpPr txBox="1">
            <a:spLocks/>
          </p:cNvSpPr>
          <p:nvPr/>
        </p:nvSpPr>
        <p:spPr>
          <a:xfrm>
            <a:off x="1440000" y="2520000"/>
            <a:ext cx="3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0">
                <a:solidFill>
                  <a:srgbClr val="595959"/>
                </a:solidFill>
                <a:latin typeface="Malgun Gothic"/>
                <a:ea typeface="Malgun Gothic"/>
              </a:rPr>
              <a:t>Serial</a:t>
            </a:r>
          </a:p>
        </p:txBody>
      </p:sp>
      <p:cxnSp>
        <p:nvCxnSpPr>
          <p:cNvPr id="107" name="c107"/>
          <p:cNvCxnSpPr/>
          <p:nvPr/>
        </p:nvCxnSpPr>
        <p:spPr>
          <a:xfrm>
            <a:off x="2720000" y="2770000"/>
            <a:ext cx="340000" cy="0"/>
          </a:xfrm>
          <a:prstGeom prst="line">
            <a:avLst/>
          </a:prstGeom>
          <a:ln w="15875" cap="rnd">
            <a:solidFill>
              <a:srgbClr val="595959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c108"/>
          <p:cNvCxnSpPr/>
          <p:nvPr/>
        </p:nvCxnSpPr>
        <p:spPr>
          <a:xfrm flipH="1">
            <a:off x="2720000" y="2840000"/>
            <a:ext cx="340000" cy="0"/>
          </a:xfrm>
          <a:prstGeom prst="line">
            <a:avLst/>
          </a:prstGeom>
          <a:ln w="15875" cap="rnd">
            <a:solidFill>
              <a:srgbClr val="595959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9" name="s109"/>
          <p:cNvSpPr txBox="1"/>
          <p:nvPr/>
        </p:nvSpPr>
        <p:spPr>
          <a:xfrm>
            <a:off x="2700000" y="2520000"/>
            <a:ext cx="3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0">
                <a:solidFill>
                  <a:srgbClr val="595959"/>
                </a:solidFill>
                <a:latin typeface="Malgun Gothic"/>
                <a:ea typeface="Malgun Gothic"/>
              </a:rPr>
              <a:t>SPI</a:t>
            </a:r>
          </a:p>
        </p:txBody>
      </p:sp>
      <p:sp>
        <p:nvSpPr>
          <p:cNvPr id="110" name="s110"/>
          <p:cNvSpPr/>
          <p:nvPr/>
        </p:nvSpPr>
        <p:spPr>
          <a:xfrm>
            <a:off x="3080000" y="1940000"/>
            <a:ext cx="1010000" cy="1660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/>
                <a:ea typeface="Malgun Gothic"/>
              </a:rPr>
              <a:t>IC603</a:t>
            </a:r>
          </a:p>
        </p:txBody>
      </p:sp>
      <p:sp>
        <p:nvSpPr>
          <p:cNvPr id="111" name="s111"/>
          <p:cNvSpPr txBox="1"/>
          <p:nvPr/>
        </p:nvSpPr>
        <p:spPr>
          <a:xfrm>
            <a:off x="3640000" y="2034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1">
                <a:solidFill>
                  <a:srgbClr val="FFFFFF"/>
                </a:solidFill>
                <a:latin typeface="Malgun Gothic"/>
                <a:ea typeface="Malgun Gothic"/>
              </a:rPr>
              <a:t>CH1</a:t>
            </a:r>
          </a:p>
        </p:txBody>
      </p:sp>
      <p:sp>
        <p:nvSpPr>
          <p:cNvPr id="112" name="s112"/>
          <p:cNvSpPr/>
          <p:nvPr/>
        </p:nvSpPr>
        <p:spPr>
          <a:xfrm>
            <a:off x="4060000" y="2058000"/>
            <a:ext cx="60000" cy="44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13" name="s113"/>
          <p:cNvSpPr txBox="1"/>
          <p:nvPr/>
        </p:nvSpPr>
        <p:spPr>
          <a:xfrm>
            <a:off x="3640000" y="2126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CH2</a:t>
            </a:r>
          </a:p>
        </p:txBody>
      </p:sp>
      <p:sp>
        <p:nvSpPr>
          <p:cNvPr id="114" name="s114"/>
          <p:cNvSpPr/>
          <p:nvPr/>
        </p:nvSpPr>
        <p:spPr>
          <a:xfrm>
            <a:off x="4060000" y="2150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15" name="s115"/>
          <p:cNvSpPr txBox="1"/>
          <p:nvPr/>
        </p:nvSpPr>
        <p:spPr>
          <a:xfrm>
            <a:off x="3640000" y="2218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CH3</a:t>
            </a:r>
          </a:p>
        </p:txBody>
      </p:sp>
      <p:sp>
        <p:nvSpPr>
          <p:cNvPr id="116" name="s116"/>
          <p:cNvSpPr/>
          <p:nvPr/>
        </p:nvSpPr>
        <p:spPr>
          <a:xfrm>
            <a:off x="4060000" y="2242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17" name="s117"/>
          <p:cNvSpPr txBox="1"/>
          <p:nvPr/>
        </p:nvSpPr>
        <p:spPr>
          <a:xfrm>
            <a:off x="3640000" y="2310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CH4</a:t>
            </a:r>
          </a:p>
        </p:txBody>
      </p:sp>
      <p:sp>
        <p:nvSpPr>
          <p:cNvPr id="118" name="s118"/>
          <p:cNvSpPr/>
          <p:nvPr/>
        </p:nvSpPr>
        <p:spPr>
          <a:xfrm>
            <a:off x="4060000" y="2334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19" name="s119"/>
          <p:cNvSpPr txBox="1"/>
          <p:nvPr/>
        </p:nvSpPr>
        <p:spPr>
          <a:xfrm>
            <a:off x="3640000" y="2402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CH5</a:t>
            </a:r>
          </a:p>
        </p:txBody>
      </p:sp>
      <p:sp>
        <p:nvSpPr>
          <p:cNvPr id="120" name="s120"/>
          <p:cNvSpPr/>
          <p:nvPr/>
        </p:nvSpPr>
        <p:spPr>
          <a:xfrm>
            <a:off x="4060000" y="2426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1" name="s121"/>
          <p:cNvSpPr txBox="1"/>
          <p:nvPr/>
        </p:nvSpPr>
        <p:spPr>
          <a:xfrm>
            <a:off x="3640000" y="2494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CH6</a:t>
            </a:r>
          </a:p>
        </p:txBody>
      </p:sp>
      <p:sp>
        <p:nvSpPr>
          <p:cNvPr id="122" name="s122"/>
          <p:cNvSpPr/>
          <p:nvPr/>
        </p:nvSpPr>
        <p:spPr>
          <a:xfrm>
            <a:off x="4060000" y="2518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3" name="s123"/>
          <p:cNvSpPr txBox="1"/>
          <p:nvPr/>
        </p:nvSpPr>
        <p:spPr>
          <a:xfrm>
            <a:off x="3640000" y="2586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CH7</a:t>
            </a:r>
          </a:p>
        </p:txBody>
      </p:sp>
      <p:sp>
        <p:nvSpPr>
          <p:cNvPr id="124" name="s124"/>
          <p:cNvSpPr/>
          <p:nvPr/>
        </p:nvSpPr>
        <p:spPr>
          <a:xfrm>
            <a:off x="4060000" y="2610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5" name="s125"/>
          <p:cNvSpPr txBox="1"/>
          <p:nvPr/>
        </p:nvSpPr>
        <p:spPr>
          <a:xfrm>
            <a:off x="3640000" y="2678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CH8</a:t>
            </a:r>
          </a:p>
        </p:txBody>
      </p:sp>
      <p:sp>
        <p:nvSpPr>
          <p:cNvPr id="126" name="s126"/>
          <p:cNvSpPr/>
          <p:nvPr/>
        </p:nvSpPr>
        <p:spPr>
          <a:xfrm>
            <a:off x="4060000" y="2702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7" name="s127"/>
          <p:cNvSpPr txBox="1"/>
          <p:nvPr/>
        </p:nvSpPr>
        <p:spPr>
          <a:xfrm>
            <a:off x="3640000" y="2770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CH9</a:t>
            </a:r>
          </a:p>
        </p:txBody>
      </p:sp>
      <p:sp>
        <p:nvSpPr>
          <p:cNvPr id="128" name="s128"/>
          <p:cNvSpPr/>
          <p:nvPr/>
        </p:nvSpPr>
        <p:spPr>
          <a:xfrm>
            <a:off x="4060000" y="2794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9" name="s129"/>
          <p:cNvSpPr txBox="1"/>
          <p:nvPr/>
        </p:nvSpPr>
        <p:spPr>
          <a:xfrm>
            <a:off x="3640000" y="2862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CH10</a:t>
            </a:r>
          </a:p>
        </p:txBody>
      </p:sp>
      <p:sp>
        <p:nvSpPr>
          <p:cNvPr id="130" name="s130"/>
          <p:cNvSpPr/>
          <p:nvPr/>
        </p:nvSpPr>
        <p:spPr>
          <a:xfrm>
            <a:off x="4060000" y="2886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1" name="s131"/>
          <p:cNvSpPr txBox="1"/>
          <p:nvPr/>
        </p:nvSpPr>
        <p:spPr>
          <a:xfrm>
            <a:off x="3640000" y="2954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CH11</a:t>
            </a:r>
          </a:p>
        </p:txBody>
      </p:sp>
      <p:sp>
        <p:nvSpPr>
          <p:cNvPr id="132" name="s132"/>
          <p:cNvSpPr/>
          <p:nvPr/>
        </p:nvSpPr>
        <p:spPr>
          <a:xfrm>
            <a:off x="4060000" y="2978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3" name="s133"/>
          <p:cNvSpPr txBox="1"/>
          <p:nvPr/>
        </p:nvSpPr>
        <p:spPr>
          <a:xfrm>
            <a:off x="3640000" y="3046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CH12</a:t>
            </a:r>
          </a:p>
        </p:txBody>
      </p:sp>
      <p:sp>
        <p:nvSpPr>
          <p:cNvPr id="134" name="s134"/>
          <p:cNvSpPr/>
          <p:nvPr/>
        </p:nvSpPr>
        <p:spPr>
          <a:xfrm>
            <a:off x="4060000" y="3070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5" name="s135"/>
          <p:cNvSpPr txBox="1"/>
          <p:nvPr/>
        </p:nvSpPr>
        <p:spPr>
          <a:xfrm>
            <a:off x="3640000" y="3138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CH13</a:t>
            </a:r>
          </a:p>
        </p:txBody>
      </p:sp>
      <p:sp>
        <p:nvSpPr>
          <p:cNvPr id="136" name="s136"/>
          <p:cNvSpPr/>
          <p:nvPr/>
        </p:nvSpPr>
        <p:spPr>
          <a:xfrm>
            <a:off x="4060000" y="3162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37" name="s137"/>
          <p:cNvSpPr txBox="1"/>
          <p:nvPr/>
        </p:nvSpPr>
        <p:spPr>
          <a:xfrm>
            <a:off x="3640000" y="3230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CH14</a:t>
            </a:r>
          </a:p>
        </p:txBody>
      </p:sp>
      <p:sp>
        <p:nvSpPr>
          <p:cNvPr id="138" name="s138"/>
          <p:cNvSpPr/>
          <p:nvPr/>
        </p:nvSpPr>
        <p:spPr>
          <a:xfrm>
            <a:off x="4060000" y="3254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39" name="s139"/>
          <p:cNvSpPr txBox="1"/>
          <p:nvPr/>
        </p:nvSpPr>
        <p:spPr>
          <a:xfrm>
            <a:off x="3640000" y="3322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CH15</a:t>
            </a:r>
          </a:p>
        </p:txBody>
      </p:sp>
      <p:sp>
        <p:nvSpPr>
          <p:cNvPr id="140" name="s140"/>
          <p:cNvSpPr/>
          <p:nvPr/>
        </p:nvSpPr>
        <p:spPr>
          <a:xfrm>
            <a:off x="4060000" y="3346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41" name="s141"/>
          <p:cNvSpPr txBox="1"/>
          <p:nvPr/>
        </p:nvSpPr>
        <p:spPr>
          <a:xfrm>
            <a:off x="3640000" y="3414000"/>
            <a:ext cx="390000" cy="9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fontScale="70000" lnSpcReduction="20000"/>
          </a:bodyPr>
          <a:lstStyle/>
          <a:p>
            <a:pPr algn="r"/>
            <a:r>
              <a:rPr lang="en-US" altLang="ko-KR" sz="600" b="0">
                <a:solidFill>
                  <a:srgbClr val="FFFFFF"/>
                </a:solidFill>
                <a:latin typeface="Malgun Gothic"/>
                <a:ea typeface="Malgun Gothic"/>
              </a:rPr>
              <a:t>CH16</a:t>
            </a:r>
          </a:p>
        </p:txBody>
      </p:sp>
      <p:sp>
        <p:nvSpPr>
          <p:cNvPr id="142" name="s142"/>
          <p:cNvSpPr/>
          <p:nvPr/>
        </p:nvSpPr>
        <p:spPr>
          <a:xfrm>
            <a:off x="4060000" y="3438000"/>
            <a:ext cx="60000" cy="44000"/>
          </a:xfrm>
          <a:prstGeom prst="rect">
            <a:avLst/>
          </a:prstGeom>
          <a:solidFill>
            <a:srgbClr val="8496B0"/>
          </a:solidFill>
          <a:ln w="6350">
            <a:solidFill>
              <a:srgbClr val="8496B0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cxnSp>
        <p:nvCxnSpPr>
          <p:cNvPr id="143" name="c143"/>
          <p:cNvCxnSpPr/>
          <p:nvPr/>
        </p:nvCxnSpPr>
        <p:spPr>
          <a:xfrm>
            <a:off x="4120000" y="2080000"/>
            <a:ext cx="360000" cy="0"/>
          </a:xfrm>
          <a:prstGeom prst="line">
            <a:avLst/>
          </a:prstGeom>
          <a:ln w="2222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4" name="s144"/>
          <p:cNvSpPr/>
          <p:nvPr/>
        </p:nvSpPr>
        <p:spPr>
          <a:xfrm>
            <a:off x="4480000" y="1845000"/>
            <a:ext cx="760000" cy="47000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000" b="1">
                <a:solidFill>
                  <a:srgbClr val="1F3864"/>
                </a:solidFill>
                <a:latin typeface="Malgun Gothic"/>
                <a:ea typeface="Malgun Gothic"/>
              </a:rPr>
              <a:t>ID601</a:t>
            </a:r>
          </a:p>
        </p:txBody>
      </p:sp>
      <p:cxnSp>
        <p:nvCxnSpPr>
          <p:cNvPr id="145" name="c145"/>
          <p:cNvCxnSpPr/>
          <p:nvPr/>
        </p:nvCxnSpPr>
        <p:spPr>
          <a:xfrm>
            <a:off x="5240000" y="2080000"/>
            <a:ext cx="340000" cy="0"/>
          </a:xfrm>
          <a:prstGeom prst="line">
            <a:avLst/>
          </a:prstGeom>
          <a:ln w="22225" cap="rnd">
            <a:solidFill>
              <a:srgbClr val="2E75B6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6" name="s146"/>
          <p:cNvSpPr/>
          <p:nvPr/>
        </p:nvSpPr>
        <p:spPr>
          <a:xfrm>
            <a:off x="5580000" y="1845000"/>
            <a:ext cx="760000" cy="47000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000" b="1">
                <a:solidFill>
                  <a:srgbClr val="1F3864"/>
                </a:solidFill>
                <a:latin typeface="Malgun Gothic"/>
                <a:ea typeface="Malgun Gothic"/>
              </a:rPr>
              <a:t>ID601</a:t>
            </a:r>
          </a:p>
        </p:txBody>
      </p:sp>
      <p:cxnSp>
        <p:nvCxnSpPr>
          <p:cNvPr id="147" name="c147"/>
          <p:cNvCxnSpPr/>
          <p:nvPr/>
        </p:nvCxnSpPr>
        <p:spPr>
          <a:xfrm>
            <a:off x="6340000" y="2080000"/>
            <a:ext cx="340000" cy="0"/>
          </a:xfrm>
          <a:prstGeom prst="line">
            <a:avLst/>
          </a:prstGeom>
          <a:ln w="22225" cap="rnd">
            <a:solidFill>
              <a:srgbClr val="2E75B6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8" name="s148"/>
          <p:cNvSpPr/>
          <p:nvPr/>
        </p:nvSpPr>
        <p:spPr>
          <a:xfrm>
            <a:off x="6680000" y="1845000"/>
            <a:ext cx="760000" cy="47000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000" b="1">
                <a:solidFill>
                  <a:srgbClr val="1F3864"/>
                </a:solidFill>
                <a:latin typeface="Malgun Gothic"/>
                <a:ea typeface="Malgun Gothic"/>
              </a:rPr>
              <a:t>ID601</a:t>
            </a:r>
          </a:p>
        </p:txBody>
      </p:sp>
      <p:cxnSp>
        <p:nvCxnSpPr>
          <p:cNvPr id="149" name="c149"/>
          <p:cNvCxnSpPr/>
          <p:nvPr/>
        </p:nvCxnSpPr>
        <p:spPr>
          <a:xfrm>
            <a:off x="7440000" y="2080000"/>
            <a:ext cx="340000" cy="0"/>
          </a:xfrm>
          <a:prstGeom prst="line">
            <a:avLst/>
          </a:prstGeom>
          <a:ln w="22225" cap="rnd">
            <a:solidFill>
              <a:srgbClr val="2E75B6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0" name="s150"/>
          <p:cNvSpPr/>
          <p:nvPr/>
        </p:nvSpPr>
        <p:spPr>
          <a:xfrm>
            <a:off x="7780000" y="1845000"/>
            <a:ext cx="760000" cy="47000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000" b="1">
                <a:solidFill>
                  <a:srgbClr val="1F3864"/>
                </a:solidFill>
                <a:latin typeface="Malgun Gothic"/>
                <a:ea typeface="Malgun Gothic"/>
              </a:rPr>
              <a:t>ID601</a:t>
            </a:r>
          </a:p>
        </p:txBody>
      </p:sp>
      <p:cxnSp>
        <p:nvCxnSpPr>
          <p:cNvPr id="151" name="c151"/>
          <p:cNvCxnSpPr/>
          <p:nvPr/>
        </p:nvCxnSpPr>
        <p:spPr>
          <a:xfrm>
            <a:off x="8540000" y="2080000"/>
            <a:ext cx="340000" cy="0"/>
          </a:xfrm>
          <a:prstGeom prst="line">
            <a:avLst/>
          </a:prstGeom>
          <a:ln w="22225" cap="rnd">
            <a:solidFill>
              <a:srgbClr val="2E75B6"/>
            </a:solidFill>
            <a:round/>
            <a:tailEnd type="triangle" w="sm" len="sm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2" name="s152"/>
          <p:cNvSpPr/>
          <p:nvPr/>
        </p:nvSpPr>
        <p:spPr>
          <a:xfrm>
            <a:off x="8880000" y="1845000"/>
            <a:ext cx="760000" cy="47000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000" b="1">
                <a:solidFill>
                  <a:srgbClr val="1F3864"/>
                </a:solidFill>
                <a:latin typeface="Malgun Gothic"/>
                <a:ea typeface="Malgun Gothic"/>
              </a:rPr>
              <a:t>ID601</a:t>
            </a:r>
          </a:p>
        </p:txBody>
      </p:sp>
      <p:sp>
        <p:nvSpPr>
          <p:cNvPr id="153" name="s153"/>
          <p:cNvSpPr txBox="1"/>
          <p:nvPr/>
        </p:nvSpPr>
        <p:spPr>
          <a:xfrm>
            <a:off x="4480000" y="2445000"/>
            <a:ext cx="516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900" b="0">
                <a:solidFill>
                  <a:srgbClr val="595959"/>
                </a:solidFill>
                <a:latin typeface="Malgun Gothic"/>
                <a:ea typeface="Malgun Gothic"/>
              </a:rPr>
              <a:t>1 channel (CH1)  →  5 × ID601 daisy chain</a:t>
            </a:r>
          </a:p>
        </p:txBody>
      </p:sp>
      <p:cxnSp>
        <p:nvCxnSpPr>
          <p:cNvPr id="154" name="c154"/>
          <p:cNvCxnSpPr/>
          <p:nvPr/>
        </p:nvCxnSpPr>
        <p:spPr>
          <a:xfrm>
            <a:off x="4120000" y="2172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5" name="c155"/>
          <p:cNvCxnSpPr/>
          <p:nvPr/>
        </p:nvCxnSpPr>
        <p:spPr>
          <a:xfrm>
            <a:off x="4120000" y="2264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6" name="c156"/>
          <p:cNvCxnSpPr/>
          <p:nvPr/>
        </p:nvCxnSpPr>
        <p:spPr>
          <a:xfrm>
            <a:off x="4120000" y="2356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7" name="c157"/>
          <p:cNvCxnSpPr/>
          <p:nvPr/>
        </p:nvCxnSpPr>
        <p:spPr>
          <a:xfrm>
            <a:off x="4120000" y="2448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8" name="c158"/>
          <p:cNvCxnSpPr/>
          <p:nvPr/>
        </p:nvCxnSpPr>
        <p:spPr>
          <a:xfrm>
            <a:off x="4120000" y="2540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c159"/>
          <p:cNvCxnSpPr/>
          <p:nvPr/>
        </p:nvCxnSpPr>
        <p:spPr>
          <a:xfrm>
            <a:off x="4120000" y="2632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c160"/>
          <p:cNvCxnSpPr/>
          <p:nvPr/>
        </p:nvCxnSpPr>
        <p:spPr>
          <a:xfrm>
            <a:off x="4120000" y="2724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c161"/>
          <p:cNvCxnSpPr/>
          <p:nvPr/>
        </p:nvCxnSpPr>
        <p:spPr>
          <a:xfrm>
            <a:off x="4120000" y="2816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2" name="c162"/>
          <p:cNvCxnSpPr/>
          <p:nvPr/>
        </p:nvCxnSpPr>
        <p:spPr>
          <a:xfrm>
            <a:off x="4120000" y="2908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3" name="c163"/>
          <p:cNvCxnSpPr/>
          <p:nvPr/>
        </p:nvCxnSpPr>
        <p:spPr>
          <a:xfrm>
            <a:off x="4120000" y="3000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4" name="c164"/>
          <p:cNvCxnSpPr/>
          <p:nvPr/>
        </p:nvCxnSpPr>
        <p:spPr>
          <a:xfrm>
            <a:off x="4120000" y="3092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c165"/>
          <p:cNvCxnSpPr/>
          <p:nvPr/>
        </p:nvCxnSpPr>
        <p:spPr>
          <a:xfrm>
            <a:off x="4120000" y="3184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6" name="c166"/>
          <p:cNvCxnSpPr/>
          <p:nvPr/>
        </p:nvCxnSpPr>
        <p:spPr>
          <a:xfrm>
            <a:off x="4120000" y="3276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c167"/>
          <p:cNvCxnSpPr/>
          <p:nvPr/>
        </p:nvCxnSpPr>
        <p:spPr>
          <a:xfrm>
            <a:off x="4120000" y="3368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8" name="c168"/>
          <p:cNvCxnSpPr/>
          <p:nvPr/>
        </p:nvCxnSpPr>
        <p:spPr>
          <a:xfrm>
            <a:off x="4120000" y="3460000"/>
            <a:ext cx="2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9" name="c169"/>
          <p:cNvCxnSpPr/>
          <p:nvPr/>
        </p:nvCxnSpPr>
        <p:spPr>
          <a:xfrm>
            <a:off x="4340000" y="2172000"/>
            <a:ext cx="0" cy="128800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0" name="s170"/>
          <p:cNvSpPr txBox="1"/>
          <p:nvPr/>
        </p:nvSpPr>
        <p:spPr>
          <a:xfrm>
            <a:off x="4390000" y="290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00" b="0">
                <a:solidFill>
                  <a:srgbClr val="808080"/>
                </a:solidFill>
                <a:latin typeface="Malgun Gothic"/>
                <a:ea typeface="Malgun Gothic"/>
              </a:rPr>
              <a:t>CH2 – CH16 : not used in this test</a:t>
            </a:r>
          </a:p>
        </p:txBody>
      </p:sp>
      <p:cxnSp>
        <p:nvCxnSpPr>
          <p:cNvPr id="171" name="c171"/>
          <p:cNvCxnSpPr/>
          <p:nvPr/>
        </p:nvCxnSpPr>
        <p:spPr>
          <a:xfrm>
            <a:off x="560000" y="3720000"/>
            <a:ext cx="8790000" cy="0"/>
          </a:xfrm>
          <a:prstGeom prst="line">
            <a:avLst/>
          </a:prstGeom>
          <a:ln w="9525" cap="rnd">
            <a:solidFill>
              <a:srgbClr val="D9D9D9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2" name="s172"/>
          <p:cNvSpPr>
            <a:spLocks/>
          </p:cNvSpPr>
          <p:nvPr/>
        </p:nvSpPr>
        <p:spPr>
          <a:xfrm>
            <a:off x="560000" y="3800000"/>
            <a:ext cx="72000" cy="2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36000" tIns="18000" rIns="36000" bIns="18000" anchor="ctr">
            <a:normAutofit fontScale="8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73" name="s173"/>
          <p:cNvSpPr txBox="1">
            <a:spLocks/>
          </p:cNvSpPr>
          <p:nvPr/>
        </p:nvSpPr>
        <p:spPr>
          <a:xfrm>
            <a:off x="680000" y="3800000"/>
            <a:ext cx="60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300" b="1">
                <a:solidFill>
                  <a:srgbClr val="1F3864"/>
                </a:solidFill>
                <a:latin typeface="Malgun Gothic"/>
                <a:ea typeface="Malgun Gothic"/>
              </a:rPr>
              <a:t>ID601  Channel  /  RGB  Data  Structure</a:t>
            </a:r>
          </a:p>
        </p:txBody>
      </p:sp>
      <p:sp>
        <p:nvSpPr>
          <p:cNvPr id="174" name="s174"/>
          <p:cNvSpPr>
            <a:spLocks/>
          </p:cNvSpPr>
          <p:nvPr/>
        </p:nvSpPr>
        <p:spPr>
          <a:xfrm>
            <a:off x="560000" y="4120000"/>
            <a:ext cx="1150000" cy="20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endParaRPr lang="ko-KR" altLang="en-US"/>
          </a:p>
        </p:txBody>
      </p:sp>
      <p:sp>
        <p:nvSpPr>
          <p:cNvPr id="175" name="s175"/>
          <p:cNvSpPr txBox="1">
            <a:spLocks/>
          </p:cNvSpPr>
          <p:nvPr/>
        </p:nvSpPr>
        <p:spPr>
          <a:xfrm>
            <a:off x="560000" y="4160000"/>
            <a:ext cx="11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1300" b="1">
                <a:solidFill>
                  <a:srgbClr val="1F3864"/>
                </a:solidFill>
                <a:latin typeface="Malgun Gothic"/>
                <a:ea typeface="Malgun Gothic"/>
              </a:rPr>
              <a:t>ID601</a:t>
            </a:r>
          </a:p>
        </p:txBody>
      </p:sp>
      <p:sp>
        <p:nvSpPr>
          <p:cNvPr id="176" name="s176"/>
          <p:cNvSpPr txBox="1"/>
          <p:nvPr/>
        </p:nvSpPr>
        <p:spPr>
          <a:xfrm>
            <a:off x="1210000" y="440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1">
                <a:solidFill>
                  <a:srgbClr val="1F3864"/>
                </a:solidFill>
                <a:latin typeface="Malgun Gothic"/>
                <a:ea typeface="Malgun Gothic"/>
              </a:rPr>
              <a:t>CH1</a:t>
            </a:r>
          </a:p>
        </p:txBody>
      </p:sp>
      <p:sp>
        <p:nvSpPr>
          <p:cNvPr id="177" name="s177"/>
          <p:cNvSpPr/>
          <p:nvPr/>
        </p:nvSpPr>
        <p:spPr>
          <a:xfrm>
            <a:off x="1680000" y="4448000"/>
            <a:ext cx="60000" cy="44000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78" name="s178"/>
          <p:cNvSpPr txBox="1"/>
          <p:nvPr/>
        </p:nvSpPr>
        <p:spPr>
          <a:xfrm>
            <a:off x="1210000" y="454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CH2</a:t>
            </a:r>
          </a:p>
        </p:txBody>
      </p:sp>
      <p:sp>
        <p:nvSpPr>
          <p:cNvPr id="179" name="s179"/>
          <p:cNvSpPr/>
          <p:nvPr/>
        </p:nvSpPr>
        <p:spPr>
          <a:xfrm>
            <a:off x="1680000" y="458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0" name="s180"/>
          <p:cNvSpPr txBox="1"/>
          <p:nvPr/>
        </p:nvSpPr>
        <p:spPr>
          <a:xfrm>
            <a:off x="1210000" y="468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CH3</a:t>
            </a:r>
          </a:p>
        </p:txBody>
      </p:sp>
      <p:sp>
        <p:nvSpPr>
          <p:cNvPr id="181" name="s181"/>
          <p:cNvSpPr/>
          <p:nvPr/>
        </p:nvSpPr>
        <p:spPr>
          <a:xfrm>
            <a:off x="1680000" y="472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2" name="s182"/>
          <p:cNvSpPr txBox="1"/>
          <p:nvPr/>
        </p:nvSpPr>
        <p:spPr>
          <a:xfrm>
            <a:off x="1210000" y="482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CH4</a:t>
            </a:r>
          </a:p>
        </p:txBody>
      </p:sp>
      <p:sp>
        <p:nvSpPr>
          <p:cNvPr id="183" name="s183"/>
          <p:cNvSpPr/>
          <p:nvPr/>
        </p:nvSpPr>
        <p:spPr>
          <a:xfrm>
            <a:off x="1680000" y="486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4" name="s184"/>
          <p:cNvSpPr txBox="1"/>
          <p:nvPr/>
        </p:nvSpPr>
        <p:spPr>
          <a:xfrm>
            <a:off x="1210000" y="496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CH5</a:t>
            </a:r>
          </a:p>
        </p:txBody>
      </p:sp>
      <p:sp>
        <p:nvSpPr>
          <p:cNvPr id="185" name="s185"/>
          <p:cNvSpPr/>
          <p:nvPr/>
        </p:nvSpPr>
        <p:spPr>
          <a:xfrm>
            <a:off x="1680000" y="500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6" name="s186"/>
          <p:cNvSpPr txBox="1"/>
          <p:nvPr/>
        </p:nvSpPr>
        <p:spPr>
          <a:xfrm>
            <a:off x="1210000" y="510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CH6</a:t>
            </a:r>
          </a:p>
        </p:txBody>
      </p:sp>
      <p:sp>
        <p:nvSpPr>
          <p:cNvPr id="187" name="s187"/>
          <p:cNvSpPr/>
          <p:nvPr/>
        </p:nvSpPr>
        <p:spPr>
          <a:xfrm>
            <a:off x="1680000" y="514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8" name="s188"/>
          <p:cNvSpPr txBox="1"/>
          <p:nvPr/>
        </p:nvSpPr>
        <p:spPr>
          <a:xfrm>
            <a:off x="1210000" y="524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CH7</a:t>
            </a:r>
          </a:p>
        </p:txBody>
      </p:sp>
      <p:sp>
        <p:nvSpPr>
          <p:cNvPr id="189" name="s189"/>
          <p:cNvSpPr/>
          <p:nvPr/>
        </p:nvSpPr>
        <p:spPr>
          <a:xfrm>
            <a:off x="1680000" y="528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90" name="s190"/>
          <p:cNvSpPr txBox="1"/>
          <p:nvPr/>
        </p:nvSpPr>
        <p:spPr>
          <a:xfrm>
            <a:off x="1210000" y="538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CH8</a:t>
            </a:r>
          </a:p>
        </p:txBody>
      </p:sp>
      <p:sp>
        <p:nvSpPr>
          <p:cNvPr id="191" name="s191"/>
          <p:cNvSpPr/>
          <p:nvPr/>
        </p:nvSpPr>
        <p:spPr>
          <a:xfrm>
            <a:off x="1680000" y="542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92" name="s192"/>
          <p:cNvSpPr txBox="1"/>
          <p:nvPr/>
        </p:nvSpPr>
        <p:spPr>
          <a:xfrm>
            <a:off x="1210000" y="552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CH9</a:t>
            </a:r>
          </a:p>
        </p:txBody>
      </p:sp>
      <p:sp>
        <p:nvSpPr>
          <p:cNvPr id="193" name="s193"/>
          <p:cNvSpPr/>
          <p:nvPr/>
        </p:nvSpPr>
        <p:spPr>
          <a:xfrm>
            <a:off x="1680000" y="556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94" name="s194"/>
          <p:cNvSpPr txBox="1"/>
          <p:nvPr/>
        </p:nvSpPr>
        <p:spPr>
          <a:xfrm>
            <a:off x="1210000" y="566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CH10</a:t>
            </a:r>
          </a:p>
        </p:txBody>
      </p:sp>
      <p:sp>
        <p:nvSpPr>
          <p:cNvPr id="195" name="s195"/>
          <p:cNvSpPr/>
          <p:nvPr/>
        </p:nvSpPr>
        <p:spPr>
          <a:xfrm>
            <a:off x="1680000" y="570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96" name="s196"/>
          <p:cNvSpPr txBox="1"/>
          <p:nvPr/>
        </p:nvSpPr>
        <p:spPr>
          <a:xfrm>
            <a:off x="1210000" y="580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0">
                <a:solidFill>
                  <a:srgbClr val="595959"/>
                </a:solidFill>
                <a:latin typeface="Malgun Gothic"/>
                <a:ea typeface="Malgun Gothic"/>
              </a:rPr>
              <a:t>CH11</a:t>
            </a:r>
          </a:p>
        </p:txBody>
      </p:sp>
      <p:sp>
        <p:nvSpPr>
          <p:cNvPr id="197" name="s197"/>
          <p:cNvSpPr/>
          <p:nvPr/>
        </p:nvSpPr>
        <p:spPr>
          <a:xfrm>
            <a:off x="1680000" y="5848000"/>
            <a:ext cx="60000" cy="44000"/>
          </a:xfrm>
          <a:prstGeom prst="rect">
            <a:avLst/>
          </a:prstGeom>
          <a:solidFill>
            <a:srgbClr val="A6C0DC"/>
          </a:solidFill>
          <a:ln w="6350">
            <a:solidFill>
              <a:srgbClr val="A6C0DC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sp>
        <p:nvSpPr>
          <p:cNvPr id="198" name="s198"/>
          <p:cNvSpPr txBox="1"/>
          <p:nvPr/>
        </p:nvSpPr>
        <p:spPr>
          <a:xfrm>
            <a:off x="1210000" y="5940000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 lnSpcReduction="10000"/>
          </a:bodyPr>
          <a:lstStyle/>
          <a:p>
            <a:pPr algn="r"/>
            <a:r>
              <a:rPr lang="en-US" altLang="ko-KR" sz="700" b="1">
                <a:solidFill>
                  <a:srgbClr val="1F3864"/>
                </a:solidFill>
                <a:latin typeface="Malgun Gothic"/>
                <a:ea typeface="Malgun Gothic"/>
              </a:rPr>
              <a:t>CH12</a:t>
            </a:r>
          </a:p>
        </p:txBody>
      </p:sp>
      <p:sp>
        <p:nvSpPr>
          <p:cNvPr id="199" name="s199"/>
          <p:cNvSpPr/>
          <p:nvPr/>
        </p:nvSpPr>
        <p:spPr>
          <a:xfrm>
            <a:off x="1680000" y="5988000"/>
            <a:ext cx="60000" cy="44000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</a:ln>
        </p:spPr>
        <p:txBody>
          <a:bodyPr wrap="square" lIns="36000" tIns="18000" rIns="36000" bIns="18000" anchor="ctr">
            <a:normAutofit fontScale="25000" lnSpcReduction="20000"/>
          </a:bodyPr>
          <a:lstStyle/>
          <a:p>
            <a:pPr algn="ctr"/>
            <a:endParaRPr lang="ko-KR" altLang="en-US"/>
          </a:p>
        </p:txBody>
      </p:sp>
      <p:cxnSp>
        <p:nvCxnSpPr>
          <p:cNvPr id="200" name="c200"/>
          <p:cNvCxnSpPr/>
          <p:nvPr/>
        </p:nvCxnSpPr>
        <p:spPr>
          <a:xfrm>
            <a:off x="1740000" y="4470000"/>
            <a:ext cx="98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1" name="c201"/>
          <p:cNvCxnSpPr/>
          <p:nvPr/>
        </p:nvCxnSpPr>
        <p:spPr>
          <a:xfrm>
            <a:off x="2720000" y="4230000"/>
            <a:ext cx="0" cy="48000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2" name="c202"/>
          <p:cNvCxnSpPr/>
          <p:nvPr/>
        </p:nvCxnSpPr>
        <p:spPr>
          <a:xfrm>
            <a:off x="2720000" y="4230000"/>
            <a:ext cx="33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3" name="s203"/>
          <p:cNvSpPr/>
          <p:nvPr/>
        </p:nvSpPr>
        <p:spPr>
          <a:xfrm>
            <a:off x="3050000" y="4135000"/>
            <a:ext cx="1780000" cy="190000"/>
          </a:xfrm>
          <a:prstGeom prst="roundRect">
            <a:avLst>
              <a:gd name="adj" fmla="val 25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  :  12 or 14 bit</a:t>
            </a:r>
          </a:p>
        </p:txBody>
      </p:sp>
      <p:cxnSp>
        <p:nvCxnSpPr>
          <p:cNvPr id="204" name="c204"/>
          <p:cNvCxnSpPr/>
          <p:nvPr/>
        </p:nvCxnSpPr>
        <p:spPr>
          <a:xfrm>
            <a:off x="2720000" y="4470000"/>
            <a:ext cx="33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5" name="s205"/>
          <p:cNvSpPr/>
          <p:nvPr/>
        </p:nvSpPr>
        <p:spPr>
          <a:xfrm>
            <a:off x="3050000" y="4375000"/>
            <a:ext cx="1780000" cy="190000"/>
          </a:xfrm>
          <a:prstGeom prst="roundRect">
            <a:avLst>
              <a:gd name="adj" fmla="val 25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  :  12 or 14 bit</a:t>
            </a:r>
          </a:p>
        </p:txBody>
      </p:sp>
      <p:cxnSp>
        <p:nvCxnSpPr>
          <p:cNvPr id="206" name="c206"/>
          <p:cNvCxnSpPr/>
          <p:nvPr/>
        </p:nvCxnSpPr>
        <p:spPr>
          <a:xfrm>
            <a:off x="2720000" y="4710000"/>
            <a:ext cx="33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7" name="s207"/>
          <p:cNvSpPr/>
          <p:nvPr/>
        </p:nvSpPr>
        <p:spPr>
          <a:xfrm>
            <a:off x="3050000" y="4615000"/>
            <a:ext cx="1780000" cy="190000"/>
          </a:xfrm>
          <a:prstGeom prst="roundRect">
            <a:avLst>
              <a:gd name="adj" fmla="val 25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  :  12 or 14 bit</a:t>
            </a:r>
          </a:p>
        </p:txBody>
      </p:sp>
      <p:cxnSp>
        <p:nvCxnSpPr>
          <p:cNvPr id="208" name="c208"/>
          <p:cNvCxnSpPr/>
          <p:nvPr/>
        </p:nvCxnSpPr>
        <p:spPr>
          <a:xfrm>
            <a:off x="1740000" y="6010000"/>
            <a:ext cx="98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" name="c209"/>
          <p:cNvCxnSpPr/>
          <p:nvPr/>
        </p:nvCxnSpPr>
        <p:spPr>
          <a:xfrm>
            <a:off x="2720000" y="5770000"/>
            <a:ext cx="0" cy="48000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0" name="c210"/>
          <p:cNvCxnSpPr/>
          <p:nvPr/>
        </p:nvCxnSpPr>
        <p:spPr>
          <a:xfrm>
            <a:off x="2720000" y="5770000"/>
            <a:ext cx="33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1" name="s211"/>
          <p:cNvSpPr/>
          <p:nvPr/>
        </p:nvSpPr>
        <p:spPr>
          <a:xfrm>
            <a:off x="3050000" y="5675000"/>
            <a:ext cx="1780000" cy="190000"/>
          </a:xfrm>
          <a:prstGeom prst="roundRect">
            <a:avLst>
              <a:gd name="adj" fmla="val 25000"/>
            </a:avLst>
          </a:prstGeom>
          <a:solidFill>
            <a:srgbClr val="FBE5E5"/>
          </a:solidFill>
          <a:ln w="9525">
            <a:solidFill>
              <a:srgbClr val="C00000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C00000"/>
                </a:solidFill>
                <a:latin typeface="Malgun Gothic"/>
                <a:ea typeface="Malgun Gothic"/>
              </a:rPr>
              <a:t>R  :  12 or 14 bit</a:t>
            </a:r>
          </a:p>
        </p:txBody>
      </p:sp>
      <p:cxnSp>
        <p:nvCxnSpPr>
          <p:cNvPr id="212" name="c212"/>
          <p:cNvCxnSpPr/>
          <p:nvPr/>
        </p:nvCxnSpPr>
        <p:spPr>
          <a:xfrm>
            <a:off x="2720000" y="6010000"/>
            <a:ext cx="33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3" name="s213"/>
          <p:cNvSpPr/>
          <p:nvPr/>
        </p:nvSpPr>
        <p:spPr>
          <a:xfrm>
            <a:off x="3050000" y="5915000"/>
            <a:ext cx="1780000" cy="190000"/>
          </a:xfrm>
          <a:prstGeom prst="roundRect">
            <a:avLst>
              <a:gd name="adj" fmla="val 25000"/>
            </a:avLst>
          </a:prstGeom>
          <a:solidFill>
            <a:srgbClr val="E4F1E4"/>
          </a:solidFill>
          <a:ln w="9525">
            <a:solidFill>
              <a:srgbClr val="2E7D32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2E7D32"/>
                </a:solidFill>
                <a:latin typeface="Malgun Gothic"/>
                <a:ea typeface="Malgun Gothic"/>
              </a:rPr>
              <a:t>G  :  12 or 14 bit</a:t>
            </a:r>
          </a:p>
        </p:txBody>
      </p:sp>
      <p:cxnSp>
        <p:nvCxnSpPr>
          <p:cNvPr id="214" name="c214"/>
          <p:cNvCxnSpPr/>
          <p:nvPr/>
        </p:nvCxnSpPr>
        <p:spPr>
          <a:xfrm>
            <a:off x="2720000" y="6250000"/>
            <a:ext cx="330000" cy="0"/>
          </a:xfrm>
          <a:prstGeom prst="line">
            <a:avLst/>
          </a:prstGeom>
          <a:ln w="15875" cap="rnd">
            <a:solidFill>
              <a:srgbClr val="2E75B6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5" name="s215"/>
          <p:cNvSpPr/>
          <p:nvPr/>
        </p:nvSpPr>
        <p:spPr>
          <a:xfrm>
            <a:off x="3050000" y="6155000"/>
            <a:ext cx="1780000" cy="190000"/>
          </a:xfrm>
          <a:prstGeom prst="roundRect">
            <a:avLst>
              <a:gd name="adj" fmla="val 25000"/>
            </a:avLst>
          </a:prstGeom>
          <a:solidFill>
            <a:srgbClr val="E4ECF9"/>
          </a:solidFill>
          <a:ln w="9525">
            <a:solidFill>
              <a:srgbClr val="1F4E9C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1">
                <a:solidFill>
                  <a:srgbClr val="1F4E9C"/>
                </a:solidFill>
                <a:latin typeface="Malgun Gothic"/>
                <a:ea typeface="Malgun Gothic"/>
              </a:rPr>
              <a:t>B  :  12 or 14 bit</a:t>
            </a:r>
          </a:p>
        </p:txBody>
      </p:sp>
      <p:cxnSp>
        <p:nvCxnSpPr>
          <p:cNvPr id="216" name="c216"/>
          <p:cNvCxnSpPr/>
          <p:nvPr/>
        </p:nvCxnSpPr>
        <p:spPr>
          <a:xfrm>
            <a:off x="1740000" y="461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7" name="c217"/>
          <p:cNvCxnSpPr/>
          <p:nvPr/>
        </p:nvCxnSpPr>
        <p:spPr>
          <a:xfrm>
            <a:off x="1740000" y="475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8" name="c218"/>
          <p:cNvCxnSpPr/>
          <p:nvPr/>
        </p:nvCxnSpPr>
        <p:spPr>
          <a:xfrm>
            <a:off x="1740000" y="489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9" name="c219"/>
          <p:cNvCxnSpPr/>
          <p:nvPr/>
        </p:nvCxnSpPr>
        <p:spPr>
          <a:xfrm>
            <a:off x="1740000" y="503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0" name="c220"/>
          <p:cNvCxnSpPr/>
          <p:nvPr/>
        </p:nvCxnSpPr>
        <p:spPr>
          <a:xfrm>
            <a:off x="1740000" y="517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1" name="c221"/>
          <p:cNvCxnSpPr/>
          <p:nvPr/>
        </p:nvCxnSpPr>
        <p:spPr>
          <a:xfrm>
            <a:off x="1740000" y="531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2" name="c222"/>
          <p:cNvCxnSpPr/>
          <p:nvPr/>
        </p:nvCxnSpPr>
        <p:spPr>
          <a:xfrm>
            <a:off x="1740000" y="545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3" name="c223"/>
          <p:cNvCxnSpPr/>
          <p:nvPr/>
        </p:nvCxnSpPr>
        <p:spPr>
          <a:xfrm>
            <a:off x="1740000" y="559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4" name="c224"/>
          <p:cNvCxnSpPr/>
          <p:nvPr/>
        </p:nvCxnSpPr>
        <p:spPr>
          <a:xfrm>
            <a:off x="1740000" y="573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5" name="c225"/>
          <p:cNvCxnSpPr/>
          <p:nvPr/>
        </p:nvCxnSpPr>
        <p:spPr>
          <a:xfrm>
            <a:off x="1740000" y="5870000"/>
            <a:ext cx="36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6" name="c226"/>
          <p:cNvCxnSpPr/>
          <p:nvPr/>
        </p:nvCxnSpPr>
        <p:spPr>
          <a:xfrm>
            <a:off x="2100000" y="4610000"/>
            <a:ext cx="0" cy="126000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7" name="c227"/>
          <p:cNvCxnSpPr/>
          <p:nvPr/>
        </p:nvCxnSpPr>
        <p:spPr>
          <a:xfrm>
            <a:off x="2100000" y="5240000"/>
            <a:ext cx="620000" cy="0"/>
          </a:xfrm>
          <a:prstGeom prst="line">
            <a:avLst/>
          </a:prstGeom>
          <a:ln w="9525" cap="rnd">
            <a:solidFill>
              <a:srgbClr val="BFBFB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8" name="s228"/>
          <p:cNvSpPr/>
          <p:nvPr/>
        </p:nvSpPr>
        <p:spPr>
          <a:xfrm>
            <a:off x="2740000" y="5080000"/>
            <a:ext cx="2300000" cy="320000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r>
              <a:rPr lang="en-US" altLang="ko-KR" sz="800" b="0">
                <a:solidFill>
                  <a:srgbClr val="595959"/>
                </a:solidFill>
                <a:latin typeface="Malgun Gothic"/>
                <a:ea typeface="Malgun Gothic"/>
              </a:rPr>
              <a:t>CH2 – CH11 : same R / G / B</a:t>
            </a:r>
          </a:p>
        </p:txBody>
      </p:sp>
      <p:sp>
        <p:nvSpPr>
          <p:cNvPr id="229" name="s229"/>
          <p:cNvSpPr/>
          <p:nvPr/>
        </p:nvSpPr>
        <p:spPr>
          <a:xfrm>
            <a:off x="5400000" y="4700000"/>
            <a:ext cx="3950000" cy="1150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</p:spPr>
        <p:txBody>
          <a:bodyPr wrap="square" lIns="36000" tIns="18000" rIns="36000" bIns="18000" anchor="ctr">
            <a:normAutofit/>
          </a:bodyPr>
          <a:lstStyle/>
          <a:p>
            <a:pPr algn="ctr"/>
            <a:endParaRPr/>
          </a:p>
        </p:txBody>
      </p:sp>
      <p:sp>
        <p:nvSpPr>
          <p:cNvPr id="230" name="s230"/>
          <p:cNvSpPr txBox="1"/>
          <p:nvPr/>
        </p:nvSpPr>
        <p:spPr>
          <a:xfrm>
            <a:off x="5560000" y="4820000"/>
            <a:ext cx="363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0">
                <a:solidFill>
                  <a:srgbClr val="595959"/>
                </a:solidFill>
                <a:latin typeface="Malgun Gothic"/>
                <a:ea typeface="Malgun Gothic"/>
              </a:rPr>
              <a:t>Data per ID601</a:t>
            </a:r>
          </a:p>
        </p:txBody>
      </p:sp>
      <p:sp>
        <p:nvSpPr>
          <p:cNvPr id="231" name="s231"/>
          <p:cNvSpPr txBox="1"/>
          <p:nvPr/>
        </p:nvSpPr>
        <p:spPr>
          <a:xfrm>
            <a:off x="5560000" y="5110000"/>
            <a:ext cx="36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300" b="1">
                <a:solidFill>
                  <a:srgbClr val="1F3864"/>
                </a:solidFill>
                <a:latin typeface="Malgun Gothic"/>
                <a:ea typeface="Malgun Gothic"/>
              </a:rPr>
              <a:t>12 CH  ×  3 (R, G, B)  =  36 data</a:t>
            </a:r>
          </a:p>
        </p:txBody>
      </p:sp>
      <p:sp>
        <p:nvSpPr>
          <p:cNvPr id="232" name="s232"/>
          <p:cNvSpPr txBox="1"/>
          <p:nvPr/>
        </p:nvSpPr>
        <p:spPr>
          <a:xfrm>
            <a:off x="5560000" y="5490000"/>
            <a:ext cx="363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595959"/>
                </a:solidFill>
                <a:latin typeface="Malgun Gothic"/>
                <a:ea typeface="Malgun Gothic"/>
              </a:rPr>
              <a:t>each 12 or 14 bit</a:t>
            </a:r>
          </a:p>
        </p:txBody>
      </p:sp>
    </p:spTree>
    <p:extLst>
      <p:ext uri="{BB962C8B-B14F-4D97-AF65-F5344CB8AC3E}">
        <p14:creationId xmlns:p14="http://schemas.microsoft.com/office/powerpoint/2010/main" val="778996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CA00FF-6A78-74E8-4125-6F78DB1F64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7081608" cy="432643"/>
          </a:xfrm>
        </p:spPr>
        <p:txBody>
          <a:bodyPr>
            <a:normAutofit/>
          </a:bodyPr>
          <a:lstStyle/>
          <a:p>
            <a:r>
              <a:rPr lang="ko-KR" altLang="en-US" dirty="0"/>
              <a:t>일반 통신 기능 확인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86A5EF-2501-A7B2-5428-9FD9161228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기본 통신 기능 확인에 필요한 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Firmware 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기능이 모두 구현되어 있는지 확인 부탁드립니다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b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다음의 예시를 포함하여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ID601 / IC603 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기본 통신 기능에 대한 확인이 가능하여야 합니다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91399-9839-0CB3-3A83-89CB29DB6078}"/>
              </a:ext>
            </a:extLst>
          </p:cNvPr>
          <p:cNvSpPr txBox="1"/>
          <p:nvPr/>
        </p:nvSpPr>
        <p:spPr>
          <a:xfrm>
            <a:off x="495860" y="1882416"/>
            <a:ext cx="2217274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[IC603 SPI]</a:t>
            </a:r>
          </a:p>
          <a:p>
            <a:pPr marL="393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Single Register R/W</a:t>
            </a:r>
          </a:p>
          <a:p>
            <a:pPr marL="393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Burst Register R/W</a:t>
            </a:r>
          </a:p>
          <a:p>
            <a:pPr marL="393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LD Transfer</a:t>
            </a:r>
          </a:p>
          <a:p>
            <a:pPr marL="393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SPI clock rate 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변경</a:t>
            </a:r>
            <a:endParaRPr lang="en-US" altLang="ko-KR" sz="14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EED74-B2D8-7571-CDFE-E1069D3649A5}"/>
              </a:ext>
            </a:extLst>
          </p:cNvPr>
          <p:cNvSpPr txBox="1"/>
          <p:nvPr/>
        </p:nvSpPr>
        <p:spPr>
          <a:xfrm>
            <a:off x="495860" y="3456328"/>
            <a:ext cx="515557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[ID601 Serial]</a:t>
            </a:r>
          </a:p>
          <a:p>
            <a:pPr marL="393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Global Write</a:t>
            </a:r>
          </a:p>
          <a:p>
            <a:pPr marL="393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Local Write</a:t>
            </a:r>
          </a:p>
          <a:p>
            <a:pPr marL="393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LD Transfer</a:t>
            </a:r>
          </a:p>
          <a:p>
            <a:pPr marL="393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ID Gen</a:t>
            </a:r>
          </a:p>
          <a:p>
            <a:pPr marL="393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Sync Gen</a:t>
            </a:r>
          </a:p>
          <a:p>
            <a:pPr marL="393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Local Read</a:t>
            </a:r>
          </a:p>
          <a:p>
            <a:pPr marL="393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Fault Read</a:t>
            </a:r>
          </a:p>
          <a:p>
            <a:pPr marL="393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Baud Rate / SERIAL_CLK_HIGH / SERIAL_CLK_LOW 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변경</a:t>
            </a:r>
            <a:endParaRPr lang="en-US" altLang="ko-KR" sz="14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393750" indent="-285750">
              <a:buFont typeface="Wingdings" panose="05000000000000000000" pitchFamily="2" charset="2"/>
              <a:buChar char="§"/>
            </a:pPr>
            <a:endParaRPr lang="en-US" altLang="ko-KR" sz="14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9141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A095A-F0F9-C71D-1382-0C39292CD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3C6D18-324B-F45C-F3A9-18C9190E89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en-US" altLang="ko-KR"/>
              <a:t>Local Read / Write </a:t>
            </a:r>
            <a:r>
              <a:rPr lang="ko-KR" altLang="en-US"/>
              <a:t>스크립트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1EA776-9B62-EB57-B90D-9064054B460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IC603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ID601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을 연계하여 사용하는 경우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,</a:t>
            </a:r>
            <a:b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복잡한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Local Read / Write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동작을 자동 수행해주는 스크립트가 필요합니다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b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특히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 안전 대응을 위해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>
                <a:highlight>
                  <a:srgbClr val="FFFF00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</a:rPr>
              <a:t>Local Read </a:t>
            </a:r>
            <a:r>
              <a:rPr lang="ko-KR" altLang="en-US">
                <a:highlight>
                  <a:srgbClr val="FFFF00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동작을 수행하는 빈도가 높습니다</a:t>
            </a:r>
            <a:r>
              <a:rPr lang="en-US" altLang="ko-KR">
                <a:highlight>
                  <a:srgbClr val="FFFF00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7F318F8-B33C-17EF-7BD9-973AB7A77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5727"/>
            <a:ext cx="9906000" cy="1552004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B025612-35FB-F27E-8C47-0F76623D49F6}"/>
              </a:ext>
            </a:extLst>
          </p:cNvPr>
          <p:cNvCxnSpPr/>
          <p:nvPr/>
        </p:nvCxnSpPr>
        <p:spPr>
          <a:xfrm>
            <a:off x="177546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D51F2BD-3598-53F0-5E3C-C902EE7D3F11}"/>
              </a:ext>
            </a:extLst>
          </p:cNvPr>
          <p:cNvCxnSpPr/>
          <p:nvPr/>
        </p:nvCxnSpPr>
        <p:spPr>
          <a:xfrm>
            <a:off x="273558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ECAFF79-774C-B1C7-6672-A65F36D44724}"/>
              </a:ext>
            </a:extLst>
          </p:cNvPr>
          <p:cNvCxnSpPr/>
          <p:nvPr/>
        </p:nvCxnSpPr>
        <p:spPr>
          <a:xfrm>
            <a:off x="336042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8C69E1A-6EF1-57B6-C835-97B2F7653681}"/>
              </a:ext>
            </a:extLst>
          </p:cNvPr>
          <p:cNvCxnSpPr/>
          <p:nvPr/>
        </p:nvCxnSpPr>
        <p:spPr>
          <a:xfrm>
            <a:off x="435864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C5CA005-7AFE-1361-4BE0-CDE7CD584586}"/>
              </a:ext>
            </a:extLst>
          </p:cNvPr>
          <p:cNvCxnSpPr/>
          <p:nvPr/>
        </p:nvCxnSpPr>
        <p:spPr>
          <a:xfrm>
            <a:off x="497586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D25DA60-99C2-3D0E-B3C7-BB68B0EED9CA}"/>
              </a:ext>
            </a:extLst>
          </p:cNvPr>
          <p:cNvCxnSpPr/>
          <p:nvPr/>
        </p:nvCxnSpPr>
        <p:spPr>
          <a:xfrm>
            <a:off x="520446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A34D80A-C755-9022-14C2-C6D68B700F0A}"/>
              </a:ext>
            </a:extLst>
          </p:cNvPr>
          <p:cNvCxnSpPr/>
          <p:nvPr/>
        </p:nvCxnSpPr>
        <p:spPr>
          <a:xfrm>
            <a:off x="655320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6839078-DEBC-85DE-C24B-2F69EE945605}"/>
              </a:ext>
            </a:extLst>
          </p:cNvPr>
          <p:cNvCxnSpPr/>
          <p:nvPr/>
        </p:nvCxnSpPr>
        <p:spPr>
          <a:xfrm>
            <a:off x="744474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D651A60-6A50-D731-50D3-C75CB8904295}"/>
              </a:ext>
            </a:extLst>
          </p:cNvPr>
          <p:cNvCxnSpPr/>
          <p:nvPr/>
        </p:nvCxnSpPr>
        <p:spPr>
          <a:xfrm>
            <a:off x="343662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01E17CB-ABA0-CD46-4FEA-AD4E1C2BA5AF}"/>
              </a:ext>
            </a:extLst>
          </p:cNvPr>
          <p:cNvCxnSpPr/>
          <p:nvPr/>
        </p:nvCxnSpPr>
        <p:spPr>
          <a:xfrm>
            <a:off x="748284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0460B4E-BF3C-A778-2E32-C81929B2AE6C}"/>
              </a:ext>
            </a:extLst>
          </p:cNvPr>
          <p:cNvCxnSpPr/>
          <p:nvPr/>
        </p:nvCxnSpPr>
        <p:spPr>
          <a:xfrm>
            <a:off x="877062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74C41AC-28BD-3042-0BF7-E50ED2F5C87F}"/>
              </a:ext>
            </a:extLst>
          </p:cNvPr>
          <p:cNvCxnSpPr/>
          <p:nvPr/>
        </p:nvCxnSpPr>
        <p:spPr>
          <a:xfrm>
            <a:off x="965581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A7CB12E-FF98-D6A1-8052-48D0F0078911}"/>
              </a:ext>
            </a:extLst>
          </p:cNvPr>
          <p:cNvCxnSpPr/>
          <p:nvPr/>
        </p:nvCxnSpPr>
        <p:spPr>
          <a:xfrm>
            <a:off x="9770110" y="1943099"/>
            <a:ext cx="0" cy="128778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367D9FA-668A-FCD3-B875-BCF7CF7B97D6}"/>
              </a:ext>
            </a:extLst>
          </p:cNvPr>
          <p:cNvSpPr txBox="1"/>
          <p:nvPr/>
        </p:nvSpPr>
        <p:spPr>
          <a:xfrm>
            <a:off x="2164080" y="3230880"/>
            <a:ext cx="129844" cy="198120"/>
          </a:xfrm>
          <a:prstGeom prst="rect">
            <a:avLst/>
          </a:prstGeom>
          <a:noFill/>
          <a:ln w="19050">
            <a:solidFill>
              <a:srgbClr val="D6001C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endParaRPr lang="ko-KR" altLang="en-US" sz="1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26EDC5-9FB6-3443-75CE-6127434C2F9F}"/>
              </a:ext>
            </a:extLst>
          </p:cNvPr>
          <p:cNvSpPr txBox="1"/>
          <p:nvPr/>
        </p:nvSpPr>
        <p:spPr>
          <a:xfrm>
            <a:off x="2998167" y="3230880"/>
            <a:ext cx="129844" cy="198120"/>
          </a:xfrm>
          <a:prstGeom prst="rect">
            <a:avLst/>
          </a:prstGeom>
          <a:noFill/>
          <a:ln w="19050">
            <a:solidFill>
              <a:srgbClr val="D6001C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endParaRPr lang="ko-KR" altLang="en-US" sz="1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AAFC1C-6839-C9DA-4ABA-01D0344101AC}"/>
              </a:ext>
            </a:extLst>
          </p:cNvPr>
          <p:cNvSpPr txBox="1"/>
          <p:nvPr/>
        </p:nvSpPr>
        <p:spPr>
          <a:xfrm>
            <a:off x="3343607" y="3230880"/>
            <a:ext cx="129844" cy="198120"/>
          </a:xfrm>
          <a:prstGeom prst="rect">
            <a:avLst/>
          </a:prstGeom>
          <a:noFill/>
          <a:ln w="19050">
            <a:solidFill>
              <a:srgbClr val="D6001C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3</a:t>
            </a:r>
            <a:endParaRPr lang="ko-KR" altLang="en-US" sz="1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4EA072-ABC2-04F9-88BC-23027A92D830}"/>
              </a:ext>
            </a:extLst>
          </p:cNvPr>
          <p:cNvSpPr txBox="1"/>
          <p:nvPr/>
        </p:nvSpPr>
        <p:spPr>
          <a:xfrm>
            <a:off x="3828443" y="3230879"/>
            <a:ext cx="129844" cy="198120"/>
          </a:xfrm>
          <a:prstGeom prst="rect">
            <a:avLst/>
          </a:prstGeom>
          <a:noFill/>
          <a:ln w="19050">
            <a:solidFill>
              <a:srgbClr val="D6001C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4</a:t>
            </a:r>
            <a:endParaRPr lang="ko-KR" altLang="en-US" sz="1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B80680-6BF3-B522-ECE5-18FA0274989B}"/>
              </a:ext>
            </a:extLst>
          </p:cNvPr>
          <p:cNvSpPr txBox="1"/>
          <p:nvPr/>
        </p:nvSpPr>
        <p:spPr>
          <a:xfrm>
            <a:off x="4602328" y="3230879"/>
            <a:ext cx="129844" cy="198120"/>
          </a:xfrm>
          <a:prstGeom prst="rect">
            <a:avLst/>
          </a:prstGeom>
          <a:noFill/>
          <a:ln w="19050">
            <a:solidFill>
              <a:srgbClr val="D6001C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5</a:t>
            </a:r>
            <a:endParaRPr lang="ko-KR" altLang="en-US" sz="1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635C16-0996-9029-79A4-66AAEE30F2DA}"/>
              </a:ext>
            </a:extLst>
          </p:cNvPr>
          <p:cNvSpPr txBox="1"/>
          <p:nvPr/>
        </p:nvSpPr>
        <p:spPr>
          <a:xfrm>
            <a:off x="5017391" y="3230879"/>
            <a:ext cx="129844" cy="198120"/>
          </a:xfrm>
          <a:prstGeom prst="rect">
            <a:avLst/>
          </a:prstGeom>
          <a:noFill/>
          <a:ln w="19050">
            <a:solidFill>
              <a:srgbClr val="D6001C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6</a:t>
            </a:r>
            <a:endParaRPr lang="ko-KR" altLang="en-US" sz="1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11F938-4EFC-8230-D5E5-E0763B35C235}"/>
              </a:ext>
            </a:extLst>
          </p:cNvPr>
          <p:cNvSpPr txBox="1"/>
          <p:nvPr/>
        </p:nvSpPr>
        <p:spPr>
          <a:xfrm>
            <a:off x="5861050" y="3230879"/>
            <a:ext cx="129844" cy="198120"/>
          </a:xfrm>
          <a:prstGeom prst="rect">
            <a:avLst/>
          </a:prstGeom>
          <a:noFill/>
          <a:ln w="19050">
            <a:solidFill>
              <a:srgbClr val="D6001C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7</a:t>
            </a:r>
            <a:endParaRPr lang="ko-KR" altLang="en-US" sz="1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CFE8C0-3640-8C65-D21F-72527E844CA9}"/>
              </a:ext>
            </a:extLst>
          </p:cNvPr>
          <p:cNvSpPr txBox="1"/>
          <p:nvPr/>
        </p:nvSpPr>
        <p:spPr>
          <a:xfrm>
            <a:off x="6914771" y="3230879"/>
            <a:ext cx="129844" cy="198120"/>
          </a:xfrm>
          <a:prstGeom prst="rect">
            <a:avLst/>
          </a:prstGeom>
          <a:noFill/>
          <a:ln w="19050">
            <a:solidFill>
              <a:srgbClr val="D6001C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8</a:t>
            </a:r>
            <a:endParaRPr lang="ko-KR" altLang="en-US" sz="1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45373A-F7B7-A209-1C2A-A07BEFDBAB3B}"/>
              </a:ext>
            </a:extLst>
          </p:cNvPr>
          <p:cNvSpPr txBox="1"/>
          <p:nvPr/>
        </p:nvSpPr>
        <p:spPr>
          <a:xfrm>
            <a:off x="7406185" y="3230879"/>
            <a:ext cx="129844" cy="198120"/>
          </a:xfrm>
          <a:prstGeom prst="rect">
            <a:avLst/>
          </a:prstGeom>
          <a:noFill/>
          <a:ln w="19050">
            <a:solidFill>
              <a:srgbClr val="D6001C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9</a:t>
            </a:r>
            <a:endParaRPr lang="ko-KR" altLang="en-US" sz="1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9B0074-4EB0-98F8-BE9F-6413B3A3B959}"/>
              </a:ext>
            </a:extLst>
          </p:cNvPr>
          <p:cNvSpPr txBox="1"/>
          <p:nvPr/>
        </p:nvSpPr>
        <p:spPr>
          <a:xfrm>
            <a:off x="8027442" y="3230879"/>
            <a:ext cx="251764" cy="198120"/>
          </a:xfrm>
          <a:prstGeom prst="rect">
            <a:avLst/>
          </a:prstGeom>
          <a:noFill/>
          <a:ln w="19050">
            <a:solidFill>
              <a:srgbClr val="D6001C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10</a:t>
            </a:r>
            <a:endParaRPr lang="ko-KR" altLang="en-US" sz="1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EB7AFA-DC78-74D9-95CF-21CEEED29A59}"/>
              </a:ext>
            </a:extLst>
          </p:cNvPr>
          <p:cNvSpPr txBox="1"/>
          <p:nvPr/>
        </p:nvSpPr>
        <p:spPr>
          <a:xfrm>
            <a:off x="9114790" y="3230879"/>
            <a:ext cx="196850" cy="198120"/>
          </a:xfrm>
          <a:prstGeom prst="rect">
            <a:avLst/>
          </a:prstGeom>
          <a:noFill/>
          <a:ln w="19050">
            <a:solidFill>
              <a:srgbClr val="D6001C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11</a:t>
            </a:r>
            <a:endParaRPr lang="ko-KR" altLang="en-US" sz="1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A32765-F22E-80D4-89BD-ADA813A08D73}"/>
              </a:ext>
            </a:extLst>
          </p:cNvPr>
          <p:cNvSpPr txBox="1"/>
          <p:nvPr/>
        </p:nvSpPr>
        <p:spPr>
          <a:xfrm>
            <a:off x="9566985" y="3230879"/>
            <a:ext cx="210898" cy="198120"/>
          </a:xfrm>
          <a:prstGeom prst="rect">
            <a:avLst/>
          </a:prstGeom>
          <a:noFill/>
          <a:ln w="19050">
            <a:solidFill>
              <a:srgbClr val="D6001C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12</a:t>
            </a:r>
            <a:endParaRPr lang="ko-KR" altLang="en-US" sz="1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F5268B4B-2F83-988E-E1C5-347281513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444412"/>
              </p:ext>
            </p:extLst>
          </p:nvPr>
        </p:nvGraphicFramePr>
        <p:xfrm>
          <a:off x="106526" y="3868390"/>
          <a:ext cx="4846471" cy="21557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4415">
                  <a:extLst>
                    <a:ext uri="{9D8B030D-6E8A-4147-A177-3AD203B41FA5}">
                      <a16:colId xmlns:a16="http://schemas.microsoft.com/office/drawing/2014/main" val="1587228421"/>
                    </a:ext>
                  </a:extLst>
                </a:gridCol>
                <a:gridCol w="3026211">
                  <a:extLst>
                    <a:ext uri="{9D8B030D-6E8A-4147-A177-3AD203B41FA5}">
                      <a16:colId xmlns:a16="http://schemas.microsoft.com/office/drawing/2014/main" val="1204945811"/>
                    </a:ext>
                  </a:extLst>
                </a:gridCol>
                <a:gridCol w="1445845">
                  <a:extLst>
                    <a:ext uri="{9D8B030D-6E8A-4147-A177-3AD203B41FA5}">
                      <a16:colId xmlns:a16="http://schemas.microsoft.com/office/drawing/2014/main" val="1764704015"/>
                    </a:ext>
                  </a:extLst>
                </a:gridCol>
              </a:tblGrid>
              <a:tr h="269471"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11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Local Write</a:t>
                      </a:r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518338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#</a:t>
                      </a:r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참고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27750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IC603 Local R/W Buffer</a:t>
                      </a:r>
                      <a:r>
                        <a:rPr lang="ko-KR" altLang="en-US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에 </a:t>
                      </a:r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Local Write </a:t>
                      </a:r>
                      <a:r>
                        <a:rPr lang="ko-KR" altLang="en-US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데이터 작성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CH_SEG = 0</a:t>
                      </a:r>
                    </a:p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(IC603 CH1 ~ CH8)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841031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Local Write Start, ID601</a:t>
                      </a:r>
                      <a:r>
                        <a:rPr lang="ko-KR" altLang="en-US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에 명령 전송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51613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IC603</a:t>
                      </a:r>
                      <a:r>
                        <a:rPr lang="ko-KR" altLang="en-US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Local Write Pointer Reset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390557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IC603 Local R/W Buffer</a:t>
                      </a:r>
                      <a:r>
                        <a:rPr lang="ko-KR" altLang="en-US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에 </a:t>
                      </a:r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Local Write </a:t>
                      </a:r>
                      <a:r>
                        <a:rPr lang="ko-KR" altLang="en-US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데이터 작성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CH_SEG = 1</a:t>
                      </a:r>
                    </a:p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(IC603 CH9 ~ CH16)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160772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Local Write Start, ID601</a:t>
                      </a:r>
                      <a:r>
                        <a:rPr lang="ko-KR" altLang="en-US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에 명령 전송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545760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IC603 Local Write Pointer Reset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410263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079A488C-5795-4E43-0FF1-8749F3C5A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220470"/>
              </p:ext>
            </p:extLst>
          </p:nvPr>
        </p:nvGraphicFramePr>
        <p:xfrm>
          <a:off x="4996890" y="3868390"/>
          <a:ext cx="4846471" cy="21557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4415">
                  <a:extLst>
                    <a:ext uri="{9D8B030D-6E8A-4147-A177-3AD203B41FA5}">
                      <a16:colId xmlns:a16="http://schemas.microsoft.com/office/drawing/2014/main" val="1587228421"/>
                    </a:ext>
                  </a:extLst>
                </a:gridCol>
                <a:gridCol w="3026211">
                  <a:extLst>
                    <a:ext uri="{9D8B030D-6E8A-4147-A177-3AD203B41FA5}">
                      <a16:colId xmlns:a16="http://schemas.microsoft.com/office/drawing/2014/main" val="1204945811"/>
                    </a:ext>
                  </a:extLst>
                </a:gridCol>
                <a:gridCol w="1445845">
                  <a:extLst>
                    <a:ext uri="{9D8B030D-6E8A-4147-A177-3AD203B41FA5}">
                      <a16:colId xmlns:a16="http://schemas.microsoft.com/office/drawing/2014/main" val="1764704015"/>
                    </a:ext>
                  </a:extLst>
                </a:gridCol>
              </a:tblGrid>
              <a:tr h="269471"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11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Local Read</a:t>
                      </a:r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518338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#</a:t>
                      </a:r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참고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27750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Local Read Start, ID601 </a:t>
                      </a:r>
                      <a:r>
                        <a:rPr lang="ko-KR" altLang="en-US" sz="10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명령 전송</a:t>
                      </a:r>
                      <a:r>
                        <a:rPr lang="en-US" altLang="ko-KR" sz="10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응답 수신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CH_SEG = 0</a:t>
                      </a:r>
                    </a:p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(IC603 CH1 ~ CH8)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841031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IC603 Local R/W Buffer</a:t>
                      </a:r>
                      <a:r>
                        <a:rPr lang="ko-KR" altLang="en-US" sz="10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에 기록된 데이터 수집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51613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IC603 Local Read Pointer Reset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390557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Local Read Start, ID601 </a:t>
                      </a:r>
                      <a:r>
                        <a:rPr lang="ko-KR" altLang="en-US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명령 전송</a:t>
                      </a:r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응답 수신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CH_SEG = 1</a:t>
                      </a:r>
                    </a:p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(IC603 CH9 ~ CH16)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160772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IC603 Local R/W Buffer</a:t>
                      </a:r>
                      <a:r>
                        <a:rPr lang="ko-KR" altLang="en-US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에 기록된 데이터 수집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545760"/>
                  </a:ext>
                </a:extLst>
              </a:tr>
              <a:tr h="2694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ko-KR" altLang="en-US" sz="10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IC603 Local Read Pointer Reset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410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78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D1208-8E61-5D83-7C36-369FCEB0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46ECA0-A612-BB98-EC16-8475DA368A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en-US" altLang="ko-KR"/>
              <a:t>Local Read / Write </a:t>
            </a:r>
            <a:r>
              <a:rPr lang="ko-KR" altLang="en-US"/>
              <a:t>스크립트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25C73A-88FA-E361-5305-D704BB4F8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14" y="1474662"/>
            <a:ext cx="9107171" cy="1724266"/>
          </a:xfrm>
          <a:prstGeom prst="rect">
            <a:avLst/>
          </a:prstGeom>
        </p:spPr>
      </p:pic>
      <p:cxnSp>
        <p:nvCxnSpPr>
          <p:cNvPr id="8" name="c120">
            <a:extLst>
              <a:ext uri="{FF2B5EF4-FFF2-40B4-BE49-F238E27FC236}">
                <a16:creationId xmlns:a16="http://schemas.microsoft.com/office/drawing/2014/main" id="{766B6845-EB91-DB5E-B480-31F33D88962D}"/>
              </a:ext>
            </a:extLst>
          </p:cNvPr>
          <p:cNvCxnSpPr/>
          <p:nvPr/>
        </p:nvCxnSpPr>
        <p:spPr>
          <a:xfrm>
            <a:off x="620000" y="6140000"/>
            <a:ext cx="8730000" cy="0"/>
          </a:xfrm>
          <a:prstGeom prst="line">
            <a:avLst/>
          </a:prstGeom>
          <a:ln w="9525" cap="rnd">
            <a:solidFill>
              <a:srgbClr val="E2E6EA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s121">
            <a:extLst>
              <a:ext uri="{FF2B5EF4-FFF2-40B4-BE49-F238E27FC236}">
                <a16:creationId xmlns:a16="http://schemas.microsoft.com/office/drawing/2014/main" id="{3C1A602A-2B9A-A6FF-4375-18EC2BF8D96C}"/>
              </a:ext>
            </a:extLst>
          </p:cNvPr>
          <p:cNvSpPr txBox="1"/>
          <p:nvPr/>
        </p:nvSpPr>
        <p:spPr>
          <a:xfrm>
            <a:off x="620000" y="623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1">
                <a:solidFill>
                  <a:srgbClr val="C00000"/>
                </a:solidFill>
                <a:latin typeface="현대하모니 M"/>
                <a:ea typeface="현대하모니 M"/>
              </a:rPr>
              <a:t>필수</a:t>
            </a:r>
          </a:p>
        </p:txBody>
      </p:sp>
      <p:sp>
        <p:nvSpPr>
          <p:cNvPr id="11" name="s122">
            <a:extLst>
              <a:ext uri="{FF2B5EF4-FFF2-40B4-BE49-F238E27FC236}">
                <a16:creationId xmlns:a16="http://schemas.microsoft.com/office/drawing/2014/main" id="{64413229-4983-DF41-4910-B2B552DCCF1C}"/>
              </a:ext>
            </a:extLst>
          </p:cNvPr>
          <p:cNvSpPr txBox="1"/>
          <p:nvPr/>
        </p:nvSpPr>
        <p:spPr>
          <a:xfrm>
            <a:off x="1020000" y="623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8A8A8A"/>
                </a:solidFill>
                <a:latin typeface="현대하모니 M"/>
                <a:ea typeface="현대하모니 M"/>
              </a:rPr>
              <a:t>개발 요청 및 기능 확인에 필수</a:t>
            </a:r>
          </a:p>
        </p:txBody>
      </p:sp>
      <p:sp>
        <p:nvSpPr>
          <p:cNvPr id="12" name="s123">
            <a:extLst>
              <a:ext uri="{FF2B5EF4-FFF2-40B4-BE49-F238E27FC236}">
                <a16:creationId xmlns:a16="http://schemas.microsoft.com/office/drawing/2014/main" id="{57955603-2D37-E98F-6DF9-9A2D7B676933}"/>
              </a:ext>
            </a:extLst>
          </p:cNvPr>
          <p:cNvSpPr txBox="1"/>
          <p:nvPr/>
        </p:nvSpPr>
        <p:spPr>
          <a:xfrm>
            <a:off x="3520000" y="623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1" err="1">
                <a:solidFill>
                  <a:srgbClr val="2E75B6"/>
                </a:solidFill>
                <a:latin typeface="현대하모니 M"/>
                <a:ea typeface="현대하모니 M"/>
              </a:rPr>
              <a:t>권장</a:t>
            </a:r>
            <a:endParaRPr lang="en-US" altLang="ko-KR" sz="1000" b="1">
              <a:solidFill>
                <a:srgbClr val="2E75B6"/>
              </a:solidFill>
              <a:latin typeface="현대하모니 M"/>
              <a:ea typeface="현대하모니 M"/>
            </a:endParaRPr>
          </a:p>
        </p:txBody>
      </p:sp>
      <p:sp>
        <p:nvSpPr>
          <p:cNvPr id="13" name="s124">
            <a:extLst>
              <a:ext uri="{FF2B5EF4-FFF2-40B4-BE49-F238E27FC236}">
                <a16:creationId xmlns:a16="http://schemas.microsoft.com/office/drawing/2014/main" id="{7F5A69EC-231B-9C3E-1ADD-1057817042DC}"/>
              </a:ext>
            </a:extLst>
          </p:cNvPr>
          <p:cNvSpPr txBox="1"/>
          <p:nvPr/>
        </p:nvSpPr>
        <p:spPr>
          <a:xfrm>
            <a:off x="3920000" y="623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8A8A8A"/>
                </a:solidFill>
                <a:latin typeface="현대하모니 M"/>
                <a:ea typeface="현대하모니 M"/>
              </a:rPr>
              <a:t>가급적 구현되면 좋음</a:t>
            </a:r>
          </a:p>
        </p:txBody>
      </p:sp>
      <p:sp>
        <p:nvSpPr>
          <p:cNvPr id="16" name="s125">
            <a:extLst>
              <a:ext uri="{FF2B5EF4-FFF2-40B4-BE49-F238E27FC236}">
                <a16:creationId xmlns:a16="http://schemas.microsoft.com/office/drawing/2014/main" id="{DDA8C230-78D6-EB48-214D-F4254FA2617A}"/>
              </a:ext>
            </a:extLst>
          </p:cNvPr>
          <p:cNvSpPr txBox="1"/>
          <p:nvPr/>
        </p:nvSpPr>
        <p:spPr>
          <a:xfrm>
            <a:off x="6420000" y="623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1">
                <a:solidFill>
                  <a:srgbClr val="9A9A9A"/>
                </a:solidFill>
                <a:latin typeface="현대하모니 M"/>
                <a:ea typeface="현대하모니 M"/>
              </a:rPr>
              <a:t>선택</a:t>
            </a:r>
          </a:p>
        </p:txBody>
      </p:sp>
      <p:sp>
        <p:nvSpPr>
          <p:cNvPr id="29" name="s126">
            <a:extLst>
              <a:ext uri="{FF2B5EF4-FFF2-40B4-BE49-F238E27FC236}">
                <a16:creationId xmlns:a16="http://schemas.microsoft.com/office/drawing/2014/main" id="{AF2D7B8D-F187-9478-9F14-45F944EAEE4C}"/>
              </a:ext>
            </a:extLst>
          </p:cNvPr>
          <p:cNvSpPr txBox="1">
            <a:spLocks/>
          </p:cNvSpPr>
          <p:nvPr/>
        </p:nvSpPr>
        <p:spPr>
          <a:xfrm>
            <a:off x="6820000" y="623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8A8A8A"/>
                </a:solidFill>
                <a:latin typeface="현대하모니 M"/>
                <a:ea typeface="현대하모니 M"/>
              </a:rPr>
              <a:t>구현 시 </a:t>
            </a:r>
            <a:r>
              <a:rPr lang="ko-KR" altLang="en-US" sz="950" b="0">
                <a:solidFill>
                  <a:srgbClr val="8A8A8A"/>
                </a:solidFill>
                <a:latin typeface="현대하모니 M"/>
                <a:ea typeface="현대하모니 M"/>
              </a:rPr>
              <a:t>유용할 수 있음</a:t>
            </a:r>
            <a:endParaRPr lang="en-US" altLang="ko-KR" sz="950" b="0">
              <a:solidFill>
                <a:srgbClr val="8A8A8A"/>
              </a:solidFill>
              <a:latin typeface="현대하모니 M"/>
              <a:ea typeface="현대하모니 M"/>
            </a:endParaRPr>
          </a:p>
        </p:txBody>
      </p:sp>
      <p:sp>
        <p:nvSpPr>
          <p:cNvPr id="33" name="s102">
            <a:extLst>
              <a:ext uri="{FF2B5EF4-FFF2-40B4-BE49-F238E27FC236}">
                <a16:creationId xmlns:a16="http://schemas.microsoft.com/office/drawing/2014/main" id="{9C417864-AF9F-D49B-E8DA-52C62C8F833E}"/>
              </a:ext>
            </a:extLst>
          </p:cNvPr>
          <p:cNvSpPr txBox="1">
            <a:spLocks/>
          </p:cNvSpPr>
          <p:nvPr/>
        </p:nvSpPr>
        <p:spPr>
          <a:xfrm>
            <a:off x="399414" y="875004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r>
              <a:rPr lang="en-US" altLang="ko-KR" sz="1000" b="1" err="1">
                <a:solidFill>
                  <a:srgbClr val="2E75B6"/>
                </a:solidFill>
                <a:latin typeface="현대하모니 M"/>
                <a:ea typeface="현대하모니 M"/>
              </a:rPr>
              <a:t>권장</a:t>
            </a:r>
            <a:endParaRPr lang="en-US" altLang="ko-KR" sz="1000" b="1">
              <a:solidFill>
                <a:srgbClr val="C00000"/>
              </a:solidFill>
              <a:latin typeface="현대하모니 M"/>
              <a:ea typeface="현대하모니 M"/>
            </a:endParaRPr>
          </a:p>
        </p:txBody>
      </p:sp>
      <p:sp>
        <p:nvSpPr>
          <p:cNvPr id="37" name="s103">
            <a:extLst>
              <a:ext uri="{FF2B5EF4-FFF2-40B4-BE49-F238E27FC236}">
                <a16:creationId xmlns:a16="http://schemas.microsoft.com/office/drawing/2014/main" id="{D82A6CD8-8CAA-B704-BC95-86B169C300B8}"/>
              </a:ext>
            </a:extLst>
          </p:cNvPr>
          <p:cNvSpPr txBox="1">
            <a:spLocks/>
          </p:cNvSpPr>
          <p:nvPr/>
        </p:nvSpPr>
        <p:spPr>
          <a:xfrm>
            <a:off x="919414" y="860004"/>
            <a:ext cx="8713536" cy="52465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IC603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 단일 채널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, Chain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당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ID601 1~5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개 연결 환경에서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en-US" altLang="ko-KR" sz="1400" b="0" dirty="0">
                <a:solidFill>
                  <a:srgbClr val="262626"/>
                </a:solidFill>
                <a:latin typeface="현대하모니 M"/>
                <a:ea typeface="현대하모니 M"/>
              </a:rPr>
              <a:t>Local Read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과정 자동 수행하는 스크립트 </a:t>
            </a:r>
            <a:r>
              <a:rPr lang="ko-KR" altLang="en-US" sz="1400" dirty="0" err="1">
                <a:solidFill>
                  <a:srgbClr val="262626"/>
                </a:solidFill>
                <a:latin typeface="현대하모니 M"/>
                <a:ea typeface="현대하모니 M"/>
              </a:rPr>
              <a:t>요청드립니다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.</a:t>
            </a:r>
          </a:p>
          <a:p>
            <a:pPr algn="l"/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Local Read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시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, 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아래 예시와 같이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ID601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마다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Response 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데이터를 확인하기 편하도록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ko-KR" altLang="en-US" sz="1400" dirty="0" err="1">
                <a:solidFill>
                  <a:srgbClr val="262626"/>
                </a:solidFill>
                <a:latin typeface="현대하모니 M"/>
                <a:ea typeface="현대하모니 M"/>
              </a:rPr>
              <a:t>로깅되면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 더 좋습니다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.</a:t>
            </a:r>
          </a:p>
        </p:txBody>
      </p:sp>
      <p:sp>
        <p:nvSpPr>
          <p:cNvPr id="41" name="s102">
            <a:extLst>
              <a:ext uri="{FF2B5EF4-FFF2-40B4-BE49-F238E27FC236}">
                <a16:creationId xmlns:a16="http://schemas.microsoft.com/office/drawing/2014/main" id="{6E0A468B-8B6B-B1A0-85D0-258A92A55C3B}"/>
              </a:ext>
            </a:extLst>
          </p:cNvPr>
          <p:cNvSpPr txBox="1">
            <a:spLocks/>
          </p:cNvSpPr>
          <p:nvPr/>
        </p:nvSpPr>
        <p:spPr>
          <a:xfrm>
            <a:off x="399414" y="3996086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r>
              <a:rPr lang="en-US" altLang="ko-KR" sz="1000" b="1" err="1">
                <a:solidFill>
                  <a:srgbClr val="2E75B6"/>
                </a:solidFill>
                <a:latin typeface="현대하모니 M"/>
                <a:ea typeface="현대하모니 M"/>
              </a:rPr>
              <a:t>권장</a:t>
            </a:r>
            <a:endParaRPr lang="en-US" altLang="ko-KR" sz="1000" b="1">
              <a:solidFill>
                <a:srgbClr val="C00000"/>
              </a:solidFill>
              <a:latin typeface="현대하모니 M"/>
              <a:ea typeface="현대하모니 M"/>
            </a:endParaRPr>
          </a:p>
        </p:txBody>
      </p:sp>
      <p:sp>
        <p:nvSpPr>
          <p:cNvPr id="45" name="s103">
            <a:extLst>
              <a:ext uri="{FF2B5EF4-FFF2-40B4-BE49-F238E27FC236}">
                <a16:creationId xmlns:a16="http://schemas.microsoft.com/office/drawing/2014/main" id="{57E367E6-7DF5-CD56-6E54-ADD95D983523}"/>
              </a:ext>
            </a:extLst>
          </p:cNvPr>
          <p:cNvSpPr txBox="1">
            <a:spLocks/>
          </p:cNvSpPr>
          <p:nvPr/>
        </p:nvSpPr>
        <p:spPr>
          <a:xfrm>
            <a:off x="919414" y="3981086"/>
            <a:ext cx="8713536" cy="52465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IC603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 단일 채널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, ID601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Chain 1~5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개 연결 환경에서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en-US" altLang="ko-KR" sz="1400" b="0" dirty="0">
                <a:solidFill>
                  <a:srgbClr val="262626"/>
                </a:solidFill>
                <a:latin typeface="현대하모니 M"/>
                <a:ea typeface="현대하모니 M"/>
              </a:rPr>
              <a:t>Local Write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과정 자동 수행하는 스크립트</a:t>
            </a:r>
            <a:endParaRPr lang="en-US" altLang="ko-KR" sz="1400" dirty="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algn="l"/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* Local Write 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기능의 사용 빈도는 높지 않습니다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.</a:t>
            </a:r>
          </a:p>
        </p:txBody>
      </p:sp>
      <p:sp>
        <p:nvSpPr>
          <p:cNvPr id="49" name="s102">
            <a:extLst>
              <a:ext uri="{FF2B5EF4-FFF2-40B4-BE49-F238E27FC236}">
                <a16:creationId xmlns:a16="http://schemas.microsoft.com/office/drawing/2014/main" id="{F5F1EB95-6A33-BA51-0850-0669CC765252}"/>
              </a:ext>
            </a:extLst>
          </p:cNvPr>
          <p:cNvSpPr txBox="1">
            <a:spLocks/>
          </p:cNvSpPr>
          <p:nvPr/>
        </p:nvSpPr>
        <p:spPr>
          <a:xfrm>
            <a:off x="399414" y="5290476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r>
              <a:rPr lang="en-US" altLang="ko-KR" sz="1000" b="1" err="1">
                <a:solidFill>
                  <a:srgbClr val="9A9A9A"/>
                </a:solidFill>
                <a:latin typeface="현대하모니 M"/>
                <a:ea typeface="현대하모니 M"/>
              </a:rPr>
              <a:t>선택</a:t>
            </a:r>
            <a:endParaRPr lang="en-US" altLang="ko-KR" sz="1000" b="1">
              <a:solidFill>
                <a:srgbClr val="C00000"/>
              </a:solidFill>
              <a:latin typeface="현대하모니 M"/>
              <a:ea typeface="현대하모니 M"/>
            </a:endParaRPr>
          </a:p>
        </p:txBody>
      </p:sp>
      <p:sp>
        <p:nvSpPr>
          <p:cNvPr id="54" name="s103">
            <a:extLst>
              <a:ext uri="{FF2B5EF4-FFF2-40B4-BE49-F238E27FC236}">
                <a16:creationId xmlns:a16="http://schemas.microsoft.com/office/drawing/2014/main" id="{64113764-F026-9437-8887-1AAA1C2F26FD}"/>
              </a:ext>
            </a:extLst>
          </p:cNvPr>
          <p:cNvSpPr txBox="1">
            <a:spLocks/>
          </p:cNvSpPr>
          <p:nvPr/>
        </p:nvSpPr>
        <p:spPr>
          <a:xfrm>
            <a:off x="919414" y="5275476"/>
            <a:ext cx="8713536" cy="52465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IC603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 채널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1 ~ 16, Chain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당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ID601 N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개 연결 환경에 대응되는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Local Write/Read 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스크립트</a:t>
            </a:r>
            <a:endParaRPr lang="en-US" altLang="ko-KR" sz="1400" dirty="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기능안전 기능 확인 시에는 사용하지 않지만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, 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일반 기능 검증에서 활용할 수 있습니다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.</a:t>
            </a:r>
          </a:p>
        </p:txBody>
      </p:sp>
      <p:sp>
        <p:nvSpPr>
          <p:cNvPr id="56" name="s102">
            <a:extLst>
              <a:ext uri="{FF2B5EF4-FFF2-40B4-BE49-F238E27FC236}">
                <a16:creationId xmlns:a16="http://schemas.microsoft.com/office/drawing/2014/main" id="{151D428B-92F4-7766-8CE9-AF3719ECA262}"/>
              </a:ext>
            </a:extLst>
          </p:cNvPr>
          <p:cNvSpPr txBox="1">
            <a:spLocks/>
          </p:cNvSpPr>
          <p:nvPr/>
        </p:nvSpPr>
        <p:spPr>
          <a:xfrm>
            <a:off x="399414" y="3396562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r>
              <a:rPr lang="en-US" altLang="ko-KR" sz="1000" b="1" err="1">
                <a:solidFill>
                  <a:srgbClr val="2E75B6"/>
                </a:solidFill>
                <a:latin typeface="현대하모니 M"/>
                <a:ea typeface="현대하모니 M"/>
              </a:rPr>
              <a:t>권장</a:t>
            </a:r>
            <a:endParaRPr lang="en-US" altLang="ko-KR" sz="1000" b="1">
              <a:solidFill>
                <a:srgbClr val="C00000"/>
              </a:solidFill>
              <a:latin typeface="현대하모니 M"/>
              <a:ea typeface="현대하모니 M"/>
            </a:endParaRPr>
          </a:p>
        </p:txBody>
      </p:sp>
      <p:sp>
        <p:nvSpPr>
          <p:cNvPr id="58" name="s103">
            <a:extLst>
              <a:ext uri="{FF2B5EF4-FFF2-40B4-BE49-F238E27FC236}">
                <a16:creationId xmlns:a16="http://schemas.microsoft.com/office/drawing/2014/main" id="{FF4D944C-E290-B488-87A2-0D45E9B7C030}"/>
              </a:ext>
            </a:extLst>
          </p:cNvPr>
          <p:cNvSpPr txBox="1">
            <a:spLocks/>
          </p:cNvSpPr>
          <p:nvPr/>
        </p:nvSpPr>
        <p:spPr>
          <a:xfrm>
            <a:off x="919414" y="3381562"/>
            <a:ext cx="8713536" cy="277511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MCU – ID601 Daisy Chain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직결 환경에서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 Local Read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수행 스크립트 </a:t>
            </a:r>
            <a:r>
              <a:rPr lang="ko-KR" altLang="en-US" sz="1400" err="1">
                <a:solidFill>
                  <a:srgbClr val="262626"/>
                </a:solidFill>
                <a:latin typeface="현대하모니 M"/>
                <a:ea typeface="현대하모니 M"/>
              </a:rPr>
              <a:t>요청드립니다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.</a:t>
            </a:r>
          </a:p>
        </p:txBody>
      </p:sp>
      <p:sp>
        <p:nvSpPr>
          <p:cNvPr id="60" name="s102">
            <a:extLst>
              <a:ext uri="{FF2B5EF4-FFF2-40B4-BE49-F238E27FC236}">
                <a16:creationId xmlns:a16="http://schemas.microsoft.com/office/drawing/2014/main" id="{21B76157-B0D1-7524-233B-DA575153157E}"/>
              </a:ext>
            </a:extLst>
          </p:cNvPr>
          <p:cNvSpPr txBox="1">
            <a:spLocks/>
          </p:cNvSpPr>
          <p:nvPr/>
        </p:nvSpPr>
        <p:spPr>
          <a:xfrm>
            <a:off x="399414" y="4558177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r>
              <a:rPr lang="en-US" altLang="ko-KR" sz="1000" b="1" err="1">
                <a:solidFill>
                  <a:srgbClr val="2E75B6"/>
                </a:solidFill>
                <a:latin typeface="현대하모니 M"/>
                <a:ea typeface="현대하모니 M"/>
              </a:rPr>
              <a:t>권장</a:t>
            </a:r>
            <a:endParaRPr lang="en-US" altLang="ko-KR" sz="1000" b="1">
              <a:solidFill>
                <a:srgbClr val="C00000"/>
              </a:solidFill>
              <a:latin typeface="현대하모니 M"/>
              <a:ea typeface="현대하모니 M"/>
            </a:endParaRPr>
          </a:p>
        </p:txBody>
      </p:sp>
      <p:sp>
        <p:nvSpPr>
          <p:cNvPr id="62" name="s103">
            <a:extLst>
              <a:ext uri="{FF2B5EF4-FFF2-40B4-BE49-F238E27FC236}">
                <a16:creationId xmlns:a16="http://schemas.microsoft.com/office/drawing/2014/main" id="{450F59EC-6DB6-9428-D333-74007237BA75}"/>
              </a:ext>
            </a:extLst>
          </p:cNvPr>
          <p:cNvSpPr txBox="1">
            <a:spLocks/>
          </p:cNvSpPr>
          <p:nvPr/>
        </p:nvSpPr>
        <p:spPr>
          <a:xfrm>
            <a:off x="919414" y="4543177"/>
            <a:ext cx="8713536" cy="52465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MCU – ID601 Daisy Chain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직결 환경에서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en-US" altLang="ko-KR" sz="1400" b="0">
                <a:solidFill>
                  <a:srgbClr val="262626"/>
                </a:solidFill>
                <a:latin typeface="현대하모니 M"/>
                <a:ea typeface="현대하모니 M"/>
              </a:rPr>
              <a:t>Local Write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수행하는 스크립트</a:t>
            </a:r>
            <a:endParaRPr lang="en-US" altLang="ko-KR" sz="140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algn="l"/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* Local Write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기능의 사용 빈도는 높지 않습니다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2863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371CC-7A00-52A9-DB3E-4AB92AE8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7CC7E3-139D-901E-FE07-B6F57533F5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ko-KR" altLang="en-US"/>
              <a:t>통신 </a:t>
            </a:r>
            <a:r>
              <a:rPr lang="en-US" altLang="ko-KR"/>
              <a:t>CRC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F7EFD0-B297-3BF7-8136-062150D9E85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기능안전 대응을 위해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IC603 SPI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통신과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ID601 Serial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통신에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CRC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 적용되었습니다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F1C0058-9DF7-1C5F-BD92-156E26447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1540302"/>
            <a:ext cx="8374561" cy="24292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EE7D38-60E3-585A-EDBA-12B5EEFD70CC}"/>
              </a:ext>
            </a:extLst>
          </p:cNvPr>
          <p:cNvSpPr txBox="1"/>
          <p:nvPr/>
        </p:nvSpPr>
        <p:spPr>
          <a:xfrm>
            <a:off x="200297" y="1151805"/>
            <a:ext cx="6833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[ID601] 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CRC-8 SAE J1850 (0x1D poly, 0xFF </a:t>
            </a:r>
            <a:r>
              <a:rPr lang="en-US" altLang="ko-KR" sz="14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init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0xFF final XOR, non reflected)</a:t>
            </a:r>
            <a:endParaRPr lang="ko-KR" altLang="en-US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B18D63-9687-273F-7771-76264292CAD7}"/>
              </a:ext>
            </a:extLst>
          </p:cNvPr>
          <p:cNvSpPr txBox="1"/>
          <p:nvPr/>
        </p:nvSpPr>
        <p:spPr>
          <a:xfrm>
            <a:off x="5799758" y="2601044"/>
            <a:ext cx="3711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LD Transfer</a:t>
            </a:r>
            <a:r>
              <a:rPr lang="ko-KR" altLang="en-US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명령에는 </a:t>
            </a:r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CRC</a:t>
            </a:r>
            <a:r>
              <a:rPr lang="ko-KR" altLang="en-US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 붙지 않습니다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1F5BD6-4ECF-B4DA-EFE8-1C207A97A18A}"/>
              </a:ext>
            </a:extLst>
          </p:cNvPr>
          <p:cNvSpPr txBox="1"/>
          <p:nvPr/>
        </p:nvSpPr>
        <p:spPr>
          <a:xfrm>
            <a:off x="200297" y="4130603"/>
            <a:ext cx="9560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[IC603] </a:t>
            </a:r>
            <a:r>
              <a:rPr lang="en-US" altLang="ko-KR" sz="1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CRC-16/CCITT-FALSE  (Polynomial = 0x1021, Initial value = 0xFFFF, final XOR = 0x0000, non-reflected)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5502985-17C5-BB97-2825-E386A3229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74" y="4499935"/>
            <a:ext cx="7092576" cy="212613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03E6E3C-18AB-F84F-26A5-81305D8B467C}"/>
              </a:ext>
            </a:extLst>
          </p:cNvPr>
          <p:cNvSpPr txBox="1"/>
          <p:nvPr/>
        </p:nvSpPr>
        <p:spPr>
          <a:xfrm>
            <a:off x="4194180" y="4629602"/>
            <a:ext cx="5711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Burst/LD Transfer (Size 1 </a:t>
            </a:r>
            <a:r>
              <a:rPr lang="ko-KR" altLang="en-US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이상</a:t>
            </a:r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r>
              <a:rPr lang="ko-KR" altLang="en-US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 경우</a:t>
            </a:r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</a:t>
            </a:r>
            <a:b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ko-KR" altLang="en-US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전체 </a:t>
            </a:r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Burst Data</a:t>
            </a:r>
            <a:r>
              <a:rPr lang="ko-KR" altLang="en-US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대해서 연산 후 최종에 </a:t>
            </a:r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16</a:t>
            </a:r>
            <a:r>
              <a:rPr lang="ko-KR" altLang="en-US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비트 </a:t>
            </a:r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CRC</a:t>
            </a:r>
            <a:r>
              <a:rPr lang="ko-KR" altLang="en-US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값을 전송합니다</a:t>
            </a:r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8403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E9428-FA7B-FC1C-CE8E-A0BBB043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ADFD41-0B5D-3E43-2BF8-C673E02FCC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ko-KR" altLang="en-US"/>
              <a:t>통신 </a:t>
            </a:r>
            <a:r>
              <a:rPr lang="en-US" altLang="ko-KR"/>
              <a:t>CRC</a:t>
            </a:r>
            <a:endParaRPr lang="ko-KR" altLang="en-US"/>
          </a:p>
        </p:txBody>
      </p:sp>
      <p:cxnSp>
        <p:nvCxnSpPr>
          <p:cNvPr id="6" name="c120">
            <a:extLst>
              <a:ext uri="{FF2B5EF4-FFF2-40B4-BE49-F238E27FC236}">
                <a16:creationId xmlns:a16="http://schemas.microsoft.com/office/drawing/2014/main" id="{35EF9764-70FF-0141-6A9F-01BBC0F127EA}"/>
              </a:ext>
            </a:extLst>
          </p:cNvPr>
          <p:cNvCxnSpPr/>
          <p:nvPr/>
        </p:nvCxnSpPr>
        <p:spPr>
          <a:xfrm>
            <a:off x="620000" y="6140000"/>
            <a:ext cx="8730000" cy="0"/>
          </a:xfrm>
          <a:prstGeom prst="line">
            <a:avLst/>
          </a:prstGeom>
          <a:ln w="9525" cap="rnd">
            <a:solidFill>
              <a:srgbClr val="E2E6EA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s121">
            <a:extLst>
              <a:ext uri="{FF2B5EF4-FFF2-40B4-BE49-F238E27FC236}">
                <a16:creationId xmlns:a16="http://schemas.microsoft.com/office/drawing/2014/main" id="{4CF0341B-AB67-441C-3F2D-AA39DA21D7AD}"/>
              </a:ext>
            </a:extLst>
          </p:cNvPr>
          <p:cNvSpPr txBox="1"/>
          <p:nvPr/>
        </p:nvSpPr>
        <p:spPr>
          <a:xfrm>
            <a:off x="620000" y="623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1">
                <a:solidFill>
                  <a:srgbClr val="C00000"/>
                </a:solidFill>
                <a:latin typeface="현대하모니 M"/>
                <a:ea typeface="현대하모니 M"/>
              </a:rPr>
              <a:t>필수</a:t>
            </a:r>
          </a:p>
        </p:txBody>
      </p:sp>
      <p:sp>
        <p:nvSpPr>
          <p:cNvPr id="8" name="s122">
            <a:extLst>
              <a:ext uri="{FF2B5EF4-FFF2-40B4-BE49-F238E27FC236}">
                <a16:creationId xmlns:a16="http://schemas.microsoft.com/office/drawing/2014/main" id="{385A27F6-75CA-7CF7-5EBA-9BAFBF5BFF16}"/>
              </a:ext>
            </a:extLst>
          </p:cNvPr>
          <p:cNvSpPr txBox="1"/>
          <p:nvPr/>
        </p:nvSpPr>
        <p:spPr>
          <a:xfrm>
            <a:off x="1020000" y="623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8A8A8A"/>
                </a:solidFill>
                <a:latin typeface="현대하모니 M"/>
                <a:ea typeface="현대하모니 M"/>
              </a:rPr>
              <a:t>개발 요청 및 기능 확인에 필수</a:t>
            </a:r>
          </a:p>
        </p:txBody>
      </p:sp>
      <p:sp>
        <p:nvSpPr>
          <p:cNvPr id="9" name="s123">
            <a:extLst>
              <a:ext uri="{FF2B5EF4-FFF2-40B4-BE49-F238E27FC236}">
                <a16:creationId xmlns:a16="http://schemas.microsoft.com/office/drawing/2014/main" id="{77DD8A3C-BAB4-12E4-FD28-C2114185CFAD}"/>
              </a:ext>
            </a:extLst>
          </p:cNvPr>
          <p:cNvSpPr txBox="1"/>
          <p:nvPr/>
        </p:nvSpPr>
        <p:spPr>
          <a:xfrm>
            <a:off x="3520000" y="623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1">
                <a:solidFill>
                  <a:srgbClr val="2E75B6"/>
                </a:solidFill>
                <a:latin typeface="현대하모니 M"/>
                <a:ea typeface="현대하모니 M"/>
              </a:rPr>
              <a:t>권장</a:t>
            </a:r>
          </a:p>
        </p:txBody>
      </p:sp>
      <p:sp>
        <p:nvSpPr>
          <p:cNvPr id="10" name="s124">
            <a:extLst>
              <a:ext uri="{FF2B5EF4-FFF2-40B4-BE49-F238E27FC236}">
                <a16:creationId xmlns:a16="http://schemas.microsoft.com/office/drawing/2014/main" id="{37626D15-4995-09AA-AC0D-7138CE3DD027}"/>
              </a:ext>
            </a:extLst>
          </p:cNvPr>
          <p:cNvSpPr txBox="1"/>
          <p:nvPr/>
        </p:nvSpPr>
        <p:spPr>
          <a:xfrm>
            <a:off x="3920000" y="623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8A8A8A"/>
                </a:solidFill>
                <a:latin typeface="현대하모니 M"/>
                <a:ea typeface="현대하모니 M"/>
              </a:rPr>
              <a:t>가급적 구현되면 좋음</a:t>
            </a:r>
          </a:p>
        </p:txBody>
      </p:sp>
      <p:sp>
        <p:nvSpPr>
          <p:cNvPr id="14" name="s125">
            <a:extLst>
              <a:ext uri="{FF2B5EF4-FFF2-40B4-BE49-F238E27FC236}">
                <a16:creationId xmlns:a16="http://schemas.microsoft.com/office/drawing/2014/main" id="{0397E185-35F8-0160-A2A1-82ABC325D632}"/>
              </a:ext>
            </a:extLst>
          </p:cNvPr>
          <p:cNvSpPr txBox="1"/>
          <p:nvPr/>
        </p:nvSpPr>
        <p:spPr>
          <a:xfrm>
            <a:off x="6420000" y="623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1">
                <a:solidFill>
                  <a:srgbClr val="9A9A9A"/>
                </a:solidFill>
                <a:latin typeface="현대하모니 M"/>
                <a:ea typeface="현대하모니 M"/>
              </a:rPr>
              <a:t>선택</a:t>
            </a:r>
          </a:p>
        </p:txBody>
      </p:sp>
      <p:sp>
        <p:nvSpPr>
          <p:cNvPr id="16" name="s126">
            <a:extLst>
              <a:ext uri="{FF2B5EF4-FFF2-40B4-BE49-F238E27FC236}">
                <a16:creationId xmlns:a16="http://schemas.microsoft.com/office/drawing/2014/main" id="{A838B007-48BA-B4AF-E512-D6492418DAAB}"/>
              </a:ext>
            </a:extLst>
          </p:cNvPr>
          <p:cNvSpPr txBox="1">
            <a:spLocks/>
          </p:cNvSpPr>
          <p:nvPr/>
        </p:nvSpPr>
        <p:spPr>
          <a:xfrm>
            <a:off x="6820000" y="623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8A8A8A"/>
                </a:solidFill>
                <a:latin typeface="현대하모니 M"/>
                <a:ea typeface="현대하모니 M"/>
              </a:rPr>
              <a:t>구현 시 </a:t>
            </a:r>
            <a:r>
              <a:rPr lang="ko-KR" altLang="en-US" sz="950" b="0">
                <a:solidFill>
                  <a:srgbClr val="8A8A8A"/>
                </a:solidFill>
                <a:latin typeface="현대하모니 M"/>
                <a:ea typeface="현대하모니 M"/>
              </a:rPr>
              <a:t>유용할 수 있음</a:t>
            </a:r>
            <a:endParaRPr lang="en-US" altLang="ko-KR" sz="950" b="0">
              <a:solidFill>
                <a:srgbClr val="8A8A8A"/>
              </a:solidFill>
              <a:latin typeface="현대하모니 M"/>
              <a:ea typeface="현대하모니 M"/>
            </a:endParaRPr>
          </a:p>
        </p:txBody>
      </p:sp>
      <p:sp>
        <p:nvSpPr>
          <p:cNvPr id="18" name="s102">
            <a:extLst>
              <a:ext uri="{FF2B5EF4-FFF2-40B4-BE49-F238E27FC236}">
                <a16:creationId xmlns:a16="http://schemas.microsoft.com/office/drawing/2014/main" id="{63CF2B96-8223-5E58-9CAE-610A537D1E64}"/>
              </a:ext>
            </a:extLst>
          </p:cNvPr>
          <p:cNvSpPr txBox="1">
            <a:spLocks/>
          </p:cNvSpPr>
          <p:nvPr/>
        </p:nvSpPr>
        <p:spPr>
          <a:xfrm>
            <a:off x="399414" y="875004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000" b="1">
                <a:solidFill>
                  <a:srgbClr val="C00000"/>
                </a:solidFill>
                <a:latin typeface="현대하모니 M"/>
                <a:ea typeface="현대하모니 M"/>
              </a:rPr>
              <a:t>필수</a:t>
            </a:r>
          </a:p>
        </p:txBody>
      </p:sp>
      <p:sp>
        <p:nvSpPr>
          <p:cNvPr id="20" name="s103">
            <a:extLst>
              <a:ext uri="{FF2B5EF4-FFF2-40B4-BE49-F238E27FC236}">
                <a16:creationId xmlns:a16="http://schemas.microsoft.com/office/drawing/2014/main" id="{F909E9DF-A47B-DB2F-86AD-FF6AE13A4E57}"/>
              </a:ext>
            </a:extLst>
          </p:cNvPr>
          <p:cNvSpPr txBox="1">
            <a:spLocks/>
          </p:cNvSpPr>
          <p:nvPr/>
        </p:nvSpPr>
        <p:spPr>
          <a:xfrm>
            <a:off x="919414" y="860004"/>
            <a:ext cx="8713536" cy="1092473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IC603 SPI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통신에서</a:t>
            </a:r>
            <a:endParaRPr lang="en-US" altLang="ko-KR" sz="140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MCU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→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IC603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통신에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CRC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추가</a:t>
            </a:r>
            <a:endParaRPr lang="en-US" altLang="ko-KR" sz="140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IC603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→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MCU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통신에서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CRC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값 파싱 및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CRC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값 검증</a:t>
            </a:r>
            <a:endParaRPr lang="en-US" altLang="ko-KR" sz="140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CRC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기능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On/Off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제어 가능해야 함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(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칩에서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CRC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기능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On/Off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기능 존재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, Off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시 기존 통신과 동일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)</a:t>
            </a:r>
          </a:p>
        </p:txBody>
      </p:sp>
      <p:sp>
        <p:nvSpPr>
          <p:cNvPr id="24" name="s102">
            <a:extLst>
              <a:ext uri="{FF2B5EF4-FFF2-40B4-BE49-F238E27FC236}">
                <a16:creationId xmlns:a16="http://schemas.microsoft.com/office/drawing/2014/main" id="{1E9176AF-C761-ED44-F4BE-7EA6D2B174C4}"/>
              </a:ext>
            </a:extLst>
          </p:cNvPr>
          <p:cNvSpPr txBox="1">
            <a:spLocks/>
          </p:cNvSpPr>
          <p:nvPr/>
        </p:nvSpPr>
        <p:spPr>
          <a:xfrm>
            <a:off x="399414" y="2057476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000" b="1">
                <a:solidFill>
                  <a:srgbClr val="C00000"/>
                </a:solidFill>
                <a:latin typeface="현대하모니 M"/>
                <a:ea typeface="현대하모니 M"/>
              </a:rPr>
              <a:t>필수</a:t>
            </a:r>
          </a:p>
        </p:txBody>
      </p:sp>
      <p:sp>
        <p:nvSpPr>
          <p:cNvPr id="26" name="s103">
            <a:extLst>
              <a:ext uri="{FF2B5EF4-FFF2-40B4-BE49-F238E27FC236}">
                <a16:creationId xmlns:a16="http://schemas.microsoft.com/office/drawing/2014/main" id="{912A68CD-10C7-44C8-598C-C61FA7670473}"/>
              </a:ext>
            </a:extLst>
          </p:cNvPr>
          <p:cNvSpPr txBox="1">
            <a:spLocks/>
          </p:cNvSpPr>
          <p:nvPr/>
        </p:nvSpPr>
        <p:spPr>
          <a:xfrm>
            <a:off x="919414" y="2042477"/>
            <a:ext cx="8713536" cy="109247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MCU – ID601 Daisy Chain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직결 환경 대응을 위해</a:t>
            </a:r>
            <a:endParaRPr lang="en-US" altLang="ko-KR" sz="140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MCU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→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ID601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통신에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CRC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추가</a:t>
            </a:r>
            <a:endParaRPr lang="en-US" altLang="ko-KR" sz="140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ID601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→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MCU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통신에서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CRC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값 파싱 및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CRC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값 검증</a:t>
            </a:r>
            <a:endParaRPr lang="en-US" altLang="ko-KR" sz="140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CRC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기능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On/Off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제어 가능해야 함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(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칩에서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CRC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기능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On/Off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기능 존재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, Off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시 기존 통신과 동일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sz="1400">
              <a:solidFill>
                <a:srgbClr val="262626"/>
              </a:solidFill>
              <a:latin typeface="현대하모니 M"/>
              <a:ea typeface="현대하모니 M"/>
            </a:endParaRPr>
          </a:p>
        </p:txBody>
      </p:sp>
    </p:spTree>
    <p:extLst>
      <p:ext uri="{BB962C8B-B14F-4D97-AF65-F5344CB8AC3E}">
        <p14:creationId xmlns:p14="http://schemas.microsoft.com/office/powerpoint/2010/main" val="90047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BE6B6-8A0A-FECC-0C39-8464E8FAB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FA3595-5FD9-CCF6-BBE3-FAAD0077C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353176" cy="432643"/>
          </a:xfrm>
        </p:spPr>
        <p:txBody>
          <a:bodyPr>
            <a:normAutofit/>
          </a:bodyPr>
          <a:lstStyle/>
          <a:p>
            <a:r>
              <a:rPr lang="en-US" altLang="ko-KR"/>
              <a:t>Abnormal </a:t>
            </a:r>
            <a:r>
              <a:rPr lang="ko-KR" altLang="en-US"/>
              <a:t>통신 전송</a:t>
            </a:r>
          </a:p>
        </p:txBody>
      </p:sp>
      <p:cxnSp>
        <p:nvCxnSpPr>
          <p:cNvPr id="6" name="c120">
            <a:extLst>
              <a:ext uri="{FF2B5EF4-FFF2-40B4-BE49-F238E27FC236}">
                <a16:creationId xmlns:a16="http://schemas.microsoft.com/office/drawing/2014/main" id="{53F10FCE-3589-477A-E06A-912517F2C70A}"/>
              </a:ext>
            </a:extLst>
          </p:cNvPr>
          <p:cNvCxnSpPr/>
          <p:nvPr/>
        </p:nvCxnSpPr>
        <p:spPr>
          <a:xfrm>
            <a:off x="620000" y="6140000"/>
            <a:ext cx="8730000" cy="0"/>
          </a:xfrm>
          <a:prstGeom prst="line">
            <a:avLst/>
          </a:prstGeom>
          <a:ln w="9525" cap="rnd">
            <a:solidFill>
              <a:srgbClr val="E2E6EA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s121">
            <a:extLst>
              <a:ext uri="{FF2B5EF4-FFF2-40B4-BE49-F238E27FC236}">
                <a16:creationId xmlns:a16="http://schemas.microsoft.com/office/drawing/2014/main" id="{072BFA31-DBC1-FDFF-4986-6D83607C6082}"/>
              </a:ext>
            </a:extLst>
          </p:cNvPr>
          <p:cNvSpPr txBox="1"/>
          <p:nvPr/>
        </p:nvSpPr>
        <p:spPr>
          <a:xfrm>
            <a:off x="620000" y="623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1">
                <a:solidFill>
                  <a:srgbClr val="C00000"/>
                </a:solidFill>
                <a:latin typeface="현대하모니 M"/>
                <a:ea typeface="현대하모니 M"/>
              </a:rPr>
              <a:t>필수</a:t>
            </a:r>
          </a:p>
        </p:txBody>
      </p:sp>
      <p:sp>
        <p:nvSpPr>
          <p:cNvPr id="8" name="s122">
            <a:extLst>
              <a:ext uri="{FF2B5EF4-FFF2-40B4-BE49-F238E27FC236}">
                <a16:creationId xmlns:a16="http://schemas.microsoft.com/office/drawing/2014/main" id="{9EE254E0-BD96-AC99-5752-147B5628AB7A}"/>
              </a:ext>
            </a:extLst>
          </p:cNvPr>
          <p:cNvSpPr txBox="1"/>
          <p:nvPr/>
        </p:nvSpPr>
        <p:spPr>
          <a:xfrm>
            <a:off x="1020000" y="623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8A8A8A"/>
                </a:solidFill>
                <a:latin typeface="현대하모니 M"/>
                <a:ea typeface="현대하모니 M"/>
              </a:rPr>
              <a:t>개발 요청 및 기능 확인에 필수</a:t>
            </a:r>
          </a:p>
        </p:txBody>
      </p:sp>
      <p:sp>
        <p:nvSpPr>
          <p:cNvPr id="9" name="s123">
            <a:extLst>
              <a:ext uri="{FF2B5EF4-FFF2-40B4-BE49-F238E27FC236}">
                <a16:creationId xmlns:a16="http://schemas.microsoft.com/office/drawing/2014/main" id="{EA242C3A-E22C-D5E0-569D-D119F7BCB7DB}"/>
              </a:ext>
            </a:extLst>
          </p:cNvPr>
          <p:cNvSpPr txBox="1"/>
          <p:nvPr/>
        </p:nvSpPr>
        <p:spPr>
          <a:xfrm>
            <a:off x="3520000" y="623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1" err="1">
                <a:solidFill>
                  <a:srgbClr val="2E75B6"/>
                </a:solidFill>
                <a:latin typeface="현대하모니 M"/>
                <a:ea typeface="현대하모니 M"/>
              </a:rPr>
              <a:t>권장</a:t>
            </a:r>
            <a:endParaRPr lang="en-US" altLang="ko-KR" sz="1000" b="1">
              <a:solidFill>
                <a:srgbClr val="2E75B6"/>
              </a:solidFill>
              <a:latin typeface="현대하모니 M"/>
              <a:ea typeface="현대하모니 M"/>
            </a:endParaRPr>
          </a:p>
        </p:txBody>
      </p:sp>
      <p:sp>
        <p:nvSpPr>
          <p:cNvPr id="10" name="s124">
            <a:extLst>
              <a:ext uri="{FF2B5EF4-FFF2-40B4-BE49-F238E27FC236}">
                <a16:creationId xmlns:a16="http://schemas.microsoft.com/office/drawing/2014/main" id="{92713B5F-5C1F-AA9E-5725-C749CBDF008D}"/>
              </a:ext>
            </a:extLst>
          </p:cNvPr>
          <p:cNvSpPr txBox="1"/>
          <p:nvPr/>
        </p:nvSpPr>
        <p:spPr>
          <a:xfrm>
            <a:off x="3920000" y="623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8A8A8A"/>
                </a:solidFill>
                <a:latin typeface="현대하모니 M"/>
                <a:ea typeface="현대하모니 M"/>
              </a:rPr>
              <a:t>가급적 구현되면 좋음</a:t>
            </a:r>
          </a:p>
        </p:txBody>
      </p:sp>
      <p:sp>
        <p:nvSpPr>
          <p:cNvPr id="14" name="s125">
            <a:extLst>
              <a:ext uri="{FF2B5EF4-FFF2-40B4-BE49-F238E27FC236}">
                <a16:creationId xmlns:a16="http://schemas.microsoft.com/office/drawing/2014/main" id="{3EA1AE01-1103-226F-EE5B-EBE287FF77F9}"/>
              </a:ext>
            </a:extLst>
          </p:cNvPr>
          <p:cNvSpPr txBox="1"/>
          <p:nvPr/>
        </p:nvSpPr>
        <p:spPr>
          <a:xfrm>
            <a:off x="6420000" y="623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1000" b="1" err="1">
                <a:solidFill>
                  <a:srgbClr val="9A9A9A"/>
                </a:solidFill>
                <a:latin typeface="현대하모니 M"/>
                <a:ea typeface="현대하모니 M"/>
              </a:rPr>
              <a:t>선택</a:t>
            </a:r>
            <a:endParaRPr lang="en-US" altLang="ko-KR" sz="1000" b="1">
              <a:solidFill>
                <a:srgbClr val="9A9A9A"/>
              </a:solidFill>
              <a:latin typeface="현대하모니 M"/>
              <a:ea typeface="현대하모니 M"/>
            </a:endParaRPr>
          </a:p>
        </p:txBody>
      </p:sp>
      <p:sp>
        <p:nvSpPr>
          <p:cNvPr id="16" name="s126">
            <a:extLst>
              <a:ext uri="{FF2B5EF4-FFF2-40B4-BE49-F238E27FC236}">
                <a16:creationId xmlns:a16="http://schemas.microsoft.com/office/drawing/2014/main" id="{C56D7C4B-8F2F-4755-1BA9-5C82B1188ECD}"/>
              </a:ext>
            </a:extLst>
          </p:cNvPr>
          <p:cNvSpPr txBox="1">
            <a:spLocks/>
          </p:cNvSpPr>
          <p:nvPr/>
        </p:nvSpPr>
        <p:spPr>
          <a:xfrm>
            <a:off x="6820000" y="623000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algn="l"/>
            <a:r>
              <a:rPr lang="en-US" altLang="ko-KR" sz="950" b="0">
                <a:solidFill>
                  <a:srgbClr val="8A8A8A"/>
                </a:solidFill>
                <a:latin typeface="현대하모니 M"/>
                <a:ea typeface="현대하모니 M"/>
              </a:rPr>
              <a:t>구현 시 </a:t>
            </a:r>
            <a:r>
              <a:rPr lang="ko-KR" altLang="en-US" sz="950" b="0">
                <a:solidFill>
                  <a:srgbClr val="8A8A8A"/>
                </a:solidFill>
                <a:latin typeface="현대하모니 M"/>
                <a:ea typeface="현대하모니 M"/>
              </a:rPr>
              <a:t>유용할 수 있음</a:t>
            </a:r>
            <a:endParaRPr lang="en-US" altLang="ko-KR" sz="950" b="0">
              <a:solidFill>
                <a:srgbClr val="8A8A8A"/>
              </a:solidFill>
              <a:latin typeface="현대하모니 M"/>
              <a:ea typeface="현대하모니 M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19DBBDB4-EB43-1E5D-A91A-7210F8C99F7A}"/>
              </a:ext>
            </a:extLst>
          </p:cNvPr>
          <p:cNvSpPr txBox="1">
            <a:spLocks/>
          </p:cNvSpPr>
          <p:nvPr/>
        </p:nvSpPr>
        <p:spPr>
          <a:xfrm>
            <a:off x="273050" y="633724"/>
            <a:ext cx="9359900" cy="887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742950" rtl="0" eaLnBrk="1" latinLnBrk="1" hangingPunct="1">
              <a:lnSpc>
                <a:spcPct val="120000"/>
              </a:lnSpc>
              <a:spcBef>
                <a:spcPts val="300"/>
              </a:spcBef>
              <a:buFont typeface="현대산스 Head Bold" panose="020B0600000101010101" pitchFamily="50" charset="-127"/>
              <a:buNone/>
              <a:defRPr sz="1600" kern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180000" indent="0" algn="l" defTabSz="742950" rtl="0" eaLnBrk="1" latinLnBrk="1" hangingPunct="1">
              <a:lnSpc>
                <a:spcPct val="120000"/>
              </a:lnSpc>
              <a:spcBef>
                <a:spcPts val="300"/>
              </a:spcBef>
              <a:buFont typeface="현대산스 Head" panose="020B0600000101010101" pitchFamily="50" charset="-127"/>
              <a:buNone/>
              <a:defRPr lang="ko-KR" altLang="en-US" sz="1400" kern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9286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lvl3pPr>
            <a:lvl4pPr marL="13001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lvl4pPr>
            <a:lvl5pPr marL="16716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lvl5pPr>
            <a:lvl6pPr marL="20431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기능안전 대응을 위해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IC603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ID601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통신 이상을 감지하고 </a:t>
            </a:r>
            <a:b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Flag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기록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/Interrupt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발생 기능이 추가되었습니다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s102">
            <a:extLst>
              <a:ext uri="{FF2B5EF4-FFF2-40B4-BE49-F238E27FC236}">
                <a16:creationId xmlns:a16="http://schemas.microsoft.com/office/drawing/2014/main" id="{2D2B9563-6ACF-20A5-DBE9-9B91C4673347}"/>
              </a:ext>
            </a:extLst>
          </p:cNvPr>
          <p:cNvSpPr txBox="1">
            <a:spLocks/>
          </p:cNvSpPr>
          <p:nvPr/>
        </p:nvSpPr>
        <p:spPr>
          <a:xfrm>
            <a:off x="399414" y="1536136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000" b="1" err="1">
                <a:solidFill>
                  <a:srgbClr val="C00000"/>
                </a:solidFill>
                <a:latin typeface="현대하모니 M"/>
                <a:ea typeface="현대하모니 M"/>
              </a:rPr>
              <a:t>필수</a:t>
            </a:r>
            <a:endParaRPr lang="en-US" altLang="ko-KR" sz="1000" b="1">
              <a:solidFill>
                <a:srgbClr val="C00000"/>
              </a:solidFill>
              <a:latin typeface="현대하모니 M"/>
              <a:ea typeface="현대하모니 M"/>
            </a:endParaRPr>
          </a:p>
        </p:txBody>
      </p:sp>
      <p:sp>
        <p:nvSpPr>
          <p:cNvPr id="12" name="s103">
            <a:extLst>
              <a:ext uri="{FF2B5EF4-FFF2-40B4-BE49-F238E27FC236}">
                <a16:creationId xmlns:a16="http://schemas.microsoft.com/office/drawing/2014/main" id="{9739F13D-C0D7-7444-2FEE-89572E19C1F7}"/>
              </a:ext>
            </a:extLst>
          </p:cNvPr>
          <p:cNvSpPr txBox="1">
            <a:spLocks/>
          </p:cNvSpPr>
          <p:nvPr/>
        </p:nvSpPr>
        <p:spPr>
          <a:xfrm>
            <a:off x="919414" y="1521137"/>
            <a:ext cx="8713536" cy="521625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MCU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 →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IC603 SPI 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통신에서</a:t>
            </a:r>
            <a:endParaRPr lang="en-US" altLang="ko-KR" sz="1400" dirty="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모든 통신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Frame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의 각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Field (CMD code, Address, Size, Data, CRC)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를 원하는 값으로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Swap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하는 기능</a:t>
            </a:r>
            <a:endParaRPr lang="en-US" altLang="ko-KR" sz="1400" dirty="0">
              <a:solidFill>
                <a:srgbClr val="262626"/>
              </a:solidFill>
              <a:latin typeface="현대하모니 M"/>
              <a:ea typeface="현대하모니 M"/>
            </a:endParaRPr>
          </a:p>
        </p:txBody>
      </p:sp>
      <p:sp>
        <p:nvSpPr>
          <p:cNvPr id="15" name="s102">
            <a:extLst>
              <a:ext uri="{FF2B5EF4-FFF2-40B4-BE49-F238E27FC236}">
                <a16:creationId xmlns:a16="http://schemas.microsoft.com/office/drawing/2014/main" id="{D562A17C-DB7E-9C7F-284A-E7621FE36982}"/>
              </a:ext>
            </a:extLst>
          </p:cNvPr>
          <p:cNvSpPr txBox="1">
            <a:spLocks/>
          </p:cNvSpPr>
          <p:nvPr/>
        </p:nvSpPr>
        <p:spPr>
          <a:xfrm>
            <a:off x="399414" y="2147760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000" b="1">
                <a:solidFill>
                  <a:srgbClr val="C00000"/>
                </a:solidFill>
                <a:latin typeface="현대하모니 M"/>
                <a:ea typeface="현대하모니 M"/>
              </a:rPr>
              <a:t>필수</a:t>
            </a:r>
          </a:p>
        </p:txBody>
      </p:sp>
      <p:sp>
        <p:nvSpPr>
          <p:cNvPr id="19" name="s103">
            <a:extLst>
              <a:ext uri="{FF2B5EF4-FFF2-40B4-BE49-F238E27FC236}">
                <a16:creationId xmlns:a16="http://schemas.microsoft.com/office/drawing/2014/main" id="{FE89CF15-6031-5FA4-067C-3294533D2964}"/>
              </a:ext>
            </a:extLst>
          </p:cNvPr>
          <p:cNvSpPr txBox="1">
            <a:spLocks/>
          </p:cNvSpPr>
          <p:nvPr/>
        </p:nvSpPr>
        <p:spPr>
          <a:xfrm>
            <a:off x="919414" y="2132761"/>
            <a:ext cx="8713536" cy="5515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MCU 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→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ID601 Serial 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통신에서</a:t>
            </a:r>
            <a:endParaRPr lang="en-US" altLang="ko-KR" sz="1400" dirty="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모든 통신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Frame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의 각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Field (CMD code, Address, Data, CRC)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를 원하는 값으로 </a:t>
            </a:r>
            <a:r>
              <a:rPr lang="en-US" altLang="ko-KR" sz="1400" dirty="0">
                <a:solidFill>
                  <a:srgbClr val="262626"/>
                </a:solidFill>
                <a:latin typeface="현대하모니 M"/>
                <a:ea typeface="현대하모니 M"/>
              </a:rPr>
              <a:t>Swap</a:t>
            </a:r>
            <a:r>
              <a:rPr lang="ko-KR" altLang="en-US" sz="1400" dirty="0">
                <a:solidFill>
                  <a:srgbClr val="262626"/>
                </a:solidFill>
                <a:latin typeface="현대하모니 M"/>
                <a:ea typeface="현대하모니 M"/>
              </a:rPr>
              <a:t>하는 기능</a:t>
            </a:r>
            <a:endParaRPr lang="en-US" altLang="ko-KR" sz="1400" dirty="0">
              <a:solidFill>
                <a:srgbClr val="262626"/>
              </a:solidFill>
              <a:latin typeface="현대하모니 M"/>
              <a:ea typeface="현대하모니 M"/>
            </a:endParaRPr>
          </a:p>
        </p:txBody>
      </p:sp>
      <p:sp>
        <p:nvSpPr>
          <p:cNvPr id="22" name="s102">
            <a:extLst>
              <a:ext uri="{FF2B5EF4-FFF2-40B4-BE49-F238E27FC236}">
                <a16:creationId xmlns:a16="http://schemas.microsoft.com/office/drawing/2014/main" id="{A585FC66-62B7-536D-3B51-B0B15AE2849D}"/>
              </a:ext>
            </a:extLst>
          </p:cNvPr>
          <p:cNvSpPr txBox="1">
            <a:spLocks/>
          </p:cNvSpPr>
          <p:nvPr/>
        </p:nvSpPr>
        <p:spPr>
          <a:xfrm>
            <a:off x="399414" y="3780678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r>
              <a:rPr lang="en-US" altLang="ko-KR" sz="1000" b="1" err="1">
                <a:solidFill>
                  <a:srgbClr val="9A9A9A"/>
                </a:solidFill>
                <a:latin typeface="현대하모니 M"/>
                <a:ea typeface="현대하모니 M"/>
              </a:rPr>
              <a:t>선택</a:t>
            </a:r>
            <a:endParaRPr lang="en-US" altLang="ko-KR" sz="1000" b="1">
              <a:solidFill>
                <a:srgbClr val="C00000"/>
              </a:solidFill>
              <a:latin typeface="현대하모니 M"/>
              <a:ea typeface="현대하모니 M"/>
            </a:endParaRPr>
          </a:p>
        </p:txBody>
      </p:sp>
      <p:sp>
        <p:nvSpPr>
          <p:cNvPr id="25" name="s103">
            <a:extLst>
              <a:ext uri="{FF2B5EF4-FFF2-40B4-BE49-F238E27FC236}">
                <a16:creationId xmlns:a16="http://schemas.microsoft.com/office/drawing/2014/main" id="{CD77AD2D-2F74-CE4D-CFAD-C982F4581356}"/>
              </a:ext>
            </a:extLst>
          </p:cNvPr>
          <p:cNvSpPr txBox="1">
            <a:spLocks/>
          </p:cNvSpPr>
          <p:nvPr/>
        </p:nvSpPr>
        <p:spPr>
          <a:xfrm>
            <a:off x="919414" y="3765679"/>
            <a:ext cx="8713536" cy="74713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MCU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→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ID601 Serial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통신에서</a:t>
            </a:r>
            <a:endParaRPr lang="en-US" altLang="ko-KR" sz="140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임의의 위치에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Bit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Insert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/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Bit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Loss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를 발생시키는 기능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 (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우측 그림 참고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003979-65E4-5CEC-05CF-B266B980C4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59"/>
          <a:stretch>
            <a:fillRect/>
          </a:stretch>
        </p:blipFill>
        <p:spPr bwMode="auto">
          <a:xfrm>
            <a:off x="6360008" y="3225482"/>
            <a:ext cx="3272942" cy="2916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102">
            <a:extLst>
              <a:ext uri="{FF2B5EF4-FFF2-40B4-BE49-F238E27FC236}">
                <a16:creationId xmlns:a16="http://schemas.microsoft.com/office/drawing/2014/main" id="{86107B50-FF92-9BFE-2B4D-720615E0F2DF}"/>
              </a:ext>
            </a:extLst>
          </p:cNvPr>
          <p:cNvSpPr txBox="1">
            <a:spLocks/>
          </p:cNvSpPr>
          <p:nvPr/>
        </p:nvSpPr>
        <p:spPr>
          <a:xfrm>
            <a:off x="399414" y="2844308"/>
            <a:ext cx="47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r>
              <a:rPr lang="en-US" altLang="ko-KR" sz="1000" b="1" err="1">
                <a:solidFill>
                  <a:srgbClr val="9A9A9A"/>
                </a:solidFill>
                <a:latin typeface="현대하모니 M"/>
                <a:ea typeface="현대하모니 M"/>
              </a:rPr>
              <a:t>선택</a:t>
            </a:r>
            <a:endParaRPr lang="en-US" altLang="ko-KR" sz="1000" b="1">
              <a:solidFill>
                <a:srgbClr val="C00000"/>
              </a:solidFill>
              <a:latin typeface="현대하모니 M"/>
              <a:ea typeface="현대하모니 M"/>
            </a:endParaRPr>
          </a:p>
        </p:txBody>
      </p:sp>
      <p:sp>
        <p:nvSpPr>
          <p:cNvPr id="17" name="s103">
            <a:extLst>
              <a:ext uri="{FF2B5EF4-FFF2-40B4-BE49-F238E27FC236}">
                <a16:creationId xmlns:a16="http://schemas.microsoft.com/office/drawing/2014/main" id="{99BCD79A-7E7B-1112-756C-8F7FF90E01A8}"/>
              </a:ext>
            </a:extLst>
          </p:cNvPr>
          <p:cNvSpPr txBox="1">
            <a:spLocks/>
          </p:cNvSpPr>
          <p:nvPr/>
        </p:nvSpPr>
        <p:spPr>
          <a:xfrm>
            <a:off x="919414" y="2829309"/>
            <a:ext cx="8713536" cy="74713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algn="l"/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MCU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→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IC603 SPI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통신에서</a:t>
            </a:r>
            <a:endParaRPr lang="en-US" altLang="ko-KR" sz="1400">
              <a:solidFill>
                <a:srgbClr val="262626"/>
              </a:solidFill>
              <a:latin typeface="현대하모니 M"/>
              <a:ea typeface="현대하모니 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CS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high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전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SPI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Clock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비정상 개수를 전송할 수 있는 기능</a:t>
            </a:r>
            <a:b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</a:b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(Clock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 추가 전송 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/ Clock </a:t>
            </a:r>
            <a:r>
              <a:rPr lang="ko-KR" altLang="en-US" sz="1400">
                <a:solidFill>
                  <a:srgbClr val="262626"/>
                </a:solidFill>
                <a:latin typeface="현대하모니 M"/>
                <a:ea typeface="현대하모니 M"/>
              </a:rPr>
              <a:t>일찍 비활성화</a:t>
            </a:r>
            <a:r>
              <a:rPr lang="en-US" altLang="ko-KR" sz="1400">
                <a:solidFill>
                  <a:srgbClr val="262626"/>
                </a:solidFill>
                <a:latin typeface="현대하모니 M"/>
                <a:ea typeface="현대하모니 M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7661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3">
      <a:dk1>
        <a:srgbClr val="000000"/>
      </a:dk1>
      <a:lt1>
        <a:srgbClr val="FFFFFF"/>
      </a:lt1>
      <a:dk2>
        <a:srgbClr val="002C5F"/>
      </a:dk2>
      <a:lt2>
        <a:srgbClr val="E4DCD3"/>
      </a:lt2>
      <a:accent1>
        <a:srgbClr val="F2F2F2"/>
      </a:accent1>
      <a:accent2>
        <a:srgbClr val="9A9A9A"/>
      </a:accent2>
      <a:accent3>
        <a:srgbClr val="D6001C"/>
      </a:accent3>
      <a:accent4>
        <a:srgbClr val="3090FF"/>
      </a:accent4>
      <a:accent5>
        <a:srgbClr val="5F84A2"/>
      </a:accent5>
      <a:accent6>
        <a:srgbClr val="003F89"/>
      </a:accent6>
      <a:hlink>
        <a:srgbClr val="004595"/>
      </a:hlink>
      <a:folHlink>
        <a:srgbClr val="4A2467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프레젠테이션1" id="{F5368B61-475A-4CBA-847A-3F98291EB405}" vid="{6E7C8814-456E-43AF-9CC1-896222910403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Props1.xml><?xml version="1.0" encoding="utf-8"?>
<ds:datastoreItem xmlns:ds="http://schemas.openxmlformats.org/officeDocument/2006/customXml" ds:itemID="{ED0AC773-75A6-4727-834C-C6FA5EFE20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2224A6-CE16-4306-BA7C-AC067FA5424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DAE6704-7D95-4F69-9AAE-D29271AFE82F}">
  <ds:schemaRefs>
    <ds:schemaRef ds:uri="08c1b195-5742-4223-9bf1-70aee3e5c75a"/>
    <ds:schemaRef ds:uri="3fdc42ba-1aa3-4966-a9b1-c4c8f01b5ffd"/>
    <ds:schemaRef ds:uri="43b0edd0-9f28-4056-b7a7-128691df75fa"/>
    <ds:schemaRef ds:uri="8dcd1b5c-0876-4094-8400-c39239df45b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01. 일반보고서_가로형_new vision_AnyUser</Template>
  <TotalTime>0</TotalTime>
  <Words>1004</Words>
  <Application>Microsoft Office PowerPoint</Application>
  <PresentationFormat>A4 용지(210x297mm)</PresentationFormat>
  <Paragraphs>202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0" baseType="lpstr">
      <vt:lpstr>굴림</vt:lpstr>
      <vt:lpstr>맑은 고딕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이승문( LEE Seungmoon ) 전원구동반도체팀</dc:creator>
  <cp:lastModifiedBy>이승문( LEE Seungmoon ) 전원구동반도체팀</cp:lastModifiedBy>
  <cp:revision>1</cp:revision>
  <cp:lastPrinted>2024-10-24T06:56:18Z</cp:lastPrinted>
  <dcterms:created xsi:type="dcterms:W3CDTF">2026-09-17T05:54:53Z</dcterms:created>
  <dcterms:modified xsi:type="dcterms:W3CDTF">2026-09-21T02:11:26Z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MSIP_Label_6c8052f8-6d20-481e-a88c-2a23f34d153f_Enabled">
    <vt:lpwstr>True</vt:lpwstr>
  </property>
  <property fmtid="{D5CDD505-2E9C-101B-9397-08002B2CF9AE}" pid="4" name="MSIP_Label_6c8052f8-6d20-481e-a88c-2a23f34d153f_SiteId">
    <vt:lpwstr>7cf932c0-bced-4490-b11f-48d23b1fe0d9</vt:lpwstr>
  </property>
  <property fmtid="{D5CDD505-2E9C-101B-9397-08002B2CF9AE}" pid="5" name="MSIP_Label_6c8052f8-6d20-481e-a88c-2a23f34d153f_SetDate">
    <vt:lpwstr>2024-06-12T02:30:17Z</vt:lpwstr>
  </property>
  <property fmtid="{D5CDD505-2E9C-101B-9397-08002B2CF9AE}" pid="6" name="MSIP_Label_6c8052f8-6d20-481e-a88c-2a23f34d153f_Name">
    <vt:lpwstr>대외비(Restricted) \ Employee Only</vt:lpwstr>
  </property>
  <property fmtid="{D5CDD505-2E9C-101B-9397-08002B2CF9AE}" pid="7" name="MSIP_Label_6c8052f8-6d20-481e-a88c-2a23f34d153f_Extended_MSFT_Method">
    <vt:lpwstr>Standard</vt:lpwstr>
  </property>
  <property fmtid="{D5CDD505-2E9C-101B-9397-08002B2CF9AE}" pid="8" name="ClassificationContentMarkingFooterLocations">
    <vt:lpwstr>Office 테마:10</vt:lpwstr>
  </property>
  <property fmtid="{D5CDD505-2E9C-101B-9397-08002B2CF9AE}" pid="9" name="ClassificationContentMarkingFooterText">
    <vt:lpwstr>인예림( In YeRim ) EX솔루션개발팀 / A1107720@mobis-partners.com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10" name="ClassificationWatermarkLocations">
    <vt:lpwstr>Office 테마:11</vt:lpwstr>
  </property>
  <property fmtid="{D5CDD505-2E9C-101B-9397-08002B2CF9AE}" pid="11" name="ClassificationWatermarkText">
    <vt:lpwstr>Hyundai Mobis Restricted</vt:lpwstr>
  </property>
  <property fmtid="{D5CDD505-2E9C-101B-9397-08002B2CF9AE}" pid="12" name="ContentTypeId">
    <vt:lpwstr>0x010100FDBF66C731B6F34ABEFE5E14910FE0A4</vt:lpwstr>
  </property>
</Properties>
</file>